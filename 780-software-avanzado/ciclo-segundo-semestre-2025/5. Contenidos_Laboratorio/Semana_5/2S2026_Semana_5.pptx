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</p:sldMasterIdLst>
  <p:notesMasterIdLst>
    <p:notesMasterId r:id="rId50"/>
  </p:notesMasterIdLst>
  <p:sldIdLst>
    <p:sldId id="256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57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97" r:id="rId40"/>
    <p:sldId id="298" r:id="rId41"/>
    <p:sldId id="299" r:id="rId42"/>
    <p:sldId id="300" r:id="rId43"/>
    <p:sldId id="301" r:id="rId44"/>
    <p:sldId id="303" r:id="rId45"/>
    <p:sldId id="302" r:id="rId46"/>
    <p:sldId id="304" r:id="rId47"/>
    <p:sldId id="305" r:id="rId48"/>
    <p:sldId id="306" r:id="rId4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1" roundtripDataSignature="AMtx7miQ8Y0uMRXjqRCZ5snkrE5OxZ7w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CFF8CEB-B0E9-4877-8986-A95859FF1C04}">
  <a:tblStyle styleId="{DCFF8CEB-B0E9-4877-8986-A95859FF1C0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91EB330-50F6-4ACE-A556-FCC03B3E2DE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customschemas.google.com/relationships/presentationmetadata" Target="meta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BF1372-1551-405E-8017-68A98B746F03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EBE8CDC-8BDF-4B72-907A-134DB1388FD1}">
      <dgm:prSet/>
      <dgm:spPr/>
      <dgm:t>
        <a:bodyPr/>
        <a:lstStyle/>
        <a:p>
          <a:r>
            <a:rPr lang="es-ES" b="1"/>
            <a:t>8 características del producto</a:t>
          </a:r>
          <a:endParaRPr lang="en-US"/>
        </a:p>
      </dgm:t>
    </dgm:pt>
    <dgm:pt modelId="{89D351B4-6F00-4450-9603-DE5F9383E3F5}" type="parTrans" cxnId="{D70DEAB7-FF26-4B1D-AF08-5B19AD7CFBBD}">
      <dgm:prSet/>
      <dgm:spPr/>
      <dgm:t>
        <a:bodyPr/>
        <a:lstStyle/>
        <a:p>
          <a:endParaRPr lang="en-US"/>
        </a:p>
      </dgm:t>
    </dgm:pt>
    <dgm:pt modelId="{A8AE3FCA-5EC8-4777-99F9-A01A9FA61888}" type="sibTrans" cxnId="{D70DEAB7-FF26-4B1D-AF08-5B19AD7CFBBD}">
      <dgm:prSet/>
      <dgm:spPr/>
      <dgm:t>
        <a:bodyPr/>
        <a:lstStyle/>
        <a:p>
          <a:endParaRPr lang="en-US"/>
        </a:p>
      </dgm:t>
    </dgm:pt>
    <dgm:pt modelId="{32311A96-BC72-4F3C-A520-664438D8C955}">
      <dgm:prSet/>
      <dgm:spPr/>
      <dgm:t>
        <a:bodyPr/>
        <a:lstStyle/>
        <a:p>
          <a:r>
            <a:rPr lang="es-ES" b="1"/>
            <a:t>5 características de calidad en uso</a:t>
          </a:r>
          <a:endParaRPr lang="en-US"/>
        </a:p>
      </dgm:t>
    </dgm:pt>
    <dgm:pt modelId="{F02B249B-1BB4-4786-A42D-C4D3445C275B}" type="parTrans" cxnId="{DF8D9A47-A467-4EC2-8F12-06A30ECD5CDC}">
      <dgm:prSet/>
      <dgm:spPr/>
      <dgm:t>
        <a:bodyPr/>
        <a:lstStyle/>
        <a:p>
          <a:endParaRPr lang="en-US"/>
        </a:p>
      </dgm:t>
    </dgm:pt>
    <dgm:pt modelId="{7F0F425B-ABA8-466F-8BEE-3EBB60C9434A}" type="sibTrans" cxnId="{DF8D9A47-A467-4EC2-8F12-06A30ECD5CDC}">
      <dgm:prSet/>
      <dgm:spPr/>
      <dgm:t>
        <a:bodyPr/>
        <a:lstStyle/>
        <a:p>
          <a:endParaRPr lang="en-US"/>
        </a:p>
      </dgm:t>
    </dgm:pt>
    <dgm:pt modelId="{8C5E9608-DA39-44EC-BF51-9758B65261EA}">
      <dgm:prSet/>
      <dgm:spPr/>
      <dgm:t>
        <a:bodyPr/>
        <a:lstStyle/>
        <a:p>
          <a:r>
            <a:rPr lang="es-ES"/>
            <a:t>Subcaracterísticas medibles</a:t>
          </a:r>
          <a:endParaRPr lang="en-US"/>
        </a:p>
      </dgm:t>
    </dgm:pt>
    <dgm:pt modelId="{2D1984FF-7198-4B8D-B038-78B042EBD49A}" type="parTrans" cxnId="{1F67EA13-1374-4896-A7BA-3989821027FD}">
      <dgm:prSet/>
      <dgm:spPr/>
      <dgm:t>
        <a:bodyPr/>
        <a:lstStyle/>
        <a:p>
          <a:endParaRPr lang="en-US"/>
        </a:p>
      </dgm:t>
    </dgm:pt>
    <dgm:pt modelId="{CF81E21E-1664-472D-A3CF-C22EC02AF0B4}" type="sibTrans" cxnId="{1F67EA13-1374-4896-A7BA-3989821027FD}">
      <dgm:prSet/>
      <dgm:spPr/>
      <dgm:t>
        <a:bodyPr/>
        <a:lstStyle/>
        <a:p>
          <a:endParaRPr lang="en-US"/>
        </a:p>
      </dgm:t>
    </dgm:pt>
    <dgm:pt modelId="{283B554D-FD57-4AE9-B8A3-49CF9666D290}">
      <dgm:prSet/>
      <dgm:spPr/>
      <dgm:t>
        <a:bodyPr/>
        <a:lstStyle/>
        <a:p>
          <a:r>
            <a:rPr lang="es-ES"/>
            <a:t>Aplicable a cualquier tipo de sistema software</a:t>
          </a:r>
          <a:endParaRPr lang="en-US"/>
        </a:p>
      </dgm:t>
    </dgm:pt>
    <dgm:pt modelId="{8D590E7A-190D-4B6C-8D94-243F74225BA4}" type="parTrans" cxnId="{4F5F3F7A-1043-441B-B782-3C4A9C8F7FD9}">
      <dgm:prSet/>
      <dgm:spPr/>
      <dgm:t>
        <a:bodyPr/>
        <a:lstStyle/>
        <a:p>
          <a:endParaRPr lang="en-US"/>
        </a:p>
      </dgm:t>
    </dgm:pt>
    <dgm:pt modelId="{2FE35907-E5D0-4DB6-A742-0CC598F9A159}" type="sibTrans" cxnId="{4F5F3F7A-1043-441B-B782-3C4A9C8F7FD9}">
      <dgm:prSet/>
      <dgm:spPr/>
      <dgm:t>
        <a:bodyPr/>
        <a:lstStyle/>
        <a:p>
          <a:endParaRPr lang="en-US"/>
        </a:p>
      </dgm:t>
    </dgm:pt>
    <dgm:pt modelId="{D1A37C71-B3E0-4CAA-B0E8-565A51D623EE}" type="pres">
      <dgm:prSet presAssocID="{66BF1372-1551-405E-8017-68A98B746F03}" presName="diagram" presStyleCnt="0">
        <dgm:presLayoutVars>
          <dgm:dir/>
          <dgm:resizeHandles val="exact"/>
        </dgm:presLayoutVars>
      </dgm:prSet>
      <dgm:spPr/>
    </dgm:pt>
    <dgm:pt modelId="{CAF99C02-14BE-4809-AB9C-8BEAC1DD4CBC}" type="pres">
      <dgm:prSet presAssocID="{2EBE8CDC-8BDF-4B72-907A-134DB1388FD1}" presName="arrow" presStyleLbl="node1" presStyleIdx="0" presStyleCnt="4">
        <dgm:presLayoutVars>
          <dgm:bulletEnabled val="1"/>
        </dgm:presLayoutVars>
      </dgm:prSet>
      <dgm:spPr/>
    </dgm:pt>
    <dgm:pt modelId="{D8B7A6F8-B6CD-4E5E-968A-4DCBAC2285D6}" type="pres">
      <dgm:prSet presAssocID="{32311A96-BC72-4F3C-A520-664438D8C955}" presName="arrow" presStyleLbl="node1" presStyleIdx="1" presStyleCnt="4">
        <dgm:presLayoutVars>
          <dgm:bulletEnabled val="1"/>
        </dgm:presLayoutVars>
      </dgm:prSet>
      <dgm:spPr/>
    </dgm:pt>
    <dgm:pt modelId="{8677BD2C-0C6A-4D5D-9E4E-3BEB8C308A96}" type="pres">
      <dgm:prSet presAssocID="{8C5E9608-DA39-44EC-BF51-9758B65261EA}" presName="arrow" presStyleLbl="node1" presStyleIdx="2" presStyleCnt="4">
        <dgm:presLayoutVars>
          <dgm:bulletEnabled val="1"/>
        </dgm:presLayoutVars>
      </dgm:prSet>
      <dgm:spPr/>
    </dgm:pt>
    <dgm:pt modelId="{A7B0FDB4-AD5D-4469-AC42-B7FDF014F53A}" type="pres">
      <dgm:prSet presAssocID="{283B554D-FD57-4AE9-B8A3-49CF9666D290}" presName="arrow" presStyleLbl="node1" presStyleIdx="3" presStyleCnt="4">
        <dgm:presLayoutVars>
          <dgm:bulletEnabled val="1"/>
        </dgm:presLayoutVars>
      </dgm:prSet>
      <dgm:spPr/>
    </dgm:pt>
  </dgm:ptLst>
  <dgm:cxnLst>
    <dgm:cxn modelId="{1F67EA13-1374-4896-A7BA-3989821027FD}" srcId="{66BF1372-1551-405E-8017-68A98B746F03}" destId="{8C5E9608-DA39-44EC-BF51-9758B65261EA}" srcOrd="2" destOrd="0" parTransId="{2D1984FF-7198-4B8D-B038-78B042EBD49A}" sibTransId="{CF81E21E-1664-472D-A3CF-C22EC02AF0B4}"/>
    <dgm:cxn modelId="{DF8D9A47-A467-4EC2-8F12-06A30ECD5CDC}" srcId="{66BF1372-1551-405E-8017-68A98B746F03}" destId="{32311A96-BC72-4F3C-A520-664438D8C955}" srcOrd="1" destOrd="0" parTransId="{F02B249B-1BB4-4786-A42D-C4D3445C275B}" sibTransId="{7F0F425B-ABA8-466F-8BEE-3EBB60C9434A}"/>
    <dgm:cxn modelId="{2B619B6D-7490-450E-80EC-D377C54FF81A}" type="presOf" srcId="{2EBE8CDC-8BDF-4B72-907A-134DB1388FD1}" destId="{CAF99C02-14BE-4809-AB9C-8BEAC1DD4CBC}" srcOrd="0" destOrd="0" presId="urn:microsoft.com/office/officeart/2005/8/layout/arrow5"/>
    <dgm:cxn modelId="{7B5E4C50-6DF3-4744-8509-012527390DDF}" type="presOf" srcId="{283B554D-FD57-4AE9-B8A3-49CF9666D290}" destId="{A7B0FDB4-AD5D-4469-AC42-B7FDF014F53A}" srcOrd="0" destOrd="0" presId="urn:microsoft.com/office/officeart/2005/8/layout/arrow5"/>
    <dgm:cxn modelId="{4F5F3F7A-1043-441B-B782-3C4A9C8F7FD9}" srcId="{66BF1372-1551-405E-8017-68A98B746F03}" destId="{283B554D-FD57-4AE9-B8A3-49CF9666D290}" srcOrd="3" destOrd="0" parTransId="{8D590E7A-190D-4B6C-8D94-243F74225BA4}" sibTransId="{2FE35907-E5D0-4DB6-A742-0CC598F9A159}"/>
    <dgm:cxn modelId="{6132079E-0D50-428D-9DA4-031724725EDE}" type="presOf" srcId="{32311A96-BC72-4F3C-A520-664438D8C955}" destId="{D8B7A6F8-B6CD-4E5E-968A-4DCBAC2285D6}" srcOrd="0" destOrd="0" presId="urn:microsoft.com/office/officeart/2005/8/layout/arrow5"/>
    <dgm:cxn modelId="{8DA87CB0-526B-400F-9406-832B7DBADA22}" type="presOf" srcId="{8C5E9608-DA39-44EC-BF51-9758B65261EA}" destId="{8677BD2C-0C6A-4D5D-9E4E-3BEB8C308A96}" srcOrd="0" destOrd="0" presId="urn:microsoft.com/office/officeart/2005/8/layout/arrow5"/>
    <dgm:cxn modelId="{D70DEAB7-FF26-4B1D-AF08-5B19AD7CFBBD}" srcId="{66BF1372-1551-405E-8017-68A98B746F03}" destId="{2EBE8CDC-8BDF-4B72-907A-134DB1388FD1}" srcOrd="0" destOrd="0" parTransId="{89D351B4-6F00-4450-9603-DE5F9383E3F5}" sibTransId="{A8AE3FCA-5EC8-4777-99F9-A01A9FA61888}"/>
    <dgm:cxn modelId="{59EC71BE-FE3B-4817-906F-CB746E5C4AE8}" type="presOf" srcId="{66BF1372-1551-405E-8017-68A98B746F03}" destId="{D1A37C71-B3E0-4CAA-B0E8-565A51D623EE}" srcOrd="0" destOrd="0" presId="urn:microsoft.com/office/officeart/2005/8/layout/arrow5"/>
    <dgm:cxn modelId="{D815D7F9-A38F-4B1D-909F-409FA719866A}" type="presParOf" srcId="{D1A37C71-B3E0-4CAA-B0E8-565A51D623EE}" destId="{CAF99C02-14BE-4809-AB9C-8BEAC1DD4CBC}" srcOrd="0" destOrd="0" presId="urn:microsoft.com/office/officeart/2005/8/layout/arrow5"/>
    <dgm:cxn modelId="{B98B2BF0-BCDF-4725-89F2-CD20D338C59F}" type="presParOf" srcId="{D1A37C71-B3E0-4CAA-B0E8-565A51D623EE}" destId="{D8B7A6F8-B6CD-4E5E-968A-4DCBAC2285D6}" srcOrd="1" destOrd="0" presId="urn:microsoft.com/office/officeart/2005/8/layout/arrow5"/>
    <dgm:cxn modelId="{F4CEB5D5-0462-4608-9628-EAACE9580969}" type="presParOf" srcId="{D1A37C71-B3E0-4CAA-B0E8-565A51D623EE}" destId="{8677BD2C-0C6A-4D5D-9E4E-3BEB8C308A96}" srcOrd="2" destOrd="0" presId="urn:microsoft.com/office/officeart/2005/8/layout/arrow5"/>
    <dgm:cxn modelId="{A3D14F52-ACD6-4706-9351-4FE7947A748E}" type="presParOf" srcId="{D1A37C71-B3E0-4CAA-B0E8-565A51D623EE}" destId="{A7B0FDB4-AD5D-4469-AC42-B7FDF014F53A}" srcOrd="3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5673A4-2EA1-4E9B-8E0D-8CF30136E148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E9D58D4-36A3-4749-AE0D-90EC4EFC908A}">
      <dgm:prSet/>
      <dgm:spPr/>
      <dgm:t>
        <a:bodyPr/>
        <a:lstStyle/>
        <a:p>
          <a:r>
            <a:rPr lang="es-GT"/>
            <a:t>En Kubernetes, desplegar una aplicación puede requerir múltiples archivos YAML:</a:t>
          </a:r>
          <a:endParaRPr lang="en-US"/>
        </a:p>
      </dgm:t>
    </dgm:pt>
    <dgm:pt modelId="{B115AE93-0A7B-4521-A24C-D9AA752143BD}" type="parTrans" cxnId="{78574A16-CBA6-494B-82A0-1E4664D61973}">
      <dgm:prSet/>
      <dgm:spPr/>
      <dgm:t>
        <a:bodyPr/>
        <a:lstStyle/>
        <a:p>
          <a:endParaRPr lang="en-US"/>
        </a:p>
      </dgm:t>
    </dgm:pt>
    <dgm:pt modelId="{7DEB8CE7-B9F6-4F76-9D0B-C14662617BB5}" type="sibTrans" cxnId="{78574A16-CBA6-494B-82A0-1E4664D61973}">
      <dgm:prSet/>
      <dgm:spPr/>
      <dgm:t>
        <a:bodyPr/>
        <a:lstStyle/>
        <a:p>
          <a:endParaRPr lang="en-US"/>
        </a:p>
      </dgm:t>
    </dgm:pt>
    <dgm:pt modelId="{5BA431D0-9D2C-4613-A867-1E608E10AAE3}">
      <dgm:prSet/>
      <dgm:spPr/>
      <dgm:t>
        <a:bodyPr/>
        <a:lstStyle/>
        <a:p>
          <a:r>
            <a:rPr lang="es-GT"/>
            <a:t>Deployments</a:t>
          </a:r>
          <a:endParaRPr lang="en-US"/>
        </a:p>
      </dgm:t>
    </dgm:pt>
    <dgm:pt modelId="{91B0E3C5-A797-4BA9-8A57-B812E49ADE6E}" type="parTrans" cxnId="{5278E55A-34CD-40E0-891F-5DD650874A24}">
      <dgm:prSet/>
      <dgm:spPr/>
      <dgm:t>
        <a:bodyPr/>
        <a:lstStyle/>
        <a:p>
          <a:endParaRPr lang="en-US"/>
        </a:p>
      </dgm:t>
    </dgm:pt>
    <dgm:pt modelId="{6FE085C8-BDC5-403E-9BF2-02065D427DE4}" type="sibTrans" cxnId="{5278E55A-34CD-40E0-891F-5DD650874A24}">
      <dgm:prSet/>
      <dgm:spPr/>
      <dgm:t>
        <a:bodyPr/>
        <a:lstStyle/>
        <a:p>
          <a:endParaRPr lang="en-US"/>
        </a:p>
      </dgm:t>
    </dgm:pt>
    <dgm:pt modelId="{040AD01E-1021-406E-8249-4B3F75812AC4}">
      <dgm:prSet/>
      <dgm:spPr/>
      <dgm:t>
        <a:bodyPr/>
        <a:lstStyle/>
        <a:p>
          <a:r>
            <a:rPr lang="es-GT"/>
            <a:t>Services</a:t>
          </a:r>
          <a:endParaRPr lang="en-US"/>
        </a:p>
      </dgm:t>
    </dgm:pt>
    <dgm:pt modelId="{8741E011-89B8-4D08-983C-92D7FCD0BC9C}" type="parTrans" cxnId="{6EAC943C-748A-4DC2-96AF-A27A8E95D684}">
      <dgm:prSet/>
      <dgm:spPr/>
      <dgm:t>
        <a:bodyPr/>
        <a:lstStyle/>
        <a:p>
          <a:endParaRPr lang="en-US"/>
        </a:p>
      </dgm:t>
    </dgm:pt>
    <dgm:pt modelId="{7E1CFC75-E71F-4AC8-B242-80C457732E3D}" type="sibTrans" cxnId="{6EAC943C-748A-4DC2-96AF-A27A8E95D684}">
      <dgm:prSet/>
      <dgm:spPr/>
      <dgm:t>
        <a:bodyPr/>
        <a:lstStyle/>
        <a:p>
          <a:endParaRPr lang="en-US"/>
        </a:p>
      </dgm:t>
    </dgm:pt>
    <dgm:pt modelId="{0953B033-8194-4A47-B47C-E28BCBF2029B}">
      <dgm:prSet/>
      <dgm:spPr/>
      <dgm:t>
        <a:bodyPr/>
        <a:lstStyle/>
        <a:p>
          <a:r>
            <a:rPr lang="es-GT"/>
            <a:t>ConfigMaps</a:t>
          </a:r>
          <a:endParaRPr lang="en-US"/>
        </a:p>
      </dgm:t>
    </dgm:pt>
    <dgm:pt modelId="{6E66261B-1657-4606-9BD6-F31FEC502A4B}" type="parTrans" cxnId="{1E9AD29C-4881-4D32-8077-BA9062F1B19D}">
      <dgm:prSet/>
      <dgm:spPr/>
      <dgm:t>
        <a:bodyPr/>
        <a:lstStyle/>
        <a:p>
          <a:endParaRPr lang="en-US"/>
        </a:p>
      </dgm:t>
    </dgm:pt>
    <dgm:pt modelId="{AFE50C57-B4D5-42C0-89DB-3559E4B18566}" type="sibTrans" cxnId="{1E9AD29C-4881-4D32-8077-BA9062F1B19D}">
      <dgm:prSet/>
      <dgm:spPr/>
      <dgm:t>
        <a:bodyPr/>
        <a:lstStyle/>
        <a:p>
          <a:endParaRPr lang="en-US"/>
        </a:p>
      </dgm:t>
    </dgm:pt>
    <dgm:pt modelId="{645DF461-9BB3-4023-BA75-F37D5852BF1C}">
      <dgm:prSet/>
      <dgm:spPr/>
      <dgm:t>
        <a:bodyPr/>
        <a:lstStyle/>
        <a:p>
          <a:r>
            <a:rPr lang="es-GT"/>
            <a:t>Secrets</a:t>
          </a:r>
          <a:endParaRPr lang="en-US"/>
        </a:p>
      </dgm:t>
    </dgm:pt>
    <dgm:pt modelId="{7904AA4D-E1EC-47B2-9CD3-7D6C0D88BED8}" type="parTrans" cxnId="{A7E478B0-B599-48E9-98BE-FA3A684B80A2}">
      <dgm:prSet/>
      <dgm:spPr/>
      <dgm:t>
        <a:bodyPr/>
        <a:lstStyle/>
        <a:p>
          <a:endParaRPr lang="en-US"/>
        </a:p>
      </dgm:t>
    </dgm:pt>
    <dgm:pt modelId="{36BE20B2-6CEA-49CC-B571-A6E7E56C350D}" type="sibTrans" cxnId="{A7E478B0-B599-48E9-98BE-FA3A684B80A2}">
      <dgm:prSet/>
      <dgm:spPr/>
      <dgm:t>
        <a:bodyPr/>
        <a:lstStyle/>
        <a:p>
          <a:endParaRPr lang="en-US"/>
        </a:p>
      </dgm:t>
    </dgm:pt>
    <dgm:pt modelId="{A7E51B8C-9853-455A-9781-F2243456BB7B}">
      <dgm:prSet/>
      <dgm:spPr/>
      <dgm:t>
        <a:bodyPr/>
        <a:lstStyle/>
        <a:p>
          <a:r>
            <a:rPr lang="es-GT"/>
            <a:t>Ingress</a:t>
          </a:r>
          <a:endParaRPr lang="en-US"/>
        </a:p>
      </dgm:t>
    </dgm:pt>
    <dgm:pt modelId="{DE3B180A-B0E7-48E7-992A-888AC41745DD}" type="parTrans" cxnId="{BDC7CC63-729D-4898-A0EB-4807C5CC9785}">
      <dgm:prSet/>
      <dgm:spPr/>
      <dgm:t>
        <a:bodyPr/>
        <a:lstStyle/>
        <a:p>
          <a:endParaRPr lang="en-US"/>
        </a:p>
      </dgm:t>
    </dgm:pt>
    <dgm:pt modelId="{EF751B8D-ADA7-4585-AE90-5474739937D4}" type="sibTrans" cxnId="{BDC7CC63-729D-4898-A0EB-4807C5CC9785}">
      <dgm:prSet/>
      <dgm:spPr/>
      <dgm:t>
        <a:bodyPr/>
        <a:lstStyle/>
        <a:p>
          <a:endParaRPr lang="en-US"/>
        </a:p>
      </dgm:t>
    </dgm:pt>
    <dgm:pt modelId="{33C79EFB-287B-471B-AAB4-31B8A194F0A3}">
      <dgm:prSet/>
      <dgm:spPr/>
      <dgm:t>
        <a:bodyPr/>
        <a:lstStyle/>
        <a:p>
          <a:r>
            <a:rPr lang="es-GT"/>
            <a:t>Volúmenes</a:t>
          </a:r>
          <a:endParaRPr lang="en-US"/>
        </a:p>
      </dgm:t>
    </dgm:pt>
    <dgm:pt modelId="{CD36CFB2-121E-4409-97DF-D16B07F5AF5B}" type="parTrans" cxnId="{538A6FA7-90F7-4D1F-A341-D3100BA1DFCD}">
      <dgm:prSet/>
      <dgm:spPr/>
      <dgm:t>
        <a:bodyPr/>
        <a:lstStyle/>
        <a:p>
          <a:endParaRPr lang="en-US"/>
        </a:p>
      </dgm:t>
    </dgm:pt>
    <dgm:pt modelId="{C99F73D6-0BFA-4649-85A2-19AAC341902F}" type="sibTrans" cxnId="{538A6FA7-90F7-4D1F-A341-D3100BA1DFCD}">
      <dgm:prSet/>
      <dgm:spPr/>
      <dgm:t>
        <a:bodyPr/>
        <a:lstStyle/>
        <a:p>
          <a:endParaRPr lang="en-US"/>
        </a:p>
      </dgm:t>
    </dgm:pt>
    <dgm:pt modelId="{C6D18D0F-B686-4AAC-912E-0102027F9CDB}">
      <dgm:prSet/>
      <dgm:spPr/>
      <dgm:t>
        <a:bodyPr/>
        <a:lstStyle/>
        <a:p>
          <a:r>
            <a:rPr lang="es-GT"/>
            <a:t>Administrar todo manualmente puede ser complejo.</a:t>
          </a:r>
          <a:endParaRPr lang="en-US"/>
        </a:p>
      </dgm:t>
    </dgm:pt>
    <dgm:pt modelId="{52D37BD9-2D54-4E92-A030-7CEF08DEBA96}" type="parTrans" cxnId="{B2DB385B-630D-4317-9742-05717EB07A25}">
      <dgm:prSet/>
      <dgm:spPr/>
      <dgm:t>
        <a:bodyPr/>
        <a:lstStyle/>
        <a:p>
          <a:endParaRPr lang="en-US"/>
        </a:p>
      </dgm:t>
    </dgm:pt>
    <dgm:pt modelId="{2C6649E3-6C3F-4219-B63C-69AE96D92B23}" type="sibTrans" cxnId="{B2DB385B-630D-4317-9742-05717EB07A25}">
      <dgm:prSet/>
      <dgm:spPr/>
      <dgm:t>
        <a:bodyPr/>
        <a:lstStyle/>
        <a:p>
          <a:endParaRPr lang="en-US"/>
        </a:p>
      </dgm:t>
    </dgm:pt>
    <dgm:pt modelId="{82708A9F-3E5A-498C-8F2B-6B6BC624B0F9}">
      <dgm:prSet/>
      <dgm:spPr/>
      <dgm:t>
        <a:bodyPr/>
        <a:lstStyle/>
        <a:p>
          <a:r>
            <a:rPr lang="es-GT"/>
            <a:t>Helm simplifica esto agrupando todos esos recursos en un solo paquete reutilizable.</a:t>
          </a:r>
          <a:endParaRPr lang="en-US"/>
        </a:p>
      </dgm:t>
    </dgm:pt>
    <dgm:pt modelId="{8AF673D1-4039-4717-AB16-28EFED221D67}" type="parTrans" cxnId="{D65CC914-3689-4964-AFD2-13AF1B4DDA21}">
      <dgm:prSet/>
      <dgm:spPr/>
      <dgm:t>
        <a:bodyPr/>
        <a:lstStyle/>
        <a:p>
          <a:endParaRPr lang="en-US"/>
        </a:p>
      </dgm:t>
    </dgm:pt>
    <dgm:pt modelId="{B0DC6CAD-BE9D-49FA-AC9D-BB273323BC1B}" type="sibTrans" cxnId="{D65CC914-3689-4964-AFD2-13AF1B4DDA21}">
      <dgm:prSet/>
      <dgm:spPr/>
      <dgm:t>
        <a:bodyPr/>
        <a:lstStyle/>
        <a:p>
          <a:endParaRPr lang="en-US"/>
        </a:p>
      </dgm:t>
    </dgm:pt>
    <dgm:pt modelId="{CBA7C038-47D7-4654-BDBE-E588F8737B59}" type="pres">
      <dgm:prSet presAssocID="{1A5673A4-2EA1-4E9B-8E0D-8CF30136E148}" presName="Name0" presStyleCnt="0">
        <dgm:presLayoutVars>
          <dgm:dir/>
          <dgm:resizeHandles val="exact"/>
        </dgm:presLayoutVars>
      </dgm:prSet>
      <dgm:spPr/>
    </dgm:pt>
    <dgm:pt modelId="{69A44C96-A969-43FC-905D-5EA537A59BBD}" type="pres">
      <dgm:prSet presAssocID="{5E9D58D4-36A3-4749-AE0D-90EC4EFC908A}" presName="node" presStyleLbl="node1" presStyleIdx="0" presStyleCnt="9">
        <dgm:presLayoutVars>
          <dgm:bulletEnabled val="1"/>
        </dgm:presLayoutVars>
      </dgm:prSet>
      <dgm:spPr/>
    </dgm:pt>
    <dgm:pt modelId="{E791712C-7298-4F6F-82CC-AF8AE927386F}" type="pres">
      <dgm:prSet presAssocID="{7DEB8CE7-B9F6-4F76-9D0B-C14662617BB5}" presName="sibTrans" presStyleLbl="sibTrans1D1" presStyleIdx="0" presStyleCnt="8"/>
      <dgm:spPr/>
    </dgm:pt>
    <dgm:pt modelId="{B8DC135D-7389-4291-A3D7-1BF11AD72F3C}" type="pres">
      <dgm:prSet presAssocID="{7DEB8CE7-B9F6-4F76-9D0B-C14662617BB5}" presName="connectorText" presStyleLbl="sibTrans1D1" presStyleIdx="0" presStyleCnt="8"/>
      <dgm:spPr/>
    </dgm:pt>
    <dgm:pt modelId="{D5E249AF-EE1C-44A8-B6B4-348F85C6EDE0}" type="pres">
      <dgm:prSet presAssocID="{5BA431D0-9D2C-4613-A867-1E608E10AAE3}" presName="node" presStyleLbl="node1" presStyleIdx="1" presStyleCnt="9">
        <dgm:presLayoutVars>
          <dgm:bulletEnabled val="1"/>
        </dgm:presLayoutVars>
      </dgm:prSet>
      <dgm:spPr/>
    </dgm:pt>
    <dgm:pt modelId="{992B3BA0-FA4D-4787-8473-E28D9B169F46}" type="pres">
      <dgm:prSet presAssocID="{6FE085C8-BDC5-403E-9BF2-02065D427DE4}" presName="sibTrans" presStyleLbl="sibTrans1D1" presStyleIdx="1" presStyleCnt="8"/>
      <dgm:spPr/>
    </dgm:pt>
    <dgm:pt modelId="{F522554C-F9BB-4D7C-8289-CC3E5161A26E}" type="pres">
      <dgm:prSet presAssocID="{6FE085C8-BDC5-403E-9BF2-02065D427DE4}" presName="connectorText" presStyleLbl="sibTrans1D1" presStyleIdx="1" presStyleCnt="8"/>
      <dgm:spPr/>
    </dgm:pt>
    <dgm:pt modelId="{8656F341-3B22-4751-9C8F-A3FD429D8989}" type="pres">
      <dgm:prSet presAssocID="{040AD01E-1021-406E-8249-4B3F75812AC4}" presName="node" presStyleLbl="node1" presStyleIdx="2" presStyleCnt="9">
        <dgm:presLayoutVars>
          <dgm:bulletEnabled val="1"/>
        </dgm:presLayoutVars>
      </dgm:prSet>
      <dgm:spPr/>
    </dgm:pt>
    <dgm:pt modelId="{02475CE2-01A7-40A0-A859-066554E91AC7}" type="pres">
      <dgm:prSet presAssocID="{7E1CFC75-E71F-4AC8-B242-80C457732E3D}" presName="sibTrans" presStyleLbl="sibTrans1D1" presStyleIdx="2" presStyleCnt="8"/>
      <dgm:spPr/>
    </dgm:pt>
    <dgm:pt modelId="{9A36DFA9-6CC0-40D0-9282-18AA4F5C9F8B}" type="pres">
      <dgm:prSet presAssocID="{7E1CFC75-E71F-4AC8-B242-80C457732E3D}" presName="connectorText" presStyleLbl="sibTrans1D1" presStyleIdx="2" presStyleCnt="8"/>
      <dgm:spPr/>
    </dgm:pt>
    <dgm:pt modelId="{9AC0A96A-6F85-4110-85EB-27598C923284}" type="pres">
      <dgm:prSet presAssocID="{0953B033-8194-4A47-B47C-E28BCBF2029B}" presName="node" presStyleLbl="node1" presStyleIdx="3" presStyleCnt="9">
        <dgm:presLayoutVars>
          <dgm:bulletEnabled val="1"/>
        </dgm:presLayoutVars>
      </dgm:prSet>
      <dgm:spPr/>
    </dgm:pt>
    <dgm:pt modelId="{13808843-6105-4EAB-B2A0-E1018F414EC4}" type="pres">
      <dgm:prSet presAssocID="{AFE50C57-B4D5-42C0-89DB-3559E4B18566}" presName="sibTrans" presStyleLbl="sibTrans1D1" presStyleIdx="3" presStyleCnt="8"/>
      <dgm:spPr/>
    </dgm:pt>
    <dgm:pt modelId="{1041094C-1369-44D9-B5F5-1A4980698733}" type="pres">
      <dgm:prSet presAssocID="{AFE50C57-B4D5-42C0-89DB-3559E4B18566}" presName="connectorText" presStyleLbl="sibTrans1D1" presStyleIdx="3" presStyleCnt="8"/>
      <dgm:spPr/>
    </dgm:pt>
    <dgm:pt modelId="{E9D281D0-63C6-4DED-AD5E-2496ABC903CA}" type="pres">
      <dgm:prSet presAssocID="{645DF461-9BB3-4023-BA75-F37D5852BF1C}" presName="node" presStyleLbl="node1" presStyleIdx="4" presStyleCnt="9">
        <dgm:presLayoutVars>
          <dgm:bulletEnabled val="1"/>
        </dgm:presLayoutVars>
      </dgm:prSet>
      <dgm:spPr/>
    </dgm:pt>
    <dgm:pt modelId="{15590E62-2B88-420C-B089-9CF7672275B6}" type="pres">
      <dgm:prSet presAssocID="{36BE20B2-6CEA-49CC-B571-A6E7E56C350D}" presName="sibTrans" presStyleLbl="sibTrans1D1" presStyleIdx="4" presStyleCnt="8"/>
      <dgm:spPr/>
    </dgm:pt>
    <dgm:pt modelId="{5C9A658F-151F-4C2E-BD5B-68F55EE98C7E}" type="pres">
      <dgm:prSet presAssocID="{36BE20B2-6CEA-49CC-B571-A6E7E56C350D}" presName="connectorText" presStyleLbl="sibTrans1D1" presStyleIdx="4" presStyleCnt="8"/>
      <dgm:spPr/>
    </dgm:pt>
    <dgm:pt modelId="{FDF16393-0C3B-4C10-89AB-2FE03839839B}" type="pres">
      <dgm:prSet presAssocID="{A7E51B8C-9853-455A-9781-F2243456BB7B}" presName="node" presStyleLbl="node1" presStyleIdx="5" presStyleCnt="9">
        <dgm:presLayoutVars>
          <dgm:bulletEnabled val="1"/>
        </dgm:presLayoutVars>
      </dgm:prSet>
      <dgm:spPr/>
    </dgm:pt>
    <dgm:pt modelId="{61C2CC66-ECD8-4A9B-BDA8-47314C80796F}" type="pres">
      <dgm:prSet presAssocID="{EF751B8D-ADA7-4585-AE90-5474739937D4}" presName="sibTrans" presStyleLbl="sibTrans1D1" presStyleIdx="5" presStyleCnt="8"/>
      <dgm:spPr/>
    </dgm:pt>
    <dgm:pt modelId="{074D9747-84AD-4458-BA85-B043BEFFF00B}" type="pres">
      <dgm:prSet presAssocID="{EF751B8D-ADA7-4585-AE90-5474739937D4}" presName="connectorText" presStyleLbl="sibTrans1D1" presStyleIdx="5" presStyleCnt="8"/>
      <dgm:spPr/>
    </dgm:pt>
    <dgm:pt modelId="{CFA1FF52-A294-4737-A60F-061EA49336DE}" type="pres">
      <dgm:prSet presAssocID="{33C79EFB-287B-471B-AAB4-31B8A194F0A3}" presName="node" presStyleLbl="node1" presStyleIdx="6" presStyleCnt="9">
        <dgm:presLayoutVars>
          <dgm:bulletEnabled val="1"/>
        </dgm:presLayoutVars>
      </dgm:prSet>
      <dgm:spPr/>
    </dgm:pt>
    <dgm:pt modelId="{5B0F4982-93B7-4C52-8114-9CA3E4531899}" type="pres">
      <dgm:prSet presAssocID="{C99F73D6-0BFA-4649-85A2-19AAC341902F}" presName="sibTrans" presStyleLbl="sibTrans1D1" presStyleIdx="6" presStyleCnt="8"/>
      <dgm:spPr/>
    </dgm:pt>
    <dgm:pt modelId="{2F23261B-7E9F-449F-9A34-8F125646FB30}" type="pres">
      <dgm:prSet presAssocID="{C99F73D6-0BFA-4649-85A2-19AAC341902F}" presName="connectorText" presStyleLbl="sibTrans1D1" presStyleIdx="6" presStyleCnt="8"/>
      <dgm:spPr/>
    </dgm:pt>
    <dgm:pt modelId="{9E022262-8BE3-4EFA-97BD-EB2335BB28A8}" type="pres">
      <dgm:prSet presAssocID="{C6D18D0F-B686-4AAC-912E-0102027F9CDB}" presName="node" presStyleLbl="node1" presStyleIdx="7" presStyleCnt="9">
        <dgm:presLayoutVars>
          <dgm:bulletEnabled val="1"/>
        </dgm:presLayoutVars>
      </dgm:prSet>
      <dgm:spPr/>
    </dgm:pt>
    <dgm:pt modelId="{AC5EB72E-C828-4039-B894-F3B83035D82E}" type="pres">
      <dgm:prSet presAssocID="{2C6649E3-6C3F-4219-B63C-69AE96D92B23}" presName="sibTrans" presStyleLbl="sibTrans1D1" presStyleIdx="7" presStyleCnt="8"/>
      <dgm:spPr/>
    </dgm:pt>
    <dgm:pt modelId="{0596E81E-A7F3-4477-844A-5FD217A7E805}" type="pres">
      <dgm:prSet presAssocID="{2C6649E3-6C3F-4219-B63C-69AE96D92B23}" presName="connectorText" presStyleLbl="sibTrans1D1" presStyleIdx="7" presStyleCnt="8"/>
      <dgm:spPr/>
    </dgm:pt>
    <dgm:pt modelId="{59320B66-E4AA-46D0-8865-BF64F32CFB9D}" type="pres">
      <dgm:prSet presAssocID="{82708A9F-3E5A-498C-8F2B-6B6BC624B0F9}" presName="node" presStyleLbl="node1" presStyleIdx="8" presStyleCnt="9">
        <dgm:presLayoutVars>
          <dgm:bulletEnabled val="1"/>
        </dgm:presLayoutVars>
      </dgm:prSet>
      <dgm:spPr/>
    </dgm:pt>
  </dgm:ptLst>
  <dgm:cxnLst>
    <dgm:cxn modelId="{CDE9B000-4EF1-4F93-B5DF-D878B0A4E330}" type="presOf" srcId="{EF751B8D-ADA7-4585-AE90-5474739937D4}" destId="{61C2CC66-ECD8-4A9B-BDA8-47314C80796F}" srcOrd="0" destOrd="0" presId="urn:microsoft.com/office/officeart/2016/7/layout/RepeatingBendingProcessNew"/>
    <dgm:cxn modelId="{77F61705-46EB-423E-9A7C-A18A246E1B1C}" type="presOf" srcId="{645DF461-9BB3-4023-BA75-F37D5852BF1C}" destId="{E9D281D0-63C6-4DED-AD5E-2496ABC903CA}" srcOrd="0" destOrd="0" presId="urn:microsoft.com/office/officeart/2016/7/layout/RepeatingBendingProcessNew"/>
    <dgm:cxn modelId="{552DBE08-3D25-4A02-9A58-558669A83CB3}" type="presOf" srcId="{1A5673A4-2EA1-4E9B-8E0D-8CF30136E148}" destId="{CBA7C038-47D7-4654-BDBE-E588F8737B59}" srcOrd="0" destOrd="0" presId="urn:microsoft.com/office/officeart/2016/7/layout/RepeatingBendingProcessNew"/>
    <dgm:cxn modelId="{9DE1FB0B-39C0-46AD-BF68-070CE961D4E0}" type="presOf" srcId="{7DEB8CE7-B9F6-4F76-9D0B-C14662617BB5}" destId="{B8DC135D-7389-4291-A3D7-1BF11AD72F3C}" srcOrd="1" destOrd="0" presId="urn:microsoft.com/office/officeart/2016/7/layout/RepeatingBendingProcessNew"/>
    <dgm:cxn modelId="{D65CC914-3689-4964-AFD2-13AF1B4DDA21}" srcId="{1A5673A4-2EA1-4E9B-8E0D-8CF30136E148}" destId="{82708A9F-3E5A-498C-8F2B-6B6BC624B0F9}" srcOrd="8" destOrd="0" parTransId="{8AF673D1-4039-4717-AB16-28EFED221D67}" sibTransId="{B0DC6CAD-BE9D-49FA-AC9D-BB273323BC1B}"/>
    <dgm:cxn modelId="{78574A16-CBA6-494B-82A0-1E4664D61973}" srcId="{1A5673A4-2EA1-4E9B-8E0D-8CF30136E148}" destId="{5E9D58D4-36A3-4749-AE0D-90EC4EFC908A}" srcOrd="0" destOrd="0" parTransId="{B115AE93-0A7B-4521-A24C-D9AA752143BD}" sibTransId="{7DEB8CE7-B9F6-4F76-9D0B-C14662617BB5}"/>
    <dgm:cxn modelId="{EF859A17-0B27-46A3-B18B-8C5A154578EB}" type="presOf" srcId="{EF751B8D-ADA7-4585-AE90-5474739937D4}" destId="{074D9747-84AD-4458-BA85-B043BEFFF00B}" srcOrd="1" destOrd="0" presId="urn:microsoft.com/office/officeart/2016/7/layout/RepeatingBendingProcessNew"/>
    <dgm:cxn modelId="{757ECB2B-C68D-47F4-9EF1-9D85EB9AABAE}" type="presOf" srcId="{36BE20B2-6CEA-49CC-B571-A6E7E56C350D}" destId="{5C9A658F-151F-4C2E-BD5B-68F55EE98C7E}" srcOrd="1" destOrd="0" presId="urn:microsoft.com/office/officeart/2016/7/layout/RepeatingBendingProcessNew"/>
    <dgm:cxn modelId="{7201322C-01CE-4B63-9383-B11B85823C84}" type="presOf" srcId="{82708A9F-3E5A-498C-8F2B-6B6BC624B0F9}" destId="{59320B66-E4AA-46D0-8865-BF64F32CFB9D}" srcOrd="0" destOrd="0" presId="urn:microsoft.com/office/officeart/2016/7/layout/RepeatingBendingProcessNew"/>
    <dgm:cxn modelId="{6EAC943C-748A-4DC2-96AF-A27A8E95D684}" srcId="{1A5673A4-2EA1-4E9B-8E0D-8CF30136E148}" destId="{040AD01E-1021-406E-8249-4B3F75812AC4}" srcOrd="2" destOrd="0" parTransId="{8741E011-89B8-4D08-983C-92D7FCD0BC9C}" sibTransId="{7E1CFC75-E71F-4AC8-B242-80C457732E3D}"/>
    <dgm:cxn modelId="{9724C33C-5CC0-43A3-84FC-86D8ECB7BD73}" type="presOf" srcId="{6FE085C8-BDC5-403E-9BF2-02065D427DE4}" destId="{992B3BA0-FA4D-4787-8473-E28D9B169F46}" srcOrd="0" destOrd="0" presId="urn:microsoft.com/office/officeart/2016/7/layout/RepeatingBendingProcessNew"/>
    <dgm:cxn modelId="{B2DB385B-630D-4317-9742-05717EB07A25}" srcId="{1A5673A4-2EA1-4E9B-8E0D-8CF30136E148}" destId="{C6D18D0F-B686-4AAC-912E-0102027F9CDB}" srcOrd="7" destOrd="0" parTransId="{52D37BD9-2D54-4E92-A030-7CEF08DEBA96}" sibTransId="{2C6649E3-6C3F-4219-B63C-69AE96D92B23}"/>
    <dgm:cxn modelId="{2CBDD45C-8DE5-481D-AAD4-09E525BC2C15}" type="presOf" srcId="{33C79EFB-287B-471B-AAB4-31B8A194F0A3}" destId="{CFA1FF52-A294-4737-A60F-061EA49336DE}" srcOrd="0" destOrd="0" presId="urn:microsoft.com/office/officeart/2016/7/layout/RepeatingBendingProcessNew"/>
    <dgm:cxn modelId="{5C18E861-81A2-4374-A4ED-DA672EF4AA26}" type="presOf" srcId="{7E1CFC75-E71F-4AC8-B242-80C457732E3D}" destId="{02475CE2-01A7-40A0-A859-066554E91AC7}" srcOrd="0" destOrd="0" presId="urn:microsoft.com/office/officeart/2016/7/layout/RepeatingBendingProcessNew"/>
    <dgm:cxn modelId="{BDC7CC63-729D-4898-A0EB-4807C5CC9785}" srcId="{1A5673A4-2EA1-4E9B-8E0D-8CF30136E148}" destId="{A7E51B8C-9853-455A-9781-F2243456BB7B}" srcOrd="5" destOrd="0" parTransId="{DE3B180A-B0E7-48E7-992A-888AC41745DD}" sibTransId="{EF751B8D-ADA7-4585-AE90-5474739937D4}"/>
    <dgm:cxn modelId="{83E0456C-CE37-47E6-AFF0-1905DA89B47F}" type="presOf" srcId="{AFE50C57-B4D5-42C0-89DB-3559E4B18566}" destId="{13808843-6105-4EAB-B2A0-E1018F414EC4}" srcOrd="0" destOrd="0" presId="urn:microsoft.com/office/officeart/2016/7/layout/RepeatingBendingProcessNew"/>
    <dgm:cxn modelId="{6C3D734D-82D8-42B8-A928-59948832A97E}" type="presOf" srcId="{C6D18D0F-B686-4AAC-912E-0102027F9CDB}" destId="{9E022262-8BE3-4EFA-97BD-EB2335BB28A8}" srcOrd="0" destOrd="0" presId="urn:microsoft.com/office/officeart/2016/7/layout/RepeatingBendingProcessNew"/>
    <dgm:cxn modelId="{1696FA4E-900A-45F3-A329-DCBF0C78168A}" type="presOf" srcId="{7E1CFC75-E71F-4AC8-B242-80C457732E3D}" destId="{9A36DFA9-6CC0-40D0-9282-18AA4F5C9F8B}" srcOrd="1" destOrd="0" presId="urn:microsoft.com/office/officeart/2016/7/layout/RepeatingBendingProcessNew"/>
    <dgm:cxn modelId="{EE007755-2FB7-468D-8A85-32CFA9E19E26}" type="presOf" srcId="{5BA431D0-9D2C-4613-A867-1E608E10AAE3}" destId="{D5E249AF-EE1C-44A8-B6B4-348F85C6EDE0}" srcOrd="0" destOrd="0" presId="urn:microsoft.com/office/officeart/2016/7/layout/RepeatingBendingProcessNew"/>
    <dgm:cxn modelId="{2F5F2458-6B2A-4FDB-B770-2F4485ECFE98}" type="presOf" srcId="{C99F73D6-0BFA-4649-85A2-19AAC341902F}" destId="{2F23261B-7E9F-449F-9A34-8F125646FB30}" srcOrd="1" destOrd="0" presId="urn:microsoft.com/office/officeart/2016/7/layout/RepeatingBendingProcessNew"/>
    <dgm:cxn modelId="{199AA178-4B9D-439A-A8E2-BC7A38DCA1D2}" type="presOf" srcId="{040AD01E-1021-406E-8249-4B3F75812AC4}" destId="{8656F341-3B22-4751-9C8F-A3FD429D8989}" srcOrd="0" destOrd="0" presId="urn:microsoft.com/office/officeart/2016/7/layout/RepeatingBendingProcessNew"/>
    <dgm:cxn modelId="{450D705A-1D93-4FF5-B461-CC62A3AD3B72}" type="presOf" srcId="{36BE20B2-6CEA-49CC-B571-A6E7E56C350D}" destId="{15590E62-2B88-420C-B089-9CF7672275B6}" srcOrd="0" destOrd="0" presId="urn:microsoft.com/office/officeart/2016/7/layout/RepeatingBendingProcessNew"/>
    <dgm:cxn modelId="{5278E55A-34CD-40E0-891F-5DD650874A24}" srcId="{1A5673A4-2EA1-4E9B-8E0D-8CF30136E148}" destId="{5BA431D0-9D2C-4613-A867-1E608E10AAE3}" srcOrd="1" destOrd="0" parTransId="{91B0E3C5-A797-4BA9-8A57-B812E49ADE6E}" sibTransId="{6FE085C8-BDC5-403E-9BF2-02065D427DE4}"/>
    <dgm:cxn modelId="{1E9AD29C-4881-4D32-8077-BA9062F1B19D}" srcId="{1A5673A4-2EA1-4E9B-8E0D-8CF30136E148}" destId="{0953B033-8194-4A47-B47C-E28BCBF2029B}" srcOrd="3" destOrd="0" parTransId="{6E66261B-1657-4606-9BD6-F31FEC502A4B}" sibTransId="{AFE50C57-B4D5-42C0-89DB-3559E4B18566}"/>
    <dgm:cxn modelId="{538A6FA7-90F7-4D1F-A341-D3100BA1DFCD}" srcId="{1A5673A4-2EA1-4E9B-8E0D-8CF30136E148}" destId="{33C79EFB-287B-471B-AAB4-31B8A194F0A3}" srcOrd="6" destOrd="0" parTransId="{CD36CFB2-121E-4409-97DF-D16B07F5AF5B}" sibTransId="{C99F73D6-0BFA-4649-85A2-19AAC341902F}"/>
    <dgm:cxn modelId="{A7E478B0-B599-48E9-98BE-FA3A684B80A2}" srcId="{1A5673A4-2EA1-4E9B-8E0D-8CF30136E148}" destId="{645DF461-9BB3-4023-BA75-F37D5852BF1C}" srcOrd="4" destOrd="0" parTransId="{7904AA4D-E1EC-47B2-9CD3-7D6C0D88BED8}" sibTransId="{36BE20B2-6CEA-49CC-B571-A6E7E56C350D}"/>
    <dgm:cxn modelId="{344F70BB-95F5-4975-B75C-E01F5AA4ECB9}" type="presOf" srcId="{C99F73D6-0BFA-4649-85A2-19AAC341902F}" destId="{5B0F4982-93B7-4C52-8114-9CA3E4531899}" srcOrd="0" destOrd="0" presId="urn:microsoft.com/office/officeart/2016/7/layout/RepeatingBendingProcessNew"/>
    <dgm:cxn modelId="{99B0D5BE-3749-4B72-9E5E-AD0EE8CE8D41}" type="presOf" srcId="{2C6649E3-6C3F-4219-B63C-69AE96D92B23}" destId="{0596E81E-A7F3-4477-844A-5FD217A7E805}" srcOrd="1" destOrd="0" presId="urn:microsoft.com/office/officeart/2016/7/layout/RepeatingBendingProcessNew"/>
    <dgm:cxn modelId="{9A2B28C0-1158-40A1-8871-FB43CDEAF666}" type="presOf" srcId="{7DEB8CE7-B9F6-4F76-9D0B-C14662617BB5}" destId="{E791712C-7298-4F6F-82CC-AF8AE927386F}" srcOrd="0" destOrd="0" presId="urn:microsoft.com/office/officeart/2016/7/layout/RepeatingBendingProcessNew"/>
    <dgm:cxn modelId="{728748C3-348D-4BA4-A2BA-1A09A21C771B}" type="presOf" srcId="{6FE085C8-BDC5-403E-9BF2-02065D427DE4}" destId="{F522554C-F9BB-4D7C-8289-CC3E5161A26E}" srcOrd="1" destOrd="0" presId="urn:microsoft.com/office/officeart/2016/7/layout/RepeatingBendingProcessNew"/>
    <dgm:cxn modelId="{DD6A29CB-A410-4D62-A441-2DE5BE94C947}" type="presOf" srcId="{5E9D58D4-36A3-4749-AE0D-90EC4EFC908A}" destId="{69A44C96-A969-43FC-905D-5EA537A59BBD}" srcOrd="0" destOrd="0" presId="urn:microsoft.com/office/officeart/2016/7/layout/RepeatingBendingProcessNew"/>
    <dgm:cxn modelId="{0716BBDD-777B-4FA9-B241-2AA3D714979E}" type="presOf" srcId="{AFE50C57-B4D5-42C0-89DB-3559E4B18566}" destId="{1041094C-1369-44D9-B5F5-1A4980698733}" srcOrd="1" destOrd="0" presId="urn:microsoft.com/office/officeart/2016/7/layout/RepeatingBendingProcessNew"/>
    <dgm:cxn modelId="{90844AE7-04BE-49CB-8BDC-5971C9DA6E97}" type="presOf" srcId="{A7E51B8C-9853-455A-9781-F2243456BB7B}" destId="{FDF16393-0C3B-4C10-89AB-2FE03839839B}" srcOrd="0" destOrd="0" presId="urn:microsoft.com/office/officeart/2016/7/layout/RepeatingBendingProcessNew"/>
    <dgm:cxn modelId="{2CEE8BE7-C20E-41AA-933D-9BC74FF11AB9}" type="presOf" srcId="{0953B033-8194-4A47-B47C-E28BCBF2029B}" destId="{9AC0A96A-6F85-4110-85EB-27598C923284}" srcOrd="0" destOrd="0" presId="urn:microsoft.com/office/officeart/2016/7/layout/RepeatingBendingProcessNew"/>
    <dgm:cxn modelId="{DAD9A6F4-6833-456E-92E6-7F902C3F3989}" type="presOf" srcId="{2C6649E3-6C3F-4219-B63C-69AE96D92B23}" destId="{AC5EB72E-C828-4039-B894-F3B83035D82E}" srcOrd="0" destOrd="0" presId="urn:microsoft.com/office/officeart/2016/7/layout/RepeatingBendingProcessNew"/>
    <dgm:cxn modelId="{51F7C64A-4FC9-46C6-AFA3-CE50D677A533}" type="presParOf" srcId="{CBA7C038-47D7-4654-BDBE-E588F8737B59}" destId="{69A44C96-A969-43FC-905D-5EA537A59BBD}" srcOrd="0" destOrd="0" presId="urn:microsoft.com/office/officeart/2016/7/layout/RepeatingBendingProcessNew"/>
    <dgm:cxn modelId="{02717010-7899-4B75-A4B6-210D65F0CD2A}" type="presParOf" srcId="{CBA7C038-47D7-4654-BDBE-E588F8737B59}" destId="{E791712C-7298-4F6F-82CC-AF8AE927386F}" srcOrd="1" destOrd="0" presId="urn:microsoft.com/office/officeart/2016/7/layout/RepeatingBendingProcessNew"/>
    <dgm:cxn modelId="{CF217815-21A3-44E4-8E81-5748A94BC061}" type="presParOf" srcId="{E791712C-7298-4F6F-82CC-AF8AE927386F}" destId="{B8DC135D-7389-4291-A3D7-1BF11AD72F3C}" srcOrd="0" destOrd="0" presId="urn:microsoft.com/office/officeart/2016/7/layout/RepeatingBendingProcessNew"/>
    <dgm:cxn modelId="{20DD18E6-10E2-4C42-8020-47EF60A530D6}" type="presParOf" srcId="{CBA7C038-47D7-4654-BDBE-E588F8737B59}" destId="{D5E249AF-EE1C-44A8-B6B4-348F85C6EDE0}" srcOrd="2" destOrd="0" presId="urn:microsoft.com/office/officeart/2016/7/layout/RepeatingBendingProcessNew"/>
    <dgm:cxn modelId="{BDAAB7BB-1262-476B-B819-F99920AAFCFF}" type="presParOf" srcId="{CBA7C038-47D7-4654-BDBE-E588F8737B59}" destId="{992B3BA0-FA4D-4787-8473-E28D9B169F46}" srcOrd="3" destOrd="0" presId="urn:microsoft.com/office/officeart/2016/7/layout/RepeatingBendingProcessNew"/>
    <dgm:cxn modelId="{6BBE153B-97DC-4FAA-971C-2738E42B4863}" type="presParOf" srcId="{992B3BA0-FA4D-4787-8473-E28D9B169F46}" destId="{F522554C-F9BB-4D7C-8289-CC3E5161A26E}" srcOrd="0" destOrd="0" presId="urn:microsoft.com/office/officeart/2016/7/layout/RepeatingBendingProcessNew"/>
    <dgm:cxn modelId="{C78C27CE-8170-4053-9B7E-FB4F1513EC21}" type="presParOf" srcId="{CBA7C038-47D7-4654-BDBE-E588F8737B59}" destId="{8656F341-3B22-4751-9C8F-A3FD429D8989}" srcOrd="4" destOrd="0" presId="urn:microsoft.com/office/officeart/2016/7/layout/RepeatingBendingProcessNew"/>
    <dgm:cxn modelId="{B9F1538E-87E5-4C69-B994-508BC0E54E83}" type="presParOf" srcId="{CBA7C038-47D7-4654-BDBE-E588F8737B59}" destId="{02475CE2-01A7-40A0-A859-066554E91AC7}" srcOrd="5" destOrd="0" presId="urn:microsoft.com/office/officeart/2016/7/layout/RepeatingBendingProcessNew"/>
    <dgm:cxn modelId="{105336FE-950E-46A9-A483-2EFCF0206BB3}" type="presParOf" srcId="{02475CE2-01A7-40A0-A859-066554E91AC7}" destId="{9A36DFA9-6CC0-40D0-9282-18AA4F5C9F8B}" srcOrd="0" destOrd="0" presId="urn:microsoft.com/office/officeart/2016/7/layout/RepeatingBendingProcessNew"/>
    <dgm:cxn modelId="{A767102E-1CAE-4137-9530-44A074FE0716}" type="presParOf" srcId="{CBA7C038-47D7-4654-BDBE-E588F8737B59}" destId="{9AC0A96A-6F85-4110-85EB-27598C923284}" srcOrd="6" destOrd="0" presId="urn:microsoft.com/office/officeart/2016/7/layout/RepeatingBendingProcessNew"/>
    <dgm:cxn modelId="{00B8804D-DDDA-47E1-9657-65D705D6A852}" type="presParOf" srcId="{CBA7C038-47D7-4654-BDBE-E588F8737B59}" destId="{13808843-6105-4EAB-B2A0-E1018F414EC4}" srcOrd="7" destOrd="0" presId="urn:microsoft.com/office/officeart/2016/7/layout/RepeatingBendingProcessNew"/>
    <dgm:cxn modelId="{85499D8D-FF62-48DF-A9B2-48E681317D80}" type="presParOf" srcId="{13808843-6105-4EAB-B2A0-E1018F414EC4}" destId="{1041094C-1369-44D9-B5F5-1A4980698733}" srcOrd="0" destOrd="0" presId="urn:microsoft.com/office/officeart/2016/7/layout/RepeatingBendingProcessNew"/>
    <dgm:cxn modelId="{A9AA270C-2B07-47BD-907F-56234C6C19CF}" type="presParOf" srcId="{CBA7C038-47D7-4654-BDBE-E588F8737B59}" destId="{E9D281D0-63C6-4DED-AD5E-2496ABC903CA}" srcOrd="8" destOrd="0" presId="urn:microsoft.com/office/officeart/2016/7/layout/RepeatingBendingProcessNew"/>
    <dgm:cxn modelId="{1514DD14-F399-47D2-9D53-F813A5FC2175}" type="presParOf" srcId="{CBA7C038-47D7-4654-BDBE-E588F8737B59}" destId="{15590E62-2B88-420C-B089-9CF7672275B6}" srcOrd="9" destOrd="0" presId="urn:microsoft.com/office/officeart/2016/7/layout/RepeatingBendingProcessNew"/>
    <dgm:cxn modelId="{F53F81F6-0FEB-4A87-888C-4B7DFB0575ED}" type="presParOf" srcId="{15590E62-2B88-420C-B089-9CF7672275B6}" destId="{5C9A658F-151F-4C2E-BD5B-68F55EE98C7E}" srcOrd="0" destOrd="0" presId="urn:microsoft.com/office/officeart/2016/7/layout/RepeatingBendingProcessNew"/>
    <dgm:cxn modelId="{5931287B-EBA8-41D3-A1E4-5CC15B47231C}" type="presParOf" srcId="{CBA7C038-47D7-4654-BDBE-E588F8737B59}" destId="{FDF16393-0C3B-4C10-89AB-2FE03839839B}" srcOrd="10" destOrd="0" presId="urn:microsoft.com/office/officeart/2016/7/layout/RepeatingBendingProcessNew"/>
    <dgm:cxn modelId="{2DC8CB50-6F3A-431C-8DA6-8BE7D4F88830}" type="presParOf" srcId="{CBA7C038-47D7-4654-BDBE-E588F8737B59}" destId="{61C2CC66-ECD8-4A9B-BDA8-47314C80796F}" srcOrd="11" destOrd="0" presId="urn:microsoft.com/office/officeart/2016/7/layout/RepeatingBendingProcessNew"/>
    <dgm:cxn modelId="{28312471-23C0-4152-9C00-6E891CBDB4EC}" type="presParOf" srcId="{61C2CC66-ECD8-4A9B-BDA8-47314C80796F}" destId="{074D9747-84AD-4458-BA85-B043BEFFF00B}" srcOrd="0" destOrd="0" presId="urn:microsoft.com/office/officeart/2016/7/layout/RepeatingBendingProcessNew"/>
    <dgm:cxn modelId="{89EE571A-1548-49A7-9C6F-06FEFFD40C3B}" type="presParOf" srcId="{CBA7C038-47D7-4654-BDBE-E588F8737B59}" destId="{CFA1FF52-A294-4737-A60F-061EA49336DE}" srcOrd="12" destOrd="0" presId="urn:microsoft.com/office/officeart/2016/7/layout/RepeatingBendingProcessNew"/>
    <dgm:cxn modelId="{532D9315-7912-4E45-8E76-9EB8C1FB6C4B}" type="presParOf" srcId="{CBA7C038-47D7-4654-BDBE-E588F8737B59}" destId="{5B0F4982-93B7-4C52-8114-9CA3E4531899}" srcOrd="13" destOrd="0" presId="urn:microsoft.com/office/officeart/2016/7/layout/RepeatingBendingProcessNew"/>
    <dgm:cxn modelId="{5F91384D-6EDC-45A0-8BE4-362AEB625CB6}" type="presParOf" srcId="{5B0F4982-93B7-4C52-8114-9CA3E4531899}" destId="{2F23261B-7E9F-449F-9A34-8F125646FB30}" srcOrd="0" destOrd="0" presId="urn:microsoft.com/office/officeart/2016/7/layout/RepeatingBendingProcessNew"/>
    <dgm:cxn modelId="{6F523E86-A4AC-46EB-A984-61C53F645E60}" type="presParOf" srcId="{CBA7C038-47D7-4654-BDBE-E588F8737B59}" destId="{9E022262-8BE3-4EFA-97BD-EB2335BB28A8}" srcOrd="14" destOrd="0" presId="urn:microsoft.com/office/officeart/2016/7/layout/RepeatingBendingProcessNew"/>
    <dgm:cxn modelId="{E7805B4B-6541-4F2E-98FD-5666B81206C0}" type="presParOf" srcId="{CBA7C038-47D7-4654-BDBE-E588F8737B59}" destId="{AC5EB72E-C828-4039-B894-F3B83035D82E}" srcOrd="15" destOrd="0" presId="urn:microsoft.com/office/officeart/2016/7/layout/RepeatingBendingProcessNew"/>
    <dgm:cxn modelId="{5F33845D-3F37-41A4-8297-D12058966EB2}" type="presParOf" srcId="{AC5EB72E-C828-4039-B894-F3B83035D82E}" destId="{0596E81E-A7F3-4477-844A-5FD217A7E805}" srcOrd="0" destOrd="0" presId="urn:microsoft.com/office/officeart/2016/7/layout/RepeatingBendingProcessNew"/>
    <dgm:cxn modelId="{466A21D3-C8F7-4496-9A8E-7B5543C5D730}" type="presParOf" srcId="{CBA7C038-47D7-4654-BDBE-E588F8737B59}" destId="{59320B66-E4AA-46D0-8865-BF64F32CFB9D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586322F-AFFD-4698-94E7-BE4621E470B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4647A6-855F-404C-BAA2-65AFB750A7C6}">
      <dgm:prSet/>
      <dgm:spPr/>
      <dgm:t>
        <a:bodyPr/>
        <a:lstStyle/>
        <a:p>
          <a:pPr>
            <a:lnSpc>
              <a:spcPct val="100000"/>
            </a:lnSpc>
          </a:pPr>
          <a:r>
            <a:rPr lang="es-GT" b="0" i="0"/>
            <a:t>Chart</a:t>
          </a:r>
          <a:endParaRPr lang="en-US"/>
        </a:p>
      </dgm:t>
    </dgm:pt>
    <dgm:pt modelId="{B166F879-1F3B-4CC3-8F1A-6C835F3B7745}" type="parTrans" cxnId="{05AF9259-5ED2-462D-A843-C498D3D4DD90}">
      <dgm:prSet/>
      <dgm:spPr/>
      <dgm:t>
        <a:bodyPr/>
        <a:lstStyle/>
        <a:p>
          <a:endParaRPr lang="en-US"/>
        </a:p>
      </dgm:t>
    </dgm:pt>
    <dgm:pt modelId="{386254AD-27BE-40CB-9CA4-07AF9E372178}" type="sibTrans" cxnId="{05AF9259-5ED2-462D-A843-C498D3D4DD90}">
      <dgm:prSet/>
      <dgm:spPr/>
      <dgm:t>
        <a:bodyPr/>
        <a:lstStyle/>
        <a:p>
          <a:endParaRPr lang="en-US"/>
        </a:p>
      </dgm:t>
    </dgm:pt>
    <dgm:pt modelId="{D88E2CFB-FAE2-4FB0-A52C-F7459996911D}">
      <dgm:prSet/>
      <dgm:spPr/>
      <dgm:t>
        <a:bodyPr/>
        <a:lstStyle/>
        <a:p>
          <a:pPr>
            <a:lnSpc>
              <a:spcPct val="100000"/>
            </a:lnSpc>
          </a:pPr>
          <a:r>
            <a:rPr lang="es-GT" b="0" i="0"/>
            <a:t>Release</a:t>
          </a:r>
          <a:endParaRPr lang="en-US"/>
        </a:p>
      </dgm:t>
    </dgm:pt>
    <dgm:pt modelId="{DEF256D3-3924-424A-B090-385F287B457D}" type="parTrans" cxnId="{645EC835-57D7-4CCA-8416-DC6CA9396A65}">
      <dgm:prSet/>
      <dgm:spPr/>
      <dgm:t>
        <a:bodyPr/>
        <a:lstStyle/>
        <a:p>
          <a:endParaRPr lang="en-US"/>
        </a:p>
      </dgm:t>
    </dgm:pt>
    <dgm:pt modelId="{70E1357F-2570-40DB-8731-AC62101B6C54}" type="sibTrans" cxnId="{645EC835-57D7-4CCA-8416-DC6CA9396A65}">
      <dgm:prSet/>
      <dgm:spPr/>
      <dgm:t>
        <a:bodyPr/>
        <a:lstStyle/>
        <a:p>
          <a:endParaRPr lang="en-US"/>
        </a:p>
      </dgm:t>
    </dgm:pt>
    <dgm:pt modelId="{4FA985AE-63DE-49D3-B484-ADAA6057AE16}">
      <dgm:prSet/>
      <dgm:spPr/>
      <dgm:t>
        <a:bodyPr/>
        <a:lstStyle/>
        <a:p>
          <a:pPr>
            <a:lnSpc>
              <a:spcPct val="100000"/>
            </a:lnSpc>
          </a:pPr>
          <a:r>
            <a:rPr lang="es-GT" b="0" i="0"/>
            <a:t>Values.yaml</a:t>
          </a:r>
          <a:endParaRPr lang="en-US"/>
        </a:p>
      </dgm:t>
    </dgm:pt>
    <dgm:pt modelId="{8B52BFC4-9B82-4A2E-90C8-0E22D7FE8171}" type="parTrans" cxnId="{3E099FAE-05B6-4004-838F-541931676ABB}">
      <dgm:prSet/>
      <dgm:spPr/>
      <dgm:t>
        <a:bodyPr/>
        <a:lstStyle/>
        <a:p>
          <a:endParaRPr lang="en-US"/>
        </a:p>
      </dgm:t>
    </dgm:pt>
    <dgm:pt modelId="{62AF452F-BF78-4860-BA9D-1E5AD5EEF07A}" type="sibTrans" cxnId="{3E099FAE-05B6-4004-838F-541931676ABB}">
      <dgm:prSet/>
      <dgm:spPr/>
      <dgm:t>
        <a:bodyPr/>
        <a:lstStyle/>
        <a:p>
          <a:endParaRPr lang="en-US"/>
        </a:p>
      </dgm:t>
    </dgm:pt>
    <dgm:pt modelId="{F65146C8-3B5D-4A88-B815-BC20F21F8178}" type="pres">
      <dgm:prSet presAssocID="{5586322F-AFFD-4698-94E7-BE4621E470B3}" presName="root" presStyleCnt="0">
        <dgm:presLayoutVars>
          <dgm:dir/>
          <dgm:resizeHandles val="exact"/>
        </dgm:presLayoutVars>
      </dgm:prSet>
      <dgm:spPr/>
    </dgm:pt>
    <dgm:pt modelId="{7D1899D5-05EB-4B26-A086-2BEA3A082B77}" type="pres">
      <dgm:prSet presAssocID="{DA4647A6-855F-404C-BAA2-65AFB750A7C6}" presName="compNode" presStyleCnt="0"/>
      <dgm:spPr/>
    </dgm:pt>
    <dgm:pt modelId="{3115F000-5F5E-44E5-AAC6-5B7A55B2CACE}" type="pres">
      <dgm:prSet presAssocID="{DA4647A6-855F-404C-BAA2-65AFB750A7C6}" presName="bgRect" presStyleLbl="bgShp" presStyleIdx="0" presStyleCnt="3"/>
      <dgm:spPr/>
    </dgm:pt>
    <dgm:pt modelId="{B2FEB9DF-8CCA-41B1-8C2A-EB7719FA6785}" type="pres">
      <dgm:prSet presAssocID="{DA4647A6-855F-404C-BAA2-65AFB750A7C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3D19D3E8-1821-4170-A42D-E38FC996D76D}" type="pres">
      <dgm:prSet presAssocID="{DA4647A6-855F-404C-BAA2-65AFB750A7C6}" presName="spaceRect" presStyleCnt="0"/>
      <dgm:spPr/>
    </dgm:pt>
    <dgm:pt modelId="{3ACDE7D3-1B17-4910-903D-44577D20C421}" type="pres">
      <dgm:prSet presAssocID="{DA4647A6-855F-404C-BAA2-65AFB750A7C6}" presName="parTx" presStyleLbl="revTx" presStyleIdx="0" presStyleCnt="3">
        <dgm:presLayoutVars>
          <dgm:chMax val="0"/>
          <dgm:chPref val="0"/>
        </dgm:presLayoutVars>
      </dgm:prSet>
      <dgm:spPr/>
    </dgm:pt>
    <dgm:pt modelId="{5C99456A-A6D3-44D7-8A96-CE55AE1DECB2}" type="pres">
      <dgm:prSet presAssocID="{386254AD-27BE-40CB-9CA4-07AF9E372178}" presName="sibTrans" presStyleCnt="0"/>
      <dgm:spPr/>
    </dgm:pt>
    <dgm:pt modelId="{2168B6D5-DA08-4679-8803-514454B300DE}" type="pres">
      <dgm:prSet presAssocID="{D88E2CFB-FAE2-4FB0-A52C-F7459996911D}" presName="compNode" presStyleCnt="0"/>
      <dgm:spPr/>
    </dgm:pt>
    <dgm:pt modelId="{9E1FD210-63F7-47B5-AF66-5E507BAC93E3}" type="pres">
      <dgm:prSet presAssocID="{D88E2CFB-FAE2-4FB0-A52C-F7459996911D}" presName="bgRect" presStyleLbl="bgShp" presStyleIdx="1" presStyleCnt="3"/>
      <dgm:spPr/>
    </dgm:pt>
    <dgm:pt modelId="{1F6AD2E2-DCA3-49ED-8252-CA4DD3CB2880}" type="pres">
      <dgm:prSet presAssocID="{D88E2CFB-FAE2-4FB0-A52C-F7459996911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aderno de estrategias"/>
        </a:ext>
      </dgm:extLst>
    </dgm:pt>
    <dgm:pt modelId="{18CCA096-AF01-4CAF-8CF9-385004795555}" type="pres">
      <dgm:prSet presAssocID="{D88E2CFB-FAE2-4FB0-A52C-F7459996911D}" presName="spaceRect" presStyleCnt="0"/>
      <dgm:spPr/>
    </dgm:pt>
    <dgm:pt modelId="{76C7D26F-6BA2-4A92-A454-564B71B7EF5D}" type="pres">
      <dgm:prSet presAssocID="{D88E2CFB-FAE2-4FB0-A52C-F7459996911D}" presName="parTx" presStyleLbl="revTx" presStyleIdx="1" presStyleCnt="3">
        <dgm:presLayoutVars>
          <dgm:chMax val="0"/>
          <dgm:chPref val="0"/>
        </dgm:presLayoutVars>
      </dgm:prSet>
      <dgm:spPr/>
    </dgm:pt>
    <dgm:pt modelId="{9E23C219-2306-4D57-9E8C-A046D566B66E}" type="pres">
      <dgm:prSet presAssocID="{70E1357F-2570-40DB-8731-AC62101B6C54}" presName="sibTrans" presStyleCnt="0"/>
      <dgm:spPr/>
    </dgm:pt>
    <dgm:pt modelId="{04571BB0-6D41-4443-83E7-441837CC136E}" type="pres">
      <dgm:prSet presAssocID="{4FA985AE-63DE-49D3-B484-ADAA6057AE16}" presName="compNode" presStyleCnt="0"/>
      <dgm:spPr/>
    </dgm:pt>
    <dgm:pt modelId="{6E194394-B087-4874-B001-91CC8025BB49}" type="pres">
      <dgm:prSet presAssocID="{4FA985AE-63DE-49D3-B484-ADAA6057AE16}" presName="bgRect" presStyleLbl="bgShp" presStyleIdx="2" presStyleCnt="3"/>
      <dgm:spPr/>
    </dgm:pt>
    <dgm:pt modelId="{05B56A6F-D740-4A6E-A382-E11C49F4CA77}" type="pres">
      <dgm:prSet presAssocID="{4FA985AE-63DE-49D3-B484-ADAA6057AE1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58E773F7-FF02-45BC-A0D9-1DAC756C2D49}" type="pres">
      <dgm:prSet presAssocID="{4FA985AE-63DE-49D3-B484-ADAA6057AE16}" presName="spaceRect" presStyleCnt="0"/>
      <dgm:spPr/>
    </dgm:pt>
    <dgm:pt modelId="{558A7FF9-B18A-483A-97FC-626283E56554}" type="pres">
      <dgm:prSet presAssocID="{4FA985AE-63DE-49D3-B484-ADAA6057AE1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3048F34-E60A-4558-B3FA-0120EFFF1190}" type="presOf" srcId="{4FA985AE-63DE-49D3-B484-ADAA6057AE16}" destId="{558A7FF9-B18A-483A-97FC-626283E56554}" srcOrd="0" destOrd="0" presId="urn:microsoft.com/office/officeart/2018/2/layout/IconVerticalSolidList"/>
    <dgm:cxn modelId="{645EC835-57D7-4CCA-8416-DC6CA9396A65}" srcId="{5586322F-AFFD-4698-94E7-BE4621E470B3}" destId="{D88E2CFB-FAE2-4FB0-A52C-F7459996911D}" srcOrd="1" destOrd="0" parTransId="{DEF256D3-3924-424A-B090-385F287B457D}" sibTransId="{70E1357F-2570-40DB-8731-AC62101B6C54}"/>
    <dgm:cxn modelId="{BDB8563E-DE0C-414E-8C06-A572DE5CC75F}" type="presOf" srcId="{DA4647A6-855F-404C-BAA2-65AFB750A7C6}" destId="{3ACDE7D3-1B17-4910-903D-44577D20C421}" srcOrd="0" destOrd="0" presId="urn:microsoft.com/office/officeart/2018/2/layout/IconVerticalSolidList"/>
    <dgm:cxn modelId="{4DDEF352-9332-4323-851A-A1BD48CF94E0}" type="presOf" srcId="{5586322F-AFFD-4698-94E7-BE4621E470B3}" destId="{F65146C8-3B5D-4A88-B815-BC20F21F8178}" srcOrd="0" destOrd="0" presId="urn:microsoft.com/office/officeart/2018/2/layout/IconVerticalSolidList"/>
    <dgm:cxn modelId="{05AF9259-5ED2-462D-A843-C498D3D4DD90}" srcId="{5586322F-AFFD-4698-94E7-BE4621E470B3}" destId="{DA4647A6-855F-404C-BAA2-65AFB750A7C6}" srcOrd="0" destOrd="0" parTransId="{B166F879-1F3B-4CC3-8F1A-6C835F3B7745}" sibTransId="{386254AD-27BE-40CB-9CA4-07AF9E372178}"/>
    <dgm:cxn modelId="{3E099FAE-05B6-4004-838F-541931676ABB}" srcId="{5586322F-AFFD-4698-94E7-BE4621E470B3}" destId="{4FA985AE-63DE-49D3-B484-ADAA6057AE16}" srcOrd="2" destOrd="0" parTransId="{8B52BFC4-9B82-4A2E-90C8-0E22D7FE8171}" sibTransId="{62AF452F-BF78-4860-BA9D-1E5AD5EEF07A}"/>
    <dgm:cxn modelId="{0949A6D6-FBD6-41FB-92D5-274DAF721809}" type="presOf" srcId="{D88E2CFB-FAE2-4FB0-A52C-F7459996911D}" destId="{76C7D26F-6BA2-4A92-A454-564B71B7EF5D}" srcOrd="0" destOrd="0" presId="urn:microsoft.com/office/officeart/2018/2/layout/IconVerticalSolidList"/>
    <dgm:cxn modelId="{611B388F-7AF2-4292-A8FE-0F39AB66E42E}" type="presParOf" srcId="{F65146C8-3B5D-4A88-B815-BC20F21F8178}" destId="{7D1899D5-05EB-4B26-A086-2BEA3A082B77}" srcOrd="0" destOrd="0" presId="urn:microsoft.com/office/officeart/2018/2/layout/IconVerticalSolidList"/>
    <dgm:cxn modelId="{CCCD666C-FBDB-44F7-8D19-5330A82F3F51}" type="presParOf" srcId="{7D1899D5-05EB-4B26-A086-2BEA3A082B77}" destId="{3115F000-5F5E-44E5-AAC6-5B7A55B2CACE}" srcOrd="0" destOrd="0" presId="urn:microsoft.com/office/officeart/2018/2/layout/IconVerticalSolidList"/>
    <dgm:cxn modelId="{870ED35B-ED62-4DCA-977C-24042B010CBA}" type="presParOf" srcId="{7D1899D5-05EB-4B26-A086-2BEA3A082B77}" destId="{B2FEB9DF-8CCA-41B1-8C2A-EB7719FA6785}" srcOrd="1" destOrd="0" presId="urn:microsoft.com/office/officeart/2018/2/layout/IconVerticalSolidList"/>
    <dgm:cxn modelId="{F880809E-7C9F-4BD7-9D28-D80294D5A226}" type="presParOf" srcId="{7D1899D5-05EB-4B26-A086-2BEA3A082B77}" destId="{3D19D3E8-1821-4170-A42D-E38FC996D76D}" srcOrd="2" destOrd="0" presId="urn:microsoft.com/office/officeart/2018/2/layout/IconVerticalSolidList"/>
    <dgm:cxn modelId="{CF46AE2E-8D40-49C1-848B-13FFA7AB5EBE}" type="presParOf" srcId="{7D1899D5-05EB-4B26-A086-2BEA3A082B77}" destId="{3ACDE7D3-1B17-4910-903D-44577D20C421}" srcOrd="3" destOrd="0" presId="urn:microsoft.com/office/officeart/2018/2/layout/IconVerticalSolidList"/>
    <dgm:cxn modelId="{C545FA24-9096-49CF-965B-2EDDDB941C33}" type="presParOf" srcId="{F65146C8-3B5D-4A88-B815-BC20F21F8178}" destId="{5C99456A-A6D3-44D7-8A96-CE55AE1DECB2}" srcOrd="1" destOrd="0" presId="urn:microsoft.com/office/officeart/2018/2/layout/IconVerticalSolidList"/>
    <dgm:cxn modelId="{72752468-21C3-49D6-830D-CF6CA966DD64}" type="presParOf" srcId="{F65146C8-3B5D-4A88-B815-BC20F21F8178}" destId="{2168B6D5-DA08-4679-8803-514454B300DE}" srcOrd="2" destOrd="0" presId="urn:microsoft.com/office/officeart/2018/2/layout/IconVerticalSolidList"/>
    <dgm:cxn modelId="{EAD6647A-7882-441A-BAE8-4F78126A9F2A}" type="presParOf" srcId="{2168B6D5-DA08-4679-8803-514454B300DE}" destId="{9E1FD210-63F7-47B5-AF66-5E507BAC93E3}" srcOrd="0" destOrd="0" presId="urn:microsoft.com/office/officeart/2018/2/layout/IconVerticalSolidList"/>
    <dgm:cxn modelId="{D301E447-5BD2-41A8-A52C-C007C096D4CC}" type="presParOf" srcId="{2168B6D5-DA08-4679-8803-514454B300DE}" destId="{1F6AD2E2-DCA3-49ED-8252-CA4DD3CB2880}" srcOrd="1" destOrd="0" presId="urn:microsoft.com/office/officeart/2018/2/layout/IconVerticalSolidList"/>
    <dgm:cxn modelId="{76176B82-1F32-4C5C-99BC-149095521796}" type="presParOf" srcId="{2168B6D5-DA08-4679-8803-514454B300DE}" destId="{18CCA096-AF01-4CAF-8CF9-385004795555}" srcOrd="2" destOrd="0" presId="urn:microsoft.com/office/officeart/2018/2/layout/IconVerticalSolidList"/>
    <dgm:cxn modelId="{C91D19C5-F37F-48DD-B410-09685B59F9CE}" type="presParOf" srcId="{2168B6D5-DA08-4679-8803-514454B300DE}" destId="{76C7D26F-6BA2-4A92-A454-564B71B7EF5D}" srcOrd="3" destOrd="0" presId="urn:microsoft.com/office/officeart/2018/2/layout/IconVerticalSolidList"/>
    <dgm:cxn modelId="{FBF33D12-7F89-49F6-9F3F-D496441764BF}" type="presParOf" srcId="{F65146C8-3B5D-4A88-B815-BC20F21F8178}" destId="{9E23C219-2306-4D57-9E8C-A046D566B66E}" srcOrd="3" destOrd="0" presId="urn:microsoft.com/office/officeart/2018/2/layout/IconVerticalSolidList"/>
    <dgm:cxn modelId="{F4533C3D-5387-4754-8228-78C5AC011E51}" type="presParOf" srcId="{F65146C8-3B5D-4A88-B815-BC20F21F8178}" destId="{04571BB0-6D41-4443-83E7-441837CC136E}" srcOrd="4" destOrd="0" presId="urn:microsoft.com/office/officeart/2018/2/layout/IconVerticalSolidList"/>
    <dgm:cxn modelId="{51D63D97-D7C4-413B-B5BF-B80C359FF2E6}" type="presParOf" srcId="{04571BB0-6D41-4443-83E7-441837CC136E}" destId="{6E194394-B087-4874-B001-91CC8025BB49}" srcOrd="0" destOrd="0" presId="urn:microsoft.com/office/officeart/2018/2/layout/IconVerticalSolidList"/>
    <dgm:cxn modelId="{FBF46FF3-39D0-4175-A393-9F70069396A9}" type="presParOf" srcId="{04571BB0-6D41-4443-83E7-441837CC136E}" destId="{05B56A6F-D740-4A6E-A382-E11C49F4CA77}" srcOrd="1" destOrd="0" presId="urn:microsoft.com/office/officeart/2018/2/layout/IconVerticalSolidList"/>
    <dgm:cxn modelId="{200A1A48-F387-426C-8D6A-47B8827D25A8}" type="presParOf" srcId="{04571BB0-6D41-4443-83E7-441837CC136E}" destId="{58E773F7-FF02-45BC-A0D9-1DAC756C2D49}" srcOrd="2" destOrd="0" presId="urn:microsoft.com/office/officeart/2018/2/layout/IconVerticalSolidList"/>
    <dgm:cxn modelId="{1D038281-D5A0-4986-AC74-31F63894A7A3}" type="presParOf" srcId="{04571BB0-6D41-4443-83E7-441837CC136E}" destId="{558A7FF9-B18A-483A-97FC-626283E5655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106C496-0E57-4556-A60F-2D298251716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1F90457-F7D6-4C20-B008-88114BAC79CC}">
      <dgm:prSet/>
      <dgm:spPr/>
      <dgm:t>
        <a:bodyPr/>
        <a:lstStyle/>
        <a:p>
          <a:r>
            <a:rPr lang="es-ES"/>
            <a:t>Una </a:t>
          </a:r>
          <a:r>
            <a:rPr lang="es-ES" b="1"/>
            <a:t>Release</a:t>
          </a:r>
          <a:r>
            <a:rPr lang="es-ES"/>
            <a:t> es una </a:t>
          </a:r>
          <a:r>
            <a:rPr lang="es-ES" b="1"/>
            <a:t>instancia instalada de un Chart</a:t>
          </a:r>
          <a:r>
            <a:rPr lang="es-ES"/>
            <a:t> dentro del clúster.</a:t>
          </a:r>
          <a:endParaRPr lang="en-US"/>
        </a:p>
      </dgm:t>
    </dgm:pt>
    <dgm:pt modelId="{6CCE8892-23C4-49E0-A67C-23D5C4A625E1}" type="parTrans" cxnId="{3C36805E-575A-4B5F-A64F-749B7F56BCF4}">
      <dgm:prSet/>
      <dgm:spPr/>
      <dgm:t>
        <a:bodyPr/>
        <a:lstStyle/>
        <a:p>
          <a:endParaRPr lang="en-US"/>
        </a:p>
      </dgm:t>
    </dgm:pt>
    <dgm:pt modelId="{47E9FE4E-2C38-4350-B941-D0B545CB3346}" type="sibTrans" cxnId="{3C36805E-575A-4B5F-A64F-749B7F56BCF4}">
      <dgm:prSet/>
      <dgm:spPr/>
      <dgm:t>
        <a:bodyPr/>
        <a:lstStyle/>
        <a:p>
          <a:endParaRPr lang="en-US"/>
        </a:p>
      </dgm:t>
    </dgm:pt>
    <dgm:pt modelId="{632ABF6C-36E4-41A1-B005-281D2159D5F9}">
      <dgm:prSet/>
      <dgm:spPr/>
      <dgm:t>
        <a:bodyPr/>
        <a:lstStyle/>
        <a:p>
          <a:r>
            <a:rPr lang="es-ES"/>
            <a:t>Puedes instalar el mismo Chart varias veces con diferentes configuraciones.</a:t>
          </a:r>
          <a:endParaRPr lang="en-US"/>
        </a:p>
      </dgm:t>
    </dgm:pt>
    <dgm:pt modelId="{AD96B1AF-CA15-4F5F-80A6-E8EFA19A5FD8}" type="parTrans" cxnId="{0E4049B9-AA72-44FF-90B9-6D3A303C8508}">
      <dgm:prSet/>
      <dgm:spPr/>
      <dgm:t>
        <a:bodyPr/>
        <a:lstStyle/>
        <a:p>
          <a:endParaRPr lang="en-US"/>
        </a:p>
      </dgm:t>
    </dgm:pt>
    <dgm:pt modelId="{C7FFF568-241A-4ABD-BD21-AFF181314E31}" type="sibTrans" cxnId="{0E4049B9-AA72-44FF-90B9-6D3A303C8508}">
      <dgm:prSet/>
      <dgm:spPr/>
      <dgm:t>
        <a:bodyPr/>
        <a:lstStyle/>
        <a:p>
          <a:endParaRPr lang="en-US"/>
        </a:p>
      </dgm:t>
    </dgm:pt>
    <dgm:pt modelId="{6AA5DD19-BA59-4021-BF7C-402293328E13}" type="pres">
      <dgm:prSet presAssocID="{3106C496-0E57-4556-A60F-2D298251716B}" presName="root" presStyleCnt="0">
        <dgm:presLayoutVars>
          <dgm:dir/>
          <dgm:resizeHandles val="exact"/>
        </dgm:presLayoutVars>
      </dgm:prSet>
      <dgm:spPr/>
    </dgm:pt>
    <dgm:pt modelId="{9CDD2358-15AC-492C-98EE-6463D3507903}" type="pres">
      <dgm:prSet presAssocID="{3106C496-0E57-4556-A60F-2D298251716B}" presName="container" presStyleCnt="0">
        <dgm:presLayoutVars>
          <dgm:dir/>
          <dgm:resizeHandles val="exact"/>
        </dgm:presLayoutVars>
      </dgm:prSet>
      <dgm:spPr/>
    </dgm:pt>
    <dgm:pt modelId="{80C6DBFE-E0DD-472B-8575-5EE5C82DCAE8}" type="pres">
      <dgm:prSet presAssocID="{81F90457-F7D6-4C20-B008-88114BAC79CC}" presName="compNode" presStyleCnt="0"/>
      <dgm:spPr/>
    </dgm:pt>
    <dgm:pt modelId="{A0FDEDC8-BAD3-434A-B84A-F7EFDCF4A09A}" type="pres">
      <dgm:prSet presAssocID="{81F90457-F7D6-4C20-B008-88114BAC79CC}" presName="iconBgRect" presStyleLbl="bgShp" presStyleIdx="0" presStyleCnt="2"/>
      <dgm:spPr/>
    </dgm:pt>
    <dgm:pt modelId="{E152914B-2935-4F12-9286-96EF6747238D}" type="pres">
      <dgm:prSet presAssocID="{81F90457-F7D6-4C20-B008-88114BAC79C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9173C7CF-6AE5-4FBD-AEDD-B3E48DC00D85}" type="pres">
      <dgm:prSet presAssocID="{81F90457-F7D6-4C20-B008-88114BAC79CC}" presName="spaceRect" presStyleCnt="0"/>
      <dgm:spPr/>
    </dgm:pt>
    <dgm:pt modelId="{9421F3D7-31EB-421E-995A-998651B29E7D}" type="pres">
      <dgm:prSet presAssocID="{81F90457-F7D6-4C20-B008-88114BAC79CC}" presName="textRect" presStyleLbl="revTx" presStyleIdx="0" presStyleCnt="2">
        <dgm:presLayoutVars>
          <dgm:chMax val="1"/>
          <dgm:chPref val="1"/>
        </dgm:presLayoutVars>
      </dgm:prSet>
      <dgm:spPr/>
    </dgm:pt>
    <dgm:pt modelId="{099CB2A3-AB3B-430A-829F-312E677685DC}" type="pres">
      <dgm:prSet presAssocID="{47E9FE4E-2C38-4350-B941-D0B545CB3346}" presName="sibTrans" presStyleLbl="sibTrans2D1" presStyleIdx="0" presStyleCnt="0"/>
      <dgm:spPr/>
    </dgm:pt>
    <dgm:pt modelId="{67AB099F-ED12-4552-A230-F0AE13322A61}" type="pres">
      <dgm:prSet presAssocID="{632ABF6C-36E4-41A1-B005-281D2159D5F9}" presName="compNode" presStyleCnt="0"/>
      <dgm:spPr/>
    </dgm:pt>
    <dgm:pt modelId="{459F8D1B-8D5A-4508-8CA1-95B629167999}" type="pres">
      <dgm:prSet presAssocID="{632ABF6C-36E4-41A1-B005-281D2159D5F9}" presName="iconBgRect" presStyleLbl="bgShp" presStyleIdx="1" presStyleCnt="2"/>
      <dgm:spPr/>
    </dgm:pt>
    <dgm:pt modelId="{EBBB77A9-6E31-4CA9-9A04-5D0421D44A7A}" type="pres">
      <dgm:prSet presAssocID="{632ABF6C-36E4-41A1-B005-281D2159D5F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79756D3D-A098-4248-95DB-CA72F9EADF22}" type="pres">
      <dgm:prSet presAssocID="{632ABF6C-36E4-41A1-B005-281D2159D5F9}" presName="spaceRect" presStyleCnt="0"/>
      <dgm:spPr/>
    </dgm:pt>
    <dgm:pt modelId="{BF61D964-F8FA-4AF8-B848-276A66CC466A}" type="pres">
      <dgm:prSet presAssocID="{632ABF6C-36E4-41A1-B005-281D2159D5F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BB7CA0A-C8DC-42C3-ABB5-EC2D21C92A68}" type="presOf" srcId="{632ABF6C-36E4-41A1-B005-281D2159D5F9}" destId="{BF61D964-F8FA-4AF8-B848-276A66CC466A}" srcOrd="0" destOrd="0" presId="urn:microsoft.com/office/officeart/2018/2/layout/IconCircleList"/>
    <dgm:cxn modelId="{40B4B329-8EFF-4D8F-9262-84D80EF0CA7F}" type="presOf" srcId="{81F90457-F7D6-4C20-B008-88114BAC79CC}" destId="{9421F3D7-31EB-421E-995A-998651B29E7D}" srcOrd="0" destOrd="0" presId="urn:microsoft.com/office/officeart/2018/2/layout/IconCircleList"/>
    <dgm:cxn modelId="{3C36805E-575A-4B5F-A64F-749B7F56BCF4}" srcId="{3106C496-0E57-4556-A60F-2D298251716B}" destId="{81F90457-F7D6-4C20-B008-88114BAC79CC}" srcOrd="0" destOrd="0" parTransId="{6CCE8892-23C4-49E0-A67C-23D5C4A625E1}" sibTransId="{47E9FE4E-2C38-4350-B941-D0B545CB3346}"/>
    <dgm:cxn modelId="{EFE90DB3-BD0C-4ABC-8505-7347CF9DFEED}" type="presOf" srcId="{3106C496-0E57-4556-A60F-2D298251716B}" destId="{6AA5DD19-BA59-4021-BF7C-402293328E13}" srcOrd="0" destOrd="0" presId="urn:microsoft.com/office/officeart/2018/2/layout/IconCircleList"/>
    <dgm:cxn modelId="{0E4049B9-AA72-44FF-90B9-6D3A303C8508}" srcId="{3106C496-0E57-4556-A60F-2D298251716B}" destId="{632ABF6C-36E4-41A1-B005-281D2159D5F9}" srcOrd="1" destOrd="0" parTransId="{AD96B1AF-CA15-4F5F-80A6-E8EFA19A5FD8}" sibTransId="{C7FFF568-241A-4ABD-BD21-AFF181314E31}"/>
    <dgm:cxn modelId="{4705BDCD-574A-4A05-9953-9BD70E4A8F25}" type="presOf" srcId="{47E9FE4E-2C38-4350-B941-D0B545CB3346}" destId="{099CB2A3-AB3B-430A-829F-312E677685DC}" srcOrd="0" destOrd="0" presId="urn:microsoft.com/office/officeart/2018/2/layout/IconCircleList"/>
    <dgm:cxn modelId="{21FD8A80-7AD6-4744-80AB-1555EA168F75}" type="presParOf" srcId="{6AA5DD19-BA59-4021-BF7C-402293328E13}" destId="{9CDD2358-15AC-492C-98EE-6463D3507903}" srcOrd="0" destOrd="0" presId="urn:microsoft.com/office/officeart/2018/2/layout/IconCircleList"/>
    <dgm:cxn modelId="{25502A67-8081-48BF-9D4A-28E9C4A68A8F}" type="presParOf" srcId="{9CDD2358-15AC-492C-98EE-6463D3507903}" destId="{80C6DBFE-E0DD-472B-8575-5EE5C82DCAE8}" srcOrd="0" destOrd="0" presId="urn:microsoft.com/office/officeart/2018/2/layout/IconCircleList"/>
    <dgm:cxn modelId="{E16840DD-FD04-48D6-8ADA-8669697BB955}" type="presParOf" srcId="{80C6DBFE-E0DD-472B-8575-5EE5C82DCAE8}" destId="{A0FDEDC8-BAD3-434A-B84A-F7EFDCF4A09A}" srcOrd="0" destOrd="0" presId="urn:microsoft.com/office/officeart/2018/2/layout/IconCircleList"/>
    <dgm:cxn modelId="{9318AB2B-08F1-4B0B-BEEB-EE655F0C27AA}" type="presParOf" srcId="{80C6DBFE-E0DD-472B-8575-5EE5C82DCAE8}" destId="{E152914B-2935-4F12-9286-96EF6747238D}" srcOrd="1" destOrd="0" presId="urn:microsoft.com/office/officeart/2018/2/layout/IconCircleList"/>
    <dgm:cxn modelId="{928367BD-B57A-49C3-9CF3-788CD6D6DB43}" type="presParOf" srcId="{80C6DBFE-E0DD-472B-8575-5EE5C82DCAE8}" destId="{9173C7CF-6AE5-4FBD-AEDD-B3E48DC00D85}" srcOrd="2" destOrd="0" presId="urn:microsoft.com/office/officeart/2018/2/layout/IconCircleList"/>
    <dgm:cxn modelId="{278409A6-47E4-4597-90A4-03FD18BEC308}" type="presParOf" srcId="{80C6DBFE-E0DD-472B-8575-5EE5C82DCAE8}" destId="{9421F3D7-31EB-421E-995A-998651B29E7D}" srcOrd="3" destOrd="0" presId="urn:microsoft.com/office/officeart/2018/2/layout/IconCircleList"/>
    <dgm:cxn modelId="{42ADE727-8CD9-4875-9C89-2353CB7241DE}" type="presParOf" srcId="{9CDD2358-15AC-492C-98EE-6463D3507903}" destId="{099CB2A3-AB3B-430A-829F-312E677685DC}" srcOrd="1" destOrd="0" presId="urn:microsoft.com/office/officeart/2018/2/layout/IconCircleList"/>
    <dgm:cxn modelId="{16893CB6-E357-43F2-BE0C-13CDE4FBF37D}" type="presParOf" srcId="{9CDD2358-15AC-492C-98EE-6463D3507903}" destId="{67AB099F-ED12-4552-A230-F0AE13322A61}" srcOrd="2" destOrd="0" presId="urn:microsoft.com/office/officeart/2018/2/layout/IconCircleList"/>
    <dgm:cxn modelId="{D61FBD72-6317-4D1D-ADF2-461462123E1E}" type="presParOf" srcId="{67AB099F-ED12-4552-A230-F0AE13322A61}" destId="{459F8D1B-8D5A-4508-8CA1-95B629167999}" srcOrd="0" destOrd="0" presId="urn:microsoft.com/office/officeart/2018/2/layout/IconCircleList"/>
    <dgm:cxn modelId="{C6C27381-8EB0-406B-B6F1-337F7E1E265A}" type="presParOf" srcId="{67AB099F-ED12-4552-A230-F0AE13322A61}" destId="{EBBB77A9-6E31-4CA9-9A04-5D0421D44A7A}" srcOrd="1" destOrd="0" presId="urn:microsoft.com/office/officeart/2018/2/layout/IconCircleList"/>
    <dgm:cxn modelId="{6CEA113F-1214-46BB-9D3C-0A77759D7118}" type="presParOf" srcId="{67AB099F-ED12-4552-A230-F0AE13322A61}" destId="{79756D3D-A098-4248-95DB-CA72F9EADF22}" srcOrd="2" destOrd="0" presId="urn:microsoft.com/office/officeart/2018/2/layout/IconCircleList"/>
    <dgm:cxn modelId="{8406C978-5078-44B8-9F13-6862BD6F03DF}" type="presParOf" srcId="{67AB099F-ED12-4552-A230-F0AE13322A61}" destId="{BF61D964-F8FA-4AF8-B848-276A66CC466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F99C02-14BE-4809-AB9C-8BEAC1DD4CBC}">
      <dsp:nvSpPr>
        <dsp:cNvPr id="0" name=""/>
        <dsp:cNvSpPr/>
      </dsp:nvSpPr>
      <dsp:spPr>
        <a:xfrm>
          <a:off x="1722983" y="828"/>
          <a:ext cx="1735633" cy="173563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84" tIns="49784" rIns="49784" bIns="49784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1" kern="1200"/>
            <a:t>8 características del producto</a:t>
          </a:r>
          <a:endParaRPr lang="en-US" sz="700" kern="1200"/>
        </a:p>
      </dsp:txBody>
      <dsp:txXfrm>
        <a:off x="2156891" y="828"/>
        <a:ext cx="867817" cy="1431897"/>
      </dsp:txXfrm>
    </dsp:sp>
    <dsp:sp modelId="{D8B7A6F8-B6CD-4E5E-968A-4DCBAC2285D6}">
      <dsp:nvSpPr>
        <dsp:cNvPr id="0" name=""/>
        <dsp:cNvSpPr/>
      </dsp:nvSpPr>
      <dsp:spPr>
        <a:xfrm rot="5400000">
          <a:off x="3029937" y="1307783"/>
          <a:ext cx="1735633" cy="173563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84" tIns="49784" rIns="49784" bIns="49784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b="1" kern="1200"/>
            <a:t>5 características de calidad en uso</a:t>
          </a:r>
          <a:endParaRPr lang="en-US" sz="700" kern="1200"/>
        </a:p>
      </dsp:txBody>
      <dsp:txXfrm rot="-5400000">
        <a:off x="3333673" y="1741691"/>
        <a:ext cx="1431897" cy="867817"/>
      </dsp:txXfrm>
    </dsp:sp>
    <dsp:sp modelId="{8677BD2C-0C6A-4D5D-9E4E-3BEB8C308A96}">
      <dsp:nvSpPr>
        <dsp:cNvPr id="0" name=""/>
        <dsp:cNvSpPr/>
      </dsp:nvSpPr>
      <dsp:spPr>
        <a:xfrm rot="10800000">
          <a:off x="1722983" y="2614737"/>
          <a:ext cx="1735633" cy="173563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84" tIns="49784" rIns="49784" bIns="49784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/>
            <a:t>Subcaracterísticas medibles</a:t>
          </a:r>
          <a:endParaRPr lang="en-US" sz="700" kern="1200"/>
        </a:p>
      </dsp:txBody>
      <dsp:txXfrm rot="10800000">
        <a:off x="2156891" y="2918473"/>
        <a:ext cx="867817" cy="1431897"/>
      </dsp:txXfrm>
    </dsp:sp>
    <dsp:sp modelId="{A7B0FDB4-AD5D-4469-AC42-B7FDF014F53A}">
      <dsp:nvSpPr>
        <dsp:cNvPr id="0" name=""/>
        <dsp:cNvSpPr/>
      </dsp:nvSpPr>
      <dsp:spPr>
        <a:xfrm rot="16200000">
          <a:off x="416028" y="1307783"/>
          <a:ext cx="1735633" cy="173563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84" tIns="49784" rIns="49784" bIns="49784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/>
            <a:t>Aplicable a cualquier tipo de sistema software</a:t>
          </a:r>
          <a:endParaRPr lang="en-US" sz="700" kern="1200"/>
        </a:p>
      </dsp:txBody>
      <dsp:txXfrm rot="5400000">
        <a:off x="416028" y="1741691"/>
        <a:ext cx="1431897" cy="8678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91712C-7298-4F6F-82CC-AF8AE927386F}">
      <dsp:nvSpPr>
        <dsp:cNvPr id="0" name=""/>
        <dsp:cNvSpPr/>
      </dsp:nvSpPr>
      <dsp:spPr>
        <a:xfrm>
          <a:off x="2178134" y="517724"/>
          <a:ext cx="4009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983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67836" y="561286"/>
        <a:ext cx="21579" cy="4315"/>
      </dsp:txXfrm>
    </dsp:sp>
    <dsp:sp modelId="{69A44C96-A969-43FC-905D-5EA537A59BBD}">
      <dsp:nvSpPr>
        <dsp:cNvPr id="0" name=""/>
        <dsp:cNvSpPr/>
      </dsp:nvSpPr>
      <dsp:spPr>
        <a:xfrm>
          <a:off x="303482" y="509"/>
          <a:ext cx="1876452" cy="112587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948" tIns="96515" rIns="91948" bIns="9651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1400" kern="1200"/>
            <a:t>En Kubernetes, desplegar una aplicación puede requerir múltiples archivos YAML:</a:t>
          </a:r>
          <a:endParaRPr lang="en-US" sz="1400" kern="1200"/>
        </a:p>
      </dsp:txBody>
      <dsp:txXfrm>
        <a:off x="303482" y="509"/>
        <a:ext cx="1876452" cy="1125871"/>
      </dsp:txXfrm>
    </dsp:sp>
    <dsp:sp modelId="{992B3BA0-FA4D-4787-8473-E28D9B169F46}">
      <dsp:nvSpPr>
        <dsp:cNvPr id="0" name=""/>
        <dsp:cNvSpPr/>
      </dsp:nvSpPr>
      <dsp:spPr>
        <a:xfrm>
          <a:off x="4486170" y="517724"/>
          <a:ext cx="4009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983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75872" y="561286"/>
        <a:ext cx="21579" cy="4315"/>
      </dsp:txXfrm>
    </dsp:sp>
    <dsp:sp modelId="{D5E249AF-EE1C-44A8-B6B4-348F85C6EDE0}">
      <dsp:nvSpPr>
        <dsp:cNvPr id="0" name=""/>
        <dsp:cNvSpPr/>
      </dsp:nvSpPr>
      <dsp:spPr>
        <a:xfrm>
          <a:off x="2611518" y="509"/>
          <a:ext cx="1876452" cy="112587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948" tIns="96515" rIns="91948" bIns="9651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1400" kern="1200"/>
            <a:t>Deployments</a:t>
          </a:r>
          <a:endParaRPr lang="en-US" sz="1400" kern="1200"/>
        </a:p>
      </dsp:txBody>
      <dsp:txXfrm>
        <a:off x="2611518" y="509"/>
        <a:ext cx="1876452" cy="1125871"/>
      </dsp:txXfrm>
    </dsp:sp>
    <dsp:sp modelId="{02475CE2-01A7-40A0-A859-066554E91AC7}">
      <dsp:nvSpPr>
        <dsp:cNvPr id="0" name=""/>
        <dsp:cNvSpPr/>
      </dsp:nvSpPr>
      <dsp:spPr>
        <a:xfrm>
          <a:off x="6794206" y="517724"/>
          <a:ext cx="4009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983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83909" y="561286"/>
        <a:ext cx="21579" cy="4315"/>
      </dsp:txXfrm>
    </dsp:sp>
    <dsp:sp modelId="{8656F341-3B22-4751-9C8F-A3FD429D8989}">
      <dsp:nvSpPr>
        <dsp:cNvPr id="0" name=""/>
        <dsp:cNvSpPr/>
      </dsp:nvSpPr>
      <dsp:spPr>
        <a:xfrm>
          <a:off x="4919554" y="509"/>
          <a:ext cx="1876452" cy="112587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948" tIns="96515" rIns="91948" bIns="9651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1400" kern="1200"/>
            <a:t>Services</a:t>
          </a:r>
          <a:endParaRPr lang="en-US" sz="1400" kern="1200"/>
        </a:p>
      </dsp:txBody>
      <dsp:txXfrm>
        <a:off x="4919554" y="509"/>
        <a:ext cx="1876452" cy="1125871"/>
      </dsp:txXfrm>
    </dsp:sp>
    <dsp:sp modelId="{13808843-6105-4EAB-B2A0-E1018F414EC4}">
      <dsp:nvSpPr>
        <dsp:cNvPr id="0" name=""/>
        <dsp:cNvSpPr/>
      </dsp:nvSpPr>
      <dsp:spPr>
        <a:xfrm>
          <a:off x="1241708" y="1124580"/>
          <a:ext cx="6924108" cy="400983"/>
        </a:xfrm>
        <a:custGeom>
          <a:avLst/>
          <a:gdLst/>
          <a:ahLst/>
          <a:cxnLst/>
          <a:rect l="0" t="0" r="0" b="0"/>
          <a:pathLst>
            <a:path>
              <a:moveTo>
                <a:pt x="6924108" y="0"/>
              </a:moveTo>
              <a:lnTo>
                <a:pt x="6924108" y="217591"/>
              </a:lnTo>
              <a:lnTo>
                <a:pt x="0" y="217591"/>
              </a:lnTo>
              <a:lnTo>
                <a:pt x="0" y="400983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530323" y="1322914"/>
        <a:ext cx="346877" cy="4315"/>
      </dsp:txXfrm>
    </dsp:sp>
    <dsp:sp modelId="{9AC0A96A-6F85-4110-85EB-27598C923284}">
      <dsp:nvSpPr>
        <dsp:cNvPr id="0" name=""/>
        <dsp:cNvSpPr/>
      </dsp:nvSpPr>
      <dsp:spPr>
        <a:xfrm>
          <a:off x="7227590" y="509"/>
          <a:ext cx="1876452" cy="112587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948" tIns="96515" rIns="91948" bIns="9651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1400" kern="1200"/>
            <a:t>ConfigMaps</a:t>
          </a:r>
          <a:endParaRPr lang="en-US" sz="1400" kern="1200"/>
        </a:p>
      </dsp:txBody>
      <dsp:txXfrm>
        <a:off x="7227590" y="509"/>
        <a:ext cx="1876452" cy="1125871"/>
      </dsp:txXfrm>
    </dsp:sp>
    <dsp:sp modelId="{15590E62-2B88-420C-B089-9CF7672275B6}">
      <dsp:nvSpPr>
        <dsp:cNvPr id="0" name=""/>
        <dsp:cNvSpPr/>
      </dsp:nvSpPr>
      <dsp:spPr>
        <a:xfrm>
          <a:off x="2178134" y="2075180"/>
          <a:ext cx="4009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983" y="45720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67836" y="2118742"/>
        <a:ext cx="21579" cy="4315"/>
      </dsp:txXfrm>
    </dsp:sp>
    <dsp:sp modelId="{E9D281D0-63C6-4DED-AD5E-2496ABC903CA}">
      <dsp:nvSpPr>
        <dsp:cNvPr id="0" name=""/>
        <dsp:cNvSpPr/>
      </dsp:nvSpPr>
      <dsp:spPr>
        <a:xfrm>
          <a:off x="303482" y="1557964"/>
          <a:ext cx="1876452" cy="112587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948" tIns="96515" rIns="91948" bIns="9651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1400" kern="1200"/>
            <a:t>Secrets</a:t>
          </a:r>
          <a:endParaRPr lang="en-US" sz="1400" kern="1200"/>
        </a:p>
      </dsp:txBody>
      <dsp:txXfrm>
        <a:off x="303482" y="1557964"/>
        <a:ext cx="1876452" cy="1125871"/>
      </dsp:txXfrm>
    </dsp:sp>
    <dsp:sp modelId="{61C2CC66-ECD8-4A9B-BDA8-47314C80796F}">
      <dsp:nvSpPr>
        <dsp:cNvPr id="0" name=""/>
        <dsp:cNvSpPr/>
      </dsp:nvSpPr>
      <dsp:spPr>
        <a:xfrm>
          <a:off x="4486170" y="2075180"/>
          <a:ext cx="4009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983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75872" y="2118742"/>
        <a:ext cx="21579" cy="4315"/>
      </dsp:txXfrm>
    </dsp:sp>
    <dsp:sp modelId="{FDF16393-0C3B-4C10-89AB-2FE03839839B}">
      <dsp:nvSpPr>
        <dsp:cNvPr id="0" name=""/>
        <dsp:cNvSpPr/>
      </dsp:nvSpPr>
      <dsp:spPr>
        <a:xfrm>
          <a:off x="2611518" y="1557964"/>
          <a:ext cx="1876452" cy="112587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948" tIns="96515" rIns="91948" bIns="9651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1400" kern="1200"/>
            <a:t>Ingress</a:t>
          </a:r>
          <a:endParaRPr lang="en-US" sz="1400" kern="1200"/>
        </a:p>
      </dsp:txBody>
      <dsp:txXfrm>
        <a:off x="2611518" y="1557964"/>
        <a:ext cx="1876452" cy="1125871"/>
      </dsp:txXfrm>
    </dsp:sp>
    <dsp:sp modelId="{5B0F4982-93B7-4C52-8114-9CA3E4531899}">
      <dsp:nvSpPr>
        <dsp:cNvPr id="0" name=""/>
        <dsp:cNvSpPr/>
      </dsp:nvSpPr>
      <dsp:spPr>
        <a:xfrm>
          <a:off x="6794206" y="2075180"/>
          <a:ext cx="4009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0983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83909" y="2118742"/>
        <a:ext cx="21579" cy="4315"/>
      </dsp:txXfrm>
    </dsp:sp>
    <dsp:sp modelId="{CFA1FF52-A294-4737-A60F-061EA49336DE}">
      <dsp:nvSpPr>
        <dsp:cNvPr id="0" name=""/>
        <dsp:cNvSpPr/>
      </dsp:nvSpPr>
      <dsp:spPr>
        <a:xfrm>
          <a:off x="4919554" y="1557964"/>
          <a:ext cx="1876452" cy="112587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948" tIns="96515" rIns="91948" bIns="9651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1400" kern="1200"/>
            <a:t>Volúmenes</a:t>
          </a:r>
          <a:endParaRPr lang="en-US" sz="1400" kern="1200"/>
        </a:p>
      </dsp:txBody>
      <dsp:txXfrm>
        <a:off x="4919554" y="1557964"/>
        <a:ext cx="1876452" cy="1125871"/>
      </dsp:txXfrm>
    </dsp:sp>
    <dsp:sp modelId="{AC5EB72E-C828-4039-B894-F3B83035D82E}">
      <dsp:nvSpPr>
        <dsp:cNvPr id="0" name=""/>
        <dsp:cNvSpPr/>
      </dsp:nvSpPr>
      <dsp:spPr>
        <a:xfrm>
          <a:off x="1241708" y="2682035"/>
          <a:ext cx="6924108" cy="400983"/>
        </a:xfrm>
        <a:custGeom>
          <a:avLst/>
          <a:gdLst/>
          <a:ahLst/>
          <a:cxnLst/>
          <a:rect l="0" t="0" r="0" b="0"/>
          <a:pathLst>
            <a:path>
              <a:moveTo>
                <a:pt x="6924108" y="0"/>
              </a:moveTo>
              <a:lnTo>
                <a:pt x="6924108" y="217591"/>
              </a:lnTo>
              <a:lnTo>
                <a:pt x="0" y="217591"/>
              </a:lnTo>
              <a:lnTo>
                <a:pt x="0" y="400983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530323" y="2880369"/>
        <a:ext cx="346877" cy="4315"/>
      </dsp:txXfrm>
    </dsp:sp>
    <dsp:sp modelId="{9E022262-8BE3-4EFA-97BD-EB2335BB28A8}">
      <dsp:nvSpPr>
        <dsp:cNvPr id="0" name=""/>
        <dsp:cNvSpPr/>
      </dsp:nvSpPr>
      <dsp:spPr>
        <a:xfrm>
          <a:off x="7227590" y="1557964"/>
          <a:ext cx="1876452" cy="112587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948" tIns="96515" rIns="91948" bIns="9651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1400" kern="1200"/>
            <a:t>Administrar todo manualmente puede ser complejo.</a:t>
          </a:r>
          <a:endParaRPr lang="en-US" sz="1400" kern="1200"/>
        </a:p>
      </dsp:txBody>
      <dsp:txXfrm>
        <a:off x="7227590" y="1557964"/>
        <a:ext cx="1876452" cy="1125871"/>
      </dsp:txXfrm>
    </dsp:sp>
    <dsp:sp modelId="{59320B66-E4AA-46D0-8865-BF64F32CFB9D}">
      <dsp:nvSpPr>
        <dsp:cNvPr id="0" name=""/>
        <dsp:cNvSpPr/>
      </dsp:nvSpPr>
      <dsp:spPr>
        <a:xfrm>
          <a:off x="303482" y="3115419"/>
          <a:ext cx="1876452" cy="112587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948" tIns="96515" rIns="91948" bIns="9651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1400" kern="1200"/>
            <a:t>Helm simplifica esto agrupando todos esos recursos en un solo paquete reutilizable.</a:t>
          </a:r>
          <a:endParaRPr lang="en-US" sz="1400" kern="1200"/>
        </a:p>
      </dsp:txBody>
      <dsp:txXfrm>
        <a:off x="303482" y="3115419"/>
        <a:ext cx="1876452" cy="11258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15F000-5F5E-44E5-AAC6-5B7A55B2CACE}">
      <dsp:nvSpPr>
        <dsp:cNvPr id="0" name=""/>
        <dsp:cNvSpPr/>
      </dsp:nvSpPr>
      <dsp:spPr>
        <a:xfrm>
          <a:off x="0" y="531"/>
          <a:ext cx="10515600" cy="12428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FEB9DF-8CCA-41B1-8C2A-EB7719FA6785}">
      <dsp:nvSpPr>
        <dsp:cNvPr id="0" name=""/>
        <dsp:cNvSpPr/>
      </dsp:nvSpPr>
      <dsp:spPr>
        <a:xfrm>
          <a:off x="375976" y="280182"/>
          <a:ext cx="683593" cy="6835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CDE7D3-1B17-4910-903D-44577D20C421}">
      <dsp:nvSpPr>
        <dsp:cNvPr id="0" name=""/>
        <dsp:cNvSpPr/>
      </dsp:nvSpPr>
      <dsp:spPr>
        <a:xfrm>
          <a:off x="1435545" y="531"/>
          <a:ext cx="9080054" cy="1242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0" tIns="131540" rIns="131540" bIns="13154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2500" b="0" i="0" kern="1200"/>
            <a:t>Chart</a:t>
          </a:r>
          <a:endParaRPr lang="en-US" sz="2500" kern="1200"/>
        </a:p>
      </dsp:txBody>
      <dsp:txXfrm>
        <a:off x="1435545" y="531"/>
        <a:ext cx="9080054" cy="1242896"/>
      </dsp:txXfrm>
    </dsp:sp>
    <dsp:sp modelId="{9E1FD210-63F7-47B5-AF66-5E507BAC93E3}">
      <dsp:nvSpPr>
        <dsp:cNvPr id="0" name=""/>
        <dsp:cNvSpPr/>
      </dsp:nvSpPr>
      <dsp:spPr>
        <a:xfrm>
          <a:off x="0" y="1554151"/>
          <a:ext cx="10515600" cy="12428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6AD2E2-DCA3-49ED-8252-CA4DD3CB2880}">
      <dsp:nvSpPr>
        <dsp:cNvPr id="0" name=""/>
        <dsp:cNvSpPr/>
      </dsp:nvSpPr>
      <dsp:spPr>
        <a:xfrm>
          <a:off x="375976" y="1833803"/>
          <a:ext cx="683593" cy="6835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C7D26F-6BA2-4A92-A454-564B71B7EF5D}">
      <dsp:nvSpPr>
        <dsp:cNvPr id="0" name=""/>
        <dsp:cNvSpPr/>
      </dsp:nvSpPr>
      <dsp:spPr>
        <a:xfrm>
          <a:off x="1435545" y="1554151"/>
          <a:ext cx="9080054" cy="1242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0" tIns="131540" rIns="131540" bIns="13154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2500" b="0" i="0" kern="1200"/>
            <a:t>Release</a:t>
          </a:r>
          <a:endParaRPr lang="en-US" sz="2500" kern="1200"/>
        </a:p>
      </dsp:txBody>
      <dsp:txXfrm>
        <a:off x="1435545" y="1554151"/>
        <a:ext cx="9080054" cy="1242896"/>
      </dsp:txXfrm>
    </dsp:sp>
    <dsp:sp modelId="{6E194394-B087-4874-B001-91CC8025BB49}">
      <dsp:nvSpPr>
        <dsp:cNvPr id="0" name=""/>
        <dsp:cNvSpPr/>
      </dsp:nvSpPr>
      <dsp:spPr>
        <a:xfrm>
          <a:off x="0" y="3107772"/>
          <a:ext cx="10515600" cy="12428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B56A6F-D740-4A6E-A382-E11C49F4CA77}">
      <dsp:nvSpPr>
        <dsp:cNvPr id="0" name=""/>
        <dsp:cNvSpPr/>
      </dsp:nvSpPr>
      <dsp:spPr>
        <a:xfrm>
          <a:off x="375976" y="3387424"/>
          <a:ext cx="683593" cy="6835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8A7FF9-B18A-483A-97FC-626283E56554}">
      <dsp:nvSpPr>
        <dsp:cNvPr id="0" name=""/>
        <dsp:cNvSpPr/>
      </dsp:nvSpPr>
      <dsp:spPr>
        <a:xfrm>
          <a:off x="1435545" y="3107772"/>
          <a:ext cx="9080054" cy="1242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0" tIns="131540" rIns="131540" bIns="13154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2500" b="0" i="0" kern="1200"/>
            <a:t>Values.yaml</a:t>
          </a:r>
          <a:endParaRPr lang="en-US" sz="2500" kern="1200"/>
        </a:p>
      </dsp:txBody>
      <dsp:txXfrm>
        <a:off x="1435545" y="3107772"/>
        <a:ext cx="9080054" cy="12428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FDEDC8-BAD3-434A-B84A-F7EFDCF4A09A}">
      <dsp:nvSpPr>
        <dsp:cNvPr id="0" name=""/>
        <dsp:cNvSpPr/>
      </dsp:nvSpPr>
      <dsp:spPr>
        <a:xfrm>
          <a:off x="282221" y="141040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52914B-2935-4F12-9286-96EF6747238D}">
      <dsp:nvSpPr>
        <dsp:cNvPr id="0" name=""/>
        <dsp:cNvSpPr/>
      </dsp:nvSpPr>
      <dsp:spPr>
        <a:xfrm>
          <a:off x="570337" y="1698526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21F3D7-31EB-421E-995A-998651B29E7D}">
      <dsp:nvSpPr>
        <dsp:cNvPr id="0" name=""/>
        <dsp:cNvSpPr/>
      </dsp:nvSpPr>
      <dsp:spPr>
        <a:xfrm>
          <a:off x="1948202" y="141040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Una </a:t>
          </a:r>
          <a:r>
            <a:rPr lang="es-ES" sz="2400" b="1" kern="1200"/>
            <a:t>Release</a:t>
          </a:r>
          <a:r>
            <a:rPr lang="es-ES" sz="2400" kern="1200"/>
            <a:t> es una </a:t>
          </a:r>
          <a:r>
            <a:rPr lang="es-ES" sz="2400" b="1" kern="1200"/>
            <a:t>instancia instalada de un Chart</a:t>
          </a:r>
          <a:r>
            <a:rPr lang="es-ES" sz="2400" kern="1200"/>
            <a:t> dentro del clúster.</a:t>
          </a:r>
          <a:endParaRPr lang="en-US" sz="2400" kern="1200"/>
        </a:p>
      </dsp:txBody>
      <dsp:txXfrm>
        <a:off x="1948202" y="1410409"/>
        <a:ext cx="3233964" cy="1371985"/>
      </dsp:txXfrm>
    </dsp:sp>
    <dsp:sp modelId="{459F8D1B-8D5A-4508-8CA1-95B629167999}">
      <dsp:nvSpPr>
        <dsp:cNvPr id="0" name=""/>
        <dsp:cNvSpPr/>
      </dsp:nvSpPr>
      <dsp:spPr>
        <a:xfrm>
          <a:off x="5745661" y="141040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BB77A9-6E31-4CA9-9A04-5D0421D44A7A}">
      <dsp:nvSpPr>
        <dsp:cNvPr id="0" name=""/>
        <dsp:cNvSpPr/>
      </dsp:nvSpPr>
      <dsp:spPr>
        <a:xfrm>
          <a:off x="6033778" y="1698526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61D964-F8FA-4AF8-B848-276A66CC466A}">
      <dsp:nvSpPr>
        <dsp:cNvPr id="0" name=""/>
        <dsp:cNvSpPr/>
      </dsp:nvSpPr>
      <dsp:spPr>
        <a:xfrm>
          <a:off x="7411643" y="141040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Puedes instalar el mismo Chart varias veces con diferentes configuraciones.</a:t>
          </a:r>
          <a:endParaRPr lang="en-US" sz="2400" kern="1200"/>
        </a:p>
      </dsp:txBody>
      <dsp:txXfrm>
        <a:off x="7411643" y="1410409"/>
        <a:ext cx="3233964" cy="13719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4afea4f6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g364afea4f6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f0a58de352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g1f0a58de35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67" name="Google Shape;16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f1d637526d_2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2" name="Google Shape;182;g1f1d637526d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24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f1d637526d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g1f1d637526d_2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g1f1d637526d_2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25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" name="Google Shape;20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26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21" name="Google Shape;22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f1d637526d_2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g1f1d637526d_2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g1f1d637526d_2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28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f1d637526d_2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g1f1d637526d_2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8" name="Google Shape;238;g1f1d637526d_2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29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47" name="Google Shape;24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f1d637526d_2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1f1d637526d_2_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4" name="Google Shape;254;g1f1d637526d_2_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31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f1d637526d_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1f1d637526d_2_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3" name="Google Shape;263;g1f1d637526d_2_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32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f1d637526d_2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g1f1d637526d_2_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2" name="Google Shape;272;g1f1d637526d_2_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33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f1d637526d_2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g1f1d637526d_2_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0" name="Google Shape;280;g1f1d637526d_2_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34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f1d637526d_2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g1f1d637526d_2_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9" name="Google Shape;289;g1f1d637526d_2_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35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f1d637526d_2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g1f1d637526d_2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8" name="Google Shape;298;g1f1d637526d_2_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36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f1d637526d_2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g1f1d637526d_2_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7" name="Google Shape;307;g1f1d637526d_2_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37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64afea4f63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  <p:sp>
        <p:nvSpPr>
          <p:cNvPr id="214" name="Google Shape;214;g364afea4f63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0" name="Google Shape;2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8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8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slow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transition spd="slow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64afea4f63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64afea4f63_0_0"/>
          <p:cNvSpPr/>
          <p:nvPr/>
        </p:nvSpPr>
        <p:spPr>
          <a:xfrm>
            <a:off x="2325912" y="3974253"/>
            <a:ext cx="4910000" cy="48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2600"/>
            </a:pPr>
            <a:r>
              <a:rPr lang="es-GT" sz="1733" dirty="0">
                <a:latin typeface="Calibri"/>
                <a:ea typeface="Calibri"/>
                <a:cs typeface="Calibri"/>
                <a:sym typeface="Calibri"/>
              </a:rPr>
              <a:t>Kevin Raúl Pozuelos Estrada</a:t>
            </a:r>
          </a:p>
        </p:txBody>
      </p:sp>
      <p:sp>
        <p:nvSpPr>
          <p:cNvPr id="90" name="Google Shape;90;g364afea4f63_0_0"/>
          <p:cNvSpPr/>
          <p:nvPr/>
        </p:nvSpPr>
        <p:spPr>
          <a:xfrm>
            <a:off x="1323637" y="3116227"/>
            <a:ext cx="7811264" cy="48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100"/>
            </a:pPr>
            <a:r>
              <a:rPr lang="es-GT" sz="2067" dirty="0">
                <a:latin typeface="Calibri"/>
                <a:ea typeface="Calibri"/>
                <a:cs typeface="Calibri"/>
                <a:sym typeface="Calibri"/>
              </a:rPr>
              <a:t>Software Avanzado </a:t>
            </a:r>
            <a:r>
              <a:rPr lang="es-GT" sz="2067" dirty="0" err="1">
                <a:latin typeface="Calibri"/>
                <a:ea typeface="Calibri"/>
                <a:cs typeface="Calibri"/>
                <a:sym typeface="Calibri"/>
              </a:rPr>
              <a:t>Seccion</a:t>
            </a:r>
            <a:r>
              <a:rPr lang="es-GT" sz="2067" dirty="0">
                <a:latin typeface="Calibri"/>
                <a:ea typeface="Calibri"/>
                <a:cs typeface="Calibri"/>
                <a:sym typeface="Calibri"/>
              </a:rPr>
              <a:t> B</a:t>
            </a:r>
          </a:p>
        </p:txBody>
      </p:sp>
      <p:sp>
        <p:nvSpPr>
          <p:cNvPr id="2" name="Google Shape;90;g364afea4f63_0_0">
            <a:extLst>
              <a:ext uri="{FF2B5EF4-FFF2-40B4-BE49-F238E27FC236}">
                <a16:creationId xmlns:a16="http://schemas.microsoft.com/office/drawing/2014/main" id="{AA80F5D4-5F81-3DA5-7699-90AF77AA0920}"/>
              </a:ext>
            </a:extLst>
          </p:cNvPr>
          <p:cNvSpPr/>
          <p:nvPr/>
        </p:nvSpPr>
        <p:spPr>
          <a:xfrm>
            <a:off x="9134901" y="1296527"/>
            <a:ext cx="2875129" cy="52317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100"/>
            </a:pPr>
            <a:r>
              <a:rPr lang="es-GT" sz="2067" dirty="0">
                <a:latin typeface="Calibri"/>
                <a:ea typeface="Calibri"/>
                <a:cs typeface="Calibri"/>
                <a:sym typeface="Calibri"/>
              </a:rPr>
              <a:t>26/02/2026</a:t>
            </a:r>
          </a:p>
        </p:txBody>
      </p:sp>
      <p:sp>
        <p:nvSpPr>
          <p:cNvPr id="3" name="Google Shape;90;g364afea4f63_0_0">
            <a:extLst>
              <a:ext uri="{FF2B5EF4-FFF2-40B4-BE49-F238E27FC236}">
                <a16:creationId xmlns:a16="http://schemas.microsoft.com/office/drawing/2014/main" id="{5D6A39ED-BAEA-CDC0-8EF8-624CF982507D}"/>
              </a:ext>
            </a:extLst>
          </p:cNvPr>
          <p:cNvSpPr/>
          <p:nvPr/>
        </p:nvSpPr>
        <p:spPr>
          <a:xfrm>
            <a:off x="9134901" y="1819701"/>
            <a:ext cx="2875129" cy="52317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100"/>
            </a:pPr>
            <a:r>
              <a:rPr lang="es-GT" sz="2067" dirty="0">
                <a:latin typeface="Calibri"/>
                <a:ea typeface="Calibri"/>
                <a:cs typeface="Calibri"/>
                <a:sym typeface="Calibri"/>
              </a:rPr>
              <a:t>17:20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/>
          <p:cNvGrpSpPr/>
          <p:nvPr/>
        </p:nvGrpSpPr>
        <p:grpSpPr>
          <a:xfrm>
            <a:off x="434496" y="2583898"/>
            <a:ext cx="3075701" cy="563590"/>
            <a:chOff x="0" y="-76200"/>
            <a:chExt cx="1964221" cy="359923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sz="933" dirty="0"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8017"/>
                </a:lnSpc>
                <a:buSzPts val="2799"/>
              </a:pPr>
              <a:r>
                <a:rPr lang="es-GT" sz="1866" dirty="0"/>
                <a:t>Dudas Iniciales</a:t>
              </a:r>
              <a:endParaRPr lang="es-GT" sz="933" dirty="0"/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585766" y="2737906"/>
            <a:ext cx="302239" cy="366729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933" dirty="0"/>
          </a:p>
        </p:txBody>
      </p:sp>
      <p:grpSp>
        <p:nvGrpSpPr>
          <p:cNvPr id="111" name="Google Shape;111;p2"/>
          <p:cNvGrpSpPr/>
          <p:nvPr/>
        </p:nvGrpSpPr>
        <p:grpSpPr>
          <a:xfrm>
            <a:off x="1244656" y="1586934"/>
            <a:ext cx="2743460" cy="1037656"/>
            <a:chOff x="0" y="-76200"/>
            <a:chExt cx="1083836" cy="409938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1083836" cy="333738"/>
            </a:xfrm>
            <a:custGeom>
              <a:avLst/>
              <a:gdLst/>
              <a:ahLst/>
              <a:cxnLst/>
              <a:rect l="l" t="t" r="r" b="b"/>
              <a:pathLst>
                <a:path w="1083836" h="333738" extrusionOk="0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sz="933" dirty="0"/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8017"/>
                </a:lnSpc>
                <a:buSzPts val="2799"/>
              </a:pPr>
              <a:r>
                <a:rPr lang="es-GT" sz="1866" dirty="0"/>
                <a:t>RECORDATORIOS</a:t>
              </a:r>
              <a:endParaRPr lang="es-GT" sz="933" dirty="0"/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434499" y="1864102"/>
            <a:ext cx="502595" cy="581952"/>
          </a:xfrm>
          <a:custGeom>
            <a:avLst/>
            <a:gdLst/>
            <a:ahLst/>
            <a:cxnLst/>
            <a:rect l="l" t="t" r="r" b="b"/>
            <a:pathLst>
              <a:path w="753892" h="872928" extrusionOk="0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933" dirty="0"/>
          </a:p>
        </p:txBody>
      </p:sp>
      <p:sp>
        <p:nvSpPr>
          <p:cNvPr id="115" name="Google Shape;115;p2"/>
          <p:cNvSpPr txBox="1"/>
          <p:nvPr/>
        </p:nvSpPr>
        <p:spPr>
          <a:xfrm>
            <a:off x="434500" y="327267"/>
            <a:ext cx="3996139" cy="1474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buSzPts val="15000"/>
            </a:pPr>
            <a:r>
              <a:rPr lang="es-GT" sz="8334" dirty="0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lang="es-GT" sz="800" dirty="0"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7826537" y="2155078"/>
            <a:ext cx="3569097" cy="844775"/>
          </a:xfrm>
          <a:custGeom>
            <a:avLst/>
            <a:gdLst/>
            <a:ahLst/>
            <a:cxnLst/>
            <a:rect l="l" t="t" r="r" b="b"/>
            <a:pathLst>
              <a:path w="1410014" h="333738" extrusionOk="0">
                <a:moveTo>
                  <a:pt x="1206814" y="0"/>
                </a:moveTo>
                <a:lnTo>
                  <a:pt x="0" y="0"/>
                </a:lnTo>
                <a:lnTo>
                  <a:pt x="0" y="333738"/>
                </a:lnTo>
                <a:lnTo>
                  <a:pt x="1206814" y="333738"/>
                </a:lnTo>
                <a:lnTo>
                  <a:pt x="1410014" y="166869"/>
                </a:lnTo>
                <a:lnTo>
                  <a:pt x="120681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GT" sz="933" dirty="0"/>
          </a:p>
        </p:txBody>
      </p:sp>
      <p:grpSp>
        <p:nvGrpSpPr>
          <p:cNvPr id="123" name="Google Shape;123;p2"/>
          <p:cNvGrpSpPr/>
          <p:nvPr/>
        </p:nvGrpSpPr>
        <p:grpSpPr>
          <a:xfrm>
            <a:off x="127937" y="3182223"/>
            <a:ext cx="3464777" cy="563590"/>
            <a:chOff x="0" y="-72964"/>
            <a:chExt cx="2212695" cy="359923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sz="933" dirty="0"/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362774" y="-72964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8017"/>
                </a:lnSpc>
                <a:buSzPts val="2799"/>
              </a:pPr>
              <a:r>
                <a:rPr lang="es-GT" sz="1866" dirty="0"/>
                <a:t>Anuncios Generales</a:t>
              </a:r>
              <a:endParaRPr lang="es-GT" sz="933" dirty="0"/>
            </a:p>
          </p:txBody>
        </p:sp>
      </p:grpSp>
      <p:grpSp>
        <p:nvGrpSpPr>
          <p:cNvPr id="126" name="Google Shape;126;p2"/>
          <p:cNvGrpSpPr/>
          <p:nvPr/>
        </p:nvGrpSpPr>
        <p:grpSpPr>
          <a:xfrm>
            <a:off x="123720" y="3891322"/>
            <a:ext cx="7150147" cy="563590"/>
            <a:chOff x="-46371" y="-50269"/>
            <a:chExt cx="2056962" cy="359923"/>
          </a:xfrm>
        </p:grpSpPr>
        <p:sp>
          <p:nvSpPr>
            <p:cNvPr id="127" name="Google Shape;127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sz="933" dirty="0"/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-46371" y="-50269"/>
              <a:ext cx="2056962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8017"/>
                </a:lnSpc>
                <a:buSzPts val="2799"/>
              </a:pPr>
              <a:r>
                <a:rPr lang="es-ES" sz="1866" dirty="0"/>
                <a:t>ISO/IEC 25010 – Modelo de Calidad del Software</a:t>
              </a:r>
              <a:endParaRPr lang="es-GT" sz="933" dirty="0"/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145806" y="4513320"/>
            <a:ext cx="3285096" cy="563590"/>
            <a:chOff x="0" y="-23597"/>
            <a:chExt cx="2097946" cy="359923"/>
          </a:xfrm>
        </p:grpSpPr>
        <p:sp>
          <p:nvSpPr>
            <p:cNvPr id="130" name="Google Shape;130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sz="933" dirty="0"/>
            </a:p>
          </p:txBody>
        </p:sp>
        <p:sp>
          <p:nvSpPr>
            <p:cNvPr id="131" name="Google Shape;131;p2"/>
            <p:cNvSpPr txBox="1"/>
            <p:nvPr/>
          </p:nvSpPr>
          <p:spPr>
            <a:xfrm>
              <a:off x="248025" y="-23597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8017"/>
                </a:lnSpc>
                <a:buSzPts val="2799"/>
              </a:pPr>
              <a:r>
                <a:rPr lang="es-GT" sz="1866" dirty="0" err="1"/>
                <a:t>Kubernetes</a:t>
              </a:r>
              <a:endParaRPr lang="es-GT" sz="933" dirty="0"/>
            </a:p>
          </p:txBody>
        </p:sp>
      </p:grpSp>
      <p:grpSp>
        <p:nvGrpSpPr>
          <p:cNvPr id="132" name="Google Shape;132;p2"/>
          <p:cNvGrpSpPr/>
          <p:nvPr/>
        </p:nvGrpSpPr>
        <p:grpSpPr>
          <a:xfrm>
            <a:off x="127937" y="5173986"/>
            <a:ext cx="3075701" cy="563590"/>
            <a:chOff x="0" y="-64861"/>
            <a:chExt cx="1964221" cy="359923"/>
          </a:xfrm>
        </p:grpSpPr>
        <p:sp>
          <p:nvSpPr>
            <p:cNvPr id="133" name="Google Shape;133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sz="933" dirty="0"/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104397" y="-64861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8017"/>
                </a:lnSpc>
                <a:buSzPts val="2799"/>
              </a:pPr>
              <a:r>
                <a:rPr lang="es-GT" sz="1866" dirty="0"/>
                <a:t>Helm</a:t>
              </a:r>
              <a:endParaRPr lang="es-GT" sz="933" dirty="0"/>
            </a:p>
          </p:txBody>
        </p:sp>
      </p:grpSp>
      <p:sp>
        <p:nvSpPr>
          <p:cNvPr id="135" name="Google Shape;135;p2"/>
          <p:cNvSpPr/>
          <p:nvPr/>
        </p:nvSpPr>
        <p:spPr>
          <a:xfrm>
            <a:off x="585766" y="3326466"/>
            <a:ext cx="302239" cy="366729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933" dirty="0"/>
          </a:p>
        </p:txBody>
      </p:sp>
      <p:sp>
        <p:nvSpPr>
          <p:cNvPr id="136" name="Google Shape;136;p2"/>
          <p:cNvSpPr/>
          <p:nvPr/>
        </p:nvSpPr>
        <p:spPr>
          <a:xfrm>
            <a:off x="585766" y="3980848"/>
            <a:ext cx="302239" cy="366729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933" dirty="0"/>
          </a:p>
        </p:txBody>
      </p:sp>
      <p:sp>
        <p:nvSpPr>
          <p:cNvPr id="137" name="Google Shape;137;p2"/>
          <p:cNvSpPr/>
          <p:nvPr/>
        </p:nvSpPr>
        <p:spPr>
          <a:xfrm>
            <a:off x="585766" y="4647369"/>
            <a:ext cx="302239" cy="366729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933" dirty="0"/>
          </a:p>
        </p:txBody>
      </p:sp>
      <p:sp>
        <p:nvSpPr>
          <p:cNvPr id="138" name="Google Shape;138;p2"/>
          <p:cNvSpPr/>
          <p:nvPr/>
        </p:nvSpPr>
        <p:spPr>
          <a:xfrm>
            <a:off x="585766" y="5314639"/>
            <a:ext cx="302239" cy="366729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933" dirty="0"/>
          </a:p>
        </p:txBody>
      </p:sp>
      <p:grpSp>
        <p:nvGrpSpPr>
          <p:cNvPr id="10" name="Google Shape;132;p2">
            <a:extLst>
              <a:ext uri="{FF2B5EF4-FFF2-40B4-BE49-F238E27FC236}">
                <a16:creationId xmlns:a16="http://schemas.microsoft.com/office/drawing/2014/main" id="{DB5BB7A4-AE5E-86F8-4B7F-CEE5EE26A0E6}"/>
              </a:ext>
            </a:extLst>
          </p:cNvPr>
          <p:cNvGrpSpPr/>
          <p:nvPr/>
        </p:nvGrpSpPr>
        <p:grpSpPr>
          <a:xfrm>
            <a:off x="434497" y="5659485"/>
            <a:ext cx="6301581" cy="809875"/>
            <a:chOff x="-2060129" y="0"/>
            <a:chExt cx="4024350" cy="517207"/>
          </a:xfrm>
        </p:grpSpPr>
        <p:sp>
          <p:nvSpPr>
            <p:cNvPr id="11" name="Google Shape;133;p2">
              <a:extLst>
                <a:ext uri="{FF2B5EF4-FFF2-40B4-BE49-F238E27FC236}">
                  <a16:creationId xmlns:a16="http://schemas.microsoft.com/office/drawing/2014/main" id="{F01663B2-C686-2FF3-A923-B7E76CB920D4}"/>
                </a:ext>
              </a:extLst>
            </p:cNvPr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sz="933" dirty="0"/>
            </a:p>
          </p:txBody>
        </p:sp>
        <p:sp>
          <p:nvSpPr>
            <p:cNvPr id="12" name="Google Shape;134;p2">
              <a:extLst>
                <a:ext uri="{FF2B5EF4-FFF2-40B4-BE49-F238E27FC236}">
                  <a16:creationId xmlns:a16="http://schemas.microsoft.com/office/drawing/2014/main" id="{4673B32B-14F2-36D6-8FDF-88189ED3BF90}"/>
                </a:ext>
              </a:extLst>
            </p:cNvPr>
            <p:cNvSpPr txBox="1"/>
            <p:nvPr/>
          </p:nvSpPr>
          <p:spPr>
            <a:xfrm>
              <a:off x="-2060129" y="157284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8017"/>
                </a:lnSpc>
                <a:buSzPts val="2799"/>
              </a:pPr>
              <a:r>
                <a:rPr lang="es-GT" sz="1866" dirty="0"/>
                <a:t>Dudas Finales</a:t>
              </a:r>
              <a:endParaRPr lang="es-GT" sz="933" dirty="0"/>
            </a:p>
          </p:txBody>
        </p:sp>
      </p:grpSp>
      <p:sp>
        <p:nvSpPr>
          <p:cNvPr id="13" name="Google Shape;138;p2">
            <a:extLst>
              <a:ext uri="{FF2B5EF4-FFF2-40B4-BE49-F238E27FC236}">
                <a16:creationId xmlns:a16="http://schemas.microsoft.com/office/drawing/2014/main" id="{DB9B4FB8-5289-6F72-4D0C-D213312F8747}"/>
              </a:ext>
            </a:extLst>
          </p:cNvPr>
          <p:cNvSpPr/>
          <p:nvPr/>
        </p:nvSpPr>
        <p:spPr>
          <a:xfrm>
            <a:off x="585766" y="6000830"/>
            <a:ext cx="302239" cy="366729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933" dirty="0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13B7639-9278-F3B8-9E8D-5C5E08DA0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037" y="1298448"/>
            <a:ext cx="5895178" cy="4099642"/>
          </a:xfrm>
        </p:spPr>
        <p:txBody>
          <a:bodyPr anchor="b">
            <a:normAutofit/>
          </a:bodyPr>
          <a:lstStyle/>
          <a:p>
            <a:pPr algn="l"/>
            <a:r>
              <a:rPr lang="es-ES" sz="6600">
                <a:solidFill>
                  <a:srgbClr val="FFFFFF"/>
                </a:solidFill>
              </a:rPr>
              <a:t>ISO/IEC 25010 – Modelo de Calidad del Software</a:t>
            </a:r>
            <a:endParaRPr lang="es-GT" sz="660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D51883-9C7E-14AC-3960-7DD5ABF48D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1122363"/>
            <a:ext cx="3505200" cy="4269549"/>
          </a:xfrm>
        </p:spPr>
        <p:txBody>
          <a:bodyPr anchor="b">
            <a:normAutofit/>
          </a:bodyPr>
          <a:lstStyle/>
          <a:p>
            <a:pPr algn="l"/>
            <a:r>
              <a:rPr lang="es-ES" sz="2000"/>
              <a:t>La </a:t>
            </a:r>
            <a:r>
              <a:rPr lang="es-ES" sz="2000" b="1"/>
              <a:t>ISO/IEC 25010</a:t>
            </a:r>
            <a:r>
              <a:rPr lang="es-ES" sz="2000"/>
              <a:t> es un estándar internacional que define un </a:t>
            </a:r>
            <a:r>
              <a:rPr lang="es-ES" sz="2000" b="1"/>
              <a:t>modelo de calidad del software</a:t>
            </a:r>
            <a:r>
              <a:rPr lang="es-ES" sz="2000"/>
              <a:t>, perteneciente a la familia </a:t>
            </a:r>
            <a:r>
              <a:rPr lang="es-ES" sz="2000" b="1" err="1"/>
              <a:t>SQuaRE</a:t>
            </a:r>
            <a:r>
              <a:rPr lang="es-ES" sz="2000" b="1"/>
              <a:t> (Software </a:t>
            </a:r>
            <a:r>
              <a:rPr lang="es-ES" sz="2000" b="1" err="1"/>
              <a:t>Quality</a:t>
            </a:r>
            <a:r>
              <a:rPr lang="es-ES" sz="2000" b="1"/>
              <a:t> </a:t>
            </a:r>
            <a:r>
              <a:rPr lang="es-ES" sz="2000" b="1" err="1"/>
              <a:t>Requirements</a:t>
            </a:r>
            <a:r>
              <a:rPr lang="es-ES" sz="2000" b="1"/>
              <a:t> and </a:t>
            </a:r>
            <a:r>
              <a:rPr lang="es-ES" sz="2000" b="1" err="1"/>
              <a:t>Evaluation</a:t>
            </a:r>
            <a:r>
              <a:rPr lang="es-ES" sz="2000" b="1"/>
              <a:t>)</a:t>
            </a:r>
            <a:r>
              <a:rPr lang="es-ES" sz="2000"/>
              <a:t>.</a:t>
            </a:r>
          </a:p>
          <a:p>
            <a:pPr algn="l"/>
            <a:r>
              <a:rPr lang="es-ES" sz="2000"/>
              <a:t>Su objetivo es establecer un marco estructurado para evaluar la calidad tanto del </a:t>
            </a:r>
            <a:r>
              <a:rPr lang="es-ES" sz="2000" b="1"/>
              <a:t>producto software</a:t>
            </a:r>
            <a:r>
              <a:rPr lang="es-ES" sz="2000"/>
              <a:t> como de su </a:t>
            </a:r>
            <a:r>
              <a:rPr lang="es-ES" sz="2000" b="1"/>
              <a:t>uso real por los usuarios</a:t>
            </a:r>
            <a:r>
              <a:rPr lang="es-ES" sz="2000"/>
              <a:t>.</a:t>
            </a:r>
          </a:p>
          <a:p>
            <a:pPr algn="l"/>
            <a:endParaRPr lang="es-GT" sz="2000"/>
          </a:p>
        </p:txBody>
      </p:sp>
      <p:sp>
        <p:nvSpPr>
          <p:cNvPr id="12" name="sketch line 1">
            <a:extLst>
              <a:ext uri="{FF2B5EF4-FFF2-40B4-BE49-F238E27FC236}">
                <a16:creationId xmlns:a16="http://schemas.microsoft.com/office/drawing/2014/main" id="{32C5B66D-E390-4A14-AB60-69626CBF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62635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46273DA-F933-4D17-A5FE-B1EF87FD7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0653" y="5626353"/>
            <a:ext cx="3479619" cy="18288"/>
          </a:xfrm>
          <a:custGeom>
            <a:avLst/>
            <a:gdLst>
              <a:gd name="csX0" fmla="*/ 0 w 3479619"/>
              <a:gd name="csY0" fmla="*/ 0 h 18288"/>
              <a:gd name="csX1" fmla="*/ 661128 w 3479619"/>
              <a:gd name="csY1" fmla="*/ 0 h 18288"/>
              <a:gd name="csX2" fmla="*/ 1357051 w 3479619"/>
              <a:gd name="csY2" fmla="*/ 0 h 18288"/>
              <a:gd name="csX3" fmla="*/ 2087771 w 3479619"/>
              <a:gd name="csY3" fmla="*/ 0 h 18288"/>
              <a:gd name="csX4" fmla="*/ 2818491 w 3479619"/>
              <a:gd name="csY4" fmla="*/ 0 h 18288"/>
              <a:gd name="csX5" fmla="*/ 3479619 w 3479619"/>
              <a:gd name="csY5" fmla="*/ 0 h 18288"/>
              <a:gd name="csX6" fmla="*/ 3479619 w 3479619"/>
              <a:gd name="csY6" fmla="*/ 18288 h 18288"/>
              <a:gd name="csX7" fmla="*/ 2714103 w 3479619"/>
              <a:gd name="csY7" fmla="*/ 18288 h 18288"/>
              <a:gd name="csX8" fmla="*/ 1948587 w 3479619"/>
              <a:gd name="csY8" fmla="*/ 18288 h 18288"/>
              <a:gd name="csX9" fmla="*/ 1252663 w 3479619"/>
              <a:gd name="csY9" fmla="*/ 18288 h 18288"/>
              <a:gd name="csX10" fmla="*/ 0 w 3479619"/>
              <a:gd name="csY10" fmla="*/ 18288 h 18288"/>
              <a:gd name="csX11" fmla="*/ 0 w 3479619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479619" h="18288" fill="none" extrusionOk="0">
                <a:moveTo>
                  <a:pt x="0" y="0"/>
                </a:moveTo>
                <a:cubicBezTo>
                  <a:pt x="178395" y="-3637"/>
                  <a:pt x="368619" y="-28254"/>
                  <a:pt x="661128" y="0"/>
                </a:cubicBezTo>
                <a:cubicBezTo>
                  <a:pt x="953637" y="28254"/>
                  <a:pt x="1022982" y="-4416"/>
                  <a:pt x="1357051" y="0"/>
                </a:cubicBezTo>
                <a:cubicBezTo>
                  <a:pt x="1691120" y="4416"/>
                  <a:pt x="1729558" y="27777"/>
                  <a:pt x="2087771" y="0"/>
                </a:cubicBezTo>
                <a:cubicBezTo>
                  <a:pt x="2445984" y="-27777"/>
                  <a:pt x="2592094" y="4429"/>
                  <a:pt x="2818491" y="0"/>
                </a:cubicBezTo>
                <a:cubicBezTo>
                  <a:pt x="3044888" y="-4429"/>
                  <a:pt x="3204567" y="26471"/>
                  <a:pt x="3479619" y="0"/>
                </a:cubicBezTo>
                <a:cubicBezTo>
                  <a:pt x="3478910" y="8157"/>
                  <a:pt x="3479206" y="12125"/>
                  <a:pt x="3479619" y="18288"/>
                </a:cubicBezTo>
                <a:cubicBezTo>
                  <a:pt x="3315855" y="-2963"/>
                  <a:pt x="3094885" y="26965"/>
                  <a:pt x="2714103" y="18288"/>
                </a:cubicBezTo>
                <a:cubicBezTo>
                  <a:pt x="2333321" y="9611"/>
                  <a:pt x="2260528" y="-15335"/>
                  <a:pt x="1948587" y="18288"/>
                </a:cubicBezTo>
                <a:cubicBezTo>
                  <a:pt x="1636646" y="51911"/>
                  <a:pt x="1489816" y="46369"/>
                  <a:pt x="1252663" y="18288"/>
                </a:cubicBezTo>
                <a:cubicBezTo>
                  <a:pt x="1015510" y="-9793"/>
                  <a:pt x="519812" y="-12177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479619" h="18288" stroke="0" extrusionOk="0">
                <a:moveTo>
                  <a:pt x="0" y="0"/>
                </a:moveTo>
                <a:cubicBezTo>
                  <a:pt x="326045" y="25020"/>
                  <a:pt x="425411" y="-17676"/>
                  <a:pt x="661128" y="0"/>
                </a:cubicBezTo>
                <a:cubicBezTo>
                  <a:pt x="896845" y="17676"/>
                  <a:pt x="1124825" y="1478"/>
                  <a:pt x="1252663" y="0"/>
                </a:cubicBezTo>
                <a:cubicBezTo>
                  <a:pt x="1380502" y="-1478"/>
                  <a:pt x="1694914" y="11788"/>
                  <a:pt x="2018179" y="0"/>
                </a:cubicBezTo>
                <a:cubicBezTo>
                  <a:pt x="2341444" y="-11788"/>
                  <a:pt x="2451167" y="12596"/>
                  <a:pt x="2679307" y="0"/>
                </a:cubicBezTo>
                <a:cubicBezTo>
                  <a:pt x="2907447" y="-12596"/>
                  <a:pt x="3094555" y="23821"/>
                  <a:pt x="3479619" y="0"/>
                </a:cubicBezTo>
                <a:cubicBezTo>
                  <a:pt x="3479355" y="4493"/>
                  <a:pt x="3480003" y="9472"/>
                  <a:pt x="3479619" y="18288"/>
                </a:cubicBezTo>
                <a:cubicBezTo>
                  <a:pt x="3311729" y="36782"/>
                  <a:pt x="3015946" y="7938"/>
                  <a:pt x="2783695" y="18288"/>
                </a:cubicBezTo>
                <a:cubicBezTo>
                  <a:pt x="2551444" y="28638"/>
                  <a:pt x="2398767" y="-13940"/>
                  <a:pt x="2018179" y="18288"/>
                </a:cubicBezTo>
                <a:cubicBezTo>
                  <a:pt x="1637591" y="50516"/>
                  <a:pt x="1634873" y="-6356"/>
                  <a:pt x="1426644" y="18288"/>
                </a:cubicBezTo>
                <a:cubicBezTo>
                  <a:pt x="1218415" y="42932"/>
                  <a:pt x="1006973" y="4094"/>
                  <a:pt x="730720" y="18288"/>
                </a:cubicBezTo>
                <a:cubicBezTo>
                  <a:pt x="454467" y="32482"/>
                  <a:pt x="291313" y="3910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128904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4BA92B-6F92-4771-A734-15FBC3D1F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86309BE-2E90-40A5-BF91-70F0402C7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3374250" y="-2663266"/>
            <a:ext cx="5470372" cy="1218895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C83F246-AE6B-BE42-DB78-0A554F5FA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09436" y="696025"/>
            <a:ext cx="5713502" cy="2813938"/>
          </a:xfrm>
        </p:spPr>
        <p:txBody>
          <a:bodyPr>
            <a:normAutofit/>
          </a:bodyPr>
          <a:lstStyle/>
          <a:p>
            <a:pPr algn="l"/>
            <a:r>
              <a:rPr lang="es-GT" sz="5000"/>
              <a:t>Estructura del Modelo ISO/IEC 25010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192D8B-4767-087D-0BC4-BB2E29B915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09436" y="3602037"/>
            <a:ext cx="5713502" cy="2446338"/>
          </a:xfrm>
        </p:spPr>
        <p:txBody>
          <a:bodyPr>
            <a:normAutofit/>
          </a:bodyPr>
          <a:lstStyle/>
          <a:p>
            <a:pPr algn="l"/>
            <a:r>
              <a:rPr lang="es-ES" sz="2200" dirty="0"/>
              <a:t>El modelo se divide en </a:t>
            </a:r>
            <a:r>
              <a:rPr lang="es-ES" sz="2200" b="1" dirty="0"/>
              <a:t>dos grandes dimensiones</a:t>
            </a:r>
            <a:r>
              <a:rPr lang="es-ES" sz="2200" dirty="0"/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GT" sz="2200" dirty="0"/>
              <a:t>Calidad del Producto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GT" sz="2200" dirty="0"/>
              <a:t>Calidad en Uso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0392C1-5A3F-73D3-3DAF-6124E0CCE3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00" r="2" b="2"/>
          <a:stretch>
            <a:fillRect/>
          </a:stretch>
        </p:blipFill>
        <p:spPr>
          <a:xfrm>
            <a:off x="20" y="685800"/>
            <a:ext cx="5486380" cy="54864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560862D-53F8-492B-8D51-2EFABD5A7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85797"/>
            <a:ext cx="118872" cy="15504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1F3981-D61C-4F66-90E5-4A9418E56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73128" y="6172201"/>
            <a:ext cx="118872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1915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6C2714-55A4-8B14-FE8E-6E28246B7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5065" y="1463040"/>
            <a:ext cx="3796306" cy="26909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spcBef>
                <a:spcPct val="0"/>
              </a:spcBef>
            </a:pP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Calidad del </a:t>
            </a: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Producto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(Product Quality)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1F3BA9-0709-778D-655A-BF5E6F7A70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6218" y="1463039"/>
            <a:ext cx="5542387" cy="43004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Evalúa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las </a:t>
            </a:r>
            <a:r>
              <a:rPr lang="en-US" sz="1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propiedades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internas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</a:t>
            </a:r>
            <a:r>
              <a:rPr lang="en-US" sz="1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externas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del software.</a:t>
            </a:r>
            <a:b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Está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compuesta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por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8 </a:t>
            </a:r>
            <a:r>
              <a:rPr lang="en-US" sz="1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características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principales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Adecuación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Funcional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(Functional Suitability)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Eficiencia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del </a:t>
            </a:r>
            <a:r>
              <a:rPr lang="en-US" sz="1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Desempeño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(Performance Efficiency)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Compatibilidad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(Compatibility)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Usabilidad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(Usability)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Fiabilidad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(Reliability)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Seguridad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(Security)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Mantenibilidad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(Maintainability)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Portabilidad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(Portability)</a:t>
            </a:r>
          </a:p>
        </p:txBody>
      </p:sp>
    </p:spTree>
    <p:extLst>
      <p:ext uri="{BB962C8B-B14F-4D97-AF65-F5344CB8AC3E}">
        <p14:creationId xmlns:p14="http://schemas.microsoft.com/office/powerpoint/2010/main" val="408013274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B6CD22E-2269-419F-9E81-016EA035D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353D12-E44E-F1B9-E265-6800726A7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132" y="1295231"/>
            <a:ext cx="5895178" cy="3807446"/>
          </a:xfrm>
        </p:spPr>
        <p:txBody>
          <a:bodyPr anchor="b">
            <a:normAutofit/>
          </a:bodyPr>
          <a:lstStyle/>
          <a:p>
            <a:pPr algn="l"/>
            <a:r>
              <a:rPr lang="es-ES" sz="4600" b="1"/>
              <a:t>1. Adecuación Funcional (Functional Suitability)</a:t>
            </a:r>
            <a:br>
              <a:rPr lang="es-ES" sz="4600" b="1"/>
            </a:br>
            <a:br>
              <a:rPr lang="es-ES" sz="4600"/>
            </a:br>
            <a:endParaRPr lang="es-GT" sz="460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A607D34-E2A9-4595-9DB2-5472E077C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7082" y="0"/>
            <a:ext cx="4884918" cy="6858000"/>
          </a:xfrm>
          <a:custGeom>
            <a:avLst/>
            <a:gdLst>
              <a:gd name="connsiteX0" fmla="*/ 1097203 w 4884918"/>
              <a:gd name="connsiteY0" fmla="*/ 0 h 6858000"/>
              <a:gd name="connsiteX1" fmla="*/ 1154155 w 4884918"/>
              <a:gd name="connsiteY1" fmla="*/ 0 h 6858000"/>
              <a:gd name="connsiteX2" fmla="*/ 972305 w 4884918"/>
              <a:gd name="connsiteY2" fmla="*/ 343212 h 6858000"/>
              <a:gd name="connsiteX3" fmla="*/ 780524 w 4884918"/>
              <a:gd name="connsiteY3" fmla="*/ 761067 h 6858000"/>
              <a:gd name="connsiteX4" fmla="*/ 737045 w 4884918"/>
              <a:gd name="connsiteY4" fmla="*/ 865164 h 6858000"/>
              <a:gd name="connsiteX5" fmla="*/ 762322 w 4884918"/>
              <a:gd name="connsiteY5" fmla="*/ 830676 h 6858000"/>
              <a:gd name="connsiteX6" fmla="*/ 1118805 w 4884918"/>
              <a:gd name="connsiteY6" fmla="*/ 160440 h 6858000"/>
              <a:gd name="connsiteX7" fmla="*/ 1221640 w 4884918"/>
              <a:gd name="connsiteY7" fmla="*/ 0 h 6858000"/>
              <a:gd name="connsiteX8" fmla="*/ 4884918 w 4884918"/>
              <a:gd name="connsiteY8" fmla="*/ 0 h 6858000"/>
              <a:gd name="connsiteX9" fmla="*/ 4884918 w 4884918"/>
              <a:gd name="connsiteY9" fmla="*/ 6857999 h 6858000"/>
              <a:gd name="connsiteX10" fmla="*/ 4884918 w 4884918"/>
              <a:gd name="connsiteY10" fmla="*/ 6858000 h 6858000"/>
              <a:gd name="connsiteX11" fmla="*/ 704817 w 4884918"/>
              <a:gd name="connsiteY11" fmla="*/ 6858000 h 6858000"/>
              <a:gd name="connsiteX12" fmla="*/ 618717 w 4884918"/>
              <a:gd name="connsiteY12" fmla="*/ 6672538 h 6858000"/>
              <a:gd name="connsiteX13" fmla="*/ 309324 w 4884918"/>
              <a:gd name="connsiteY13" fmla="*/ 5833618 h 6858000"/>
              <a:gd name="connsiteX14" fmla="*/ 209850 w 4884918"/>
              <a:gd name="connsiteY14" fmla="*/ 5484180 h 6858000"/>
              <a:gd name="connsiteX15" fmla="*/ 211619 w 4884918"/>
              <a:gd name="connsiteY15" fmla="*/ 5517653 h 6858000"/>
              <a:gd name="connsiteX16" fmla="*/ 361778 w 4884918"/>
              <a:gd name="connsiteY16" fmla="*/ 6145524 h 6858000"/>
              <a:gd name="connsiteX17" fmla="*/ 591356 w 4884918"/>
              <a:gd name="connsiteY17" fmla="*/ 6843306 h 6858000"/>
              <a:gd name="connsiteX18" fmla="*/ 597415 w 4884918"/>
              <a:gd name="connsiteY18" fmla="*/ 6858000 h 6858000"/>
              <a:gd name="connsiteX19" fmla="*/ 545224 w 4884918"/>
              <a:gd name="connsiteY19" fmla="*/ 6858000 h 6858000"/>
              <a:gd name="connsiteX20" fmla="*/ 533604 w 4884918"/>
              <a:gd name="connsiteY20" fmla="*/ 6830072 h 6858000"/>
              <a:gd name="connsiteX21" fmla="*/ 169657 w 4884918"/>
              <a:gd name="connsiteY21" fmla="*/ 5556577 h 6858000"/>
              <a:gd name="connsiteX22" fmla="*/ 12169 w 4884918"/>
              <a:gd name="connsiteY22" fmla="*/ 4362835 h 6858000"/>
              <a:gd name="connsiteX23" fmla="*/ 46168 w 4884918"/>
              <a:gd name="connsiteY23" fmla="*/ 3338487 h 6858000"/>
              <a:gd name="connsiteX24" fmla="*/ 490574 w 4884918"/>
              <a:gd name="connsiteY24" fmla="*/ 1381078 h 6858000"/>
              <a:gd name="connsiteX25" fmla="*/ 984701 w 4884918"/>
              <a:gd name="connsiteY25" fmla="*/ 2082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884918" h="6858000">
                <a:moveTo>
                  <a:pt x="1097203" y="0"/>
                </a:moveTo>
                <a:lnTo>
                  <a:pt x="1154155" y="0"/>
                </a:lnTo>
                <a:lnTo>
                  <a:pt x="972305" y="343212"/>
                </a:lnTo>
                <a:cubicBezTo>
                  <a:pt x="904739" y="480367"/>
                  <a:pt x="840941" y="619727"/>
                  <a:pt x="780524" y="761067"/>
                </a:cubicBezTo>
                <a:cubicBezTo>
                  <a:pt x="765737" y="795681"/>
                  <a:pt x="751579" y="830550"/>
                  <a:pt x="737045" y="865164"/>
                </a:cubicBezTo>
                <a:cubicBezTo>
                  <a:pt x="748306" y="856057"/>
                  <a:pt x="757014" y="844174"/>
                  <a:pt x="762322" y="830676"/>
                </a:cubicBezTo>
                <a:cubicBezTo>
                  <a:pt x="870201" y="600612"/>
                  <a:pt x="988539" y="376889"/>
                  <a:pt x="1118805" y="160440"/>
                </a:cubicBezTo>
                <a:lnTo>
                  <a:pt x="1221640" y="0"/>
                </a:lnTo>
                <a:lnTo>
                  <a:pt x="4884918" y="0"/>
                </a:lnTo>
                <a:lnTo>
                  <a:pt x="4884918" y="6857999"/>
                </a:lnTo>
                <a:lnTo>
                  <a:pt x="4884918" y="6858000"/>
                </a:lnTo>
                <a:lnTo>
                  <a:pt x="704817" y="6858000"/>
                </a:lnTo>
                <a:lnTo>
                  <a:pt x="618717" y="6672538"/>
                </a:lnTo>
                <a:cubicBezTo>
                  <a:pt x="501618" y="6400947"/>
                  <a:pt x="398622" y="6121213"/>
                  <a:pt x="309324" y="5833618"/>
                </a:cubicBezTo>
                <a:cubicBezTo>
                  <a:pt x="275071" y="5723183"/>
                  <a:pt x="246125" y="5611225"/>
                  <a:pt x="209850" y="5484180"/>
                </a:cubicBezTo>
                <a:cubicBezTo>
                  <a:pt x="209859" y="5495363"/>
                  <a:pt x="210448" y="5506534"/>
                  <a:pt x="211619" y="5517653"/>
                </a:cubicBezTo>
                <a:cubicBezTo>
                  <a:pt x="261166" y="5727113"/>
                  <a:pt x="303888" y="5938474"/>
                  <a:pt x="361778" y="6145524"/>
                </a:cubicBezTo>
                <a:cubicBezTo>
                  <a:pt x="428356" y="6383258"/>
                  <a:pt x="504422" y="6616111"/>
                  <a:pt x="591356" y="6843306"/>
                </a:cubicBezTo>
                <a:lnTo>
                  <a:pt x="597415" y="6858000"/>
                </a:lnTo>
                <a:lnTo>
                  <a:pt x="545224" y="6858000"/>
                </a:lnTo>
                <a:lnTo>
                  <a:pt x="533604" y="6830072"/>
                </a:lnTo>
                <a:cubicBezTo>
                  <a:pt x="376384" y="6416985"/>
                  <a:pt x="257344" y="5991917"/>
                  <a:pt x="169657" y="5556577"/>
                </a:cubicBezTo>
                <a:cubicBezTo>
                  <a:pt x="90154" y="5162256"/>
                  <a:pt x="43261" y="4763750"/>
                  <a:pt x="12169" y="4362835"/>
                </a:cubicBezTo>
                <a:cubicBezTo>
                  <a:pt x="-14122" y="4019865"/>
                  <a:pt x="4458" y="3679429"/>
                  <a:pt x="46168" y="3338487"/>
                </a:cubicBezTo>
                <a:cubicBezTo>
                  <a:pt x="125796" y="2672248"/>
                  <a:pt x="274744" y="2016203"/>
                  <a:pt x="490574" y="1381078"/>
                </a:cubicBezTo>
                <a:cubicBezTo>
                  <a:pt x="629230" y="976550"/>
                  <a:pt x="791584" y="584320"/>
                  <a:pt x="984701" y="208241"/>
                </a:cubicBez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EF6CB6-668B-963D-925A-10994CE2B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9872" y="1122363"/>
            <a:ext cx="3223928" cy="3980314"/>
          </a:xfrm>
        </p:spPr>
        <p:txBody>
          <a:bodyPr anchor="b">
            <a:normAutofit/>
          </a:bodyPr>
          <a:lstStyle/>
          <a:p>
            <a:pPr algn="l"/>
            <a:r>
              <a:rPr lang="es-ES" dirty="0">
                <a:solidFill>
                  <a:srgbClr val="FFFFFF"/>
                </a:solidFill>
              </a:rPr>
              <a:t>El software cumple correctamente con los requisitos.</a:t>
            </a:r>
            <a:br>
              <a:rPr lang="es-ES" dirty="0">
                <a:solidFill>
                  <a:srgbClr val="FFFFFF"/>
                </a:solidFill>
              </a:rPr>
            </a:br>
            <a:r>
              <a:rPr lang="es-ES" dirty="0">
                <a:solidFill>
                  <a:srgbClr val="FFFFFF"/>
                </a:solidFill>
              </a:rPr>
              <a:t>Proporciona funciones completas y precisas.</a:t>
            </a:r>
            <a:endParaRPr lang="es-GT">
              <a:solidFill>
                <a:srgbClr val="FFFFFF"/>
              </a:solidFill>
            </a:endParaRP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180" y="5439978"/>
            <a:ext cx="5897880" cy="18288"/>
          </a:xfrm>
          <a:custGeom>
            <a:avLst/>
            <a:gdLst>
              <a:gd name="csX0" fmla="*/ 0 w 5897880"/>
              <a:gd name="csY0" fmla="*/ 0 h 18288"/>
              <a:gd name="csX1" fmla="*/ 537362 w 5897880"/>
              <a:gd name="csY1" fmla="*/ 0 h 18288"/>
              <a:gd name="csX2" fmla="*/ 1133704 w 5897880"/>
              <a:gd name="csY2" fmla="*/ 0 h 18288"/>
              <a:gd name="csX3" fmla="*/ 1671066 w 5897880"/>
              <a:gd name="csY3" fmla="*/ 0 h 18288"/>
              <a:gd name="csX4" fmla="*/ 2385365 w 5897880"/>
              <a:gd name="csY4" fmla="*/ 0 h 18288"/>
              <a:gd name="csX5" fmla="*/ 3040685 w 5897880"/>
              <a:gd name="csY5" fmla="*/ 0 h 18288"/>
              <a:gd name="csX6" fmla="*/ 3696005 w 5897880"/>
              <a:gd name="csY6" fmla="*/ 0 h 18288"/>
              <a:gd name="csX7" fmla="*/ 4469282 w 5897880"/>
              <a:gd name="csY7" fmla="*/ 0 h 18288"/>
              <a:gd name="csX8" fmla="*/ 5183581 w 5897880"/>
              <a:gd name="csY8" fmla="*/ 0 h 18288"/>
              <a:gd name="csX9" fmla="*/ 5897880 w 5897880"/>
              <a:gd name="csY9" fmla="*/ 0 h 18288"/>
              <a:gd name="csX10" fmla="*/ 5897880 w 5897880"/>
              <a:gd name="csY10" fmla="*/ 18288 h 18288"/>
              <a:gd name="csX11" fmla="*/ 5419496 w 5897880"/>
              <a:gd name="csY11" fmla="*/ 18288 h 18288"/>
              <a:gd name="csX12" fmla="*/ 4882134 w 5897880"/>
              <a:gd name="csY12" fmla="*/ 18288 h 18288"/>
              <a:gd name="csX13" fmla="*/ 4167835 w 5897880"/>
              <a:gd name="csY13" fmla="*/ 18288 h 18288"/>
              <a:gd name="csX14" fmla="*/ 3394558 w 5897880"/>
              <a:gd name="csY14" fmla="*/ 18288 h 18288"/>
              <a:gd name="csX15" fmla="*/ 2798216 w 5897880"/>
              <a:gd name="csY15" fmla="*/ 18288 h 18288"/>
              <a:gd name="csX16" fmla="*/ 2024939 w 5897880"/>
              <a:gd name="csY16" fmla="*/ 18288 h 18288"/>
              <a:gd name="csX17" fmla="*/ 1487576 w 5897880"/>
              <a:gd name="csY17" fmla="*/ 18288 h 18288"/>
              <a:gd name="csX18" fmla="*/ 1009193 w 5897880"/>
              <a:gd name="csY18" fmla="*/ 18288 h 18288"/>
              <a:gd name="csX19" fmla="*/ 0 w 5897880"/>
              <a:gd name="csY19" fmla="*/ 18288 h 18288"/>
              <a:gd name="csX20" fmla="*/ 0 w 5897880"/>
              <a:gd name="csY2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897880" h="18288" fill="none" extrusionOk="0">
                <a:moveTo>
                  <a:pt x="0" y="0"/>
                </a:moveTo>
                <a:cubicBezTo>
                  <a:pt x="232564" y="21549"/>
                  <a:pt x="389747" y="7320"/>
                  <a:pt x="537362" y="0"/>
                </a:cubicBezTo>
                <a:cubicBezTo>
                  <a:pt x="684977" y="-7320"/>
                  <a:pt x="894159" y="-7726"/>
                  <a:pt x="1133704" y="0"/>
                </a:cubicBezTo>
                <a:cubicBezTo>
                  <a:pt x="1373249" y="7726"/>
                  <a:pt x="1440352" y="-304"/>
                  <a:pt x="1671066" y="0"/>
                </a:cubicBezTo>
                <a:cubicBezTo>
                  <a:pt x="1901780" y="304"/>
                  <a:pt x="2091497" y="765"/>
                  <a:pt x="2385365" y="0"/>
                </a:cubicBezTo>
                <a:cubicBezTo>
                  <a:pt x="2679233" y="-765"/>
                  <a:pt x="2762926" y="2802"/>
                  <a:pt x="3040685" y="0"/>
                </a:cubicBezTo>
                <a:cubicBezTo>
                  <a:pt x="3318444" y="-2802"/>
                  <a:pt x="3409726" y="9093"/>
                  <a:pt x="3696005" y="0"/>
                </a:cubicBezTo>
                <a:cubicBezTo>
                  <a:pt x="3982284" y="-9093"/>
                  <a:pt x="4087272" y="27119"/>
                  <a:pt x="4469282" y="0"/>
                </a:cubicBezTo>
                <a:cubicBezTo>
                  <a:pt x="4851292" y="-27119"/>
                  <a:pt x="4924835" y="26473"/>
                  <a:pt x="5183581" y="0"/>
                </a:cubicBezTo>
                <a:cubicBezTo>
                  <a:pt x="5442327" y="-26473"/>
                  <a:pt x="5598463" y="7328"/>
                  <a:pt x="5897880" y="0"/>
                </a:cubicBezTo>
                <a:cubicBezTo>
                  <a:pt x="5898259" y="7355"/>
                  <a:pt x="5898164" y="10249"/>
                  <a:pt x="5897880" y="18288"/>
                </a:cubicBezTo>
                <a:cubicBezTo>
                  <a:pt x="5682742" y="31268"/>
                  <a:pt x="5520014" y="14700"/>
                  <a:pt x="5419496" y="18288"/>
                </a:cubicBezTo>
                <a:cubicBezTo>
                  <a:pt x="5318978" y="21876"/>
                  <a:pt x="5012864" y="-2446"/>
                  <a:pt x="4882134" y="18288"/>
                </a:cubicBezTo>
                <a:cubicBezTo>
                  <a:pt x="4751404" y="39022"/>
                  <a:pt x="4313676" y="-3937"/>
                  <a:pt x="4167835" y="18288"/>
                </a:cubicBezTo>
                <a:cubicBezTo>
                  <a:pt x="4021994" y="40513"/>
                  <a:pt x="3715729" y="50049"/>
                  <a:pt x="3394558" y="18288"/>
                </a:cubicBezTo>
                <a:cubicBezTo>
                  <a:pt x="3073387" y="-13473"/>
                  <a:pt x="3093227" y="29828"/>
                  <a:pt x="2798216" y="18288"/>
                </a:cubicBezTo>
                <a:cubicBezTo>
                  <a:pt x="2503205" y="6748"/>
                  <a:pt x="2297615" y="22459"/>
                  <a:pt x="2024939" y="18288"/>
                </a:cubicBezTo>
                <a:cubicBezTo>
                  <a:pt x="1752263" y="14117"/>
                  <a:pt x="1629814" y="-5485"/>
                  <a:pt x="1487576" y="18288"/>
                </a:cubicBezTo>
                <a:cubicBezTo>
                  <a:pt x="1345338" y="42061"/>
                  <a:pt x="1238885" y="15810"/>
                  <a:pt x="1009193" y="18288"/>
                </a:cubicBezTo>
                <a:cubicBezTo>
                  <a:pt x="779501" y="20766"/>
                  <a:pt x="441829" y="-24679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5897880" h="18288" stroke="0" extrusionOk="0">
                <a:moveTo>
                  <a:pt x="0" y="0"/>
                </a:moveTo>
                <a:cubicBezTo>
                  <a:pt x="196299" y="-26676"/>
                  <a:pt x="463834" y="6738"/>
                  <a:pt x="596341" y="0"/>
                </a:cubicBezTo>
                <a:cubicBezTo>
                  <a:pt x="728848" y="-6738"/>
                  <a:pt x="857267" y="1845"/>
                  <a:pt x="1074725" y="0"/>
                </a:cubicBezTo>
                <a:cubicBezTo>
                  <a:pt x="1292183" y="-1845"/>
                  <a:pt x="1545672" y="3744"/>
                  <a:pt x="1848002" y="0"/>
                </a:cubicBezTo>
                <a:cubicBezTo>
                  <a:pt x="2150332" y="-3744"/>
                  <a:pt x="2306688" y="-14526"/>
                  <a:pt x="2444344" y="0"/>
                </a:cubicBezTo>
                <a:cubicBezTo>
                  <a:pt x="2582000" y="14526"/>
                  <a:pt x="2761095" y="-11862"/>
                  <a:pt x="3040685" y="0"/>
                </a:cubicBezTo>
                <a:cubicBezTo>
                  <a:pt x="3320275" y="11862"/>
                  <a:pt x="3622320" y="-32867"/>
                  <a:pt x="3813962" y="0"/>
                </a:cubicBezTo>
                <a:cubicBezTo>
                  <a:pt x="4005604" y="32867"/>
                  <a:pt x="4117810" y="-10778"/>
                  <a:pt x="4351325" y="0"/>
                </a:cubicBezTo>
                <a:cubicBezTo>
                  <a:pt x="4584840" y="10778"/>
                  <a:pt x="4963783" y="-32384"/>
                  <a:pt x="5124602" y="0"/>
                </a:cubicBezTo>
                <a:cubicBezTo>
                  <a:pt x="5285421" y="32384"/>
                  <a:pt x="5705238" y="-29538"/>
                  <a:pt x="5897880" y="0"/>
                </a:cubicBezTo>
                <a:cubicBezTo>
                  <a:pt x="5898220" y="5688"/>
                  <a:pt x="5897711" y="13142"/>
                  <a:pt x="5897880" y="18288"/>
                </a:cubicBezTo>
                <a:cubicBezTo>
                  <a:pt x="5630425" y="-1425"/>
                  <a:pt x="5532865" y="12244"/>
                  <a:pt x="5242560" y="18288"/>
                </a:cubicBezTo>
                <a:cubicBezTo>
                  <a:pt x="4952255" y="24332"/>
                  <a:pt x="4783060" y="5748"/>
                  <a:pt x="4646219" y="18288"/>
                </a:cubicBezTo>
                <a:cubicBezTo>
                  <a:pt x="4509378" y="30828"/>
                  <a:pt x="4163771" y="-13995"/>
                  <a:pt x="3872941" y="18288"/>
                </a:cubicBezTo>
                <a:cubicBezTo>
                  <a:pt x="3582111" y="50571"/>
                  <a:pt x="3362704" y="-1402"/>
                  <a:pt x="3099664" y="18288"/>
                </a:cubicBezTo>
                <a:cubicBezTo>
                  <a:pt x="2836624" y="37978"/>
                  <a:pt x="2747441" y="19657"/>
                  <a:pt x="2562301" y="18288"/>
                </a:cubicBezTo>
                <a:cubicBezTo>
                  <a:pt x="2377161" y="16919"/>
                  <a:pt x="2104946" y="21735"/>
                  <a:pt x="1906981" y="18288"/>
                </a:cubicBezTo>
                <a:cubicBezTo>
                  <a:pt x="1709016" y="14841"/>
                  <a:pt x="1304654" y="-2323"/>
                  <a:pt x="1133704" y="18288"/>
                </a:cubicBezTo>
                <a:cubicBezTo>
                  <a:pt x="962754" y="38899"/>
                  <a:pt x="457048" y="2985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ketch line 2">
            <a:extLst>
              <a:ext uri="{FF2B5EF4-FFF2-40B4-BE49-F238E27FC236}">
                <a16:creationId xmlns:a16="http://schemas.microsoft.com/office/drawing/2014/main" id="{8FFD9892-EDE5-4886-A313-66099DA8C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0653" y="5626353"/>
            <a:ext cx="3479619" cy="18288"/>
          </a:xfrm>
          <a:custGeom>
            <a:avLst/>
            <a:gdLst>
              <a:gd name="csX0" fmla="*/ 0 w 3479619"/>
              <a:gd name="csY0" fmla="*/ 0 h 18288"/>
              <a:gd name="csX1" fmla="*/ 661128 w 3479619"/>
              <a:gd name="csY1" fmla="*/ 0 h 18288"/>
              <a:gd name="csX2" fmla="*/ 1357051 w 3479619"/>
              <a:gd name="csY2" fmla="*/ 0 h 18288"/>
              <a:gd name="csX3" fmla="*/ 2087771 w 3479619"/>
              <a:gd name="csY3" fmla="*/ 0 h 18288"/>
              <a:gd name="csX4" fmla="*/ 2818491 w 3479619"/>
              <a:gd name="csY4" fmla="*/ 0 h 18288"/>
              <a:gd name="csX5" fmla="*/ 3479619 w 3479619"/>
              <a:gd name="csY5" fmla="*/ 0 h 18288"/>
              <a:gd name="csX6" fmla="*/ 3479619 w 3479619"/>
              <a:gd name="csY6" fmla="*/ 18288 h 18288"/>
              <a:gd name="csX7" fmla="*/ 2714103 w 3479619"/>
              <a:gd name="csY7" fmla="*/ 18288 h 18288"/>
              <a:gd name="csX8" fmla="*/ 1948587 w 3479619"/>
              <a:gd name="csY8" fmla="*/ 18288 h 18288"/>
              <a:gd name="csX9" fmla="*/ 1252663 w 3479619"/>
              <a:gd name="csY9" fmla="*/ 18288 h 18288"/>
              <a:gd name="csX10" fmla="*/ 0 w 3479619"/>
              <a:gd name="csY10" fmla="*/ 18288 h 18288"/>
              <a:gd name="csX11" fmla="*/ 0 w 3479619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479619" h="18288" fill="none" extrusionOk="0">
                <a:moveTo>
                  <a:pt x="0" y="0"/>
                </a:moveTo>
                <a:cubicBezTo>
                  <a:pt x="178395" y="-3637"/>
                  <a:pt x="368619" y="-28254"/>
                  <a:pt x="661128" y="0"/>
                </a:cubicBezTo>
                <a:cubicBezTo>
                  <a:pt x="953637" y="28254"/>
                  <a:pt x="1022982" y="-4416"/>
                  <a:pt x="1357051" y="0"/>
                </a:cubicBezTo>
                <a:cubicBezTo>
                  <a:pt x="1691120" y="4416"/>
                  <a:pt x="1729558" y="27777"/>
                  <a:pt x="2087771" y="0"/>
                </a:cubicBezTo>
                <a:cubicBezTo>
                  <a:pt x="2445984" y="-27777"/>
                  <a:pt x="2592094" y="4429"/>
                  <a:pt x="2818491" y="0"/>
                </a:cubicBezTo>
                <a:cubicBezTo>
                  <a:pt x="3044888" y="-4429"/>
                  <a:pt x="3204567" y="26471"/>
                  <a:pt x="3479619" y="0"/>
                </a:cubicBezTo>
                <a:cubicBezTo>
                  <a:pt x="3478910" y="8157"/>
                  <a:pt x="3479206" y="12125"/>
                  <a:pt x="3479619" y="18288"/>
                </a:cubicBezTo>
                <a:cubicBezTo>
                  <a:pt x="3315855" y="-2963"/>
                  <a:pt x="3094885" y="26965"/>
                  <a:pt x="2714103" y="18288"/>
                </a:cubicBezTo>
                <a:cubicBezTo>
                  <a:pt x="2333321" y="9611"/>
                  <a:pt x="2260528" y="-15335"/>
                  <a:pt x="1948587" y="18288"/>
                </a:cubicBezTo>
                <a:cubicBezTo>
                  <a:pt x="1636646" y="51911"/>
                  <a:pt x="1489816" y="46369"/>
                  <a:pt x="1252663" y="18288"/>
                </a:cubicBezTo>
                <a:cubicBezTo>
                  <a:pt x="1015510" y="-9793"/>
                  <a:pt x="519812" y="-12177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479619" h="18288" stroke="0" extrusionOk="0">
                <a:moveTo>
                  <a:pt x="0" y="0"/>
                </a:moveTo>
                <a:cubicBezTo>
                  <a:pt x="326045" y="25020"/>
                  <a:pt x="425411" y="-17676"/>
                  <a:pt x="661128" y="0"/>
                </a:cubicBezTo>
                <a:cubicBezTo>
                  <a:pt x="896845" y="17676"/>
                  <a:pt x="1124825" y="1478"/>
                  <a:pt x="1252663" y="0"/>
                </a:cubicBezTo>
                <a:cubicBezTo>
                  <a:pt x="1380502" y="-1478"/>
                  <a:pt x="1694914" y="11788"/>
                  <a:pt x="2018179" y="0"/>
                </a:cubicBezTo>
                <a:cubicBezTo>
                  <a:pt x="2341444" y="-11788"/>
                  <a:pt x="2451167" y="12596"/>
                  <a:pt x="2679307" y="0"/>
                </a:cubicBezTo>
                <a:cubicBezTo>
                  <a:pt x="2907447" y="-12596"/>
                  <a:pt x="3094555" y="23821"/>
                  <a:pt x="3479619" y="0"/>
                </a:cubicBezTo>
                <a:cubicBezTo>
                  <a:pt x="3479355" y="4493"/>
                  <a:pt x="3480003" y="9472"/>
                  <a:pt x="3479619" y="18288"/>
                </a:cubicBezTo>
                <a:cubicBezTo>
                  <a:pt x="3311729" y="36782"/>
                  <a:pt x="3015946" y="7938"/>
                  <a:pt x="2783695" y="18288"/>
                </a:cubicBezTo>
                <a:cubicBezTo>
                  <a:pt x="2551444" y="28638"/>
                  <a:pt x="2398767" y="-13940"/>
                  <a:pt x="2018179" y="18288"/>
                </a:cubicBezTo>
                <a:cubicBezTo>
                  <a:pt x="1637591" y="50516"/>
                  <a:pt x="1634873" y="-6356"/>
                  <a:pt x="1426644" y="18288"/>
                </a:cubicBezTo>
                <a:cubicBezTo>
                  <a:pt x="1218415" y="42932"/>
                  <a:pt x="1006973" y="4094"/>
                  <a:pt x="730720" y="18288"/>
                </a:cubicBezTo>
                <a:cubicBezTo>
                  <a:pt x="454467" y="32482"/>
                  <a:pt x="291313" y="3910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445277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3C994B4-9721-4148-9EEC-6793CECDE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3" y="-1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D95E49-763A-4886-B038-82F734740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25F6AD-9418-4374-8ECA-3780082B1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699899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7AD0EC-A55D-B607-CB6D-135E4ED57D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6403" y="576263"/>
            <a:ext cx="5905738" cy="2967606"/>
          </a:xfrm>
        </p:spPr>
        <p:txBody>
          <a:bodyPr anchor="b">
            <a:normAutofit/>
          </a:bodyPr>
          <a:lstStyle/>
          <a:p>
            <a:pPr algn="l"/>
            <a:r>
              <a:rPr lang="es-ES" sz="4400" b="1"/>
              <a:t>2. Eficiencia del Desempeño (Performance Efficiency)</a:t>
            </a:r>
            <a:br>
              <a:rPr lang="es-ES" sz="4400" b="1"/>
            </a:br>
            <a:endParaRPr lang="es-GT" sz="440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E9D7D4-CDAB-7BD6-05E0-41F91C3786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6403" y="3764975"/>
            <a:ext cx="5905738" cy="2192683"/>
          </a:xfrm>
        </p:spPr>
        <p:txBody>
          <a:bodyPr>
            <a:normAutofit/>
          </a:bodyPr>
          <a:lstStyle/>
          <a:p>
            <a:pPr algn="l"/>
            <a:r>
              <a:rPr lang="es-ES" sz="2200" dirty="0"/>
              <a:t>Uso adecuado de recursos.</a:t>
            </a:r>
          </a:p>
          <a:p>
            <a:pPr algn="l"/>
            <a:r>
              <a:rPr lang="es-ES" sz="2200" dirty="0"/>
              <a:t>Tiempo de respuesta óptimo.</a:t>
            </a:r>
          </a:p>
          <a:p>
            <a:pPr algn="l"/>
            <a:r>
              <a:rPr lang="es-ES" sz="2200" dirty="0"/>
              <a:t>Capacidad de procesamiento.</a:t>
            </a:r>
          </a:p>
          <a:p>
            <a:pPr algn="l"/>
            <a:endParaRPr lang="es-GT" sz="2200" dirty="0"/>
          </a:p>
        </p:txBody>
      </p:sp>
      <p:pic>
        <p:nvPicPr>
          <p:cNvPr id="5" name="Picture 4" descr="Diseño de escaleras en 3D">
            <a:extLst>
              <a:ext uri="{FF2B5EF4-FFF2-40B4-BE49-F238E27FC236}">
                <a16:creationId xmlns:a16="http://schemas.microsoft.com/office/drawing/2014/main" id="{509CF771-9528-6BFC-8EAB-592379D704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895" r="23230"/>
          <a:stretch>
            <a:fillRect/>
          </a:stretch>
        </p:blipFill>
        <p:spPr>
          <a:xfrm>
            <a:off x="-1521" y="-1"/>
            <a:ext cx="4286246" cy="685799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B083774-A903-4B1B-BC6A-94C1F048E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284831" y="0"/>
            <a:ext cx="324851" cy="6857992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1E07EB8-B07C-4EF5-8DE2-6B03F3EC8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39679CC-0AEA-4729-827F-5738C1051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3081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E2CC403-21CD-41DF-BAC4-329D7FF03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E6E19A-09A5-59AC-7E49-420C9992E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828" y="1147158"/>
            <a:ext cx="6038470" cy="4713316"/>
          </a:xfrm>
        </p:spPr>
        <p:txBody>
          <a:bodyPr anchor="ctr">
            <a:normAutofit/>
          </a:bodyPr>
          <a:lstStyle/>
          <a:p>
            <a:pPr algn="l"/>
            <a:r>
              <a:rPr lang="es-GT" dirty="0"/>
              <a:t>Compatibilidad (</a:t>
            </a:r>
            <a:r>
              <a:rPr lang="es-GT" dirty="0" err="1"/>
              <a:t>Compatibility</a:t>
            </a:r>
            <a:r>
              <a:rPr lang="es-GT" dirty="0"/>
              <a:t>)</a:t>
            </a:r>
            <a:endParaRPr lang="es-GT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13AA5FE-3FFC-4725-9ADD-E428544EC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A70700-3F72-44D4-8175-FEB2B9B23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093C0F6-5741-4C9D-90FF-A25824BFC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21B2E1B-E962-432C-ADA1-2934CE3C5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7653717E-6F8C-43E0-9893-C03AE87D1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BB14B4-EC3F-47C7-9AF3-B0E017B75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66160" y="391886"/>
            <a:ext cx="402901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442B57-6A46-79D7-8143-2DF27DA6788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030590" y="1687486"/>
            <a:ext cx="3300156" cy="36368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GT" altLang="es-GT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Coexistencia con otros sistemas.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GT" altLang="es-GT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Interoperabilidad.</a:t>
            </a:r>
          </a:p>
        </p:txBody>
      </p:sp>
    </p:spTree>
    <p:extLst>
      <p:ext uri="{BB962C8B-B14F-4D97-AF65-F5344CB8AC3E}">
        <p14:creationId xmlns:p14="http://schemas.microsoft.com/office/powerpoint/2010/main" val="236130203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9A37367-D5AF-AC50-9A2A-D66D4D695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Bef>
                <a:spcPct val="0"/>
              </a:spcBef>
            </a:pPr>
            <a:r>
              <a:rPr lang="en-US" sz="4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Usabilidad (Usability)</a:t>
            </a:r>
            <a:br>
              <a:rPr lang="en-US" sz="4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A2BDF2-CC8B-1C80-EA3E-F95AAF25E5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Facilidad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aprendizaje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Facilidad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uso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Accesibilidad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Protección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contra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errores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del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usuario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2182167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nos que se agarran">
            <a:extLst>
              <a:ext uri="{FF2B5EF4-FFF2-40B4-BE49-F238E27FC236}">
                <a16:creationId xmlns:a16="http://schemas.microsoft.com/office/drawing/2014/main" id="{AD7539EA-05B9-3317-8759-51FB92FC9B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17" r="3666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645626-272C-CEF4-8022-36A3C659E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35402" y="743447"/>
            <a:ext cx="344576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s-ES" sz="5200" b="1"/>
              <a:t>Fiabilidad (Reliability)</a:t>
            </a:r>
            <a:br>
              <a:rPr lang="es-ES" sz="5200" b="1"/>
            </a:br>
            <a:endParaRPr lang="es-GT" sz="520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64493F-B9D7-9B81-B132-256BF0A95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s-ES" sz="1500"/>
              <a:t>Madurez.</a:t>
            </a:r>
          </a:p>
          <a:p>
            <a:pPr algn="l"/>
            <a:r>
              <a:rPr lang="es-ES" sz="1500"/>
              <a:t>Disponibilidad.</a:t>
            </a:r>
          </a:p>
          <a:p>
            <a:pPr algn="l"/>
            <a:r>
              <a:rPr lang="es-ES" sz="1500"/>
              <a:t>Tolerancia a fallos.</a:t>
            </a:r>
          </a:p>
          <a:p>
            <a:pPr algn="l"/>
            <a:r>
              <a:rPr lang="es-ES" sz="1500"/>
              <a:t>Capacidad de recuperación.</a:t>
            </a:r>
          </a:p>
          <a:p>
            <a:pPr algn="l"/>
            <a:endParaRPr lang="es-GT" sz="1500"/>
          </a:p>
        </p:txBody>
      </p:sp>
    </p:spTree>
    <p:extLst>
      <p:ext uri="{BB962C8B-B14F-4D97-AF65-F5344CB8AC3E}">
        <p14:creationId xmlns:p14="http://schemas.microsoft.com/office/powerpoint/2010/main" val="152285989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9575C17-77E9-5097-BF16-C1E1E1047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90414" y="640080"/>
            <a:ext cx="4758458" cy="3566160"/>
          </a:xfrm>
        </p:spPr>
        <p:txBody>
          <a:bodyPr anchor="b">
            <a:normAutofit/>
          </a:bodyPr>
          <a:lstStyle/>
          <a:p>
            <a:pPr algn="l"/>
            <a:r>
              <a:rPr lang="es-ES" sz="6100" b="1" dirty="0"/>
              <a:t>6. Seguridad (Security)</a:t>
            </a:r>
            <a:br>
              <a:rPr lang="es-ES" sz="6100" b="1" dirty="0"/>
            </a:br>
            <a:br>
              <a:rPr lang="es-ES" sz="6100" dirty="0"/>
            </a:br>
            <a:endParaRPr lang="es-GT" sz="61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345E003-B1AA-3F0F-7BD6-B26425B788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90412" y="4636008"/>
            <a:ext cx="4758459" cy="1572768"/>
          </a:xfrm>
        </p:spPr>
        <p:txBody>
          <a:bodyPr>
            <a:normAutofit/>
          </a:bodyPr>
          <a:lstStyle/>
          <a:p>
            <a:pPr algn="l"/>
            <a:r>
              <a:rPr lang="es-ES"/>
              <a:t>Confidencialidad.</a:t>
            </a:r>
            <a:br>
              <a:rPr lang="es-ES"/>
            </a:br>
            <a:r>
              <a:rPr lang="es-ES"/>
              <a:t>Integridad.</a:t>
            </a:r>
            <a:br>
              <a:rPr lang="es-ES"/>
            </a:br>
            <a:r>
              <a:rPr lang="es-ES"/>
              <a:t>Autenticidad.</a:t>
            </a:r>
            <a:br>
              <a:rPr lang="es-ES"/>
            </a:br>
            <a:r>
              <a:rPr lang="es-ES"/>
              <a:t>Responsabilidad (trazabilidad).</a:t>
            </a:r>
            <a:endParaRPr lang="es-GT"/>
          </a:p>
        </p:txBody>
      </p:sp>
      <p:pic>
        <p:nvPicPr>
          <p:cNvPr id="5" name="Picture 4" descr="Arte digital de un candado">
            <a:extLst>
              <a:ext uri="{FF2B5EF4-FFF2-40B4-BE49-F238E27FC236}">
                <a16:creationId xmlns:a16="http://schemas.microsoft.com/office/drawing/2014/main" id="{34527CA6-783F-C0F7-DF83-6A949119BF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" r="34454" b="-2"/>
          <a:stretch>
            <a:fillRect/>
          </a:stretch>
        </p:blipFill>
        <p:spPr>
          <a:xfrm>
            <a:off x="20" y="10"/>
            <a:ext cx="6108141" cy="6857990"/>
          </a:xfrm>
          <a:custGeom>
            <a:avLst/>
            <a:gdLst/>
            <a:ahLst/>
            <a:cxnLst/>
            <a:rect l="l" t="t" r="r" b="b"/>
            <a:pathLst>
              <a:path w="6108161" h="6858000">
                <a:moveTo>
                  <a:pt x="0" y="0"/>
                </a:moveTo>
                <a:lnTo>
                  <a:pt x="2058355" y="0"/>
                </a:lnTo>
                <a:lnTo>
                  <a:pt x="3299791" y="0"/>
                </a:lnTo>
                <a:lnTo>
                  <a:pt x="6076880" y="0"/>
                </a:lnTo>
                <a:lnTo>
                  <a:pt x="6078171" y="10931"/>
                </a:lnTo>
                <a:cubicBezTo>
                  <a:pt x="6093300" y="94836"/>
                  <a:pt x="6090630" y="179884"/>
                  <a:pt x="6094698" y="264297"/>
                </a:cubicBezTo>
                <a:cubicBezTo>
                  <a:pt x="6099656" y="367652"/>
                  <a:pt x="6093427" y="471135"/>
                  <a:pt x="6091266" y="574617"/>
                </a:cubicBezTo>
                <a:cubicBezTo>
                  <a:pt x="6089359" y="662717"/>
                  <a:pt x="6080587" y="750690"/>
                  <a:pt x="6083384" y="838916"/>
                </a:cubicBezTo>
                <a:cubicBezTo>
                  <a:pt x="6083384" y="841968"/>
                  <a:pt x="6083384" y="845019"/>
                  <a:pt x="6083384" y="848070"/>
                </a:cubicBezTo>
                <a:cubicBezTo>
                  <a:pt x="6075375" y="945068"/>
                  <a:pt x="6075375" y="1042576"/>
                  <a:pt x="6083384" y="1139574"/>
                </a:cubicBezTo>
                <a:cubicBezTo>
                  <a:pt x="6085964" y="1179950"/>
                  <a:pt x="6085240" y="1220466"/>
                  <a:pt x="6081223" y="1260728"/>
                </a:cubicBezTo>
                <a:cubicBezTo>
                  <a:pt x="6077409" y="1311960"/>
                  <a:pt x="6065204" y="1364083"/>
                  <a:pt x="6073976" y="1414934"/>
                </a:cubicBezTo>
                <a:cubicBezTo>
                  <a:pt x="6079722" y="1456784"/>
                  <a:pt x="6082913" y="1498940"/>
                  <a:pt x="6083511" y="1541172"/>
                </a:cubicBezTo>
                <a:cubicBezTo>
                  <a:pt x="6087833" y="1635755"/>
                  <a:pt x="6083638" y="1730847"/>
                  <a:pt x="6082112" y="1825685"/>
                </a:cubicBezTo>
                <a:cubicBezTo>
                  <a:pt x="6080205" y="1936286"/>
                  <a:pt x="6083002" y="2046634"/>
                  <a:pt x="6074103" y="2157235"/>
                </a:cubicBezTo>
                <a:cubicBezTo>
                  <a:pt x="6069145" y="2246581"/>
                  <a:pt x="6069145" y="2336130"/>
                  <a:pt x="6074103" y="2425476"/>
                </a:cubicBezTo>
                <a:cubicBezTo>
                  <a:pt x="6076519" y="2507473"/>
                  <a:pt x="6088850" y="2588454"/>
                  <a:pt x="6086816" y="2671214"/>
                </a:cubicBezTo>
                <a:cubicBezTo>
                  <a:pt x="6084401" y="2767832"/>
                  <a:pt x="6072959" y="2863940"/>
                  <a:pt x="6076519" y="2960685"/>
                </a:cubicBezTo>
                <a:cubicBezTo>
                  <a:pt x="6078171" y="3006832"/>
                  <a:pt x="6078299" y="3052980"/>
                  <a:pt x="6079316" y="3099127"/>
                </a:cubicBezTo>
                <a:cubicBezTo>
                  <a:pt x="6080333" y="3154682"/>
                  <a:pt x="6090376" y="3210110"/>
                  <a:pt x="6084782" y="3265665"/>
                </a:cubicBezTo>
                <a:cubicBezTo>
                  <a:pt x="6075502" y="3358087"/>
                  <a:pt x="6051475" y="3448857"/>
                  <a:pt x="6066476" y="3543567"/>
                </a:cubicBezTo>
                <a:cubicBezTo>
                  <a:pt x="6074739" y="3595690"/>
                  <a:pt x="6084146" y="3647940"/>
                  <a:pt x="6088850" y="3700571"/>
                </a:cubicBezTo>
                <a:cubicBezTo>
                  <a:pt x="6093045" y="3747608"/>
                  <a:pt x="6103724" y="3795408"/>
                  <a:pt x="6095588" y="3842191"/>
                </a:cubicBezTo>
                <a:cubicBezTo>
                  <a:pt x="6088723" y="3882237"/>
                  <a:pt x="6092410" y="3922282"/>
                  <a:pt x="6087070" y="3962327"/>
                </a:cubicBezTo>
                <a:cubicBezTo>
                  <a:pt x="6080078" y="4014831"/>
                  <a:pt x="6076265" y="4068352"/>
                  <a:pt x="6071052" y="4121111"/>
                </a:cubicBezTo>
                <a:cubicBezTo>
                  <a:pt x="6066221" y="4169038"/>
                  <a:pt x="6062662" y="4216838"/>
                  <a:pt x="6075375" y="4261841"/>
                </a:cubicBezTo>
                <a:cubicBezTo>
                  <a:pt x="6106394" y="4375112"/>
                  <a:pt x="6089359" y="4487748"/>
                  <a:pt x="6077663" y="4600257"/>
                </a:cubicBezTo>
                <a:cubicBezTo>
                  <a:pt x="6071942" y="4655049"/>
                  <a:pt x="6063552" y="4712765"/>
                  <a:pt x="6076265" y="4762853"/>
                </a:cubicBezTo>
                <a:cubicBezTo>
                  <a:pt x="6099783" y="4851716"/>
                  <a:pt x="6081350" y="4936764"/>
                  <a:pt x="6071179" y="5021432"/>
                </a:cubicBezTo>
                <a:cubicBezTo>
                  <a:pt x="6061009" y="5106099"/>
                  <a:pt x="6058594" y="5189495"/>
                  <a:pt x="6076392" y="5272637"/>
                </a:cubicBezTo>
                <a:cubicBezTo>
                  <a:pt x="6088850" y="5331116"/>
                  <a:pt x="6088850" y="5390612"/>
                  <a:pt x="6090376" y="5449600"/>
                </a:cubicBezTo>
                <a:cubicBezTo>
                  <a:pt x="6091266" y="5486339"/>
                  <a:pt x="6077663" y="5523842"/>
                  <a:pt x="6068637" y="5560582"/>
                </a:cubicBezTo>
                <a:cubicBezTo>
                  <a:pt x="6052364" y="5626943"/>
                  <a:pt x="6046517" y="5694321"/>
                  <a:pt x="6068637" y="5759029"/>
                </a:cubicBezTo>
                <a:cubicBezTo>
                  <a:pt x="6099148" y="5848655"/>
                  <a:pt x="6116691" y="5938407"/>
                  <a:pt x="6103978" y="6033117"/>
                </a:cubicBezTo>
                <a:cubicBezTo>
                  <a:pt x="6096732" y="6091724"/>
                  <a:pt x="6094952" y="6151347"/>
                  <a:pt x="6084019" y="6209190"/>
                </a:cubicBezTo>
                <a:cubicBezTo>
                  <a:pt x="6065713" y="6304790"/>
                  <a:pt x="6072196" y="6399882"/>
                  <a:pt x="6086816" y="6494211"/>
                </a:cubicBezTo>
                <a:cubicBezTo>
                  <a:pt x="6096897" y="6573081"/>
                  <a:pt x="6097965" y="6652829"/>
                  <a:pt x="6089994" y="6731941"/>
                </a:cubicBezTo>
                <a:lnTo>
                  <a:pt x="6081268" y="6858000"/>
                </a:lnTo>
                <a:lnTo>
                  <a:pt x="3299791" y="6858000"/>
                </a:lnTo>
                <a:lnTo>
                  <a:pt x="205835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82580482-BA80-420A-8A05-C58E97F2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1142" y="4409267"/>
            <a:ext cx="4242816" cy="18288"/>
          </a:xfrm>
          <a:custGeom>
            <a:avLst/>
            <a:gdLst>
              <a:gd name="csX0" fmla="*/ 0 w 4242816"/>
              <a:gd name="csY0" fmla="*/ 0 h 18288"/>
              <a:gd name="csX1" fmla="*/ 690973 w 4242816"/>
              <a:gd name="csY1" fmla="*/ 0 h 18288"/>
              <a:gd name="csX2" fmla="*/ 1212233 w 4242816"/>
              <a:gd name="csY2" fmla="*/ 0 h 18288"/>
              <a:gd name="csX3" fmla="*/ 1860778 w 4242816"/>
              <a:gd name="csY3" fmla="*/ 0 h 18288"/>
              <a:gd name="csX4" fmla="*/ 2424466 w 4242816"/>
              <a:gd name="csY4" fmla="*/ 0 h 18288"/>
              <a:gd name="csX5" fmla="*/ 3115439 w 4242816"/>
              <a:gd name="csY5" fmla="*/ 0 h 18288"/>
              <a:gd name="csX6" fmla="*/ 3636699 w 4242816"/>
              <a:gd name="csY6" fmla="*/ 0 h 18288"/>
              <a:gd name="csX7" fmla="*/ 4242816 w 4242816"/>
              <a:gd name="csY7" fmla="*/ 0 h 18288"/>
              <a:gd name="csX8" fmla="*/ 4242816 w 4242816"/>
              <a:gd name="csY8" fmla="*/ 18288 h 18288"/>
              <a:gd name="csX9" fmla="*/ 3636699 w 4242816"/>
              <a:gd name="csY9" fmla="*/ 18288 h 18288"/>
              <a:gd name="csX10" fmla="*/ 3030583 w 4242816"/>
              <a:gd name="csY10" fmla="*/ 18288 h 18288"/>
              <a:gd name="csX11" fmla="*/ 2466894 w 4242816"/>
              <a:gd name="csY11" fmla="*/ 18288 h 18288"/>
              <a:gd name="csX12" fmla="*/ 1988062 w 4242816"/>
              <a:gd name="csY12" fmla="*/ 18288 h 18288"/>
              <a:gd name="csX13" fmla="*/ 1466802 w 4242816"/>
              <a:gd name="csY13" fmla="*/ 18288 h 18288"/>
              <a:gd name="csX14" fmla="*/ 860686 w 4242816"/>
              <a:gd name="csY14" fmla="*/ 18288 h 18288"/>
              <a:gd name="csX15" fmla="*/ 0 w 4242816"/>
              <a:gd name="csY15" fmla="*/ 18288 h 18288"/>
              <a:gd name="csX16" fmla="*/ 0 w 4242816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2816" h="18288" fill="none" extrusionOk="0">
                <a:moveTo>
                  <a:pt x="0" y="0"/>
                </a:moveTo>
                <a:cubicBezTo>
                  <a:pt x="249934" y="1471"/>
                  <a:pt x="379877" y="-29444"/>
                  <a:pt x="690973" y="0"/>
                </a:cubicBezTo>
                <a:cubicBezTo>
                  <a:pt x="1002069" y="29444"/>
                  <a:pt x="1021583" y="17501"/>
                  <a:pt x="1212233" y="0"/>
                </a:cubicBezTo>
                <a:cubicBezTo>
                  <a:pt x="1402883" y="-17501"/>
                  <a:pt x="1678760" y="5386"/>
                  <a:pt x="1860778" y="0"/>
                </a:cubicBezTo>
                <a:cubicBezTo>
                  <a:pt x="2042796" y="-5386"/>
                  <a:pt x="2245608" y="-22401"/>
                  <a:pt x="2424466" y="0"/>
                </a:cubicBezTo>
                <a:cubicBezTo>
                  <a:pt x="2603324" y="22401"/>
                  <a:pt x="2890020" y="33806"/>
                  <a:pt x="3115439" y="0"/>
                </a:cubicBezTo>
                <a:cubicBezTo>
                  <a:pt x="3340858" y="-33806"/>
                  <a:pt x="3428300" y="18628"/>
                  <a:pt x="3636699" y="0"/>
                </a:cubicBezTo>
                <a:cubicBezTo>
                  <a:pt x="3845098" y="-18628"/>
                  <a:pt x="4108824" y="5541"/>
                  <a:pt x="4242816" y="0"/>
                </a:cubicBezTo>
                <a:cubicBezTo>
                  <a:pt x="4242066" y="4160"/>
                  <a:pt x="4243125" y="10356"/>
                  <a:pt x="4242816" y="18288"/>
                </a:cubicBezTo>
                <a:cubicBezTo>
                  <a:pt x="4113424" y="32735"/>
                  <a:pt x="3768327" y="47567"/>
                  <a:pt x="3636699" y="18288"/>
                </a:cubicBezTo>
                <a:cubicBezTo>
                  <a:pt x="3505071" y="-10991"/>
                  <a:pt x="3294208" y="-4990"/>
                  <a:pt x="3030583" y="18288"/>
                </a:cubicBezTo>
                <a:cubicBezTo>
                  <a:pt x="2766958" y="41566"/>
                  <a:pt x="2649277" y="20974"/>
                  <a:pt x="2466894" y="18288"/>
                </a:cubicBezTo>
                <a:cubicBezTo>
                  <a:pt x="2284511" y="15602"/>
                  <a:pt x="2151277" y="1154"/>
                  <a:pt x="1988062" y="18288"/>
                </a:cubicBezTo>
                <a:cubicBezTo>
                  <a:pt x="1824847" y="35422"/>
                  <a:pt x="1691359" y="9265"/>
                  <a:pt x="1466802" y="18288"/>
                </a:cubicBezTo>
                <a:cubicBezTo>
                  <a:pt x="1242245" y="27311"/>
                  <a:pt x="1006161" y="36605"/>
                  <a:pt x="860686" y="18288"/>
                </a:cubicBezTo>
                <a:cubicBezTo>
                  <a:pt x="715211" y="-29"/>
                  <a:pt x="242774" y="46538"/>
                  <a:pt x="0" y="18288"/>
                </a:cubicBezTo>
                <a:cubicBezTo>
                  <a:pt x="-146" y="11482"/>
                  <a:pt x="-422" y="5192"/>
                  <a:pt x="0" y="0"/>
                </a:cubicBezTo>
                <a:close/>
              </a:path>
              <a:path w="4242816" h="18288" stroke="0" extrusionOk="0">
                <a:moveTo>
                  <a:pt x="0" y="0"/>
                </a:moveTo>
                <a:cubicBezTo>
                  <a:pt x="259751" y="-14018"/>
                  <a:pt x="356632" y="-15007"/>
                  <a:pt x="521260" y="0"/>
                </a:cubicBezTo>
                <a:cubicBezTo>
                  <a:pt x="685888" y="15007"/>
                  <a:pt x="885786" y="5167"/>
                  <a:pt x="1212233" y="0"/>
                </a:cubicBezTo>
                <a:cubicBezTo>
                  <a:pt x="1538680" y="-5167"/>
                  <a:pt x="1458849" y="7951"/>
                  <a:pt x="1691065" y="0"/>
                </a:cubicBezTo>
                <a:cubicBezTo>
                  <a:pt x="1923281" y="-7951"/>
                  <a:pt x="1985780" y="-16303"/>
                  <a:pt x="2169897" y="0"/>
                </a:cubicBezTo>
                <a:cubicBezTo>
                  <a:pt x="2354014" y="16303"/>
                  <a:pt x="2633054" y="-2739"/>
                  <a:pt x="2776014" y="0"/>
                </a:cubicBezTo>
                <a:cubicBezTo>
                  <a:pt x="2918974" y="2739"/>
                  <a:pt x="3112688" y="-15682"/>
                  <a:pt x="3339702" y="0"/>
                </a:cubicBezTo>
                <a:cubicBezTo>
                  <a:pt x="3566716" y="15682"/>
                  <a:pt x="4015278" y="-28467"/>
                  <a:pt x="4242816" y="0"/>
                </a:cubicBezTo>
                <a:cubicBezTo>
                  <a:pt x="4243501" y="7633"/>
                  <a:pt x="4242294" y="10002"/>
                  <a:pt x="4242816" y="18288"/>
                </a:cubicBezTo>
                <a:cubicBezTo>
                  <a:pt x="3924964" y="16283"/>
                  <a:pt x="3746362" y="-1805"/>
                  <a:pt x="3551843" y="18288"/>
                </a:cubicBezTo>
                <a:cubicBezTo>
                  <a:pt x="3357324" y="38381"/>
                  <a:pt x="3126422" y="47156"/>
                  <a:pt x="2860870" y="18288"/>
                </a:cubicBezTo>
                <a:cubicBezTo>
                  <a:pt x="2595318" y="-10580"/>
                  <a:pt x="2572437" y="11441"/>
                  <a:pt x="2297182" y="18288"/>
                </a:cubicBezTo>
                <a:cubicBezTo>
                  <a:pt x="2021927" y="25135"/>
                  <a:pt x="1916908" y="33601"/>
                  <a:pt x="1733493" y="18288"/>
                </a:cubicBezTo>
                <a:cubicBezTo>
                  <a:pt x="1550078" y="2975"/>
                  <a:pt x="1412440" y="27896"/>
                  <a:pt x="1212233" y="18288"/>
                </a:cubicBezTo>
                <a:cubicBezTo>
                  <a:pt x="1012026" y="8680"/>
                  <a:pt x="914386" y="13859"/>
                  <a:pt x="648545" y="18288"/>
                </a:cubicBezTo>
                <a:cubicBezTo>
                  <a:pt x="382704" y="22717"/>
                  <a:pt x="233522" y="39342"/>
                  <a:pt x="0" y="18288"/>
                </a:cubicBezTo>
                <a:cubicBezTo>
                  <a:pt x="-772" y="13661"/>
                  <a:pt x="-839" y="849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816483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95B9724-B915-5F94-9CAA-96E93412C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6" y="673770"/>
            <a:ext cx="3644489" cy="24144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spcBef>
                <a:spcPct val="0"/>
              </a:spcBef>
            </a:pPr>
            <a:r>
              <a:rPr lang="en-US" sz="3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Mantenibilidad (Maintainability)</a:t>
            </a:r>
            <a:endParaRPr lang="en-US" sz="3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256808-53D1-826E-734C-770F9DD9DAA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095999" y="882315"/>
            <a:ext cx="5254754" cy="52946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GT" sz="2200" b="0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Modularidad.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GT" sz="2200" b="0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Reusabilidad.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GT" sz="2200" b="0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Analizabilidad.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GT" sz="2200" b="0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Modificabilidad.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s-GT" sz="2200" b="0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Capacidad de prueba.</a:t>
            </a:r>
          </a:p>
        </p:txBody>
      </p:sp>
    </p:spTree>
    <p:extLst>
      <p:ext uri="{BB962C8B-B14F-4D97-AF65-F5344CB8AC3E}">
        <p14:creationId xmlns:p14="http://schemas.microsoft.com/office/powerpoint/2010/main" val="1665588018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0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9EA9CB-5C76-49E5-E3C2-6B71107E87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037" y="1298448"/>
            <a:ext cx="5895178" cy="4099642"/>
          </a:xfrm>
        </p:spPr>
        <p:txBody>
          <a:bodyPr anchor="b">
            <a:normAutofit/>
          </a:bodyPr>
          <a:lstStyle/>
          <a:p>
            <a:pPr algn="l"/>
            <a:r>
              <a:rPr lang="es-GT" sz="6600">
                <a:solidFill>
                  <a:srgbClr val="FFFFFF"/>
                </a:solidFill>
              </a:rPr>
              <a:t>Portabilidad (Portability)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E6E69A-ED68-9632-D45D-C7260636C61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848600" y="1122363"/>
            <a:ext cx="3505200" cy="42695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GT" altLang="es-GT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Adaptabilidad.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GT" altLang="es-GT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Instalabilidad.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GT" altLang="es-GT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Reemplazabilidad.</a:t>
            </a:r>
          </a:p>
        </p:txBody>
      </p:sp>
      <p:sp>
        <p:nvSpPr>
          <p:cNvPr id="21" name="sketch line 1">
            <a:extLst>
              <a:ext uri="{FF2B5EF4-FFF2-40B4-BE49-F238E27FC236}">
                <a16:creationId xmlns:a16="http://schemas.microsoft.com/office/drawing/2014/main" id="{32C5B66D-E390-4A14-AB60-69626CBF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62635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646273DA-F933-4D17-A5FE-B1EF87FD7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0653" y="5626353"/>
            <a:ext cx="3479619" cy="18288"/>
          </a:xfrm>
          <a:custGeom>
            <a:avLst/>
            <a:gdLst>
              <a:gd name="csX0" fmla="*/ 0 w 3479619"/>
              <a:gd name="csY0" fmla="*/ 0 h 18288"/>
              <a:gd name="csX1" fmla="*/ 661128 w 3479619"/>
              <a:gd name="csY1" fmla="*/ 0 h 18288"/>
              <a:gd name="csX2" fmla="*/ 1357051 w 3479619"/>
              <a:gd name="csY2" fmla="*/ 0 h 18288"/>
              <a:gd name="csX3" fmla="*/ 2087771 w 3479619"/>
              <a:gd name="csY3" fmla="*/ 0 h 18288"/>
              <a:gd name="csX4" fmla="*/ 2818491 w 3479619"/>
              <a:gd name="csY4" fmla="*/ 0 h 18288"/>
              <a:gd name="csX5" fmla="*/ 3479619 w 3479619"/>
              <a:gd name="csY5" fmla="*/ 0 h 18288"/>
              <a:gd name="csX6" fmla="*/ 3479619 w 3479619"/>
              <a:gd name="csY6" fmla="*/ 18288 h 18288"/>
              <a:gd name="csX7" fmla="*/ 2714103 w 3479619"/>
              <a:gd name="csY7" fmla="*/ 18288 h 18288"/>
              <a:gd name="csX8" fmla="*/ 1948587 w 3479619"/>
              <a:gd name="csY8" fmla="*/ 18288 h 18288"/>
              <a:gd name="csX9" fmla="*/ 1252663 w 3479619"/>
              <a:gd name="csY9" fmla="*/ 18288 h 18288"/>
              <a:gd name="csX10" fmla="*/ 0 w 3479619"/>
              <a:gd name="csY10" fmla="*/ 18288 h 18288"/>
              <a:gd name="csX11" fmla="*/ 0 w 3479619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479619" h="18288" fill="none" extrusionOk="0">
                <a:moveTo>
                  <a:pt x="0" y="0"/>
                </a:moveTo>
                <a:cubicBezTo>
                  <a:pt x="178395" y="-3637"/>
                  <a:pt x="368619" y="-28254"/>
                  <a:pt x="661128" y="0"/>
                </a:cubicBezTo>
                <a:cubicBezTo>
                  <a:pt x="953637" y="28254"/>
                  <a:pt x="1022982" y="-4416"/>
                  <a:pt x="1357051" y="0"/>
                </a:cubicBezTo>
                <a:cubicBezTo>
                  <a:pt x="1691120" y="4416"/>
                  <a:pt x="1729558" y="27777"/>
                  <a:pt x="2087771" y="0"/>
                </a:cubicBezTo>
                <a:cubicBezTo>
                  <a:pt x="2445984" y="-27777"/>
                  <a:pt x="2592094" y="4429"/>
                  <a:pt x="2818491" y="0"/>
                </a:cubicBezTo>
                <a:cubicBezTo>
                  <a:pt x="3044888" y="-4429"/>
                  <a:pt x="3204567" y="26471"/>
                  <a:pt x="3479619" y="0"/>
                </a:cubicBezTo>
                <a:cubicBezTo>
                  <a:pt x="3478910" y="8157"/>
                  <a:pt x="3479206" y="12125"/>
                  <a:pt x="3479619" y="18288"/>
                </a:cubicBezTo>
                <a:cubicBezTo>
                  <a:pt x="3315855" y="-2963"/>
                  <a:pt x="3094885" y="26965"/>
                  <a:pt x="2714103" y="18288"/>
                </a:cubicBezTo>
                <a:cubicBezTo>
                  <a:pt x="2333321" y="9611"/>
                  <a:pt x="2260528" y="-15335"/>
                  <a:pt x="1948587" y="18288"/>
                </a:cubicBezTo>
                <a:cubicBezTo>
                  <a:pt x="1636646" y="51911"/>
                  <a:pt x="1489816" y="46369"/>
                  <a:pt x="1252663" y="18288"/>
                </a:cubicBezTo>
                <a:cubicBezTo>
                  <a:pt x="1015510" y="-9793"/>
                  <a:pt x="519812" y="-12177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479619" h="18288" stroke="0" extrusionOk="0">
                <a:moveTo>
                  <a:pt x="0" y="0"/>
                </a:moveTo>
                <a:cubicBezTo>
                  <a:pt x="326045" y="25020"/>
                  <a:pt x="425411" y="-17676"/>
                  <a:pt x="661128" y="0"/>
                </a:cubicBezTo>
                <a:cubicBezTo>
                  <a:pt x="896845" y="17676"/>
                  <a:pt x="1124825" y="1478"/>
                  <a:pt x="1252663" y="0"/>
                </a:cubicBezTo>
                <a:cubicBezTo>
                  <a:pt x="1380502" y="-1478"/>
                  <a:pt x="1694914" y="11788"/>
                  <a:pt x="2018179" y="0"/>
                </a:cubicBezTo>
                <a:cubicBezTo>
                  <a:pt x="2341444" y="-11788"/>
                  <a:pt x="2451167" y="12596"/>
                  <a:pt x="2679307" y="0"/>
                </a:cubicBezTo>
                <a:cubicBezTo>
                  <a:pt x="2907447" y="-12596"/>
                  <a:pt x="3094555" y="23821"/>
                  <a:pt x="3479619" y="0"/>
                </a:cubicBezTo>
                <a:cubicBezTo>
                  <a:pt x="3479355" y="4493"/>
                  <a:pt x="3480003" y="9472"/>
                  <a:pt x="3479619" y="18288"/>
                </a:cubicBezTo>
                <a:cubicBezTo>
                  <a:pt x="3311729" y="36782"/>
                  <a:pt x="3015946" y="7938"/>
                  <a:pt x="2783695" y="18288"/>
                </a:cubicBezTo>
                <a:cubicBezTo>
                  <a:pt x="2551444" y="28638"/>
                  <a:pt x="2398767" y="-13940"/>
                  <a:pt x="2018179" y="18288"/>
                </a:cubicBezTo>
                <a:cubicBezTo>
                  <a:pt x="1637591" y="50516"/>
                  <a:pt x="1634873" y="-6356"/>
                  <a:pt x="1426644" y="18288"/>
                </a:cubicBezTo>
                <a:cubicBezTo>
                  <a:pt x="1218415" y="42932"/>
                  <a:pt x="1006973" y="4094"/>
                  <a:pt x="730720" y="18288"/>
                </a:cubicBezTo>
                <a:cubicBezTo>
                  <a:pt x="454467" y="32482"/>
                  <a:pt x="291313" y="3910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28154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E4674C6-F346-BD34-79A4-88ACD06DA3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9278" y="1233241"/>
            <a:ext cx="3240506" cy="40646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Bef>
                <a:spcPct val="0"/>
              </a:spcBef>
            </a:pPr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Calidad en Uso (Quality in Use)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078262-3BE7-6E99-3365-49105F6BF5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820880"/>
            <a:ext cx="5257799" cy="48893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Evalúa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cómo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usuario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experimenta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sistema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un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contexto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real.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9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Incluye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5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características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9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9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Eficacia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El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usuario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logra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sus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objetivos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correctamente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9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Eficiencia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Logra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objetivos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menor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esfuerzo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posible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9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Satisfacción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Experiencia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positiva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9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Ausencia</a:t>
            </a:r>
            <a:r>
              <a:rPr lang="en-US" sz="19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Riesgo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Minimiza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impactos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negativos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9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Cobertura</a:t>
            </a:r>
            <a:r>
              <a:rPr lang="en-US" sz="19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del </a:t>
            </a:r>
            <a:r>
              <a:rPr lang="en-US" sz="19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Contexto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Funciona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diferentes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entornos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</a:t>
            </a:r>
            <a:r>
              <a:rPr lang="en-US" sz="19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situaciones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9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180377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88A012-21CA-4D96-9AAB-CA3E17869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A876530-C000-10AB-85B6-149FC1B1A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3111" y="640081"/>
            <a:ext cx="5138808" cy="3592768"/>
          </a:xfrm>
          <a:noFill/>
        </p:spPr>
        <p:txBody>
          <a:bodyPr>
            <a:normAutofit/>
          </a:bodyPr>
          <a:lstStyle/>
          <a:p>
            <a:r>
              <a:rPr lang="es-GT" dirty="0"/>
              <a:t>Importancia de ISO/IEC 25010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48EEB4-7682-130C-A3C9-CFCDA60A0CC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413110" y="4371278"/>
            <a:ext cx="5138809" cy="1846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Permite </a:t>
            </a:r>
            <a:r>
              <a:rPr kumimoji="0" lang="es-GT" altLang="es-GT" sz="13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definir criterios medibles de calidad.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Sirve como base para auditorías y certificaciones.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Ayuda en la mejora continua del software.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Facilita la evaluación objetiva en proyectos académicos y empresariales.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Es ampliamente utilizada en documentación técnica bajo estándares IEEE.</a:t>
            </a:r>
          </a:p>
        </p:txBody>
      </p:sp>
      <p:pic>
        <p:nvPicPr>
          <p:cNvPr id="6" name="Picture 5" descr="Trayecto en solitario">
            <a:extLst>
              <a:ext uri="{FF2B5EF4-FFF2-40B4-BE49-F238E27FC236}">
                <a16:creationId xmlns:a16="http://schemas.microsoft.com/office/drawing/2014/main" id="{C1433F79-DD89-5349-FF33-C3FDFBBC46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03" r="2872" b="2"/>
          <a:stretch>
            <a:fillRect/>
          </a:stretch>
        </p:blipFill>
        <p:spPr>
          <a:xfrm>
            <a:off x="-1" y="891540"/>
            <a:ext cx="5776079" cy="5071110"/>
          </a:xfrm>
          <a:prstGeom prst="rect">
            <a:avLst/>
          </a:prstGeom>
          <a:effectLst>
            <a:outerShdw blurRad="406400" dist="317500" dir="5400000" sx="89000" sy="89000" rotWithShape="0">
              <a:prstClr val="black">
                <a:alpha val="1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83031336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5F80C5-8D7D-E4A9-5D2E-50EE76E12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6826" y="1112969"/>
            <a:ext cx="3937298" cy="41660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Bef>
                <a:spcPct val="0"/>
              </a:spcBef>
            </a:pPr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Diferencia con ISO/IEC 9126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C0695B-6074-77FC-C7C2-B13B07C70D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820880"/>
            <a:ext cx="5257799" cy="48893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 ISO/IEC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25010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reemplaza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la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antigua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ISO/IEC 9126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Mejorando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estructura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agregando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nuevas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características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como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Seguridad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ampliando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definición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calidad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uso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422102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194976-2507-8689-6B27-C71B89901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Resumen Técnico Formal</a:t>
            </a:r>
            <a:br>
              <a:rPr lang="es-GT" dirty="0"/>
            </a:br>
            <a:endParaRPr lang="es-G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43CD584-80B6-1A30-D386-6DCE8A8275A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s-ES" dirty="0"/>
              <a:t>Se utiliza en:</a:t>
            </a:r>
          </a:p>
          <a:p>
            <a:r>
              <a:rPr lang="es-ES" dirty="0"/>
              <a:t>Ingeniería de Software</a:t>
            </a:r>
          </a:p>
          <a:p>
            <a:r>
              <a:rPr lang="es-ES" dirty="0"/>
              <a:t>Gestión de calidad</a:t>
            </a:r>
          </a:p>
          <a:p>
            <a:r>
              <a:rPr lang="es-ES" dirty="0"/>
              <a:t>Auditorías tecnológicas</a:t>
            </a:r>
          </a:p>
          <a:p>
            <a:r>
              <a:rPr lang="es-ES" dirty="0"/>
              <a:t>Evaluación de proyectos académicos</a:t>
            </a:r>
          </a:p>
          <a:p>
            <a:endParaRPr lang="es-GT" dirty="0"/>
          </a:p>
        </p:txBody>
      </p:sp>
      <p:graphicFrame>
        <p:nvGraphicFramePr>
          <p:cNvPr id="6" name="Subtítulo 2">
            <a:extLst>
              <a:ext uri="{FF2B5EF4-FFF2-40B4-BE49-F238E27FC236}">
                <a16:creationId xmlns:a16="http://schemas.microsoft.com/office/drawing/2014/main" id="{23CE43C4-D6EC-2126-154E-A3D92F278003}"/>
              </a:ext>
            </a:extLst>
          </p:cNvPr>
          <p:cNvGraphicFramePr/>
          <p:nvPr/>
        </p:nvGraphicFramePr>
        <p:xfrm>
          <a:off x="838200" y="1825625"/>
          <a:ext cx="5181600" cy="4351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8293310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>
            <a:spLocks noGrp="1"/>
          </p:cNvSpPr>
          <p:nvPr>
            <p:ph type="ctrTitle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s-ES" sz="5400" dirty="0" err="1"/>
              <a:t>Kubernetes</a:t>
            </a:r>
            <a:endParaRPr dirty="0"/>
          </a:p>
        </p:txBody>
      </p:sp>
      <p:sp>
        <p:nvSpPr>
          <p:cNvPr id="114" name="Google Shape;114;p1"/>
          <p:cNvSpPr/>
          <p:nvPr/>
        </p:nvSpPr>
        <p:spPr>
          <a:xfrm>
            <a:off x="640080" y="2586994"/>
            <a:ext cx="3474720" cy="18288"/>
          </a:xfrm>
          <a:custGeom>
            <a:avLst/>
            <a:gdLst/>
            <a:ahLst/>
            <a:cxnLst/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>
            <a:spLocks noGrp="1"/>
          </p:cNvSpPr>
          <p:nvPr>
            <p:ph type="subTitle" idx="1"/>
          </p:nvPr>
        </p:nvSpPr>
        <p:spPr>
          <a:xfrm>
            <a:off x="640080" y="2872899"/>
            <a:ext cx="4243589" cy="332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954"/>
              <a:buNone/>
            </a:pPr>
            <a:endParaRPr sz="2974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8485"/>
              <a:buNone/>
            </a:pPr>
            <a:r>
              <a:rPr lang="es-ES" sz="5716" b="1" dirty="0"/>
              <a:t>Semana 5: </a:t>
            </a:r>
            <a:r>
              <a:rPr lang="es-ES" sz="5716" b="1" dirty="0" err="1"/>
              <a:t>Kubernetes</a:t>
            </a:r>
            <a:endParaRPr sz="5716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8485"/>
              <a:buNone/>
            </a:pPr>
            <a:endParaRPr sz="5716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8485"/>
              <a:buNone/>
            </a:pPr>
            <a:r>
              <a:rPr lang="es-GT" sz="5716" b="1" dirty="0"/>
              <a:t>Kevin Pozuelos</a:t>
            </a:r>
            <a:endParaRPr sz="5716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9286"/>
              <a:buNone/>
            </a:pPr>
            <a:endParaRPr sz="2774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9286"/>
              <a:buNone/>
            </a:pPr>
            <a:endParaRPr sz="2774" b="1" dirty="0"/>
          </a:p>
          <a:p>
            <a:pPr marL="0" lvl="0" indent="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200" dirty="0"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032"/>
              <a:buNone/>
            </a:pPr>
            <a:endParaRPr dirty="0"/>
          </a:p>
          <a:p>
            <a:pPr marL="0" lvl="0" indent="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200" dirty="0"/>
          </a:p>
        </p:txBody>
      </p:sp>
      <p:pic>
        <p:nvPicPr>
          <p:cNvPr id="116" name="Google Shape;116;p1"/>
          <p:cNvPicPr preferRelativeResize="0"/>
          <p:nvPr/>
        </p:nvPicPr>
        <p:blipFill rotWithShape="1">
          <a:blip r:embed="rId3">
            <a:alphaModFix/>
          </a:blip>
          <a:srcRect l="2957" r="29087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 extrusionOk="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1f0a58de352_0_2"/>
          <p:cNvPicPr preferRelativeResize="0"/>
          <p:nvPr/>
        </p:nvPicPr>
        <p:blipFill rotWithShape="1">
          <a:blip r:embed="rId3">
            <a:alphaModFix amt="35000"/>
          </a:blip>
          <a:srcRect t="3637" b="11966"/>
          <a:stretch/>
        </p:blipFill>
        <p:spPr>
          <a:xfrm>
            <a:off x="20" y="1"/>
            <a:ext cx="1219198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1f0a58de352_0_2"/>
          <p:cNvSpPr txBox="1">
            <a:spLocks noGrp="1"/>
          </p:cNvSpPr>
          <p:nvPr>
            <p:ph type="title"/>
          </p:nvPr>
        </p:nvSpPr>
        <p:spPr>
          <a:xfrm>
            <a:off x="838200" y="1065850"/>
            <a:ext cx="10792800" cy="46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s-ES" sz="6500"/>
              <a:t>Espacio para dudas</a:t>
            </a:r>
            <a:endParaRPr sz="65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"/>
          <p:cNvPicPr preferRelativeResize="0"/>
          <p:nvPr/>
        </p:nvPicPr>
        <p:blipFill rotWithShape="1">
          <a:blip r:embed="rId3">
            <a:alphaModFix amt="35000"/>
          </a:blip>
          <a:srcRect t="3635" r="-2" b="11967"/>
          <a:stretch/>
        </p:blipFill>
        <p:spPr>
          <a:xfrm>
            <a:off x="20" y="1"/>
            <a:ext cx="1219198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"/>
          <p:cNvSpPr txBox="1">
            <a:spLocks noGrp="1"/>
          </p:cNvSpPr>
          <p:nvPr>
            <p:ph type="title"/>
          </p:nvPr>
        </p:nvSpPr>
        <p:spPr>
          <a:xfrm>
            <a:off x="1031630" y="1065900"/>
            <a:ext cx="4052100" cy="4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s-ES"/>
              <a:t>Kubernetes: domando la ballena</a:t>
            </a: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6096001" y="0"/>
            <a:ext cx="6095980" cy="6857999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1C30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"/>
          <p:cNvSpPr txBox="1"/>
          <p:nvPr/>
        </p:nvSpPr>
        <p:spPr>
          <a:xfrm>
            <a:off x="6483875" y="846374"/>
            <a:ext cx="5559900" cy="231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También conocido como K8s, es una plataforma de código abierto para la automatización de la implementación, escalado y gestión de aplicaciones en contenedores.</a:t>
            </a:r>
            <a:endParaRPr sz="2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15338" y="3446500"/>
            <a:ext cx="4457298" cy="2507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/>
          <p:nvPr/>
        </p:nvSpPr>
        <p:spPr>
          <a:xfrm>
            <a:off x="5833240" y="0"/>
            <a:ext cx="6358759" cy="6858000"/>
          </a:xfrm>
          <a:prstGeom prst="rect">
            <a:avLst/>
          </a:prstGeom>
          <a:solidFill>
            <a:srgbClr val="757070"/>
          </a:solidFill>
          <a:ln w="25400" cap="flat" cmpd="sng">
            <a:solidFill>
              <a:srgbClr val="1C30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831724" y="1373570"/>
            <a:ext cx="4887310" cy="4110859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1C30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ES"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Sobre K8s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95150" y="737850"/>
            <a:ext cx="54390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●"/>
            </a:pPr>
            <a:r>
              <a:rPr lang="es-E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Proyecto Google (basado en Borg)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●"/>
            </a:pPr>
            <a:r>
              <a:rPr lang="es-E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Sistema de orquestacion de contenedores: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○"/>
            </a:pPr>
            <a:r>
              <a:rPr lang="es-E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Distribución inteligente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○"/>
            </a:pPr>
            <a:r>
              <a:rPr lang="es-E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Administración de cargas de trabajo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○"/>
            </a:pPr>
            <a:r>
              <a:rPr lang="es-E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Facilita la gestión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○"/>
            </a:pPr>
            <a:r>
              <a:rPr lang="es-E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Provee de alta disponibilidad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○"/>
            </a:pPr>
            <a:r>
              <a:rPr lang="es-E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Modular, flexible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/>
          <p:nvPr/>
        </p:nvSpPr>
        <p:spPr>
          <a:xfrm>
            <a:off x="-1" y="0"/>
            <a:ext cx="4654295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 txBox="1">
            <a:spLocks noGrp="1"/>
          </p:cNvSpPr>
          <p:nvPr>
            <p:ph type="title"/>
          </p:nvPr>
        </p:nvSpPr>
        <p:spPr>
          <a:xfrm>
            <a:off x="762000" y="559678"/>
            <a:ext cx="3567915" cy="4952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>
                <a:solidFill>
                  <a:schemeClr val="lt1"/>
                </a:solidFill>
              </a:rPr>
              <a:t>Comparación entre VM - Docker y K8s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78" name="Google Shape;178;p4"/>
          <p:cNvCxnSpPr/>
          <p:nvPr/>
        </p:nvCxnSpPr>
        <p:spPr>
          <a:xfrm>
            <a:off x="0" y="6199730"/>
            <a:ext cx="4297680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9" name="Google Shape;17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6051" y="1336963"/>
            <a:ext cx="7862175" cy="418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f1d637526d_2_1"/>
          <p:cNvSpPr/>
          <p:nvPr/>
        </p:nvSpPr>
        <p:spPr>
          <a:xfrm>
            <a:off x="-1" y="0"/>
            <a:ext cx="46542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1f1d637526d_2_1"/>
          <p:cNvSpPr txBox="1">
            <a:spLocks noGrp="1"/>
          </p:cNvSpPr>
          <p:nvPr>
            <p:ph type="title"/>
          </p:nvPr>
        </p:nvSpPr>
        <p:spPr>
          <a:xfrm>
            <a:off x="762000" y="559675"/>
            <a:ext cx="35679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>
                <a:solidFill>
                  <a:schemeClr val="lt1"/>
                </a:solidFill>
              </a:rPr>
              <a:t>Arquitectura de K8s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86" name="Google Shape;186;g1f1d637526d_2_1"/>
          <p:cNvCxnSpPr/>
          <p:nvPr/>
        </p:nvCxnSpPr>
        <p:spPr>
          <a:xfrm>
            <a:off x="0" y="6199730"/>
            <a:ext cx="4297800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87" name="Google Shape;187;g1f1d637526d_2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8925" y="1547125"/>
            <a:ext cx="9713075" cy="4811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"/>
          <p:cNvSpPr/>
          <p:nvPr/>
        </p:nvSpPr>
        <p:spPr>
          <a:xfrm>
            <a:off x="-1" y="0"/>
            <a:ext cx="4654295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>
            <a:spLocks noGrp="1"/>
          </p:cNvSpPr>
          <p:nvPr>
            <p:ph type="title"/>
          </p:nvPr>
        </p:nvSpPr>
        <p:spPr>
          <a:xfrm>
            <a:off x="762000" y="559678"/>
            <a:ext cx="3567915" cy="4952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>
                <a:solidFill>
                  <a:schemeClr val="lt1"/>
                </a:solidFill>
              </a:rPr>
              <a:t>Por qué usar Kubernetes y no Docker simplemente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95" name="Google Shape;195;p5"/>
          <p:cNvCxnSpPr/>
          <p:nvPr/>
        </p:nvCxnSpPr>
        <p:spPr>
          <a:xfrm>
            <a:off x="0" y="6199730"/>
            <a:ext cx="4297680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6" name="Google Shape;196;p5"/>
          <p:cNvSpPr txBox="1"/>
          <p:nvPr/>
        </p:nvSpPr>
        <p:spPr>
          <a:xfrm>
            <a:off x="5874943" y="1759551"/>
            <a:ext cx="5750100" cy="25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182825" rIns="182825" bIns="18282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Docker: ayuda a crear, empaquetar y ejecutar aplicaciones en contenedores.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Kubernetes:  ayuda a automatizar la implementación, escalado y gestión de aplicaciones en contenedores.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f1d637526d_2_10"/>
          <p:cNvSpPr/>
          <p:nvPr/>
        </p:nvSpPr>
        <p:spPr>
          <a:xfrm>
            <a:off x="-1" y="0"/>
            <a:ext cx="46542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1f1d637526d_2_10"/>
          <p:cNvSpPr txBox="1">
            <a:spLocks noGrp="1"/>
          </p:cNvSpPr>
          <p:nvPr>
            <p:ph type="title"/>
          </p:nvPr>
        </p:nvSpPr>
        <p:spPr>
          <a:xfrm>
            <a:off x="762000" y="559678"/>
            <a:ext cx="3567900" cy="49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>
                <a:solidFill>
                  <a:schemeClr val="lt1"/>
                </a:solidFill>
              </a:rPr>
              <a:t>Funcionalidades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04" name="Google Shape;204;g1f1d637526d_2_10"/>
          <p:cNvCxnSpPr/>
          <p:nvPr/>
        </p:nvCxnSpPr>
        <p:spPr>
          <a:xfrm>
            <a:off x="0" y="6199730"/>
            <a:ext cx="4297800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205" name="Google Shape;205;g1f1d637526d_2_10"/>
          <p:cNvGraphicFramePr/>
          <p:nvPr/>
        </p:nvGraphicFramePr>
        <p:xfrm>
          <a:off x="6782500" y="195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{891EB330-50F6-4ACE-A556-FCC03B3E2DE0}</a:tableStyleId>
              </a:tblPr>
              <a:tblGrid>
                <a:gridCol w="133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4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Funcionalidad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Kubernetes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Docker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Empaquetar aplicaciones en contenedores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No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Sí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Ejecutar contenedores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No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Sí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Orquestación de contenedores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Sí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No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Escalado automático de aplicaciones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Sí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No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Alta disponibilidad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Sí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No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Balanceo de carga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Sí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No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Gestión de la salud de las aplicaciones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Sí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No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Implementación de aplicaciones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Sí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No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Monitorización de aplicaciones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Sí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No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Registro de eventos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Sí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No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Seguridad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Sí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No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Facilidad de uso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Más complejo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Más sencillo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Costo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Más costoso (depende de la implementación)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/>
                        <a:t>Menos costoso</a:t>
                      </a:r>
                      <a:endParaRPr sz="1200" u="none" strike="noStrike" cap="none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4141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"/>
          <p:cNvSpPr txBox="1">
            <a:spLocks noGrp="1"/>
          </p:cNvSpPr>
          <p:nvPr>
            <p:ph type="title"/>
          </p:nvPr>
        </p:nvSpPr>
        <p:spPr>
          <a:xfrm>
            <a:off x="8042354" y="1008733"/>
            <a:ext cx="3732244" cy="4104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89"/>
              <a:buFont typeface="Calibri"/>
              <a:buNone/>
            </a:pPr>
            <a:r>
              <a:rPr lang="es-ES"/>
              <a:t>Indagando en el cluster de kubernetes</a:t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0" y="0"/>
            <a:ext cx="753652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626285" y="650014"/>
            <a:ext cx="3367217" cy="32660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152946" y="650014"/>
            <a:ext cx="2765758" cy="21367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626285" y="4088215"/>
            <a:ext cx="3367217" cy="21248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4152946" y="2947051"/>
            <a:ext cx="2765758" cy="32660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5437" y="1334638"/>
            <a:ext cx="7800975" cy="47529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/>
          <p:nvPr/>
        </p:nvSpPr>
        <p:spPr>
          <a:xfrm>
            <a:off x="0" y="0"/>
            <a:ext cx="6358759" cy="6858000"/>
          </a:xfrm>
          <a:prstGeom prst="rect">
            <a:avLst/>
          </a:prstGeom>
          <a:solidFill>
            <a:srgbClr val="757070"/>
          </a:solidFill>
          <a:ln w="25400" cap="flat" cmpd="sng">
            <a:solidFill>
              <a:srgbClr val="1C30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641129" y="657881"/>
            <a:ext cx="5076497" cy="5542238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1C30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ES"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de nodos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 txBox="1"/>
          <p:nvPr/>
        </p:nvSpPr>
        <p:spPr>
          <a:xfrm>
            <a:off x="6999888" y="848482"/>
            <a:ext cx="43761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0" i="0" u="none" strike="noStrike" cap="none">
                <a:solidFill>
                  <a:srgbClr val="E6E6E6"/>
                </a:solidFill>
                <a:latin typeface="Arial"/>
                <a:ea typeface="Arial"/>
                <a:cs typeface="Arial"/>
                <a:sym typeface="Arial"/>
              </a:rPr>
              <a:t>Existen 3 tipos de nodos</a:t>
            </a:r>
            <a:endParaRPr sz="2400" b="0" i="0" u="none" strike="noStrike" cap="none">
              <a:solidFill>
                <a:srgbClr val="E6E6E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E6E6E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2400"/>
              <a:buFont typeface="Arial"/>
              <a:buChar char="●"/>
            </a:pPr>
            <a:r>
              <a:rPr lang="es-ES" sz="2400" b="0" i="0" u="none" strike="noStrike" cap="none">
                <a:solidFill>
                  <a:srgbClr val="E6E6E6"/>
                </a:solidFill>
                <a:latin typeface="Arial"/>
                <a:ea typeface="Arial"/>
                <a:cs typeface="Arial"/>
                <a:sym typeface="Arial"/>
              </a:rPr>
              <a:t>Deployments</a:t>
            </a:r>
            <a:endParaRPr sz="2400" b="0" i="0" u="none" strike="noStrike" cap="none">
              <a:solidFill>
                <a:srgbClr val="E6E6E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2400"/>
              <a:buFont typeface="Arial"/>
              <a:buChar char="●"/>
            </a:pPr>
            <a:r>
              <a:rPr lang="es-ES" sz="2400" b="0" i="0" u="none" strike="noStrike" cap="none">
                <a:solidFill>
                  <a:srgbClr val="E6E6E6"/>
                </a:solidFill>
                <a:latin typeface="Arial"/>
                <a:ea typeface="Arial"/>
                <a:cs typeface="Arial"/>
                <a:sym typeface="Arial"/>
              </a:rPr>
              <a:t>Cronjob</a:t>
            </a:r>
            <a:endParaRPr sz="2400" b="0" i="0" u="none" strike="noStrike" cap="none">
              <a:solidFill>
                <a:srgbClr val="E6E6E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2400"/>
              <a:buFont typeface="Arial"/>
              <a:buChar char="●"/>
            </a:pPr>
            <a:r>
              <a:rPr lang="es-ES" sz="2400" b="0" i="0" u="none" strike="noStrike" cap="none">
                <a:solidFill>
                  <a:srgbClr val="E6E6E6"/>
                </a:solidFill>
                <a:latin typeface="Arial"/>
                <a:ea typeface="Arial"/>
                <a:cs typeface="Arial"/>
                <a:sym typeface="Arial"/>
              </a:rPr>
              <a:t>Services</a:t>
            </a:r>
            <a:endParaRPr sz="2400" b="0" i="0" u="none" strike="noStrike" cap="none">
              <a:solidFill>
                <a:srgbClr val="E6E6E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f1d637526d_2_22"/>
          <p:cNvSpPr/>
          <p:nvPr/>
        </p:nvSpPr>
        <p:spPr>
          <a:xfrm>
            <a:off x="-1" y="0"/>
            <a:ext cx="46542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1f1d637526d_2_22"/>
          <p:cNvSpPr txBox="1">
            <a:spLocks noGrp="1"/>
          </p:cNvSpPr>
          <p:nvPr>
            <p:ph type="title"/>
          </p:nvPr>
        </p:nvSpPr>
        <p:spPr>
          <a:xfrm>
            <a:off x="762000" y="559678"/>
            <a:ext cx="3567900" cy="49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>
                <a:solidFill>
                  <a:schemeClr val="lt1"/>
                </a:solidFill>
              </a:rPr>
              <a:t>Deployments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33" name="Google Shape;233;g1f1d637526d_2_22"/>
          <p:cNvCxnSpPr/>
          <p:nvPr/>
        </p:nvCxnSpPr>
        <p:spPr>
          <a:xfrm>
            <a:off x="0" y="6199730"/>
            <a:ext cx="4297800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4" name="Google Shape;234;g1f1d637526d_2_22"/>
          <p:cNvSpPr txBox="1"/>
          <p:nvPr/>
        </p:nvSpPr>
        <p:spPr>
          <a:xfrm>
            <a:off x="5827150" y="900650"/>
            <a:ext cx="5425500" cy="3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Objeto que representa una estrategia de implementación para una aplicación en contenedores. Permite definir cómo se implementarán y actualizarán las pods de tu aplicación a lo largo del tiempo.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f1d637526d_2_37"/>
          <p:cNvSpPr/>
          <p:nvPr/>
        </p:nvSpPr>
        <p:spPr>
          <a:xfrm>
            <a:off x="-1" y="0"/>
            <a:ext cx="46542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1f1d637526d_2_37"/>
          <p:cNvSpPr txBox="1">
            <a:spLocks noGrp="1"/>
          </p:cNvSpPr>
          <p:nvPr>
            <p:ph type="title"/>
          </p:nvPr>
        </p:nvSpPr>
        <p:spPr>
          <a:xfrm>
            <a:off x="499150" y="559675"/>
            <a:ext cx="3939000" cy="49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>
                <a:solidFill>
                  <a:schemeClr val="lt1"/>
                </a:solidFill>
              </a:rPr>
              <a:t>Beneficios de los deployments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42" name="Google Shape;242;g1f1d637526d_2_37"/>
          <p:cNvCxnSpPr/>
          <p:nvPr/>
        </p:nvCxnSpPr>
        <p:spPr>
          <a:xfrm>
            <a:off x="0" y="6199730"/>
            <a:ext cx="4297800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3" name="Google Shape;243;g1f1d637526d_2_37"/>
          <p:cNvSpPr txBox="1"/>
          <p:nvPr/>
        </p:nvSpPr>
        <p:spPr>
          <a:xfrm>
            <a:off x="5827150" y="900650"/>
            <a:ext cx="5425500" cy="53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s-E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Automatización: Despliega tu aplicación automáticamente sin necesidad de intervenir manualmente.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s-E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versiones: Permite realizar un seguimiento de las diferentes versiones de tu aplicación.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s-E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Actualizaciones sin interrupciones: Actualiza tu aplicación sin afectar a los usuarios finales.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s-E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Escalabilidad: Puedes escalar tu aplicación horizontalmente aumentando o disminuyendo el número de pods en ejecución.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s-E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Reversibilidad: Puedes revertir a una versión anterior de tu aplicación si hay algún problema.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"/>
          <p:cNvSpPr/>
          <p:nvPr/>
        </p:nvSpPr>
        <p:spPr>
          <a:xfrm>
            <a:off x="5833240" y="0"/>
            <a:ext cx="6358800" cy="6858000"/>
          </a:xfrm>
          <a:prstGeom prst="rect">
            <a:avLst/>
          </a:prstGeom>
          <a:solidFill>
            <a:srgbClr val="757070"/>
          </a:solidFill>
          <a:ln w="25400" cap="flat" cmpd="sng">
            <a:solidFill>
              <a:srgbClr val="1C30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92125" y="0"/>
            <a:ext cx="8007748" cy="6616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f1d637526d_2_46"/>
          <p:cNvSpPr/>
          <p:nvPr/>
        </p:nvSpPr>
        <p:spPr>
          <a:xfrm>
            <a:off x="-1" y="0"/>
            <a:ext cx="46542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1f1d637526d_2_46"/>
          <p:cNvSpPr txBox="1">
            <a:spLocks noGrp="1"/>
          </p:cNvSpPr>
          <p:nvPr>
            <p:ph type="title"/>
          </p:nvPr>
        </p:nvSpPr>
        <p:spPr>
          <a:xfrm>
            <a:off x="762000" y="559678"/>
            <a:ext cx="3567900" cy="49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>
                <a:solidFill>
                  <a:schemeClr val="lt1"/>
                </a:solidFill>
              </a:rPr>
              <a:t>Cronjobs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58" name="Google Shape;258;g1f1d637526d_2_46"/>
          <p:cNvCxnSpPr/>
          <p:nvPr/>
        </p:nvCxnSpPr>
        <p:spPr>
          <a:xfrm>
            <a:off x="0" y="6199730"/>
            <a:ext cx="4297800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9" name="Google Shape;259;g1f1d637526d_2_46"/>
          <p:cNvSpPr txBox="1"/>
          <p:nvPr/>
        </p:nvSpPr>
        <p:spPr>
          <a:xfrm>
            <a:off x="5827150" y="900650"/>
            <a:ext cx="54255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CronJob en Kubernetes es un objeto que te permite ejecutar tareas recurrentes a intervalos regulares. Es una herramienta ideal para automatizar tareas como: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E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Copias de seguridad: Realizar copias de seguridad de tus datos de forma regular.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E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Eliminación de datos: Eliminar datos antiguos o innecesarios de forma automática.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E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Procesamiento de datos: Procesar datos de forma periódica.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E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Envío de notificaciones: Enviar notificaciones por correo electrónico o SMS a intervalos regulares.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f1d637526d_2_54"/>
          <p:cNvSpPr/>
          <p:nvPr/>
        </p:nvSpPr>
        <p:spPr>
          <a:xfrm>
            <a:off x="-1" y="0"/>
            <a:ext cx="46542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1f1d637526d_2_54"/>
          <p:cNvSpPr txBox="1">
            <a:spLocks noGrp="1"/>
          </p:cNvSpPr>
          <p:nvPr>
            <p:ph type="title"/>
          </p:nvPr>
        </p:nvSpPr>
        <p:spPr>
          <a:xfrm>
            <a:off x="762000" y="559678"/>
            <a:ext cx="3567900" cy="49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>
                <a:solidFill>
                  <a:schemeClr val="lt1"/>
                </a:solidFill>
              </a:rPr>
              <a:t>Beneficios de los Cronjobs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67" name="Google Shape;267;g1f1d637526d_2_54"/>
          <p:cNvCxnSpPr/>
          <p:nvPr/>
        </p:nvCxnSpPr>
        <p:spPr>
          <a:xfrm>
            <a:off x="0" y="6199730"/>
            <a:ext cx="4297800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8" name="Google Shape;268;g1f1d637526d_2_54"/>
          <p:cNvSpPr txBox="1"/>
          <p:nvPr/>
        </p:nvSpPr>
        <p:spPr>
          <a:xfrm>
            <a:off x="5827150" y="900650"/>
            <a:ext cx="5425500" cy="35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Beneficios de usar CronJobs: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E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Automatización: Automatiza tareas recurrentes para que no tengas que ejecutarlas manualmente.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E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Precisión: Ejecuta las tareas a intervalos precisos.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E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Escalabilidad: Puedes ejecutar CronJobs en múltiples nodos de tu clúster de Kubernetes.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E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Confiabilidad: Kubernetes se encarga de reiniciar los CronJobs si fallan.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f1d637526d_2_62"/>
          <p:cNvSpPr/>
          <p:nvPr/>
        </p:nvSpPr>
        <p:spPr>
          <a:xfrm>
            <a:off x="-1" y="0"/>
            <a:ext cx="46542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g1f1d637526d_2_62"/>
          <p:cNvCxnSpPr/>
          <p:nvPr/>
        </p:nvCxnSpPr>
        <p:spPr>
          <a:xfrm>
            <a:off x="0" y="6199730"/>
            <a:ext cx="4297800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76" name="Google Shape;276;g1f1d637526d_2_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04624" y="250050"/>
            <a:ext cx="7233001" cy="6106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f1d637526d_2_71"/>
          <p:cNvSpPr/>
          <p:nvPr/>
        </p:nvSpPr>
        <p:spPr>
          <a:xfrm>
            <a:off x="-1" y="0"/>
            <a:ext cx="46542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1f1d637526d_2_71"/>
          <p:cNvSpPr txBox="1">
            <a:spLocks noGrp="1"/>
          </p:cNvSpPr>
          <p:nvPr>
            <p:ph type="title"/>
          </p:nvPr>
        </p:nvSpPr>
        <p:spPr>
          <a:xfrm>
            <a:off x="762000" y="559678"/>
            <a:ext cx="3567900" cy="49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>
                <a:solidFill>
                  <a:schemeClr val="lt1"/>
                </a:solidFill>
              </a:rPr>
              <a:t>Services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84" name="Google Shape;284;g1f1d637526d_2_71"/>
          <p:cNvCxnSpPr/>
          <p:nvPr/>
        </p:nvCxnSpPr>
        <p:spPr>
          <a:xfrm>
            <a:off x="0" y="6199730"/>
            <a:ext cx="4297800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5" name="Google Shape;285;g1f1d637526d_2_71"/>
          <p:cNvSpPr txBox="1"/>
          <p:nvPr/>
        </p:nvSpPr>
        <p:spPr>
          <a:xfrm>
            <a:off x="5783725" y="2108875"/>
            <a:ext cx="5436600" cy="19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s-ES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Service en Kubernetes es un objeto que exporta un conjunto de pods como un único servicio de red. Permite a los pods acceder entre sí y a los usuarios externos acceder a las aplicaciones que se ejecutan en los pods.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f1d637526d_2_79"/>
          <p:cNvSpPr/>
          <p:nvPr/>
        </p:nvSpPr>
        <p:spPr>
          <a:xfrm>
            <a:off x="-1" y="0"/>
            <a:ext cx="46542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1f1d637526d_2_79"/>
          <p:cNvSpPr txBox="1">
            <a:spLocks noGrp="1"/>
          </p:cNvSpPr>
          <p:nvPr>
            <p:ph type="title"/>
          </p:nvPr>
        </p:nvSpPr>
        <p:spPr>
          <a:xfrm>
            <a:off x="762000" y="559678"/>
            <a:ext cx="3567900" cy="49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>
                <a:solidFill>
                  <a:schemeClr val="lt1"/>
                </a:solidFill>
              </a:rPr>
              <a:t>Beneficios de los services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93" name="Google Shape;293;g1f1d637526d_2_79"/>
          <p:cNvCxnSpPr/>
          <p:nvPr/>
        </p:nvCxnSpPr>
        <p:spPr>
          <a:xfrm>
            <a:off x="0" y="6199730"/>
            <a:ext cx="4297800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4" name="Google Shape;294;g1f1d637526d_2_79"/>
          <p:cNvSpPr txBox="1"/>
          <p:nvPr/>
        </p:nvSpPr>
        <p:spPr>
          <a:xfrm>
            <a:off x="5772875" y="264175"/>
            <a:ext cx="5436600" cy="58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Beneficios de usar Services: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s-ES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Abstracción: Oculta la complejidad de los pods al usuario final.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s-ES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Balanceo de carga: Distribuye el tráfico entre los pods de forma uniforme.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s-ES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Escalabilidad: Permite escalar tu aplicación horizontalmente sin necesidad de modificar el código.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s-ES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Disponibilidad: Garantiza que tu aplicación siempre esté disponible para los usuarios finales.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s-ES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Enrutamiento flexible: Permite enrutar el tráfico a diferentes pods en función de diferentes criterios.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f1d637526d_2_89"/>
          <p:cNvSpPr/>
          <p:nvPr/>
        </p:nvSpPr>
        <p:spPr>
          <a:xfrm>
            <a:off x="-1" y="0"/>
            <a:ext cx="46542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1f1d637526d_2_89"/>
          <p:cNvSpPr txBox="1">
            <a:spLocks noGrp="1"/>
          </p:cNvSpPr>
          <p:nvPr>
            <p:ph type="title"/>
          </p:nvPr>
        </p:nvSpPr>
        <p:spPr>
          <a:xfrm>
            <a:off x="762000" y="559678"/>
            <a:ext cx="3567900" cy="49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>
                <a:solidFill>
                  <a:schemeClr val="lt1"/>
                </a:solidFill>
              </a:rPr>
              <a:t>Subtipos de services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302" name="Google Shape;302;g1f1d637526d_2_89"/>
          <p:cNvCxnSpPr/>
          <p:nvPr/>
        </p:nvCxnSpPr>
        <p:spPr>
          <a:xfrm>
            <a:off x="0" y="6199730"/>
            <a:ext cx="4297800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3" name="Google Shape;303;g1f1d637526d_2_89"/>
          <p:cNvSpPr txBox="1"/>
          <p:nvPr/>
        </p:nvSpPr>
        <p:spPr>
          <a:xfrm>
            <a:off x="5664375" y="1350475"/>
            <a:ext cx="5436600" cy="3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s-ES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ClusterIP: Solo accesible desde dentro del clúster.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s-ES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NodePort: Accesible desde cualquier nodo del clúster.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s-ES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LoadBalancer: Accesible desde Internet mediante un balanceador de carga externo.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f1d637526d_2_99"/>
          <p:cNvSpPr/>
          <p:nvPr/>
        </p:nvSpPr>
        <p:spPr>
          <a:xfrm>
            <a:off x="-1" y="0"/>
            <a:ext cx="46542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g1f1d637526d_2_99"/>
          <p:cNvCxnSpPr/>
          <p:nvPr/>
        </p:nvCxnSpPr>
        <p:spPr>
          <a:xfrm>
            <a:off x="0" y="6199730"/>
            <a:ext cx="4297800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11" name="Google Shape;311;g1f1d637526d_2_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89800" y="859024"/>
            <a:ext cx="6149000" cy="454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8F83B6-3266-760C-EE4F-1A8AE8F0C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s-GT" dirty="0"/>
              <a:t>¿Qué es Helm en </a:t>
            </a:r>
            <a:r>
              <a:rPr lang="es-GT" dirty="0" err="1"/>
              <a:t>Kubernetes</a:t>
            </a:r>
            <a:r>
              <a:rPr lang="es-GT" dirty="0"/>
              <a:t>?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0B04B9-E7F1-55D0-5C5C-B858E5A30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r>
              <a:rPr lang="es-ES" sz="2600" b="1"/>
              <a:t>Helm</a:t>
            </a:r>
            <a:r>
              <a:rPr lang="es-ES" sz="2600"/>
              <a:t> es el </a:t>
            </a:r>
            <a:r>
              <a:rPr lang="es-ES" sz="2600" b="1"/>
              <a:t>gestor de paquetes oficial de </a:t>
            </a:r>
            <a:r>
              <a:rPr lang="es-ES" sz="2600" b="1" err="1"/>
              <a:t>Kubernetes</a:t>
            </a:r>
            <a:r>
              <a:rPr lang="es-ES" sz="2600"/>
              <a:t>.</a:t>
            </a:r>
            <a:br>
              <a:rPr lang="es-ES" sz="2600"/>
            </a:br>
            <a:r>
              <a:rPr lang="es-ES" sz="2600"/>
              <a:t>Permite </a:t>
            </a:r>
            <a:r>
              <a:rPr lang="es-ES" sz="2600" b="1"/>
              <a:t>definir, instalar y administrar aplicaciones dentro de un clúster de </a:t>
            </a:r>
            <a:r>
              <a:rPr lang="es-ES" sz="2600" b="1" err="1"/>
              <a:t>Kubernetes</a:t>
            </a:r>
            <a:r>
              <a:rPr lang="es-ES" sz="2600"/>
              <a:t> mediante paquetes llamados </a:t>
            </a:r>
            <a:r>
              <a:rPr lang="es-ES" sz="2600" b="1"/>
              <a:t>Charts</a:t>
            </a:r>
            <a:r>
              <a:rPr lang="es-ES" sz="2600"/>
              <a:t>.</a:t>
            </a:r>
          </a:p>
          <a:p>
            <a:r>
              <a:rPr lang="es-ES" sz="2600"/>
              <a:t>Si </a:t>
            </a:r>
            <a:r>
              <a:rPr lang="es-ES" sz="2600" err="1"/>
              <a:t>Kubernetes</a:t>
            </a:r>
            <a:r>
              <a:rPr lang="es-ES" sz="2600"/>
              <a:t> gestiona contenedores, </a:t>
            </a:r>
            <a:r>
              <a:rPr lang="es-ES" sz="2600" b="1"/>
              <a:t>Helm gestiona aplicaciones completas dentro de </a:t>
            </a:r>
            <a:r>
              <a:rPr lang="es-ES" sz="2600" b="1" err="1"/>
              <a:t>Kubernetes</a:t>
            </a:r>
            <a:r>
              <a:rPr lang="es-ES" sz="2600"/>
              <a:t>.</a:t>
            </a:r>
          </a:p>
          <a:p>
            <a:endParaRPr lang="es-GT" sz="26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258D4496-A649-8A80-9DE6-DD62FA17B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7184" y="1351523"/>
            <a:ext cx="3781051" cy="3510975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52564"/>
      </p:ext>
    </p:extLst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8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BD11BF7-DB76-CB1F-2CC6-F1F0CA7FE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8308"/>
            <a:ext cx="7188989" cy="1021424"/>
          </a:xfrm>
        </p:spPr>
        <p:txBody>
          <a:bodyPr anchor="b">
            <a:normAutofit/>
          </a:bodyPr>
          <a:lstStyle/>
          <a:p>
            <a:r>
              <a:rPr lang="es-GT" sz="4000">
                <a:solidFill>
                  <a:schemeClr val="bg1"/>
                </a:solidFill>
              </a:rPr>
              <a:t>¿Qué problema resuelve?</a:t>
            </a:r>
          </a:p>
        </p:txBody>
      </p:sp>
      <p:cxnSp>
        <p:nvCxnSpPr>
          <p:cNvPr id="22" name="Straight Connector 10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1440584"/>
            <a:ext cx="80271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12">
            <a:extLst>
              <a:ext uri="{FF2B5EF4-FFF2-40B4-BE49-F238E27FC236}">
                <a16:creationId xmlns:a16="http://schemas.microsoft.com/office/drawing/2014/main" id="{17C2F6CE-0CF2-4DDD-85F5-96799A328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164811" y="6267491"/>
            <a:ext cx="80271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775D405C-7DD2-C2E5-D1FF-046DB72003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0999557"/>
              </p:ext>
            </p:extLst>
          </p:nvPr>
        </p:nvGraphicFramePr>
        <p:xfrm>
          <a:off x="1392238" y="1715407"/>
          <a:ext cx="9407525" cy="4241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484558"/>
      </p:ext>
    </p:extLst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852743-5442-5B80-304E-8DD5DF48C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/>
              <a:t>Conceptos clave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920EC80C-7397-C4F4-AE11-1EA193461F68}"/>
              </a:ext>
            </a:extLst>
          </p:cNvPr>
          <p:cNvGraphicFramePr/>
          <p:nvPr/>
        </p:nvGraphicFramePr>
        <p:xfrm>
          <a:off x="838200" y="1825625"/>
          <a:ext cx="10515600" cy="4351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711970"/>
      </p:ext>
    </p:extLst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22A5E8-3ADE-0945-703F-76BBCE873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GT" sz="4000" dirty="0"/>
              <a:t>Chart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48ADE1E-7E0F-16E0-5F55-909C0A5FE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s-ES" sz="2000"/>
              <a:t>Un </a:t>
            </a:r>
            <a:r>
              <a:rPr lang="es-ES" sz="2000" b="1"/>
              <a:t>Chart</a:t>
            </a:r>
            <a:r>
              <a:rPr lang="es-ES" sz="2000"/>
              <a:t> es un paquete de Helm que contiene:</a:t>
            </a:r>
          </a:p>
          <a:p>
            <a:r>
              <a:rPr lang="es-ES" sz="2000"/>
              <a:t>Plantillas YAML</a:t>
            </a:r>
          </a:p>
          <a:p>
            <a:r>
              <a:rPr lang="es-ES" sz="2000"/>
              <a:t>Valores configurables</a:t>
            </a:r>
          </a:p>
          <a:p>
            <a:r>
              <a:rPr lang="es-ES" sz="2000"/>
              <a:t>Metadatos</a:t>
            </a:r>
          </a:p>
          <a:p>
            <a:r>
              <a:rPr lang="es-ES" sz="2000"/>
              <a:t>Es equivalente a un .deb en Linux o un .jar en Java.</a:t>
            </a:r>
          </a:p>
          <a:p>
            <a:endParaRPr lang="es-GT" sz="2000"/>
          </a:p>
        </p:txBody>
      </p:sp>
      <p:pic>
        <p:nvPicPr>
          <p:cNvPr id="5" name="Picture 4" descr="Gráficas financieras en una pantalla oscura">
            <a:extLst>
              <a:ext uri="{FF2B5EF4-FFF2-40B4-BE49-F238E27FC236}">
                <a16:creationId xmlns:a16="http://schemas.microsoft.com/office/drawing/2014/main" id="{24A6DBF1-B854-937B-5A04-E773296594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87" r="25095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371814"/>
      </p:ext>
    </p:extLst>
  </p:cSld>
  <p:clrMapOvr>
    <a:masterClrMapping/>
  </p:clrMapOvr>
  <p:transition spd="slow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5D8B46-B9CA-4EA2-3905-54B74DADB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GT" sz="4000">
                <a:solidFill>
                  <a:srgbClr val="FFFFFF"/>
                </a:solidFill>
              </a:rPr>
              <a:t>Release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F8B1D108-F682-1B03-5EC3-8DEA08AF39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349713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1537423"/>
      </p:ext>
    </p:extLst>
  </p:cSld>
  <p:clrMapOvr>
    <a:masterClrMapping/>
  </p:clrMapOvr>
  <p:transition spd="slow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35B9B31-250C-D73F-4D69-8D4C53AF3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Helm vs Kubernetes puro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9E2D41B-8CA3-E780-0AF2-221F49E483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534780"/>
              </p:ext>
            </p:extLst>
          </p:nvPr>
        </p:nvGraphicFramePr>
        <p:xfrm>
          <a:off x="432225" y="2406773"/>
          <a:ext cx="11327549" cy="3571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977951">
                  <a:extLst>
                    <a:ext uri="{9D8B030D-6E8A-4147-A177-3AD203B41FA5}">
                      <a16:colId xmlns:a16="http://schemas.microsoft.com/office/drawing/2014/main" val="1787739351"/>
                    </a:ext>
                  </a:extLst>
                </a:gridCol>
                <a:gridCol w="5349598">
                  <a:extLst>
                    <a:ext uri="{9D8B030D-6E8A-4147-A177-3AD203B41FA5}">
                      <a16:colId xmlns:a16="http://schemas.microsoft.com/office/drawing/2014/main" val="444196369"/>
                    </a:ext>
                  </a:extLst>
                </a:gridCol>
              </a:tblGrid>
              <a:tr h="714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Sin Helm</a:t>
                      </a:r>
                    </a:p>
                  </a:txBody>
                  <a:tcPr marL="294330" marR="176598" marT="176598" marB="176598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Con Helm</a:t>
                      </a:r>
                    </a:p>
                  </a:txBody>
                  <a:tcPr marL="294330" marR="176598" marT="176598" marB="17659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79143"/>
                  </a:ext>
                </a:extLst>
              </a:tr>
              <a:tr h="714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Muchos YAML manuales</a:t>
                      </a:r>
                    </a:p>
                  </a:txBody>
                  <a:tcPr marL="294330" marR="176598" marT="176598" marB="176598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Un solo Chart</a:t>
                      </a:r>
                    </a:p>
                  </a:txBody>
                  <a:tcPr marL="294330" marR="176598" marT="176598" marB="17659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168182"/>
                  </a:ext>
                </a:extLst>
              </a:tr>
              <a:tr h="714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Configuración repetitiva</a:t>
                      </a:r>
                    </a:p>
                  </a:txBody>
                  <a:tcPr marL="294330" marR="176598" marT="176598" marB="176598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Variables reutilizables</a:t>
                      </a:r>
                    </a:p>
                  </a:txBody>
                  <a:tcPr marL="294330" marR="176598" marT="176598" marB="17659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226481"/>
                  </a:ext>
                </a:extLst>
              </a:tr>
              <a:tr h="714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Difícil versionado</a:t>
                      </a:r>
                    </a:p>
                  </a:txBody>
                  <a:tcPr marL="294330" marR="176598" marT="176598" marB="176598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Versionado automático</a:t>
                      </a:r>
                    </a:p>
                  </a:txBody>
                  <a:tcPr marL="294330" marR="176598" marT="176598" marB="17659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85654"/>
                  </a:ext>
                </a:extLst>
              </a:tr>
              <a:tr h="714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Actualizaciones complejas</a:t>
                      </a:r>
                    </a:p>
                  </a:txBody>
                  <a:tcPr marL="294330" marR="176598" marT="176598" marB="176598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21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urier New" panose="02070309020205020404" pitchFamily="49" charset="0"/>
                        </a:rPr>
                        <a:t>helm</a:t>
                      </a:r>
                      <a:r>
                        <a:rPr lang="es-GT" sz="2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s-GT" sz="21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urier New" panose="02070309020205020404" pitchFamily="49" charset="0"/>
                        </a:rPr>
                        <a:t>upgrade</a:t>
                      </a:r>
                      <a:endParaRPr lang="es-GT" sz="2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94330" marR="176598" marT="176598" marB="17659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969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84389"/>
      </p:ext>
    </p:extLst>
  </p:cSld>
  <p:clrMapOvr>
    <a:masterClrMapping/>
  </p:clrMapOvr>
  <p:transition spd="slow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5C9A79-AABE-7AF3-151D-90A7C9A05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s-GT" sz="4000"/>
              <a:t>Values.yaml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8F9902-A83C-6BAA-28A1-C3E9381C9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s-GT" sz="2000" dirty="0"/>
              <a:t>Archivo donde se configuran variables como:</a:t>
            </a:r>
          </a:p>
          <a:p>
            <a:r>
              <a:rPr lang="es-GT" sz="2000" dirty="0"/>
              <a:t>Número de réplicas</a:t>
            </a:r>
          </a:p>
          <a:p>
            <a:r>
              <a:rPr lang="es-GT" sz="2000" dirty="0"/>
              <a:t>Imagen Docker</a:t>
            </a:r>
          </a:p>
          <a:p>
            <a:r>
              <a:rPr lang="es-GT" sz="2000" dirty="0"/>
              <a:t>Puertos</a:t>
            </a:r>
          </a:p>
          <a:p>
            <a:r>
              <a:rPr lang="es-GT" sz="2000" dirty="0"/>
              <a:t>Recursos (CPU / RAM)</a:t>
            </a:r>
          </a:p>
          <a:p>
            <a:endParaRPr lang="es-GT" sz="2000" dirty="0"/>
          </a:p>
        </p:txBody>
      </p:sp>
      <p:pic>
        <p:nvPicPr>
          <p:cNvPr id="5" name="Picture 4" descr="Archivos en carpetas">
            <a:extLst>
              <a:ext uri="{FF2B5EF4-FFF2-40B4-BE49-F238E27FC236}">
                <a16:creationId xmlns:a16="http://schemas.microsoft.com/office/drawing/2014/main" id="{4A022BA7-9C4B-A0C2-B8A5-5776D92F8B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902" r="23262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70593347"/>
      </p:ext>
    </p:extLst>
  </p:cSld>
  <p:clrMapOvr>
    <a:masterClrMapping/>
  </p:clrMapOvr>
  <p:transition spd="slow"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"/>
          <p:cNvSpPr txBox="1"/>
          <p:nvPr/>
        </p:nvSpPr>
        <p:spPr>
          <a:xfrm>
            <a:off x="3692774" y="3101552"/>
            <a:ext cx="4806454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7"/>
              </a:lnSpc>
              <a:buSzPts val="5199"/>
            </a:pPr>
            <a:r>
              <a:rPr lang="es-ES" sz="3600" dirty="0"/>
              <a:t>Espacio para dudas</a:t>
            </a:r>
            <a:endParaRPr lang="es-GT" sz="933" dirty="0"/>
          </a:p>
        </p:txBody>
      </p:sp>
      <p:pic>
        <p:nvPicPr>
          <p:cNvPr id="149" name="Google Shape;149;p3" title="Gemini_Generated_Image_sfb0qdsfb0qdsfb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75993"/>
            <a:ext cx="3489573" cy="4782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4afea4f63_0_141"/>
          <p:cNvSpPr txBox="1"/>
          <p:nvPr/>
        </p:nvSpPr>
        <p:spPr>
          <a:xfrm>
            <a:off x="3860993" y="4531302"/>
            <a:ext cx="4470000" cy="75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8000"/>
              </a:lnSpc>
              <a:buSzPts val="5000"/>
            </a:pPr>
            <a:r>
              <a:rPr lang="es-GT" sz="3334" dirty="0">
                <a:solidFill>
                  <a:srgbClr val="131416"/>
                </a:solidFill>
              </a:rPr>
              <a:t>DUDAS ¿?</a:t>
            </a:r>
            <a:endParaRPr lang="es-GT" sz="933" dirty="0"/>
          </a:p>
        </p:txBody>
      </p:sp>
      <p:pic>
        <p:nvPicPr>
          <p:cNvPr id="217" name="Google Shape;217;g364afea4f63_0_141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50858" y="466650"/>
            <a:ext cx="6090283" cy="3794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 txBox="1"/>
          <p:nvPr/>
        </p:nvSpPr>
        <p:spPr>
          <a:xfrm>
            <a:off x="3047997" y="3450703"/>
            <a:ext cx="5772600" cy="1952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04000"/>
              </a:lnSpc>
              <a:buSzPts val="6099"/>
            </a:pPr>
            <a:r>
              <a:rPr lang="es-GT" sz="4066" dirty="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lang="es-GT" sz="933" dirty="0">
              <a:latin typeface="Impact"/>
              <a:ea typeface="Impact"/>
              <a:cs typeface="Impact"/>
              <a:sym typeface="Impact"/>
            </a:endParaRPr>
          </a:p>
          <a:p>
            <a:pPr algn="just">
              <a:lnSpc>
                <a:spcPct val="104000"/>
              </a:lnSpc>
              <a:buSzPts val="6099"/>
            </a:pPr>
            <a:endParaRPr lang="es-GT" sz="4066" dirty="0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5176909" y="397733"/>
            <a:ext cx="1838179" cy="2513980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933" dirty="0"/>
          </a:p>
        </p:txBody>
      </p:sp>
      <p:sp>
        <p:nvSpPr>
          <p:cNvPr id="224" name="Google Shape;224;p9"/>
          <p:cNvSpPr txBox="1"/>
          <p:nvPr/>
        </p:nvSpPr>
        <p:spPr>
          <a:xfrm>
            <a:off x="1607399" y="5266490"/>
            <a:ext cx="8977203" cy="60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8000"/>
              </a:lnSpc>
              <a:buSzPts val="2000"/>
            </a:pPr>
            <a:r>
              <a:rPr lang="es-GT" sz="1333" dirty="0">
                <a:solidFill>
                  <a:srgbClr val="131416"/>
                </a:solidFill>
              </a:rPr>
              <a:t>RECUERDA QUE TENEMOS NUESTRO FORO SEMANAL DONDE PUEDES CONSULTAR CUALQUIER DUDA QUE TE SURJA EN LA SEMANA</a:t>
            </a:r>
            <a:endParaRPr lang="es-GT" sz="933" dirty="0"/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1382</Words>
  <Application>Microsoft Office PowerPoint</Application>
  <PresentationFormat>Panorámica</PresentationFormat>
  <Paragraphs>263</Paragraphs>
  <Slides>47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47</vt:i4>
      </vt:variant>
    </vt:vector>
  </HeadingPairs>
  <TitlesOfParts>
    <vt:vector size="55" baseType="lpstr">
      <vt:lpstr>Arial</vt:lpstr>
      <vt:lpstr>Calibri</vt:lpstr>
      <vt:lpstr>Courier New</vt:lpstr>
      <vt:lpstr>Helvetica Neue Medium</vt:lpstr>
      <vt:lpstr>Impact</vt:lpstr>
      <vt:lpstr>Pacifico</vt:lpstr>
      <vt:lpstr>Office Theme</vt:lpstr>
      <vt:lpstr>Office Theme</vt:lpstr>
      <vt:lpstr>Presentación de PowerPoint</vt:lpstr>
      <vt:lpstr>Presentación de PowerPoint</vt:lpstr>
      <vt:lpstr>ISO/IEC 25010 – Modelo de Calidad del Software</vt:lpstr>
      <vt:lpstr>Estructura del Modelo ISO/IEC 25010</vt:lpstr>
      <vt:lpstr>Calidad del Producto (Product Quality)</vt:lpstr>
      <vt:lpstr>1. Adecuación Funcional (Functional Suitability)  </vt:lpstr>
      <vt:lpstr>2. Eficiencia del Desempeño (Performance Efficiency) </vt:lpstr>
      <vt:lpstr>Compatibilidad (Compatibility)</vt:lpstr>
      <vt:lpstr>Usabilidad (Usability) </vt:lpstr>
      <vt:lpstr>Fiabilidad (Reliability) </vt:lpstr>
      <vt:lpstr>6. Seguridad (Security)  </vt:lpstr>
      <vt:lpstr>Mantenibilidad (Maintainability)</vt:lpstr>
      <vt:lpstr>Portabilidad (Portability)</vt:lpstr>
      <vt:lpstr>Calidad en Uso (Quality in Use)</vt:lpstr>
      <vt:lpstr>Importancia de ISO/IEC 25010</vt:lpstr>
      <vt:lpstr>Diferencia con ISO/IEC 9126</vt:lpstr>
      <vt:lpstr>Resumen Técnico Formal </vt:lpstr>
      <vt:lpstr>Kubernetes</vt:lpstr>
      <vt:lpstr>Espacio para dudas</vt:lpstr>
      <vt:lpstr>Kubernetes: domando la ballena</vt:lpstr>
      <vt:lpstr>Presentación de PowerPoint</vt:lpstr>
      <vt:lpstr>Comparación entre VM - Docker y K8s</vt:lpstr>
      <vt:lpstr>Arquitectura de K8s</vt:lpstr>
      <vt:lpstr>Por qué usar Kubernetes y no Docker simplemente</vt:lpstr>
      <vt:lpstr>Funcionalidades</vt:lpstr>
      <vt:lpstr>Indagando en el cluster de kubernetes</vt:lpstr>
      <vt:lpstr>Presentación de PowerPoint</vt:lpstr>
      <vt:lpstr>Deployments</vt:lpstr>
      <vt:lpstr>Beneficios de los deployments</vt:lpstr>
      <vt:lpstr>Presentación de PowerPoint</vt:lpstr>
      <vt:lpstr>Cronjobs</vt:lpstr>
      <vt:lpstr>Beneficios de los Cronjobs</vt:lpstr>
      <vt:lpstr>Presentación de PowerPoint</vt:lpstr>
      <vt:lpstr>Services</vt:lpstr>
      <vt:lpstr>Beneficios de los services</vt:lpstr>
      <vt:lpstr>Subtipos de services</vt:lpstr>
      <vt:lpstr>Presentación de PowerPoint</vt:lpstr>
      <vt:lpstr>¿Qué es Helm en Kubernetes?</vt:lpstr>
      <vt:lpstr>¿Qué problema resuelve?</vt:lpstr>
      <vt:lpstr>Conceptos clave</vt:lpstr>
      <vt:lpstr>Chart</vt:lpstr>
      <vt:lpstr>Release</vt:lpstr>
      <vt:lpstr>Helm vs Kubernetes puro</vt:lpstr>
      <vt:lpstr>Values.yaml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Kevin Pozuelos</dc:creator>
  <cp:lastModifiedBy>Kevin Pozuelos</cp:lastModifiedBy>
  <cp:revision>1</cp:revision>
  <dcterms:created xsi:type="dcterms:W3CDTF">2021-01-24T02:47:27Z</dcterms:created>
  <dcterms:modified xsi:type="dcterms:W3CDTF">2026-02-26T03:59:23Z</dcterms:modified>
</cp:coreProperties>
</file>