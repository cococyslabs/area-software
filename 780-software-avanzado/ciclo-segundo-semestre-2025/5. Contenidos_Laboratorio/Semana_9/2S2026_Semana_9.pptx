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81"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282" r:id="rId17"/>
    <p:sldId id="284" r:id="rId18"/>
    <p:sldId id="285" r:id="rId19"/>
    <p:sldId id="286" r:id="rId20"/>
    <p:sldId id="29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iQ8Y0uMRXjqRCZ5snkrE5OxZ7wW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CFF8CEB-B0E9-4877-8986-A95859FF1C04}">
  <a:tblStyle styleId="{DCFF8CEB-B0E9-4877-8986-A95859FF1C04}"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891EB330-50F6-4ACE-A556-FCC03B3E2DE0}"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555" autoAdjust="0"/>
    <p:restoredTop sz="94660"/>
  </p:normalViewPr>
  <p:slideViewPr>
    <p:cSldViewPr snapToGrid="0">
      <p:cViewPr varScale="1">
        <p:scale>
          <a:sx n="104" d="100"/>
          <a:sy n="104" d="100"/>
        </p:scale>
        <p:origin x="392"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51"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slide" Target="slides/slide18.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684F96-5881-4F4D-BC89-4E8AE458F5E9}" type="doc">
      <dgm:prSet loTypeId="urn:microsoft.com/office/officeart/2005/8/layout/default" loCatId="list" qsTypeId="urn:microsoft.com/office/officeart/2005/8/quickstyle/simple4" qsCatId="simple" csTypeId="urn:microsoft.com/office/officeart/2005/8/colors/colorful1" csCatId="colorful"/>
      <dgm:spPr/>
      <dgm:t>
        <a:bodyPr/>
        <a:lstStyle/>
        <a:p>
          <a:endParaRPr lang="en-US"/>
        </a:p>
      </dgm:t>
    </dgm:pt>
    <dgm:pt modelId="{C39B5EA1-A254-4C66-BCA9-BEB1805F7AA9}">
      <dgm:prSet/>
      <dgm:spPr/>
      <dgm:t>
        <a:bodyPr/>
        <a:lstStyle/>
        <a:p>
          <a:r>
            <a:rPr lang="es-GT" b="1"/>
            <a:t>Automatización inteligente</a:t>
          </a:r>
          <a:endParaRPr lang="en-US"/>
        </a:p>
      </dgm:t>
    </dgm:pt>
    <dgm:pt modelId="{A5454436-65B1-4C21-860C-7DE36043759F}" type="parTrans" cxnId="{4E81F234-7C60-474B-B971-5D615B60668A}">
      <dgm:prSet/>
      <dgm:spPr/>
      <dgm:t>
        <a:bodyPr/>
        <a:lstStyle/>
        <a:p>
          <a:endParaRPr lang="en-US"/>
        </a:p>
      </dgm:t>
    </dgm:pt>
    <dgm:pt modelId="{0574C8AC-D76B-4C71-87DD-7F856EAF8A81}" type="sibTrans" cxnId="{4E81F234-7C60-474B-B971-5D615B60668A}">
      <dgm:prSet/>
      <dgm:spPr/>
      <dgm:t>
        <a:bodyPr/>
        <a:lstStyle/>
        <a:p>
          <a:endParaRPr lang="en-US"/>
        </a:p>
      </dgm:t>
    </dgm:pt>
    <dgm:pt modelId="{295C00EA-0B0B-4D29-9C1C-6722060899A8}">
      <dgm:prSet/>
      <dgm:spPr/>
      <dgm:t>
        <a:bodyPr/>
        <a:lstStyle/>
        <a:p>
          <a:r>
            <a:rPr lang="es-GT"/>
            <a:t>Generar pipelines automáticamente </a:t>
          </a:r>
          <a:endParaRPr lang="en-US"/>
        </a:p>
      </dgm:t>
    </dgm:pt>
    <dgm:pt modelId="{CD55DA0E-A4F4-495A-8191-65633B415383}" type="parTrans" cxnId="{A1D5BB16-F7F5-40A2-A8FE-D46787155104}">
      <dgm:prSet/>
      <dgm:spPr/>
      <dgm:t>
        <a:bodyPr/>
        <a:lstStyle/>
        <a:p>
          <a:endParaRPr lang="en-US"/>
        </a:p>
      </dgm:t>
    </dgm:pt>
    <dgm:pt modelId="{CBAF1B2F-C61C-4F79-AAFE-E931C6FE9C23}" type="sibTrans" cxnId="{A1D5BB16-F7F5-40A2-A8FE-D46787155104}">
      <dgm:prSet/>
      <dgm:spPr/>
      <dgm:t>
        <a:bodyPr/>
        <a:lstStyle/>
        <a:p>
          <a:endParaRPr lang="en-US"/>
        </a:p>
      </dgm:t>
    </dgm:pt>
    <dgm:pt modelId="{36F62ADE-7CBD-4938-99EB-767E34AE7D94}">
      <dgm:prSet/>
      <dgm:spPr/>
      <dgm:t>
        <a:bodyPr/>
        <a:lstStyle/>
        <a:p>
          <a:r>
            <a:rPr lang="es-GT"/>
            <a:t>Detectar errores en CI/CD </a:t>
          </a:r>
          <a:endParaRPr lang="en-US"/>
        </a:p>
      </dgm:t>
    </dgm:pt>
    <dgm:pt modelId="{12F51157-FB2F-44F7-86A2-678FB1436163}" type="parTrans" cxnId="{3544A80B-39F1-4450-9E54-8A6CE3EAC077}">
      <dgm:prSet/>
      <dgm:spPr/>
      <dgm:t>
        <a:bodyPr/>
        <a:lstStyle/>
        <a:p>
          <a:endParaRPr lang="en-US"/>
        </a:p>
      </dgm:t>
    </dgm:pt>
    <dgm:pt modelId="{B2992E6C-4D78-4526-8938-1083AC75E0D7}" type="sibTrans" cxnId="{3544A80B-39F1-4450-9E54-8A6CE3EAC077}">
      <dgm:prSet/>
      <dgm:spPr/>
      <dgm:t>
        <a:bodyPr/>
        <a:lstStyle/>
        <a:p>
          <a:endParaRPr lang="en-US"/>
        </a:p>
      </dgm:t>
    </dgm:pt>
    <dgm:pt modelId="{A23C9A43-3F92-4DC2-92FC-1B742782A47A}">
      <dgm:prSet/>
      <dgm:spPr/>
      <dgm:t>
        <a:bodyPr/>
        <a:lstStyle/>
        <a:p>
          <a:r>
            <a:rPr lang="es-GT" b="1"/>
            <a:t>Observabilidad avanzada</a:t>
          </a:r>
          <a:endParaRPr lang="en-US"/>
        </a:p>
      </dgm:t>
    </dgm:pt>
    <dgm:pt modelId="{6CDD899E-E4F9-443D-978A-45C2C5FDF1E4}" type="parTrans" cxnId="{F645F318-5994-471E-B217-F42B89D6A0B8}">
      <dgm:prSet/>
      <dgm:spPr/>
      <dgm:t>
        <a:bodyPr/>
        <a:lstStyle/>
        <a:p>
          <a:endParaRPr lang="en-US"/>
        </a:p>
      </dgm:t>
    </dgm:pt>
    <dgm:pt modelId="{CC74A7D5-02E6-4A00-9414-5010174E52F7}" type="sibTrans" cxnId="{F645F318-5994-471E-B217-F42B89D6A0B8}">
      <dgm:prSet/>
      <dgm:spPr/>
      <dgm:t>
        <a:bodyPr/>
        <a:lstStyle/>
        <a:p>
          <a:endParaRPr lang="en-US"/>
        </a:p>
      </dgm:t>
    </dgm:pt>
    <dgm:pt modelId="{34A4C902-28B2-466F-85AE-6AD42106CFC3}">
      <dgm:prSet/>
      <dgm:spPr/>
      <dgm:t>
        <a:bodyPr/>
        <a:lstStyle/>
        <a:p>
          <a:r>
            <a:rPr lang="es-GT"/>
            <a:t>Detectar anomalías antes de fallos </a:t>
          </a:r>
          <a:endParaRPr lang="en-US"/>
        </a:p>
      </dgm:t>
    </dgm:pt>
    <dgm:pt modelId="{58024EDD-F426-442F-B568-1D4B0592A3C5}" type="parTrans" cxnId="{B970250D-B6D2-4F2D-919F-76B71E33D765}">
      <dgm:prSet/>
      <dgm:spPr/>
      <dgm:t>
        <a:bodyPr/>
        <a:lstStyle/>
        <a:p>
          <a:endParaRPr lang="en-US"/>
        </a:p>
      </dgm:t>
    </dgm:pt>
    <dgm:pt modelId="{3BDC624C-6D5E-4942-BD15-4777CEF7491B}" type="sibTrans" cxnId="{B970250D-B6D2-4F2D-919F-76B71E33D765}">
      <dgm:prSet/>
      <dgm:spPr/>
      <dgm:t>
        <a:bodyPr/>
        <a:lstStyle/>
        <a:p>
          <a:endParaRPr lang="en-US"/>
        </a:p>
      </dgm:t>
    </dgm:pt>
    <dgm:pt modelId="{0EA6C08E-938C-4DAC-9BED-FDF55EFAF552}">
      <dgm:prSet/>
      <dgm:spPr/>
      <dgm:t>
        <a:bodyPr/>
        <a:lstStyle/>
        <a:p>
          <a:r>
            <a:rPr lang="es-GT"/>
            <a:t>Root cause analysis automático </a:t>
          </a:r>
          <a:endParaRPr lang="en-US"/>
        </a:p>
      </dgm:t>
    </dgm:pt>
    <dgm:pt modelId="{D53601C1-1286-4E9D-9C15-A231A69404B9}" type="parTrans" cxnId="{2B03F982-A895-429D-A777-0FF5311DC6E4}">
      <dgm:prSet/>
      <dgm:spPr/>
      <dgm:t>
        <a:bodyPr/>
        <a:lstStyle/>
        <a:p>
          <a:endParaRPr lang="en-US"/>
        </a:p>
      </dgm:t>
    </dgm:pt>
    <dgm:pt modelId="{078A3B36-9D47-482E-A2AB-4E5239D6AC90}" type="sibTrans" cxnId="{2B03F982-A895-429D-A777-0FF5311DC6E4}">
      <dgm:prSet/>
      <dgm:spPr/>
      <dgm:t>
        <a:bodyPr/>
        <a:lstStyle/>
        <a:p>
          <a:endParaRPr lang="en-US"/>
        </a:p>
      </dgm:t>
    </dgm:pt>
    <dgm:pt modelId="{AEDCC84E-1694-4795-A041-62A4813D402B}">
      <dgm:prSet/>
      <dgm:spPr/>
      <dgm:t>
        <a:bodyPr/>
        <a:lstStyle/>
        <a:p>
          <a:r>
            <a:rPr lang="es-GT" b="1"/>
            <a:t>Infraestructura</a:t>
          </a:r>
          <a:endParaRPr lang="en-US"/>
        </a:p>
      </dgm:t>
    </dgm:pt>
    <dgm:pt modelId="{92A7582A-65D8-4025-A913-19356D4D95D8}" type="parTrans" cxnId="{CE46BC2C-7371-4446-8696-8941D473E19D}">
      <dgm:prSet/>
      <dgm:spPr/>
      <dgm:t>
        <a:bodyPr/>
        <a:lstStyle/>
        <a:p>
          <a:endParaRPr lang="en-US"/>
        </a:p>
      </dgm:t>
    </dgm:pt>
    <dgm:pt modelId="{7203CF3E-6074-4733-B0B2-44929936A1BF}" type="sibTrans" cxnId="{CE46BC2C-7371-4446-8696-8941D473E19D}">
      <dgm:prSet/>
      <dgm:spPr/>
      <dgm:t>
        <a:bodyPr/>
        <a:lstStyle/>
        <a:p>
          <a:endParaRPr lang="en-US"/>
        </a:p>
      </dgm:t>
    </dgm:pt>
    <dgm:pt modelId="{0230309B-2337-4119-8060-851E60C57748}">
      <dgm:prSet/>
      <dgm:spPr/>
      <dgm:t>
        <a:bodyPr/>
        <a:lstStyle/>
        <a:p>
          <a:r>
            <a:rPr lang="es-GT"/>
            <a:t>Sugerir configuraciones óptimas </a:t>
          </a:r>
          <a:endParaRPr lang="en-US"/>
        </a:p>
      </dgm:t>
    </dgm:pt>
    <dgm:pt modelId="{439D98EF-DC40-494A-BA30-40F1846F5CF6}" type="parTrans" cxnId="{7529B76B-4B3F-4984-8AED-B64482190067}">
      <dgm:prSet/>
      <dgm:spPr/>
      <dgm:t>
        <a:bodyPr/>
        <a:lstStyle/>
        <a:p>
          <a:endParaRPr lang="en-US"/>
        </a:p>
      </dgm:t>
    </dgm:pt>
    <dgm:pt modelId="{D855AB31-CEEE-442D-A234-56D5CDDB1058}" type="sibTrans" cxnId="{7529B76B-4B3F-4984-8AED-B64482190067}">
      <dgm:prSet/>
      <dgm:spPr/>
      <dgm:t>
        <a:bodyPr/>
        <a:lstStyle/>
        <a:p>
          <a:endParaRPr lang="en-US"/>
        </a:p>
      </dgm:t>
    </dgm:pt>
    <dgm:pt modelId="{9FCD2A82-E604-454D-A46C-ECBC2BB18333}">
      <dgm:prSet/>
      <dgm:spPr/>
      <dgm:t>
        <a:bodyPr/>
        <a:lstStyle/>
        <a:p>
          <a:r>
            <a:rPr lang="es-GT"/>
            <a:t>Auto-scaling inteligente </a:t>
          </a:r>
          <a:endParaRPr lang="en-US"/>
        </a:p>
      </dgm:t>
    </dgm:pt>
    <dgm:pt modelId="{1CA80385-4DA3-4CE3-AE70-A27D66643564}" type="parTrans" cxnId="{1001B703-BB63-436A-B48A-1D0E9B402BAB}">
      <dgm:prSet/>
      <dgm:spPr/>
      <dgm:t>
        <a:bodyPr/>
        <a:lstStyle/>
        <a:p>
          <a:endParaRPr lang="en-US"/>
        </a:p>
      </dgm:t>
    </dgm:pt>
    <dgm:pt modelId="{0721998C-20C3-46A4-8011-6C4364274EE8}" type="sibTrans" cxnId="{1001B703-BB63-436A-B48A-1D0E9B402BAB}">
      <dgm:prSet/>
      <dgm:spPr/>
      <dgm:t>
        <a:bodyPr/>
        <a:lstStyle/>
        <a:p>
          <a:endParaRPr lang="en-US"/>
        </a:p>
      </dgm:t>
    </dgm:pt>
    <dgm:pt modelId="{E8E3A2FB-8D0E-48F7-97DF-B20EDD1F887A}" type="pres">
      <dgm:prSet presAssocID="{CF684F96-5881-4F4D-BC89-4E8AE458F5E9}" presName="diagram" presStyleCnt="0">
        <dgm:presLayoutVars>
          <dgm:dir/>
          <dgm:resizeHandles val="exact"/>
        </dgm:presLayoutVars>
      </dgm:prSet>
      <dgm:spPr/>
    </dgm:pt>
    <dgm:pt modelId="{66D323DE-0297-41BD-AA64-5518BCE660F3}" type="pres">
      <dgm:prSet presAssocID="{C39B5EA1-A254-4C66-BCA9-BEB1805F7AA9}" presName="node" presStyleLbl="node1" presStyleIdx="0" presStyleCnt="9">
        <dgm:presLayoutVars>
          <dgm:bulletEnabled val="1"/>
        </dgm:presLayoutVars>
      </dgm:prSet>
      <dgm:spPr/>
    </dgm:pt>
    <dgm:pt modelId="{7D05E1F8-3EFA-4A43-ABBE-4313943A0D13}" type="pres">
      <dgm:prSet presAssocID="{0574C8AC-D76B-4C71-87DD-7F856EAF8A81}" presName="sibTrans" presStyleCnt="0"/>
      <dgm:spPr/>
    </dgm:pt>
    <dgm:pt modelId="{4405D0DE-EBA1-4E4B-8B2D-1F16B351A43C}" type="pres">
      <dgm:prSet presAssocID="{295C00EA-0B0B-4D29-9C1C-6722060899A8}" presName="node" presStyleLbl="node1" presStyleIdx="1" presStyleCnt="9">
        <dgm:presLayoutVars>
          <dgm:bulletEnabled val="1"/>
        </dgm:presLayoutVars>
      </dgm:prSet>
      <dgm:spPr/>
    </dgm:pt>
    <dgm:pt modelId="{C70E6F4D-EB0A-4D9A-A55A-5B4254F3BA6E}" type="pres">
      <dgm:prSet presAssocID="{CBAF1B2F-C61C-4F79-AAFE-E931C6FE9C23}" presName="sibTrans" presStyleCnt="0"/>
      <dgm:spPr/>
    </dgm:pt>
    <dgm:pt modelId="{049C1A62-81B6-461C-8249-FBC8B2822872}" type="pres">
      <dgm:prSet presAssocID="{36F62ADE-7CBD-4938-99EB-767E34AE7D94}" presName="node" presStyleLbl="node1" presStyleIdx="2" presStyleCnt="9">
        <dgm:presLayoutVars>
          <dgm:bulletEnabled val="1"/>
        </dgm:presLayoutVars>
      </dgm:prSet>
      <dgm:spPr/>
    </dgm:pt>
    <dgm:pt modelId="{F0A4300A-1285-41BC-850C-AE534E31E858}" type="pres">
      <dgm:prSet presAssocID="{B2992E6C-4D78-4526-8938-1083AC75E0D7}" presName="sibTrans" presStyleCnt="0"/>
      <dgm:spPr/>
    </dgm:pt>
    <dgm:pt modelId="{9932D488-CA5F-4DD7-9C7A-12966EF570F4}" type="pres">
      <dgm:prSet presAssocID="{A23C9A43-3F92-4DC2-92FC-1B742782A47A}" presName="node" presStyleLbl="node1" presStyleIdx="3" presStyleCnt="9">
        <dgm:presLayoutVars>
          <dgm:bulletEnabled val="1"/>
        </dgm:presLayoutVars>
      </dgm:prSet>
      <dgm:spPr/>
    </dgm:pt>
    <dgm:pt modelId="{2CD1FB2E-6D5F-4AA7-86CB-6081B83636CB}" type="pres">
      <dgm:prSet presAssocID="{CC74A7D5-02E6-4A00-9414-5010174E52F7}" presName="sibTrans" presStyleCnt="0"/>
      <dgm:spPr/>
    </dgm:pt>
    <dgm:pt modelId="{F91B1F4B-6479-4778-9227-DA1365DC3C0B}" type="pres">
      <dgm:prSet presAssocID="{34A4C902-28B2-466F-85AE-6AD42106CFC3}" presName="node" presStyleLbl="node1" presStyleIdx="4" presStyleCnt="9">
        <dgm:presLayoutVars>
          <dgm:bulletEnabled val="1"/>
        </dgm:presLayoutVars>
      </dgm:prSet>
      <dgm:spPr/>
    </dgm:pt>
    <dgm:pt modelId="{D8A6463B-CA9B-4AF1-814B-5C474C81B8D9}" type="pres">
      <dgm:prSet presAssocID="{3BDC624C-6D5E-4942-BD15-4777CEF7491B}" presName="sibTrans" presStyleCnt="0"/>
      <dgm:spPr/>
    </dgm:pt>
    <dgm:pt modelId="{681D3E06-B772-4FD8-8921-79C606F5131F}" type="pres">
      <dgm:prSet presAssocID="{0EA6C08E-938C-4DAC-9BED-FDF55EFAF552}" presName="node" presStyleLbl="node1" presStyleIdx="5" presStyleCnt="9">
        <dgm:presLayoutVars>
          <dgm:bulletEnabled val="1"/>
        </dgm:presLayoutVars>
      </dgm:prSet>
      <dgm:spPr/>
    </dgm:pt>
    <dgm:pt modelId="{0BB5FAC7-8FB7-46FB-8E5D-660316EE239C}" type="pres">
      <dgm:prSet presAssocID="{078A3B36-9D47-482E-A2AB-4E5239D6AC90}" presName="sibTrans" presStyleCnt="0"/>
      <dgm:spPr/>
    </dgm:pt>
    <dgm:pt modelId="{4B7DF1DC-9169-4418-9D85-D684CC32C45B}" type="pres">
      <dgm:prSet presAssocID="{AEDCC84E-1694-4795-A041-62A4813D402B}" presName="node" presStyleLbl="node1" presStyleIdx="6" presStyleCnt="9">
        <dgm:presLayoutVars>
          <dgm:bulletEnabled val="1"/>
        </dgm:presLayoutVars>
      </dgm:prSet>
      <dgm:spPr/>
    </dgm:pt>
    <dgm:pt modelId="{3D12D2C7-1F6B-4F21-809F-EE6C6B587433}" type="pres">
      <dgm:prSet presAssocID="{7203CF3E-6074-4733-B0B2-44929936A1BF}" presName="sibTrans" presStyleCnt="0"/>
      <dgm:spPr/>
    </dgm:pt>
    <dgm:pt modelId="{A10ECE8C-FDEA-4C0D-97D9-06182EFE2154}" type="pres">
      <dgm:prSet presAssocID="{0230309B-2337-4119-8060-851E60C57748}" presName="node" presStyleLbl="node1" presStyleIdx="7" presStyleCnt="9">
        <dgm:presLayoutVars>
          <dgm:bulletEnabled val="1"/>
        </dgm:presLayoutVars>
      </dgm:prSet>
      <dgm:spPr/>
    </dgm:pt>
    <dgm:pt modelId="{4EC30DC1-5B12-4537-84E2-FF8ABA1C7033}" type="pres">
      <dgm:prSet presAssocID="{D855AB31-CEEE-442D-A234-56D5CDDB1058}" presName="sibTrans" presStyleCnt="0"/>
      <dgm:spPr/>
    </dgm:pt>
    <dgm:pt modelId="{62E690D8-2A9B-4CA0-B4D8-0125B0B94DDE}" type="pres">
      <dgm:prSet presAssocID="{9FCD2A82-E604-454D-A46C-ECBC2BB18333}" presName="node" presStyleLbl="node1" presStyleIdx="8" presStyleCnt="9">
        <dgm:presLayoutVars>
          <dgm:bulletEnabled val="1"/>
        </dgm:presLayoutVars>
      </dgm:prSet>
      <dgm:spPr/>
    </dgm:pt>
  </dgm:ptLst>
  <dgm:cxnLst>
    <dgm:cxn modelId="{1001B703-BB63-436A-B48A-1D0E9B402BAB}" srcId="{CF684F96-5881-4F4D-BC89-4E8AE458F5E9}" destId="{9FCD2A82-E604-454D-A46C-ECBC2BB18333}" srcOrd="8" destOrd="0" parTransId="{1CA80385-4DA3-4CE3-AE70-A27D66643564}" sibTransId="{0721998C-20C3-46A4-8011-6C4364274EE8}"/>
    <dgm:cxn modelId="{EA323706-C7A8-4D6B-A0CE-ADC28FFFEC85}" type="presOf" srcId="{0230309B-2337-4119-8060-851E60C57748}" destId="{A10ECE8C-FDEA-4C0D-97D9-06182EFE2154}" srcOrd="0" destOrd="0" presId="urn:microsoft.com/office/officeart/2005/8/layout/default"/>
    <dgm:cxn modelId="{3544A80B-39F1-4450-9E54-8A6CE3EAC077}" srcId="{CF684F96-5881-4F4D-BC89-4E8AE458F5E9}" destId="{36F62ADE-7CBD-4938-99EB-767E34AE7D94}" srcOrd="2" destOrd="0" parTransId="{12F51157-FB2F-44F7-86A2-678FB1436163}" sibTransId="{B2992E6C-4D78-4526-8938-1083AC75E0D7}"/>
    <dgm:cxn modelId="{B970250D-B6D2-4F2D-919F-76B71E33D765}" srcId="{CF684F96-5881-4F4D-BC89-4E8AE458F5E9}" destId="{34A4C902-28B2-466F-85AE-6AD42106CFC3}" srcOrd="4" destOrd="0" parTransId="{58024EDD-F426-442F-B568-1D4B0592A3C5}" sibTransId="{3BDC624C-6D5E-4942-BD15-4777CEF7491B}"/>
    <dgm:cxn modelId="{A1D5BB16-F7F5-40A2-A8FE-D46787155104}" srcId="{CF684F96-5881-4F4D-BC89-4E8AE458F5E9}" destId="{295C00EA-0B0B-4D29-9C1C-6722060899A8}" srcOrd="1" destOrd="0" parTransId="{CD55DA0E-A4F4-495A-8191-65633B415383}" sibTransId="{CBAF1B2F-C61C-4F79-AAFE-E931C6FE9C23}"/>
    <dgm:cxn modelId="{F645F318-5994-471E-B217-F42B89D6A0B8}" srcId="{CF684F96-5881-4F4D-BC89-4E8AE458F5E9}" destId="{A23C9A43-3F92-4DC2-92FC-1B742782A47A}" srcOrd="3" destOrd="0" parTransId="{6CDD899E-E4F9-443D-978A-45C2C5FDF1E4}" sibTransId="{CC74A7D5-02E6-4A00-9414-5010174E52F7}"/>
    <dgm:cxn modelId="{C4F3272A-87B9-49BD-B3F5-969BD94A4C92}" type="presOf" srcId="{C39B5EA1-A254-4C66-BCA9-BEB1805F7AA9}" destId="{66D323DE-0297-41BD-AA64-5518BCE660F3}" srcOrd="0" destOrd="0" presId="urn:microsoft.com/office/officeart/2005/8/layout/default"/>
    <dgm:cxn modelId="{CE46BC2C-7371-4446-8696-8941D473E19D}" srcId="{CF684F96-5881-4F4D-BC89-4E8AE458F5E9}" destId="{AEDCC84E-1694-4795-A041-62A4813D402B}" srcOrd="6" destOrd="0" parTransId="{92A7582A-65D8-4025-A913-19356D4D95D8}" sibTransId="{7203CF3E-6074-4733-B0B2-44929936A1BF}"/>
    <dgm:cxn modelId="{4E81F234-7C60-474B-B971-5D615B60668A}" srcId="{CF684F96-5881-4F4D-BC89-4E8AE458F5E9}" destId="{C39B5EA1-A254-4C66-BCA9-BEB1805F7AA9}" srcOrd="0" destOrd="0" parTransId="{A5454436-65B1-4C21-860C-7DE36043759F}" sibTransId="{0574C8AC-D76B-4C71-87DD-7F856EAF8A81}"/>
    <dgm:cxn modelId="{F3ED7A3B-059E-40CD-BF88-8CC140D0CBED}" type="presOf" srcId="{36F62ADE-7CBD-4938-99EB-767E34AE7D94}" destId="{049C1A62-81B6-461C-8249-FBC8B2822872}" srcOrd="0" destOrd="0" presId="urn:microsoft.com/office/officeart/2005/8/layout/default"/>
    <dgm:cxn modelId="{7529B76B-4B3F-4984-8AED-B64482190067}" srcId="{CF684F96-5881-4F4D-BC89-4E8AE458F5E9}" destId="{0230309B-2337-4119-8060-851E60C57748}" srcOrd="7" destOrd="0" parTransId="{439D98EF-DC40-494A-BA30-40F1846F5CF6}" sibTransId="{D855AB31-CEEE-442D-A234-56D5CDDB1058}"/>
    <dgm:cxn modelId="{22070B76-F2CF-42BB-9A18-A2EC551704DC}" type="presOf" srcId="{0EA6C08E-938C-4DAC-9BED-FDF55EFAF552}" destId="{681D3E06-B772-4FD8-8921-79C606F5131F}" srcOrd="0" destOrd="0" presId="urn:microsoft.com/office/officeart/2005/8/layout/default"/>
    <dgm:cxn modelId="{4F36E758-1D50-40A3-982B-4750CCEE0BC0}" type="presOf" srcId="{AEDCC84E-1694-4795-A041-62A4813D402B}" destId="{4B7DF1DC-9169-4418-9D85-D684CC32C45B}" srcOrd="0" destOrd="0" presId="urn:microsoft.com/office/officeart/2005/8/layout/default"/>
    <dgm:cxn modelId="{1FEA887E-AA60-4F45-911A-25C92FA8A42D}" type="presOf" srcId="{CF684F96-5881-4F4D-BC89-4E8AE458F5E9}" destId="{E8E3A2FB-8D0E-48F7-97DF-B20EDD1F887A}" srcOrd="0" destOrd="0" presId="urn:microsoft.com/office/officeart/2005/8/layout/default"/>
    <dgm:cxn modelId="{2B03F982-A895-429D-A777-0FF5311DC6E4}" srcId="{CF684F96-5881-4F4D-BC89-4E8AE458F5E9}" destId="{0EA6C08E-938C-4DAC-9BED-FDF55EFAF552}" srcOrd="5" destOrd="0" parTransId="{D53601C1-1286-4E9D-9C15-A231A69404B9}" sibTransId="{078A3B36-9D47-482E-A2AB-4E5239D6AC90}"/>
    <dgm:cxn modelId="{00EF16B6-24B4-42F6-BEC8-A58B2AD03C48}" type="presOf" srcId="{295C00EA-0B0B-4D29-9C1C-6722060899A8}" destId="{4405D0DE-EBA1-4E4B-8B2D-1F16B351A43C}" srcOrd="0" destOrd="0" presId="urn:microsoft.com/office/officeart/2005/8/layout/default"/>
    <dgm:cxn modelId="{D7F249B9-5F91-4DA3-8598-CA4034C4A584}" type="presOf" srcId="{34A4C902-28B2-466F-85AE-6AD42106CFC3}" destId="{F91B1F4B-6479-4778-9227-DA1365DC3C0B}" srcOrd="0" destOrd="0" presId="urn:microsoft.com/office/officeart/2005/8/layout/default"/>
    <dgm:cxn modelId="{DB8F35E6-F97E-47C6-B3FC-C735B98C3CE4}" type="presOf" srcId="{A23C9A43-3F92-4DC2-92FC-1B742782A47A}" destId="{9932D488-CA5F-4DD7-9C7A-12966EF570F4}" srcOrd="0" destOrd="0" presId="urn:microsoft.com/office/officeart/2005/8/layout/default"/>
    <dgm:cxn modelId="{0D607FE9-0582-4236-9EAF-F9268E7D0732}" type="presOf" srcId="{9FCD2A82-E604-454D-A46C-ECBC2BB18333}" destId="{62E690D8-2A9B-4CA0-B4D8-0125B0B94DDE}" srcOrd="0" destOrd="0" presId="urn:microsoft.com/office/officeart/2005/8/layout/default"/>
    <dgm:cxn modelId="{B8EE486B-C376-4DC1-A22D-3E461675AD12}" type="presParOf" srcId="{E8E3A2FB-8D0E-48F7-97DF-B20EDD1F887A}" destId="{66D323DE-0297-41BD-AA64-5518BCE660F3}" srcOrd="0" destOrd="0" presId="urn:microsoft.com/office/officeart/2005/8/layout/default"/>
    <dgm:cxn modelId="{D2514143-8F4F-49E6-81CE-49B12248A567}" type="presParOf" srcId="{E8E3A2FB-8D0E-48F7-97DF-B20EDD1F887A}" destId="{7D05E1F8-3EFA-4A43-ABBE-4313943A0D13}" srcOrd="1" destOrd="0" presId="urn:microsoft.com/office/officeart/2005/8/layout/default"/>
    <dgm:cxn modelId="{8B16D1FE-38DB-4BB5-A23A-BB402B5EFBDD}" type="presParOf" srcId="{E8E3A2FB-8D0E-48F7-97DF-B20EDD1F887A}" destId="{4405D0DE-EBA1-4E4B-8B2D-1F16B351A43C}" srcOrd="2" destOrd="0" presId="urn:microsoft.com/office/officeart/2005/8/layout/default"/>
    <dgm:cxn modelId="{D9FE2B40-A64A-45B9-9D9F-92633D1B47D3}" type="presParOf" srcId="{E8E3A2FB-8D0E-48F7-97DF-B20EDD1F887A}" destId="{C70E6F4D-EB0A-4D9A-A55A-5B4254F3BA6E}" srcOrd="3" destOrd="0" presId="urn:microsoft.com/office/officeart/2005/8/layout/default"/>
    <dgm:cxn modelId="{E1D505A2-1C25-479C-BB13-29C5A1DFDE99}" type="presParOf" srcId="{E8E3A2FB-8D0E-48F7-97DF-B20EDD1F887A}" destId="{049C1A62-81B6-461C-8249-FBC8B2822872}" srcOrd="4" destOrd="0" presId="urn:microsoft.com/office/officeart/2005/8/layout/default"/>
    <dgm:cxn modelId="{4B743828-B369-4C48-99D1-63984ECFAE68}" type="presParOf" srcId="{E8E3A2FB-8D0E-48F7-97DF-B20EDD1F887A}" destId="{F0A4300A-1285-41BC-850C-AE534E31E858}" srcOrd="5" destOrd="0" presId="urn:microsoft.com/office/officeart/2005/8/layout/default"/>
    <dgm:cxn modelId="{535DB8E3-1558-4EAB-8FCE-625A3E2FBA42}" type="presParOf" srcId="{E8E3A2FB-8D0E-48F7-97DF-B20EDD1F887A}" destId="{9932D488-CA5F-4DD7-9C7A-12966EF570F4}" srcOrd="6" destOrd="0" presId="urn:microsoft.com/office/officeart/2005/8/layout/default"/>
    <dgm:cxn modelId="{96DD7862-9FB2-4235-BE89-BBD29C142ED1}" type="presParOf" srcId="{E8E3A2FB-8D0E-48F7-97DF-B20EDD1F887A}" destId="{2CD1FB2E-6D5F-4AA7-86CB-6081B83636CB}" srcOrd="7" destOrd="0" presId="urn:microsoft.com/office/officeart/2005/8/layout/default"/>
    <dgm:cxn modelId="{3DC3E726-6E08-4660-B436-9A67F5B316FE}" type="presParOf" srcId="{E8E3A2FB-8D0E-48F7-97DF-B20EDD1F887A}" destId="{F91B1F4B-6479-4778-9227-DA1365DC3C0B}" srcOrd="8" destOrd="0" presId="urn:microsoft.com/office/officeart/2005/8/layout/default"/>
    <dgm:cxn modelId="{E16E224B-95F4-4310-9B88-889EECDCEFE4}" type="presParOf" srcId="{E8E3A2FB-8D0E-48F7-97DF-B20EDD1F887A}" destId="{D8A6463B-CA9B-4AF1-814B-5C474C81B8D9}" srcOrd="9" destOrd="0" presId="urn:microsoft.com/office/officeart/2005/8/layout/default"/>
    <dgm:cxn modelId="{CFCE5206-724F-42A3-AD60-21E97D87BF21}" type="presParOf" srcId="{E8E3A2FB-8D0E-48F7-97DF-B20EDD1F887A}" destId="{681D3E06-B772-4FD8-8921-79C606F5131F}" srcOrd="10" destOrd="0" presId="urn:microsoft.com/office/officeart/2005/8/layout/default"/>
    <dgm:cxn modelId="{14411B1D-E113-4EA8-828C-734D7DD2BDC0}" type="presParOf" srcId="{E8E3A2FB-8D0E-48F7-97DF-B20EDD1F887A}" destId="{0BB5FAC7-8FB7-46FB-8E5D-660316EE239C}" srcOrd="11" destOrd="0" presId="urn:microsoft.com/office/officeart/2005/8/layout/default"/>
    <dgm:cxn modelId="{792BB73A-23B6-403A-B019-D38A17E51B9C}" type="presParOf" srcId="{E8E3A2FB-8D0E-48F7-97DF-B20EDD1F887A}" destId="{4B7DF1DC-9169-4418-9D85-D684CC32C45B}" srcOrd="12" destOrd="0" presId="urn:microsoft.com/office/officeart/2005/8/layout/default"/>
    <dgm:cxn modelId="{C9426573-6C5A-42BB-AD4E-95E30D449C92}" type="presParOf" srcId="{E8E3A2FB-8D0E-48F7-97DF-B20EDD1F887A}" destId="{3D12D2C7-1F6B-4F21-809F-EE6C6B587433}" srcOrd="13" destOrd="0" presId="urn:microsoft.com/office/officeart/2005/8/layout/default"/>
    <dgm:cxn modelId="{3D89DAD4-C1B1-4263-B19A-CF88928FC61A}" type="presParOf" srcId="{E8E3A2FB-8D0E-48F7-97DF-B20EDD1F887A}" destId="{A10ECE8C-FDEA-4C0D-97D9-06182EFE2154}" srcOrd="14" destOrd="0" presId="urn:microsoft.com/office/officeart/2005/8/layout/default"/>
    <dgm:cxn modelId="{A6F6F2D3-AD78-493D-B3EA-46DA9E497F2A}" type="presParOf" srcId="{E8E3A2FB-8D0E-48F7-97DF-B20EDD1F887A}" destId="{4EC30DC1-5B12-4537-84E2-FF8ABA1C7033}" srcOrd="15" destOrd="0" presId="urn:microsoft.com/office/officeart/2005/8/layout/default"/>
    <dgm:cxn modelId="{288A3A28-49E5-4DB2-8905-01C41B989784}" type="presParOf" srcId="{E8E3A2FB-8D0E-48F7-97DF-B20EDD1F887A}" destId="{62E690D8-2A9B-4CA0-B4D8-0125B0B94DDE}"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A50177-A8DD-48A0-B031-99267AEBDD7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0220175B-A939-4281-8562-C0D2F187CC7E}">
      <dgm:prSet/>
      <dgm:spPr/>
      <dgm:t>
        <a:bodyPr/>
        <a:lstStyle/>
        <a:p>
          <a:r>
            <a:rPr lang="es-ES"/>
            <a:t>Entender el contexto del negocio completamente </a:t>
          </a:r>
          <a:endParaRPr lang="en-US"/>
        </a:p>
      </dgm:t>
    </dgm:pt>
    <dgm:pt modelId="{1D848A91-93ED-4D18-AE9C-F3F3036A67B8}" type="parTrans" cxnId="{83018377-FDB9-4FF5-8C22-78DDD61A2ABD}">
      <dgm:prSet/>
      <dgm:spPr/>
      <dgm:t>
        <a:bodyPr/>
        <a:lstStyle/>
        <a:p>
          <a:endParaRPr lang="en-US"/>
        </a:p>
      </dgm:t>
    </dgm:pt>
    <dgm:pt modelId="{D1094B13-4CEA-48CE-AF5D-748A151023B8}" type="sibTrans" cxnId="{83018377-FDB9-4FF5-8C22-78DDD61A2ABD}">
      <dgm:prSet/>
      <dgm:spPr/>
      <dgm:t>
        <a:bodyPr/>
        <a:lstStyle/>
        <a:p>
          <a:endParaRPr lang="en-US"/>
        </a:p>
      </dgm:t>
    </dgm:pt>
    <dgm:pt modelId="{8F86265F-5805-456F-BEF7-175C5E1E983A}">
      <dgm:prSet/>
      <dgm:spPr/>
      <dgm:t>
        <a:bodyPr/>
        <a:lstStyle/>
        <a:p>
          <a:r>
            <a:rPr lang="es-ES"/>
            <a:t>Tomar decisiones de arquitectura complejas </a:t>
          </a:r>
          <a:endParaRPr lang="en-US"/>
        </a:p>
      </dgm:t>
    </dgm:pt>
    <dgm:pt modelId="{1DDED23F-66F7-47C1-8EA7-0BFBCEDE8660}" type="parTrans" cxnId="{32374E47-C7ED-409D-AC8D-68B8D51F30A2}">
      <dgm:prSet/>
      <dgm:spPr/>
      <dgm:t>
        <a:bodyPr/>
        <a:lstStyle/>
        <a:p>
          <a:endParaRPr lang="en-US"/>
        </a:p>
      </dgm:t>
    </dgm:pt>
    <dgm:pt modelId="{0360140F-402D-42A1-8FFF-A2A1ADA29E78}" type="sibTrans" cxnId="{32374E47-C7ED-409D-AC8D-68B8D51F30A2}">
      <dgm:prSet/>
      <dgm:spPr/>
      <dgm:t>
        <a:bodyPr/>
        <a:lstStyle/>
        <a:p>
          <a:endParaRPr lang="en-US"/>
        </a:p>
      </dgm:t>
    </dgm:pt>
    <dgm:pt modelId="{F222FF0E-5B6B-4D83-BB67-043B1B2223C8}">
      <dgm:prSet/>
      <dgm:spPr/>
      <dgm:t>
        <a:bodyPr/>
        <a:lstStyle/>
        <a:p>
          <a:r>
            <a:rPr lang="es-ES"/>
            <a:t>Manejar incidentes críticos sin supervisión </a:t>
          </a:r>
          <a:endParaRPr lang="en-US"/>
        </a:p>
      </dgm:t>
    </dgm:pt>
    <dgm:pt modelId="{D4E2D202-C6EF-46DF-86C6-E4C0F55E2A3A}" type="parTrans" cxnId="{9B4B7102-898A-46C7-910C-A1EA8A4D8234}">
      <dgm:prSet/>
      <dgm:spPr/>
      <dgm:t>
        <a:bodyPr/>
        <a:lstStyle/>
        <a:p>
          <a:endParaRPr lang="en-US"/>
        </a:p>
      </dgm:t>
    </dgm:pt>
    <dgm:pt modelId="{C2CE8196-C8DD-4BB1-9A36-EF2EE2DBB12C}" type="sibTrans" cxnId="{9B4B7102-898A-46C7-910C-A1EA8A4D8234}">
      <dgm:prSet/>
      <dgm:spPr/>
      <dgm:t>
        <a:bodyPr/>
        <a:lstStyle/>
        <a:p>
          <a:endParaRPr lang="en-US"/>
        </a:p>
      </dgm:t>
    </dgm:pt>
    <dgm:pt modelId="{4B45387E-D967-4BDC-A53C-215BC57D6329}">
      <dgm:prSet/>
      <dgm:spPr/>
      <dgm:t>
        <a:bodyPr/>
        <a:lstStyle/>
        <a:p>
          <a:r>
            <a:rPr lang="es-ES"/>
            <a:t>Responsabilidad (accountability)</a:t>
          </a:r>
          <a:endParaRPr lang="en-US"/>
        </a:p>
      </dgm:t>
    </dgm:pt>
    <dgm:pt modelId="{2A53817B-5212-4346-9A8A-FA026619D2EA}" type="parTrans" cxnId="{CE2A3E0B-721B-45A0-BA32-9C142D6948EB}">
      <dgm:prSet/>
      <dgm:spPr/>
      <dgm:t>
        <a:bodyPr/>
        <a:lstStyle/>
        <a:p>
          <a:endParaRPr lang="en-US"/>
        </a:p>
      </dgm:t>
    </dgm:pt>
    <dgm:pt modelId="{B97568F9-4653-4B8E-A59F-4D573D8A589E}" type="sibTrans" cxnId="{CE2A3E0B-721B-45A0-BA32-9C142D6948EB}">
      <dgm:prSet/>
      <dgm:spPr/>
      <dgm:t>
        <a:bodyPr/>
        <a:lstStyle/>
        <a:p>
          <a:endParaRPr lang="en-US"/>
        </a:p>
      </dgm:t>
    </dgm:pt>
    <dgm:pt modelId="{CC3DAE8B-5682-4635-BD21-F4EBA8E36DD8}" type="pres">
      <dgm:prSet presAssocID="{70A50177-A8DD-48A0-B031-99267AEBDD73}" presName="linear" presStyleCnt="0">
        <dgm:presLayoutVars>
          <dgm:animLvl val="lvl"/>
          <dgm:resizeHandles val="exact"/>
        </dgm:presLayoutVars>
      </dgm:prSet>
      <dgm:spPr/>
    </dgm:pt>
    <dgm:pt modelId="{38833F55-E760-4723-BA18-4916BF1384FE}" type="pres">
      <dgm:prSet presAssocID="{0220175B-A939-4281-8562-C0D2F187CC7E}" presName="parentText" presStyleLbl="node1" presStyleIdx="0" presStyleCnt="4">
        <dgm:presLayoutVars>
          <dgm:chMax val="0"/>
          <dgm:bulletEnabled val="1"/>
        </dgm:presLayoutVars>
      </dgm:prSet>
      <dgm:spPr/>
    </dgm:pt>
    <dgm:pt modelId="{5D35DFF7-20C9-4808-8F3D-C510990ABAA5}" type="pres">
      <dgm:prSet presAssocID="{D1094B13-4CEA-48CE-AF5D-748A151023B8}" presName="spacer" presStyleCnt="0"/>
      <dgm:spPr/>
    </dgm:pt>
    <dgm:pt modelId="{F60CEEEB-639A-4E63-A709-E795BAAFFFBD}" type="pres">
      <dgm:prSet presAssocID="{8F86265F-5805-456F-BEF7-175C5E1E983A}" presName="parentText" presStyleLbl="node1" presStyleIdx="1" presStyleCnt="4">
        <dgm:presLayoutVars>
          <dgm:chMax val="0"/>
          <dgm:bulletEnabled val="1"/>
        </dgm:presLayoutVars>
      </dgm:prSet>
      <dgm:spPr/>
    </dgm:pt>
    <dgm:pt modelId="{D827F0DD-5655-4DF1-ABAE-71E74E150947}" type="pres">
      <dgm:prSet presAssocID="{0360140F-402D-42A1-8FFF-A2A1ADA29E78}" presName="spacer" presStyleCnt="0"/>
      <dgm:spPr/>
    </dgm:pt>
    <dgm:pt modelId="{343C9D5E-5A7D-4E6A-A521-9E4DB9FAA6E7}" type="pres">
      <dgm:prSet presAssocID="{F222FF0E-5B6B-4D83-BB67-043B1B2223C8}" presName="parentText" presStyleLbl="node1" presStyleIdx="2" presStyleCnt="4">
        <dgm:presLayoutVars>
          <dgm:chMax val="0"/>
          <dgm:bulletEnabled val="1"/>
        </dgm:presLayoutVars>
      </dgm:prSet>
      <dgm:spPr/>
    </dgm:pt>
    <dgm:pt modelId="{ED7C3520-4369-4A1D-96E5-FDE52AE7DBF8}" type="pres">
      <dgm:prSet presAssocID="{C2CE8196-C8DD-4BB1-9A36-EF2EE2DBB12C}" presName="spacer" presStyleCnt="0"/>
      <dgm:spPr/>
    </dgm:pt>
    <dgm:pt modelId="{15BD9954-0E7D-4828-A4AF-55AE3DE12182}" type="pres">
      <dgm:prSet presAssocID="{4B45387E-D967-4BDC-A53C-215BC57D6329}" presName="parentText" presStyleLbl="node1" presStyleIdx="3" presStyleCnt="4">
        <dgm:presLayoutVars>
          <dgm:chMax val="0"/>
          <dgm:bulletEnabled val="1"/>
        </dgm:presLayoutVars>
      </dgm:prSet>
      <dgm:spPr/>
    </dgm:pt>
  </dgm:ptLst>
  <dgm:cxnLst>
    <dgm:cxn modelId="{9B4B7102-898A-46C7-910C-A1EA8A4D8234}" srcId="{70A50177-A8DD-48A0-B031-99267AEBDD73}" destId="{F222FF0E-5B6B-4D83-BB67-043B1B2223C8}" srcOrd="2" destOrd="0" parTransId="{D4E2D202-C6EF-46DF-86C6-E4C0F55E2A3A}" sibTransId="{C2CE8196-C8DD-4BB1-9A36-EF2EE2DBB12C}"/>
    <dgm:cxn modelId="{CE2A3E0B-721B-45A0-BA32-9C142D6948EB}" srcId="{70A50177-A8DD-48A0-B031-99267AEBDD73}" destId="{4B45387E-D967-4BDC-A53C-215BC57D6329}" srcOrd="3" destOrd="0" parTransId="{2A53817B-5212-4346-9A8A-FA026619D2EA}" sibTransId="{B97568F9-4653-4B8E-A59F-4D573D8A589E}"/>
    <dgm:cxn modelId="{E9353428-0425-47B9-8B2F-33F539BE7A47}" type="presOf" srcId="{0220175B-A939-4281-8562-C0D2F187CC7E}" destId="{38833F55-E760-4723-BA18-4916BF1384FE}" srcOrd="0" destOrd="0" presId="urn:microsoft.com/office/officeart/2005/8/layout/vList2"/>
    <dgm:cxn modelId="{32374E47-C7ED-409D-AC8D-68B8D51F30A2}" srcId="{70A50177-A8DD-48A0-B031-99267AEBDD73}" destId="{8F86265F-5805-456F-BEF7-175C5E1E983A}" srcOrd="1" destOrd="0" parTransId="{1DDED23F-66F7-47C1-8EA7-0BFBCEDE8660}" sibTransId="{0360140F-402D-42A1-8FFF-A2A1ADA29E78}"/>
    <dgm:cxn modelId="{649E5569-5B16-483A-96D6-391B96DA5E30}" type="presOf" srcId="{70A50177-A8DD-48A0-B031-99267AEBDD73}" destId="{CC3DAE8B-5682-4635-BD21-F4EBA8E36DD8}" srcOrd="0" destOrd="0" presId="urn:microsoft.com/office/officeart/2005/8/layout/vList2"/>
    <dgm:cxn modelId="{83018377-FDB9-4FF5-8C22-78DDD61A2ABD}" srcId="{70A50177-A8DD-48A0-B031-99267AEBDD73}" destId="{0220175B-A939-4281-8562-C0D2F187CC7E}" srcOrd="0" destOrd="0" parTransId="{1D848A91-93ED-4D18-AE9C-F3F3036A67B8}" sibTransId="{D1094B13-4CEA-48CE-AF5D-748A151023B8}"/>
    <dgm:cxn modelId="{6D3AD1A9-254B-4C65-AA07-9D40725C2C05}" type="presOf" srcId="{4B45387E-D967-4BDC-A53C-215BC57D6329}" destId="{15BD9954-0E7D-4828-A4AF-55AE3DE12182}" srcOrd="0" destOrd="0" presId="urn:microsoft.com/office/officeart/2005/8/layout/vList2"/>
    <dgm:cxn modelId="{270C88C5-4082-42F0-87DF-3D8C0C43DEF0}" type="presOf" srcId="{F222FF0E-5B6B-4D83-BB67-043B1B2223C8}" destId="{343C9D5E-5A7D-4E6A-A521-9E4DB9FAA6E7}" srcOrd="0" destOrd="0" presId="urn:microsoft.com/office/officeart/2005/8/layout/vList2"/>
    <dgm:cxn modelId="{358F2DCC-0BDC-475C-A862-5DD1803DE975}" type="presOf" srcId="{8F86265F-5805-456F-BEF7-175C5E1E983A}" destId="{F60CEEEB-639A-4E63-A709-E795BAAFFFBD}" srcOrd="0" destOrd="0" presId="urn:microsoft.com/office/officeart/2005/8/layout/vList2"/>
    <dgm:cxn modelId="{45A7F509-6CEC-47B1-ADE2-4B3E7C1C2F4E}" type="presParOf" srcId="{CC3DAE8B-5682-4635-BD21-F4EBA8E36DD8}" destId="{38833F55-E760-4723-BA18-4916BF1384FE}" srcOrd="0" destOrd="0" presId="urn:microsoft.com/office/officeart/2005/8/layout/vList2"/>
    <dgm:cxn modelId="{084AB411-60F9-4AEE-AFEA-8E6DAD4FEFA7}" type="presParOf" srcId="{CC3DAE8B-5682-4635-BD21-F4EBA8E36DD8}" destId="{5D35DFF7-20C9-4808-8F3D-C510990ABAA5}" srcOrd="1" destOrd="0" presId="urn:microsoft.com/office/officeart/2005/8/layout/vList2"/>
    <dgm:cxn modelId="{63511AF5-8552-4DC9-AF46-612C3CB0CEDD}" type="presParOf" srcId="{CC3DAE8B-5682-4635-BD21-F4EBA8E36DD8}" destId="{F60CEEEB-639A-4E63-A709-E795BAAFFFBD}" srcOrd="2" destOrd="0" presId="urn:microsoft.com/office/officeart/2005/8/layout/vList2"/>
    <dgm:cxn modelId="{45914105-301E-492A-A022-80DA8F40E72B}" type="presParOf" srcId="{CC3DAE8B-5682-4635-BD21-F4EBA8E36DD8}" destId="{D827F0DD-5655-4DF1-ABAE-71E74E150947}" srcOrd="3" destOrd="0" presId="urn:microsoft.com/office/officeart/2005/8/layout/vList2"/>
    <dgm:cxn modelId="{07D2CEBE-4060-4E6C-A648-FA1F00CE256F}" type="presParOf" srcId="{CC3DAE8B-5682-4635-BD21-F4EBA8E36DD8}" destId="{343C9D5E-5A7D-4E6A-A521-9E4DB9FAA6E7}" srcOrd="4" destOrd="0" presId="urn:microsoft.com/office/officeart/2005/8/layout/vList2"/>
    <dgm:cxn modelId="{6AB75730-2E5D-428F-8215-BE28E51A6E66}" type="presParOf" srcId="{CC3DAE8B-5682-4635-BD21-F4EBA8E36DD8}" destId="{ED7C3520-4369-4A1D-96E5-FDE52AE7DBF8}" srcOrd="5" destOrd="0" presId="urn:microsoft.com/office/officeart/2005/8/layout/vList2"/>
    <dgm:cxn modelId="{0DEA10F4-4D68-41F9-A621-CEB466D090FC}" type="presParOf" srcId="{CC3DAE8B-5682-4635-BD21-F4EBA8E36DD8}" destId="{15BD9954-0E7D-4828-A4AF-55AE3DE12182}"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A9ADE60-E9BD-42AA-A622-8B5BBA62B125}"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CA5EF051-2F8B-45C4-8310-028880C22427}">
      <dgm:prSet/>
      <dgm:spPr/>
      <dgm:t>
        <a:bodyPr/>
        <a:lstStyle/>
        <a:p>
          <a:r>
            <a:rPr lang="es-GT" b="0" i="0" baseline="0"/>
            <a:t>Dependencia excesiva </a:t>
          </a:r>
          <a:endParaRPr lang="en-US"/>
        </a:p>
      </dgm:t>
    </dgm:pt>
    <dgm:pt modelId="{29732B3E-DAEA-43BD-AF79-05BAB8CAE27B}" type="parTrans" cxnId="{FD550CAB-7088-4F19-AF6C-5E9862A5AD95}">
      <dgm:prSet/>
      <dgm:spPr/>
      <dgm:t>
        <a:bodyPr/>
        <a:lstStyle/>
        <a:p>
          <a:endParaRPr lang="en-US"/>
        </a:p>
      </dgm:t>
    </dgm:pt>
    <dgm:pt modelId="{636AE381-CFEC-4667-ADB1-D1ECD952F4B6}" type="sibTrans" cxnId="{FD550CAB-7088-4F19-AF6C-5E9862A5AD95}">
      <dgm:prSet/>
      <dgm:spPr/>
      <dgm:t>
        <a:bodyPr/>
        <a:lstStyle/>
        <a:p>
          <a:endParaRPr lang="en-US"/>
        </a:p>
      </dgm:t>
    </dgm:pt>
    <dgm:pt modelId="{3B8C6F79-66CB-4F1D-A553-4DD7F5A0FE12}">
      <dgm:prSet/>
      <dgm:spPr/>
      <dgm:t>
        <a:bodyPr/>
        <a:lstStyle/>
        <a:p>
          <a:r>
            <a:rPr lang="es-GT" b="0" i="0" baseline="0"/>
            <a:t>Errores automáticos a gran escala </a:t>
          </a:r>
          <a:endParaRPr lang="en-US"/>
        </a:p>
      </dgm:t>
    </dgm:pt>
    <dgm:pt modelId="{BF3AC3FD-9F43-435B-B525-59C7A93DC838}" type="parTrans" cxnId="{6370992D-FB79-48E5-A40C-A8AB3265AAA8}">
      <dgm:prSet/>
      <dgm:spPr/>
      <dgm:t>
        <a:bodyPr/>
        <a:lstStyle/>
        <a:p>
          <a:endParaRPr lang="en-US"/>
        </a:p>
      </dgm:t>
    </dgm:pt>
    <dgm:pt modelId="{5A1319C3-A339-4B7C-9D85-A1687AFEE914}" type="sibTrans" cxnId="{6370992D-FB79-48E5-A40C-A8AB3265AAA8}">
      <dgm:prSet/>
      <dgm:spPr/>
      <dgm:t>
        <a:bodyPr/>
        <a:lstStyle/>
        <a:p>
          <a:endParaRPr lang="en-US"/>
        </a:p>
      </dgm:t>
    </dgm:pt>
    <dgm:pt modelId="{B1C5B3FE-E81E-4137-94DF-9701A7EC44D0}">
      <dgm:prSet/>
      <dgm:spPr/>
      <dgm:t>
        <a:bodyPr/>
        <a:lstStyle/>
        <a:p>
          <a:r>
            <a:rPr lang="es-GT" b="0" i="0" baseline="0"/>
            <a:t>Seguridad (malas configuraciones) </a:t>
          </a:r>
          <a:endParaRPr lang="en-US"/>
        </a:p>
      </dgm:t>
    </dgm:pt>
    <dgm:pt modelId="{D9EFD5F9-EF3F-4993-ADDD-5CF525BDFF90}" type="parTrans" cxnId="{5BD78C5F-1F98-4AD0-99C8-D526B51E5988}">
      <dgm:prSet/>
      <dgm:spPr/>
      <dgm:t>
        <a:bodyPr/>
        <a:lstStyle/>
        <a:p>
          <a:endParaRPr lang="en-US"/>
        </a:p>
      </dgm:t>
    </dgm:pt>
    <dgm:pt modelId="{F264C2F2-421C-4EDB-AFB0-8B680CC87770}" type="sibTrans" cxnId="{5BD78C5F-1F98-4AD0-99C8-D526B51E5988}">
      <dgm:prSet/>
      <dgm:spPr/>
      <dgm:t>
        <a:bodyPr/>
        <a:lstStyle/>
        <a:p>
          <a:endParaRPr lang="en-US"/>
        </a:p>
      </dgm:t>
    </dgm:pt>
    <dgm:pt modelId="{F27E35E5-76C0-424E-A37E-685C1BB59BF6}">
      <dgm:prSet/>
      <dgm:spPr/>
      <dgm:t>
        <a:bodyPr/>
        <a:lstStyle/>
        <a:p>
          <a:r>
            <a:rPr lang="es-GT" b="0" i="0" baseline="0"/>
            <a:t>Falta de comprensión del sistema </a:t>
          </a:r>
          <a:endParaRPr lang="en-US"/>
        </a:p>
      </dgm:t>
    </dgm:pt>
    <dgm:pt modelId="{5BB7E571-3B2D-422F-BB3C-75F6408E84AA}" type="parTrans" cxnId="{35E0DEC7-132E-492F-9EF9-7F73CCAA4DF2}">
      <dgm:prSet/>
      <dgm:spPr/>
      <dgm:t>
        <a:bodyPr/>
        <a:lstStyle/>
        <a:p>
          <a:endParaRPr lang="en-US"/>
        </a:p>
      </dgm:t>
    </dgm:pt>
    <dgm:pt modelId="{914C6C3D-317F-46BA-A0E3-F21EC1B4D57F}" type="sibTrans" cxnId="{35E0DEC7-132E-492F-9EF9-7F73CCAA4DF2}">
      <dgm:prSet/>
      <dgm:spPr/>
      <dgm:t>
        <a:bodyPr/>
        <a:lstStyle/>
        <a:p>
          <a:endParaRPr lang="en-US"/>
        </a:p>
      </dgm:t>
    </dgm:pt>
    <dgm:pt modelId="{F66918F2-C3D8-4B65-A228-F648C21D7B60}" type="pres">
      <dgm:prSet presAssocID="{5A9ADE60-E9BD-42AA-A622-8B5BBA62B125}" presName="linear" presStyleCnt="0">
        <dgm:presLayoutVars>
          <dgm:animLvl val="lvl"/>
          <dgm:resizeHandles val="exact"/>
        </dgm:presLayoutVars>
      </dgm:prSet>
      <dgm:spPr/>
    </dgm:pt>
    <dgm:pt modelId="{A0D17959-80EC-42D3-870B-2C96EAD5605B}" type="pres">
      <dgm:prSet presAssocID="{CA5EF051-2F8B-45C4-8310-028880C22427}" presName="parentText" presStyleLbl="node1" presStyleIdx="0" presStyleCnt="4">
        <dgm:presLayoutVars>
          <dgm:chMax val="0"/>
          <dgm:bulletEnabled val="1"/>
        </dgm:presLayoutVars>
      </dgm:prSet>
      <dgm:spPr/>
    </dgm:pt>
    <dgm:pt modelId="{2B99DF08-52E2-40A2-A797-FEFA86F57BBA}" type="pres">
      <dgm:prSet presAssocID="{636AE381-CFEC-4667-ADB1-D1ECD952F4B6}" presName="spacer" presStyleCnt="0"/>
      <dgm:spPr/>
    </dgm:pt>
    <dgm:pt modelId="{F6441706-C232-4FC0-A26F-717FDCE56CB7}" type="pres">
      <dgm:prSet presAssocID="{3B8C6F79-66CB-4F1D-A553-4DD7F5A0FE12}" presName="parentText" presStyleLbl="node1" presStyleIdx="1" presStyleCnt="4">
        <dgm:presLayoutVars>
          <dgm:chMax val="0"/>
          <dgm:bulletEnabled val="1"/>
        </dgm:presLayoutVars>
      </dgm:prSet>
      <dgm:spPr/>
    </dgm:pt>
    <dgm:pt modelId="{6EF19A06-A0E7-474F-8CFB-97925BC9C95B}" type="pres">
      <dgm:prSet presAssocID="{5A1319C3-A339-4B7C-9D85-A1687AFEE914}" presName="spacer" presStyleCnt="0"/>
      <dgm:spPr/>
    </dgm:pt>
    <dgm:pt modelId="{73288DF7-613F-407C-A400-64B94634FE1E}" type="pres">
      <dgm:prSet presAssocID="{B1C5B3FE-E81E-4137-94DF-9701A7EC44D0}" presName="parentText" presStyleLbl="node1" presStyleIdx="2" presStyleCnt="4">
        <dgm:presLayoutVars>
          <dgm:chMax val="0"/>
          <dgm:bulletEnabled val="1"/>
        </dgm:presLayoutVars>
      </dgm:prSet>
      <dgm:spPr/>
    </dgm:pt>
    <dgm:pt modelId="{BA7D2E33-B35E-4871-9BCC-9B925EBE696F}" type="pres">
      <dgm:prSet presAssocID="{F264C2F2-421C-4EDB-AFB0-8B680CC87770}" presName="spacer" presStyleCnt="0"/>
      <dgm:spPr/>
    </dgm:pt>
    <dgm:pt modelId="{0C718B72-7326-4054-8ECC-ACC50CB99A12}" type="pres">
      <dgm:prSet presAssocID="{F27E35E5-76C0-424E-A37E-685C1BB59BF6}" presName="parentText" presStyleLbl="node1" presStyleIdx="3" presStyleCnt="4">
        <dgm:presLayoutVars>
          <dgm:chMax val="0"/>
          <dgm:bulletEnabled val="1"/>
        </dgm:presLayoutVars>
      </dgm:prSet>
      <dgm:spPr/>
    </dgm:pt>
  </dgm:ptLst>
  <dgm:cxnLst>
    <dgm:cxn modelId="{DF5FAA00-AC5C-4F15-A40A-7907E66E5C77}" type="presOf" srcId="{CA5EF051-2F8B-45C4-8310-028880C22427}" destId="{A0D17959-80EC-42D3-870B-2C96EAD5605B}" srcOrd="0" destOrd="0" presId="urn:microsoft.com/office/officeart/2005/8/layout/vList2"/>
    <dgm:cxn modelId="{503E251A-2131-41FB-91F5-A10A3BB00239}" type="presOf" srcId="{F27E35E5-76C0-424E-A37E-685C1BB59BF6}" destId="{0C718B72-7326-4054-8ECC-ACC50CB99A12}" srcOrd="0" destOrd="0" presId="urn:microsoft.com/office/officeart/2005/8/layout/vList2"/>
    <dgm:cxn modelId="{6370992D-FB79-48E5-A40C-A8AB3265AAA8}" srcId="{5A9ADE60-E9BD-42AA-A622-8B5BBA62B125}" destId="{3B8C6F79-66CB-4F1D-A553-4DD7F5A0FE12}" srcOrd="1" destOrd="0" parTransId="{BF3AC3FD-9F43-435B-B525-59C7A93DC838}" sibTransId="{5A1319C3-A339-4B7C-9D85-A1687AFEE914}"/>
    <dgm:cxn modelId="{66E42D2F-FF59-4EDC-BE4F-AE713C071BBA}" type="presOf" srcId="{5A9ADE60-E9BD-42AA-A622-8B5BBA62B125}" destId="{F66918F2-C3D8-4B65-A228-F648C21D7B60}" srcOrd="0" destOrd="0" presId="urn:microsoft.com/office/officeart/2005/8/layout/vList2"/>
    <dgm:cxn modelId="{5BD78C5F-1F98-4AD0-99C8-D526B51E5988}" srcId="{5A9ADE60-E9BD-42AA-A622-8B5BBA62B125}" destId="{B1C5B3FE-E81E-4137-94DF-9701A7EC44D0}" srcOrd="2" destOrd="0" parTransId="{D9EFD5F9-EF3F-4993-ADDD-5CF525BDFF90}" sibTransId="{F264C2F2-421C-4EDB-AFB0-8B680CC87770}"/>
    <dgm:cxn modelId="{3D90AC8E-77C7-4C7C-9FAA-F1F3894D6702}" type="presOf" srcId="{3B8C6F79-66CB-4F1D-A553-4DD7F5A0FE12}" destId="{F6441706-C232-4FC0-A26F-717FDCE56CB7}" srcOrd="0" destOrd="0" presId="urn:microsoft.com/office/officeart/2005/8/layout/vList2"/>
    <dgm:cxn modelId="{FD550CAB-7088-4F19-AF6C-5E9862A5AD95}" srcId="{5A9ADE60-E9BD-42AA-A622-8B5BBA62B125}" destId="{CA5EF051-2F8B-45C4-8310-028880C22427}" srcOrd="0" destOrd="0" parTransId="{29732B3E-DAEA-43BD-AF79-05BAB8CAE27B}" sibTransId="{636AE381-CFEC-4667-ADB1-D1ECD952F4B6}"/>
    <dgm:cxn modelId="{35E0DEC7-132E-492F-9EF9-7F73CCAA4DF2}" srcId="{5A9ADE60-E9BD-42AA-A622-8B5BBA62B125}" destId="{F27E35E5-76C0-424E-A37E-685C1BB59BF6}" srcOrd="3" destOrd="0" parTransId="{5BB7E571-3B2D-422F-BB3C-75F6408E84AA}" sibTransId="{914C6C3D-317F-46BA-A0E3-F21EC1B4D57F}"/>
    <dgm:cxn modelId="{6F5E6BDB-82AF-4563-B349-B398E36A3995}" type="presOf" srcId="{B1C5B3FE-E81E-4137-94DF-9701A7EC44D0}" destId="{73288DF7-613F-407C-A400-64B94634FE1E}" srcOrd="0" destOrd="0" presId="urn:microsoft.com/office/officeart/2005/8/layout/vList2"/>
    <dgm:cxn modelId="{6683FA46-0AC7-464F-8E70-341B133BB2B8}" type="presParOf" srcId="{F66918F2-C3D8-4B65-A228-F648C21D7B60}" destId="{A0D17959-80EC-42D3-870B-2C96EAD5605B}" srcOrd="0" destOrd="0" presId="urn:microsoft.com/office/officeart/2005/8/layout/vList2"/>
    <dgm:cxn modelId="{6DC10B2F-828F-4DD8-9F36-24BF282BDEC0}" type="presParOf" srcId="{F66918F2-C3D8-4B65-A228-F648C21D7B60}" destId="{2B99DF08-52E2-40A2-A797-FEFA86F57BBA}" srcOrd="1" destOrd="0" presId="urn:microsoft.com/office/officeart/2005/8/layout/vList2"/>
    <dgm:cxn modelId="{AA460374-F01A-42EE-8A98-A326FD2DD7A9}" type="presParOf" srcId="{F66918F2-C3D8-4B65-A228-F648C21D7B60}" destId="{F6441706-C232-4FC0-A26F-717FDCE56CB7}" srcOrd="2" destOrd="0" presId="urn:microsoft.com/office/officeart/2005/8/layout/vList2"/>
    <dgm:cxn modelId="{9F66732A-F21B-47BE-8683-5AFC3926E961}" type="presParOf" srcId="{F66918F2-C3D8-4B65-A228-F648C21D7B60}" destId="{6EF19A06-A0E7-474F-8CFB-97925BC9C95B}" srcOrd="3" destOrd="0" presId="urn:microsoft.com/office/officeart/2005/8/layout/vList2"/>
    <dgm:cxn modelId="{122BC259-B55A-4EC7-B85B-8D3CDC21C7AB}" type="presParOf" srcId="{F66918F2-C3D8-4B65-A228-F648C21D7B60}" destId="{73288DF7-613F-407C-A400-64B94634FE1E}" srcOrd="4" destOrd="0" presId="urn:microsoft.com/office/officeart/2005/8/layout/vList2"/>
    <dgm:cxn modelId="{128E3145-8C06-4E4A-9DFE-BB14F9243346}" type="presParOf" srcId="{F66918F2-C3D8-4B65-A228-F648C21D7B60}" destId="{BA7D2E33-B35E-4871-9BCC-9B925EBE696F}" srcOrd="5" destOrd="0" presId="urn:microsoft.com/office/officeart/2005/8/layout/vList2"/>
    <dgm:cxn modelId="{BE61A272-C8BA-4C43-886A-E326754E18AB}" type="presParOf" srcId="{F66918F2-C3D8-4B65-A228-F648C21D7B60}" destId="{0C718B72-7326-4054-8ECC-ACC50CB99A1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D323DE-0297-41BD-AA64-5518BCE660F3}">
      <dsp:nvSpPr>
        <dsp:cNvPr id="0" name=""/>
        <dsp:cNvSpPr/>
      </dsp:nvSpPr>
      <dsp:spPr>
        <a:xfrm>
          <a:off x="582645" y="1178"/>
          <a:ext cx="2174490" cy="1304694"/>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GT" sz="2000" b="1" kern="1200"/>
            <a:t>Automatización inteligente</a:t>
          </a:r>
          <a:endParaRPr lang="en-US" sz="2000" kern="1200"/>
        </a:p>
      </dsp:txBody>
      <dsp:txXfrm>
        <a:off x="582645" y="1178"/>
        <a:ext cx="2174490" cy="1304694"/>
      </dsp:txXfrm>
    </dsp:sp>
    <dsp:sp modelId="{4405D0DE-EBA1-4E4B-8B2D-1F16B351A43C}">
      <dsp:nvSpPr>
        <dsp:cNvPr id="0" name=""/>
        <dsp:cNvSpPr/>
      </dsp:nvSpPr>
      <dsp:spPr>
        <a:xfrm>
          <a:off x="2974584" y="1178"/>
          <a:ext cx="2174490" cy="1304694"/>
        </a:xfrm>
        <a:prstGeom prst="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GT" sz="2000" kern="1200"/>
            <a:t>Generar pipelines automáticamente </a:t>
          </a:r>
          <a:endParaRPr lang="en-US" sz="2000" kern="1200"/>
        </a:p>
      </dsp:txBody>
      <dsp:txXfrm>
        <a:off x="2974584" y="1178"/>
        <a:ext cx="2174490" cy="1304694"/>
      </dsp:txXfrm>
    </dsp:sp>
    <dsp:sp modelId="{049C1A62-81B6-461C-8249-FBC8B2822872}">
      <dsp:nvSpPr>
        <dsp:cNvPr id="0" name=""/>
        <dsp:cNvSpPr/>
      </dsp:nvSpPr>
      <dsp:spPr>
        <a:xfrm>
          <a:off x="5366524" y="1178"/>
          <a:ext cx="2174490" cy="1304694"/>
        </a:xfrm>
        <a:prstGeom prst="rect">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GT" sz="2000" kern="1200"/>
            <a:t>Detectar errores en CI/CD </a:t>
          </a:r>
          <a:endParaRPr lang="en-US" sz="2000" kern="1200"/>
        </a:p>
      </dsp:txBody>
      <dsp:txXfrm>
        <a:off x="5366524" y="1178"/>
        <a:ext cx="2174490" cy="1304694"/>
      </dsp:txXfrm>
    </dsp:sp>
    <dsp:sp modelId="{9932D488-CA5F-4DD7-9C7A-12966EF570F4}">
      <dsp:nvSpPr>
        <dsp:cNvPr id="0" name=""/>
        <dsp:cNvSpPr/>
      </dsp:nvSpPr>
      <dsp:spPr>
        <a:xfrm>
          <a:off x="7758464" y="1178"/>
          <a:ext cx="2174490" cy="1304694"/>
        </a:xfrm>
        <a:prstGeom prst="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GT" sz="2000" b="1" kern="1200"/>
            <a:t>Observabilidad avanzada</a:t>
          </a:r>
          <a:endParaRPr lang="en-US" sz="2000" kern="1200"/>
        </a:p>
      </dsp:txBody>
      <dsp:txXfrm>
        <a:off x="7758464" y="1178"/>
        <a:ext cx="2174490" cy="1304694"/>
      </dsp:txXfrm>
    </dsp:sp>
    <dsp:sp modelId="{F91B1F4B-6479-4778-9227-DA1365DC3C0B}">
      <dsp:nvSpPr>
        <dsp:cNvPr id="0" name=""/>
        <dsp:cNvSpPr/>
      </dsp:nvSpPr>
      <dsp:spPr>
        <a:xfrm>
          <a:off x="582645" y="1523321"/>
          <a:ext cx="2174490" cy="1304694"/>
        </a:xfrm>
        <a:prstGeom prst="rect">
          <a:avLst/>
        </a:prstGeom>
        <a:gradFill rotWithShape="0">
          <a:gsLst>
            <a:gs pos="0">
              <a:schemeClr val="accent6">
                <a:hueOff val="0"/>
                <a:satOff val="0"/>
                <a:lumOff val="0"/>
                <a:alphaOff val="0"/>
                <a:tint val="100000"/>
                <a:shade val="100000"/>
                <a:satMod val="130000"/>
              </a:schemeClr>
            </a:gs>
            <a:gs pos="100000">
              <a:schemeClr val="accent6">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GT" sz="2000" kern="1200"/>
            <a:t>Detectar anomalías antes de fallos </a:t>
          </a:r>
          <a:endParaRPr lang="en-US" sz="2000" kern="1200"/>
        </a:p>
      </dsp:txBody>
      <dsp:txXfrm>
        <a:off x="582645" y="1523321"/>
        <a:ext cx="2174490" cy="1304694"/>
      </dsp:txXfrm>
    </dsp:sp>
    <dsp:sp modelId="{681D3E06-B772-4FD8-8921-79C606F5131F}">
      <dsp:nvSpPr>
        <dsp:cNvPr id="0" name=""/>
        <dsp:cNvSpPr/>
      </dsp:nvSpPr>
      <dsp:spPr>
        <a:xfrm>
          <a:off x="2974584" y="1523321"/>
          <a:ext cx="2174490" cy="1304694"/>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GT" sz="2000" kern="1200"/>
            <a:t>Root cause analysis automático </a:t>
          </a:r>
          <a:endParaRPr lang="en-US" sz="2000" kern="1200"/>
        </a:p>
      </dsp:txBody>
      <dsp:txXfrm>
        <a:off x="2974584" y="1523321"/>
        <a:ext cx="2174490" cy="1304694"/>
      </dsp:txXfrm>
    </dsp:sp>
    <dsp:sp modelId="{4B7DF1DC-9169-4418-9D85-D684CC32C45B}">
      <dsp:nvSpPr>
        <dsp:cNvPr id="0" name=""/>
        <dsp:cNvSpPr/>
      </dsp:nvSpPr>
      <dsp:spPr>
        <a:xfrm>
          <a:off x="5366524" y="1523321"/>
          <a:ext cx="2174490" cy="1304694"/>
        </a:xfrm>
        <a:prstGeom prst="rect">
          <a:avLst/>
        </a:prstGeom>
        <a:gradFill rotWithShape="0">
          <a:gsLst>
            <a:gs pos="0">
              <a:schemeClr val="accent3">
                <a:hueOff val="0"/>
                <a:satOff val="0"/>
                <a:lumOff val="0"/>
                <a:alphaOff val="0"/>
                <a:tint val="100000"/>
                <a:shade val="100000"/>
                <a:satMod val="130000"/>
              </a:schemeClr>
            </a:gs>
            <a:gs pos="100000">
              <a:schemeClr val="accent3">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GT" sz="2000" b="1" kern="1200"/>
            <a:t>Infraestructura</a:t>
          </a:r>
          <a:endParaRPr lang="en-US" sz="2000" kern="1200"/>
        </a:p>
      </dsp:txBody>
      <dsp:txXfrm>
        <a:off x="5366524" y="1523321"/>
        <a:ext cx="2174490" cy="1304694"/>
      </dsp:txXfrm>
    </dsp:sp>
    <dsp:sp modelId="{A10ECE8C-FDEA-4C0D-97D9-06182EFE2154}">
      <dsp:nvSpPr>
        <dsp:cNvPr id="0" name=""/>
        <dsp:cNvSpPr/>
      </dsp:nvSpPr>
      <dsp:spPr>
        <a:xfrm>
          <a:off x="7758464" y="1523321"/>
          <a:ext cx="2174490" cy="1304694"/>
        </a:xfrm>
        <a:prstGeom prst="rect">
          <a:avLst/>
        </a:prstGeom>
        <a:gradFill rotWithShape="0">
          <a:gsLst>
            <a:gs pos="0">
              <a:schemeClr val="accent4">
                <a:hueOff val="0"/>
                <a:satOff val="0"/>
                <a:lumOff val="0"/>
                <a:alphaOff val="0"/>
                <a:tint val="100000"/>
                <a:shade val="100000"/>
                <a:satMod val="130000"/>
              </a:schemeClr>
            </a:gs>
            <a:gs pos="100000">
              <a:schemeClr val="accent4">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GT" sz="2000" kern="1200"/>
            <a:t>Sugerir configuraciones óptimas </a:t>
          </a:r>
          <a:endParaRPr lang="en-US" sz="2000" kern="1200"/>
        </a:p>
      </dsp:txBody>
      <dsp:txXfrm>
        <a:off x="7758464" y="1523321"/>
        <a:ext cx="2174490" cy="1304694"/>
      </dsp:txXfrm>
    </dsp:sp>
    <dsp:sp modelId="{62E690D8-2A9B-4CA0-B4D8-0125B0B94DDE}">
      <dsp:nvSpPr>
        <dsp:cNvPr id="0" name=""/>
        <dsp:cNvSpPr/>
      </dsp:nvSpPr>
      <dsp:spPr>
        <a:xfrm>
          <a:off x="4170554" y="3045465"/>
          <a:ext cx="2174490" cy="1304694"/>
        </a:xfrm>
        <a:prstGeom prst="rect">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GT" sz="2000" kern="1200"/>
            <a:t>Auto-scaling inteligente </a:t>
          </a:r>
          <a:endParaRPr lang="en-US" sz="2000" kern="1200"/>
        </a:p>
      </dsp:txBody>
      <dsp:txXfrm>
        <a:off x="4170554" y="3045465"/>
        <a:ext cx="2174490" cy="13046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833F55-E760-4723-BA18-4916BF1384FE}">
      <dsp:nvSpPr>
        <dsp:cNvPr id="0" name=""/>
        <dsp:cNvSpPr/>
      </dsp:nvSpPr>
      <dsp:spPr>
        <a:xfrm>
          <a:off x="0" y="335348"/>
          <a:ext cx="10515600" cy="84240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s-ES" sz="3600" kern="1200"/>
            <a:t>Entender el contexto del negocio completamente </a:t>
          </a:r>
          <a:endParaRPr lang="en-US" sz="3600" kern="1200"/>
        </a:p>
      </dsp:txBody>
      <dsp:txXfrm>
        <a:off x="41123" y="376471"/>
        <a:ext cx="10433354" cy="760154"/>
      </dsp:txXfrm>
    </dsp:sp>
    <dsp:sp modelId="{F60CEEEB-639A-4E63-A709-E795BAAFFFBD}">
      <dsp:nvSpPr>
        <dsp:cNvPr id="0" name=""/>
        <dsp:cNvSpPr/>
      </dsp:nvSpPr>
      <dsp:spPr>
        <a:xfrm>
          <a:off x="0" y="1281429"/>
          <a:ext cx="10515600" cy="842400"/>
        </a:xfrm>
        <a:prstGeom prst="roundRect">
          <a:avLst/>
        </a:prstGeom>
        <a:solidFill>
          <a:schemeClr val="accent2">
            <a:hueOff val="-485121"/>
            <a:satOff val="-27976"/>
            <a:lumOff val="2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s-ES" sz="3600" kern="1200"/>
            <a:t>Tomar decisiones de arquitectura complejas </a:t>
          </a:r>
          <a:endParaRPr lang="en-US" sz="3600" kern="1200"/>
        </a:p>
      </dsp:txBody>
      <dsp:txXfrm>
        <a:off x="41123" y="1322552"/>
        <a:ext cx="10433354" cy="760154"/>
      </dsp:txXfrm>
    </dsp:sp>
    <dsp:sp modelId="{343C9D5E-5A7D-4E6A-A521-9E4DB9FAA6E7}">
      <dsp:nvSpPr>
        <dsp:cNvPr id="0" name=""/>
        <dsp:cNvSpPr/>
      </dsp:nvSpPr>
      <dsp:spPr>
        <a:xfrm>
          <a:off x="0" y="2227509"/>
          <a:ext cx="10515600" cy="842400"/>
        </a:xfrm>
        <a:prstGeom prst="roundRect">
          <a:avLst/>
        </a:prstGeom>
        <a:solidFill>
          <a:schemeClr val="accent2">
            <a:hueOff val="-970242"/>
            <a:satOff val="-55952"/>
            <a:lumOff val="5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s-ES" sz="3600" kern="1200"/>
            <a:t>Manejar incidentes críticos sin supervisión </a:t>
          </a:r>
          <a:endParaRPr lang="en-US" sz="3600" kern="1200"/>
        </a:p>
      </dsp:txBody>
      <dsp:txXfrm>
        <a:off x="41123" y="2268632"/>
        <a:ext cx="10433354" cy="760154"/>
      </dsp:txXfrm>
    </dsp:sp>
    <dsp:sp modelId="{15BD9954-0E7D-4828-A4AF-55AE3DE12182}">
      <dsp:nvSpPr>
        <dsp:cNvPr id="0" name=""/>
        <dsp:cNvSpPr/>
      </dsp:nvSpPr>
      <dsp:spPr>
        <a:xfrm>
          <a:off x="0" y="3173589"/>
          <a:ext cx="10515600" cy="842400"/>
        </a:xfrm>
        <a:prstGeom prst="roundRect">
          <a:avLst/>
        </a:prstGeom>
        <a:solidFill>
          <a:schemeClr val="accent2">
            <a:hueOff val="-1455363"/>
            <a:satOff val="-83928"/>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es-ES" sz="3600" kern="1200"/>
            <a:t>Responsabilidad (accountability)</a:t>
          </a:r>
          <a:endParaRPr lang="en-US" sz="3600" kern="1200"/>
        </a:p>
      </dsp:txBody>
      <dsp:txXfrm>
        <a:off x="41123" y="3214712"/>
        <a:ext cx="10433354" cy="76015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D17959-80EC-42D3-870B-2C96EAD5605B}">
      <dsp:nvSpPr>
        <dsp:cNvPr id="0" name=""/>
        <dsp:cNvSpPr/>
      </dsp:nvSpPr>
      <dsp:spPr>
        <a:xfrm>
          <a:off x="0" y="74749"/>
          <a:ext cx="6666833" cy="1254825"/>
        </a:xfrm>
        <a:prstGeom prst="round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s-GT" sz="3300" b="0" i="0" kern="1200" baseline="0"/>
            <a:t>Dependencia excesiva </a:t>
          </a:r>
          <a:endParaRPr lang="en-US" sz="3300" kern="1200"/>
        </a:p>
      </dsp:txBody>
      <dsp:txXfrm>
        <a:off x="61256" y="136005"/>
        <a:ext cx="6544321" cy="1132313"/>
      </dsp:txXfrm>
    </dsp:sp>
    <dsp:sp modelId="{F6441706-C232-4FC0-A26F-717FDCE56CB7}">
      <dsp:nvSpPr>
        <dsp:cNvPr id="0" name=""/>
        <dsp:cNvSpPr/>
      </dsp:nvSpPr>
      <dsp:spPr>
        <a:xfrm>
          <a:off x="0" y="1424614"/>
          <a:ext cx="6666833" cy="1254825"/>
        </a:xfrm>
        <a:prstGeom prst="roundRect">
          <a:avLst/>
        </a:prstGeom>
        <a:gradFill rotWithShape="0">
          <a:gsLst>
            <a:gs pos="0">
              <a:schemeClr val="accent2">
                <a:hueOff val="-485121"/>
                <a:satOff val="-27976"/>
                <a:lumOff val="2876"/>
                <a:alphaOff val="0"/>
                <a:tint val="100000"/>
                <a:shade val="100000"/>
                <a:satMod val="130000"/>
              </a:schemeClr>
            </a:gs>
            <a:gs pos="100000">
              <a:schemeClr val="accent2">
                <a:hueOff val="-485121"/>
                <a:satOff val="-27976"/>
                <a:lumOff val="287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s-GT" sz="3300" b="0" i="0" kern="1200" baseline="0"/>
            <a:t>Errores automáticos a gran escala </a:t>
          </a:r>
          <a:endParaRPr lang="en-US" sz="3300" kern="1200"/>
        </a:p>
      </dsp:txBody>
      <dsp:txXfrm>
        <a:off x="61256" y="1485870"/>
        <a:ext cx="6544321" cy="1132313"/>
      </dsp:txXfrm>
    </dsp:sp>
    <dsp:sp modelId="{73288DF7-613F-407C-A400-64B94634FE1E}">
      <dsp:nvSpPr>
        <dsp:cNvPr id="0" name=""/>
        <dsp:cNvSpPr/>
      </dsp:nvSpPr>
      <dsp:spPr>
        <a:xfrm>
          <a:off x="0" y="2774480"/>
          <a:ext cx="6666833" cy="1254825"/>
        </a:xfrm>
        <a:prstGeom prst="roundRect">
          <a:avLst/>
        </a:prstGeom>
        <a:gradFill rotWithShape="0">
          <a:gsLst>
            <a:gs pos="0">
              <a:schemeClr val="accent2">
                <a:hueOff val="-970242"/>
                <a:satOff val="-55952"/>
                <a:lumOff val="5752"/>
                <a:alphaOff val="0"/>
                <a:tint val="100000"/>
                <a:shade val="100000"/>
                <a:satMod val="130000"/>
              </a:schemeClr>
            </a:gs>
            <a:gs pos="100000">
              <a:schemeClr val="accent2">
                <a:hueOff val="-970242"/>
                <a:satOff val="-55952"/>
                <a:lumOff val="5752"/>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s-GT" sz="3300" b="0" i="0" kern="1200" baseline="0"/>
            <a:t>Seguridad (malas configuraciones) </a:t>
          </a:r>
          <a:endParaRPr lang="en-US" sz="3300" kern="1200"/>
        </a:p>
      </dsp:txBody>
      <dsp:txXfrm>
        <a:off x="61256" y="2835736"/>
        <a:ext cx="6544321" cy="1132313"/>
      </dsp:txXfrm>
    </dsp:sp>
    <dsp:sp modelId="{0C718B72-7326-4054-8ECC-ACC50CB99A12}">
      <dsp:nvSpPr>
        <dsp:cNvPr id="0" name=""/>
        <dsp:cNvSpPr/>
      </dsp:nvSpPr>
      <dsp:spPr>
        <a:xfrm>
          <a:off x="0" y="4124345"/>
          <a:ext cx="6666833" cy="1254825"/>
        </a:xfrm>
        <a:prstGeom prst="roundRect">
          <a:avLst/>
        </a:prstGeom>
        <a:gradFill rotWithShape="0">
          <a:gsLst>
            <a:gs pos="0">
              <a:schemeClr val="accent2">
                <a:hueOff val="-1455363"/>
                <a:satOff val="-83928"/>
                <a:lumOff val="8628"/>
                <a:alphaOff val="0"/>
                <a:tint val="100000"/>
                <a:shade val="100000"/>
                <a:satMod val="130000"/>
              </a:schemeClr>
            </a:gs>
            <a:gs pos="100000">
              <a:schemeClr val="accent2">
                <a:hueOff val="-1455363"/>
                <a:satOff val="-83928"/>
                <a:lumOff val="8628"/>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s-GT" sz="3300" b="0" i="0" kern="1200" baseline="0"/>
            <a:t>Falta de comprensión del sistema </a:t>
          </a:r>
          <a:endParaRPr lang="en-US" sz="3300" kern="1200"/>
        </a:p>
      </dsp:txBody>
      <dsp:txXfrm>
        <a:off x="61256" y="4185601"/>
        <a:ext cx="6544321" cy="113231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64afea4f6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 name="Google Shape;86;g364afea4f6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G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GT"/>
          </a:p>
        </p:txBody>
      </p:sp>
    </p:spTree>
    <p:extLst>
      <p:ext uri="{BB962C8B-B14F-4D97-AF65-F5344CB8AC3E}">
        <p14:creationId xmlns:p14="http://schemas.microsoft.com/office/powerpoint/2010/main" val="3708312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48584de576676619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g48584de576676619_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lang="en-US" sz="1200" i="1">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marL="0" lvl="0" indent="0" algn="l" rtl="0">
              <a:lnSpc>
                <a:spcPct val="100000"/>
              </a:lnSpc>
              <a:spcBef>
                <a:spcPts val="0"/>
              </a:spcBef>
              <a:spcAft>
                <a:spcPts val="0"/>
              </a:spcAft>
              <a:buSzPts val="1400"/>
              <a:buNone/>
            </a:pPr>
            <a:endParaRPr/>
          </a:p>
        </p:txBody>
      </p:sp>
      <p:sp>
        <p:nvSpPr>
          <p:cNvPr id="187" name="Google Shape;187;g48584de576676619_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lang="en-US" sz="1200" i="1">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marL="0" lvl="0" indent="0" algn="l" rtl="0">
              <a:lnSpc>
                <a:spcPct val="100000"/>
              </a:lnSpc>
              <a:spcBef>
                <a:spcPts val="0"/>
              </a:spcBef>
              <a:spcAft>
                <a:spcPts val="0"/>
              </a:spcAft>
              <a:buSzPts val="1400"/>
              <a:buNone/>
            </a:pPr>
            <a:endParaRPr/>
          </a:p>
        </p:txBody>
      </p:sp>
      <p:sp>
        <p:nvSpPr>
          <p:cNvPr id="196" name="Google Shape;196;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48584de576676619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g48584de576676619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lang="en-US" sz="1200" i="1">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marL="0" lvl="0" indent="0" algn="l" rtl="0">
              <a:lnSpc>
                <a:spcPct val="100000"/>
              </a:lnSpc>
              <a:spcBef>
                <a:spcPts val="0"/>
              </a:spcBef>
              <a:spcAft>
                <a:spcPts val="0"/>
              </a:spcAft>
              <a:buSzPts val="1400"/>
              <a:buNone/>
            </a:pPr>
            <a:endParaRPr/>
          </a:p>
        </p:txBody>
      </p:sp>
      <p:sp>
        <p:nvSpPr>
          <p:cNvPr id="212" name="Google Shape;212;g48584de576676619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d46eea4f4d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 name="Google Shape;220;g2d46eea4f4d_0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2d46eea4f4d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g2d46eea4f4d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2d46eea4f4d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g2d46eea4f4d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d46eea4f4d_0_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g2d46eea4f4d_0_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lang="en-US" sz="1200" i="1">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marL="0" lvl="0" indent="0" algn="l" rtl="0">
              <a:lnSpc>
                <a:spcPct val="100000"/>
              </a:lnSpc>
              <a:spcBef>
                <a:spcPts val="0"/>
              </a:spcBef>
              <a:spcAft>
                <a:spcPts val="0"/>
              </a:spcAft>
              <a:buSzPts val="1400"/>
              <a:buNone/>
            </a:pPr>
            <a:endParaRPr/>
          </a:p>
        </p:txBody>
      </p:sp>
      <p:sp>
        <p:nvSpPr>
          <p:cNvPr id="243" name="Google Shape;243;g2d46eea4f4d_0_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46eea4f4d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g2d46eea4f4d_0_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2d46eea4f4d_0_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g2d46eea4f4d_0_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5" name="Google Shape;26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2d46eea4f4d_0_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g2d46eea4f4d_0_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4" name="Google Shape;17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20"/>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0"/>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2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22"/>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2"/>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22"/>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2"/>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22"/>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3"/>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3"/>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3"/>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3"/>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2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2"/>
        <p:cNvGrpSpPr/>
        <p:nvPr/>
      </p:nvGrpSpPr>
      <p:grpSpPr>
        <a:xfrm>
          <a:off x="0" y="0"/>
          <a:ext cx="0" cy="0"/>
          <a:chOff x="0" y="0"/>
          <a:chExt cx="0" cy="0"/>
        </a:xfrm>
      </p:grpSpPr>
      <p:sp>
        <p:nvSpPr>
          <p:cNvPr id="63" name="Google Shape;63;p25"/>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5"/>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5" name="Google Shape;65;p25"/>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2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26"/>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6"/>
          <p:cNvSpPr>
            <a:spLocks noGrp="1"/>
          </p:cNvSpPr>
          <p:nvPr>
            <p:ph type="pic" idx="2"/>
          </p:nvPr>
        </p:nvSpPr>
        <p:spPr>
          <a:xfrm>
            <a:off x="5183188" y="987425"/>
            <a:ext cx="6172200" cy="4873500"/>
          </a:xfrm>
          <a:prstGeom prst="rect">
            <a:avLst/>
          </a:prstGeom>
          <a:noFill/>
          <a:ln>
            <a:noFill/>
          </a:ln>
        </p:spPr>
      </p:sp>
      <p:sp>
        <p:nvSpPr>
          <p:cNvPr id="72" name="Google Shape;72;p26"/>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2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2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7"/>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2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28"/>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8"/>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2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2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25"/>
        <p:cNvGrpSpPr/>
        <p:nvPr/>
      </p:nvGrpSpPr>
      <p:grpSpPr>
        <a:xfrm>
          <a:off x="0" y="0"/>
          <a:ext cx="0" cy="0"/>
          <a:chOff x="0" y="0"/>
          <a:chExt cx="0" cy="0"/>
        </a:xfrm>
      </p:grpSpPr>
      <p:sp>
        <p:nvSpPr>
          <p:cNvPr id="26" name="Google Shape;26;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4069234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52"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Lst>
  <p:transition spd="slow">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2.jpeg"/><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3.jpeg"/><Relationship Id="rId1" Type="http://schemas.openxmlformats.org/officeDocument/2006/relationships/slideLayout" Target="../slideLayouts/slideLayout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9.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364afea4f63_0_0"/>
          <p:cNvPicPr preferRelativeResize="0"/>
          <p:nvPr/>
        </p:nvPicPr>
        <p:blipFill rotWithShape="1">
          <a:blip r:embed="rId3">
            <a:alphaModFix/>
          </a:blip>
          <a:srcRect/>
          <a:stretch/>
        </p:blipFill>
        <p:spPr>
          <a:xfrm>
            <a:off x="0" y="0"/>
            <a:ext cx="12192000" cy="6858002"/>
          </a:xfrm>
          <a:prstGeom prst="rect">
            <a:avLst/>
          </a:prstGeom>
          <a:noFill/>
          <a:ln>
            <a:noFill/>
          </a:ln>
        </p:spPr>
      </p:pic>
      <p:sp>
        <p:nvSpPr>
          <p:cNvPr id="89" name="Google Shape;89;g364afea4f63_0_0"/>
          <p:cNvSpPr/>
          <p:nvPr/>
        </p:nvSpPr>
        <p:spPr>
          <a:xfrm>
            <a:off x="2325912" y="3974253"/>
            <a:ext cx="4910000" cy="483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60950" tIns="60950" rIns="60950" bIns="60950" anchor="ctr" anchorCtr="0">
            <a:noAutofit/>
          </a:bodyPr>
          <a:lstStyle/>
          <a:p>
            <a:pPr algn="ctr">
              <a:buSzPts val="2600"/>
            </a:pPr>
            <a:r>
              <a:rPr lang="es-GT" sz="1733" dirty="0">
                <a:latin typeface="Calibri"/>
                <a:ea typeface="Calibri"/>
                <a:cs typeface="Calibri"/>
                <a:sym typeface="Calibri"/>
              </a:rPr>
              <a:t>Kevin Raúl Pozuelos Estrada</a:t>
            </a:r>
          </a:p>
        </p:txBody>
      </p:sp>
      <p:sp>
        <p:nvSpPr>
          <p:cNvPr id="90" name="Google Shape;90;g364afea4f63_0_0"/>
          <p:cNvSpPr/>
          <p:nvPr/>
        </p:nvSpPr>
        <p:spPr>
          <a:xfrm>
            <a:off x="1323637" y="3116227"/>
            <a:ext cx="7811264" cy="483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60950" tIns="60950" rIns="60950" bIns="60950" anchor="ctr" anchorCtr="0">
            <a:noAutofit/>
          </a:bodyPr>
          <a:lstStyle/>
          <a:p>
            <a:pPr algn="ctr">
              <a:buSzPts val="3100"/>
            </a:pPr>
            <a:r>
              <a:rPr lang="es-GT" sz="2067" dirty="0">
                <a:latin typeface="Calibri"/>
                <a:ea typeface="Calibri"/>
                <a:cs typeface="Calibri"/>
                <a:sym typeface="Calibri"/>
              </a:rPr>
              <a:t>Software Avanzado Sección B</a:t>
            </a:r>
          </a:p>
        </p:txBody>
      </p:sp>
      <p:sp>
        <p:nvSpPr>
          <p:cNvPr id="2" name="Google Shape;90;g364afea4f63_0_0">
            <a:extLst>
              <a:ext uri="{FF2B5EF4-FFF2-40B4-BE49-F238E27FC236}">
                <a16:creationId xmlns:a16="http://schemas.microsoft.com/office/drawing/2014/main" id="{AA80F5D4-5F81-3DA5-7699-90AF77AA0920}"/>
              </a:ext>
            </a:extLst>
          </p:cNvPr>
          <p:cNvSpPr/>
          <p:nvPr/>
        </p:nvSpPr>
        <p:spPr>
          <a:xfrm>
            <a:off x="9134901" y="1296527"/>
            <a:ext cx="2875129" cy="523174"/>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60950" tIns="60950" rIns="60950" bIns="60950" anchor="ctr" anchorCtr="0">
            <a:noAutofit/>
          </a:bodyPr>
          <a:lstStyle/>
          <a:p>
            <a:pPr algn="ctr">
              <a:buSzPts val="3100"/>
            </a:pPr>
            <a:r>
              <a:rPr lang="es-GT" sz="2067" dirty="0">
                <a:latin typeface="Calibri"/>
                <a:ea typeface="Calibri"/>
                <a:cs typeface="Calibri"/>
                <a:sym typeface="Calibri"/>
              </a:rPr>
              <a:t>26/03/2026</a:t>
            </a:r>
          </a:p>
        </p:txBody>
      </p:sp>
      <p:sp>
        <p:nvSpPr>
          <p:cNvPr id="3" name="Google Shape;90;g364afea4f63_0_0">
            <a:extLst>
              <a:ext uri="{FF2B5EF4-FFF2-40B4-BE49-F238E27FC236}">
                <a16:creationId xmlns:a16="http://schemas.microsoft.com/office/drawing/2014/main" id="{5D6A39ED-BAEA-CDC0-8EF8-624CF982507D}"/>
              </a:ext>
            </a:extLst>
          </p:cNvPr>
          <p:cNvSpPr/>
          <p:nvPr/>
        </p:nvSpPr>
        <p:spPr>
          <a:xfrm>
            <a:off x="9134901" y="1819701"/>
            <a:ext cx="2875129" cy="523174"/>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60950" tIns="60950" rIns="60950" bIns="60950" anchor="ctr" anchorCtr="0">
            <a:noAutofit/>
          </a:bodyPr>
          <a:lstStyle/>
          <a:p>
            <a:pPr algn="ctr">
              <a:buSzPts val="3100"/>
            </a:pPr>
            <a:r>
              <a:rPr lang="es-GT" sz="2067" dirty="0">
                <a:latin typeface="Calibri"/>
                <a:ea typeface="Calibri"/>
                <a:cs typeface="Calibri"/>
                <a:sym typeface="Calibri"/>
              </a:rPr>
              <a:t>17:20</a:t>
            </a:r>
          </a:p>
        </p:txBody>
      </p:sp>
      <p:sp>
        <p:nvSpPr>
          <p:cNvPr id="7" name="CuadroTexto 6">
            <a:extLst>
              <a:ext uri="{FF2B5EF4-FFF2-40B4-BE49-F238E27FC236}">
                <a16:creationId xmlns:a16="http://schemas.microsoft.com/office/drawing/2014/main" id="{DE25D59C-BCE2-CBAE-5B5D-4EFFB4499FD0}"/>
              </a:ext>
            </a:extLst>
          </p:cNvPr>
          <p:cNvSpPr txBox="1"/>
          <p:nvPr/>
        </p:nvSpPr>
        <p:spPr>
          <a:xfrm>
            <a:off x="3047238" y="3275112"/>
            <a:ext cx="6094476" cy="307777"/>
          </a:xfrm>
          <a:prstGeom prst="rect">
            <a:avLst/>
          </a:prstGeom>
          <a:noFill/>
        </p:spPr>
        <p:txBody>
          <a:bodyPr wrap="square">
            <a:spAutoFit/>
          </a:bodyPr>
          <a:lstStyle/>
          <a:p>
            <a:r>
              <a:rPr lang="es-GT" b="0" i="0" dirty="0">
                <a:solidFill>
                  <a:srgbClr val="FFFFFF"/>
                </a:solidFill>
                <a:effectLst/>
                <a:latin typeface="Arial" panose="020B0604020202020204" pitchFamily="34" charset="0"/>
              </a:rPr>
              <a:t>Emily </a:t>
            </a:r>
            <a:r>
              <a:rPr lang="es-GT" b="0" i="0" dirty="0" err="1">
                <a:solidFill>
                  <a:srgbClr val="FFFFFF"/>
                </a:solidFill>
                <a:effectLst/>
                <a:latin typeface="Arial" panose="020B0604020202020204" pitchFamily="34" charset="0"/>
              </a:rPr>
              <a:t>Lynne</a:t>
            </a:r>
            <a:endParaRPr lang="es-GT" dirty="0"/>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grpSp>
        <p:nvGrpSpPr>
          <p:cNvPr id="107" name="Google Shape;107;p2"/>
          <p:cNvGrpSpPr/>
          <p:nvPr/>
        </p:nvGrpSpPr>
        <p:grpSpPr>
          <a:xfrm>
            <a:off x="434496" y="2583898"/>
            <a:ext cx="3075701" cy="563590"/>
            <a:chOff x="0" y="-76200"/>
            <a:chExt cx="1964221" cy="359923"/>
          </a:xfrm>
        </p:grpSpPr>
        <p:sp>
          <p:nvSpPr>
            <p:cNvPr id="108" name="Google Shape;108;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sz="933" dirty="0"/>
            </a:p>
          </p:txBody>
        </p:sp>
        <p:sp>
          <p:nvSpPr>
            <p:cNvPr id="109" name="Google Shape;109;p2"/>
            <p:cNvSpPr txBox="1"/>
            <p:nvPr/>
          </p:nvSpPr>
          <p:spPr>
            <a:xfrm>
              <a:off x="0" y="-76200"/>
              <a:ext cx="1849921" cy="359923"/>
            </a:xfrm>
            <a:prstGeom prst="rect">
              <a:avLst/>
            </a:prstGeom>
            <a:noFill/>
            <a:ln>
              <a:noFill/>
            </a:ln>
          </p:spPr>
          <p:txBody>
            <a:bodyPr spcFirstLastPara="1" wrap="square" lIns="33867" tIns="33867" rIns="33867" bIns="33867" anchor="ctr" anchorCtr="0">
              <a:noAutofit/>
            </a:bodyPr>
            <a:lstStyle/>
            <a:p>
              <a:pPr algn="ctr">
                <a:lnSpc>
                  <a:spcPct val="148017"/>
                </a:lnSpc>
                <a:buSzPts val="2799"/>
              </a:pPr>
              <a:r>
                <a:rPr lang="es-GT" sz="1866" dirty="0"/>
                <a:t>Dudas Iniciales</a:t>
              </a:r>
              <a:endParaRPr lang="es-GT" sz="933" dirty="0"/>
            </a:p>
          </p:txBody>
        </p:sp>
      </p:grpSp>
      <p:sp>
        <p:nvSpPr>
          <p:cNvPr id="110" name="Google Shape;110;p2"/>
          <p:cNvSpPr/>
          <p:nvPr/>
        </p:nvSpPr>
        <p:spPr>
          <a:xfrm>
            <a:off x="585766" y="2737906"/>
            <a:ext cx="302239" cy="366729"/>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sz="933" dirty="0"/>
          </a:p>
        </p:txBody>
      </p:sp>
      <p:grpSp>
        <p:nvGrpSpPr>
          <p:cNvPr id="111" name="Google Shape;111;p2"/>
          <p:cNvGrpSpPr/>
          <p:nvPr/>
        </p:nvGrpSpPr>
        <p:grpSpPr>
          <a:xfrm>
            <a:off x="1244656" y="1586934"/>
            <a:ext cx="2743460" cy="1037656"/>
            <a:chOff x="0" y="-76200"/>
            <a:chExt cx="1083836" cy="409938"/>
          </a:xfrm>
        </p:grpSpPr>
        <p:sp>
          <p:nvSpPr>
            <p:cNvPr id="112" name="Google Shape;112;p2"/>
            <p:cNvSpPr/>
            <p:nvPr/>
          </p:nvSpPr>
          <p:spPr>
            <a:xfrm>
              <a:off x="0" y="0"/>
              <a:ext cx="1083836" cy="333738"/>
            </a:xfrm>
            <a:custGeom>
              <a:avLst/>
              <a:gdLst/>
              <a:ahLst/>
              <a:cxnLst/>
              <a:rect l="l" t="t" r="r" b="b"/>
              <a:pathLst>
                <a:path w="1083836" h="333738" extrusionOk="0">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lstStyle/>
            <a:p>
              <a:endParaRPr lang="es-GT" sz="933" dirty="0"/>
            </a:p>
          </p:txBody>
        </p:sp>
        <p:sp>
          <p:nvSpPr>
            <p:cNvPr id="113" name="Google Shape;113;p2"/>
            <p:cNvSpPr txBox="1"/>
            <p:nvPr/>
          </p:nvSpPr>
          <p:spPr>
            <a:xfrm>
              <a:off x="0" y="-76200"/>
              <a:ext cx="969536" cy="409938"/>
            </a:xfrm>
            <a:prstGeom prst="rect">
              <a:avLst/>
            </a:prstGeom>
            <a:noFill/>
            <a:ln>
              <a:noFill/>
            </a:ln>
          </p:spPr>
          <p:txBody>
            <a:bodyPr spcFirstLastPara="1" wrap="square" lIns="33867" tIns="33867" rIns="33867" bIns="33867" anchor="ctr" anchorCtr="0">
              <a:noAutofit/>
            </a:bodyPr>
            <a:lstStyle/>
            <a:p>
              <a:pPr algn="ctr">
                <a:lnSpc>
                  <a:spcPct val="148017"/>
                </a:lnSpc>
                <a:buSzPts val="2799"/>
              </a:pPr>
              <a:r>
                <a:rPr lang="es-GT" sz="1866" dirty="0"/>
                <a:t>RECORDATORIOS</a:t>
              </a:r>
              <a:endParaRPr lang="es-GT" sz="933" dirty="0"/>
            </a:p>
          </p:txBody>
        </p:sp>
      </p:grpSp>
      <p:sp>
        <p:nvSpPr>
          <p:cNvPr id="114" name="Google Shape;114;p2"/>
          <p:cNvSpPr/>
          <p:nvPr/>
        </p:nvSpPr>
        <p:spPr>
          <a:xfrm>
            <a:off x="434499" y="1864102"/>
            <a:ext cx="502595" cy="581952"/>
          </a:xfrm>
          <a:custGeom>
            <a:avLst/>
            <a:gdLst/>
            <a:ahLst/>
            <a:cxnLst/>
            <a:rect l="l" t="t" r="r" b="b"/>
            <a:pathLst>
              <a:path w="753892" h="872928" extrusionOk="0">
                <a:moveTo>
                  <a:pt x="0" y="0"/>
                </a:moveTo>
                <a:lnTo>
                  <a:pt x="753892" y="0"/>
                </a:lnTo>
                <a:lnTo>
                  <a:pt x="753892" y="872927"/>
                </a:lnTo>
                <a:lnTo>
                  <a:pt x="0" y="872927"/>
                </a:lnTo>
                <a:lnTo>
                  <a:pt x="0" y="0"/>
                </a:lnTo>
                <a:close/>
              </a:path>
            </a:pathLst>
          </a:custGeom>
          <a:blipFill rotWithShape="1">
            <a:blip r:embed="rId4">
              <a:alphaModFix/>
            </a:blip>
            <a:stretch>
              <a:fillRect/>
            </a:stretch>
          </a:blipFill>
          <a:ln>
            <a:noFill/>
          </a:ln>
        </p:spPr>
        <p:txBody>
          <a:bodyPr/>
          <a:lstStyle/>
          <a:p>
            <a:endParaRPr lang="es-GT" sz="933" dirty="0"/>
          </a:p>
        </p:txBody>
      </p:sp>
      <p:sp>
        <p:nvSpPr>
          <p:cNvPr id="115" name="Google Shape;115;p2"/>
          <p:cNvSpPr txBox="1"/>
          <p:nvPr/>
        </p:nvSpPr>
        <p:spPr>
          <a:xfrm>
            <a:off x="434500" y="327267"/>
            <a:ext cx="3996139" cy="1474891"/>
          </a:xfrm>
          <a:prstGeom prst="rect">
            <a:avLst/>
          </a:prstGeom>
          <a:noFill/>
          <a:ln>
            <a:noFill/>
          </a:ln>
        </p:spPr>
        <p:txBody>
          <a:bodyPr spcFirstLastPara="1" wrap="square" lIns="0" tIns="0" rIns="0" bIns="0" anchor="t" anchorCtr="0">
            <a:spAutoFit/>
          </a:bodyPr>
          <a:lstStyle/>
          <a:p>
            <a:pPr>
              <a:lnSpc>
                <a:spcPct val="115000"/>
              </a:lnSpc>
              <a:buSzPts val="15000"/>
            </a:pPr>
            <a:r>
              <a:rPr lang="es-GT" sz="8334" dirty="0">
                <a:solidFill>
                  <a:srgbClr val="131416"/>
                </a:solidFill>
                <a:latin typeface="Pacifico"/>
                <a:ea typeface="Pacifico"/>
                <a:cs typeface="Pacifico"/>
                <a:sym typeface="Pacifico"/>
              </a:rPr>
              <a:t>Agenda</a:t>
            </a:r>
            <a:endParaRPr lang="es-GT" sz="800" dirty="0">
              <a:latin typeface="Pacifico"/>
              <a:ea typeface="Pacifico"/>
              <a:cs typeface="Pacifico"/>
              <a:sym typeface="Pacifico"/>
            </a:endParaRPr>
          </a:p>
        </p:txBody>
      </p:sp>
      <p:sp>
        <p:nvSpPr>
          <p:cNvPr id="118" name="Google Shape;118;p2"/>
          <p:cNvSpPr/>
          <p:nvPr/>
        </p:nvSpPr>
        <p:spPr>
          <a:xfrm>
            <a:off x="7826537" y="2155078"/>
            <a:ext cx="3569097" cy="844775"/>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sz="933" dirty="0"/>
          </a:p>
        </p:txBody>
      </p:sp>
      <p:grpSp>
        <p:nvGrpSpPr>
          <p:cNvPr id="123" name="Google Shape;123;p2"/>
          <p:cNvGrpSpPr/>
          <p:nvPr/>
        </p:nvGrpSpPr>
        <p:grpSpPr>
          <a:xfrm>
            <a:off x="127937" y="3181268"/>
            <a:ext cx="3504196" cy="563590"/>
            <a:chOff x="0" y="-73574"/>
            <a:chExt cx="2237869" cy="359923"/>
          </a:xfrm>
        </p:grpSpPr>
        <p:sp>
          <p:nvSpPr>
            <p:cNvPr id="124" name="Google Shape;124;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sz="933" dirty="0"/>
            </a:p>
          </p:txBody>
        </p:sp>
        <p:sp>
          <p:nvSpPr>
            <p:cNvPr id="125" name="Google Shape;125;p2"/>
            <p:cNvSpPr txBox="1"/>
            <p:nvPr/>
          </p:nvSpPr>
          <p:spPr>
            <a:xfrm>
              <a:off x="387948" y="-73574"/>
              <a:ext cx="1849921" cy="359923"/>
            </a:xfrm>
            <a:prstGeom prst="rect">
              <a:avLst/>
            </a:prstGeom>
            <a:noFill/>
            <a:ln>
              <a:noFill/>
            </a:ln>
          </p:spPr>
          <p:txBody>
            <a:bodyPr spcFirstLastPara="1" wrap="square" lIns="33867" tIns="33867" rIns="33867" bIns="33867" anchor="ctr" anchorCtr="0">
              <a:noAutofit/>
            </a:bodyPr>
            <a:lstStyle/>
            <a:p>
              <a:pPr algn="ctr">
                <a:lnSpc>
                  <a:spcPct val="148017"/>
                </a:lnSpc>
                <a:buSzPts val="2799"/>
              </a:pPr>
              <a:r>
                <a:rPr lang="es-GT" sz="1866" dirty="0" err="1"/>
                <a:t>Deployment</a:t>
              </a:r>
              <a:endParaRPr lang="es-GT" sz="933" dirty="0"/>
            </a:p>
          </p:txBody>
        </p:sp>
      </p:grpSp>
      <p:grpSp>
        <p:nvGrpSpPr>
          <p:cNvPr id="126" name="Google Shape;126;p2"/>
          <p:cNvGrpSpPr/>
          <p:nvPr/>
        </p:nvGrpSpPr>
        <p:grpSpPr>
          <a:xfrm>
            <a:off x="-1619984" y="3947069"/>
            <a:ext cx="8303796" cy="616310"/>
            <a:chOff x="-424624" y="-109868"/>
            <a:chExt cx="2388845" cy="393591"/>
          </a:xfrm>
        </p:grpSpPr>
        <p:sp>
          <p:nvSpPr>
            <p:cNvPr id="127" name="Google Shape;127;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sz="933" dirty="0"/>
            </a:p>
          </p:txBody>
        </p:sp>
        <p:sp>
          <p:nvSpPr>
            <p:cNvPr id="128" name="Google Shape;128;p2"/>
            <p:cNvSpPr txBox="1"/>
            <p:nvPr/>
          </p:nvSpPr>
          <p:spPr>
            <a:xfrm>
              <a:off x="-424624" y="-109868"/>
              <a:ext cx="2056962" cy="359923"/>
            </a:xfrm>
            <a:prstGeom prst="rect">
              <a:avLst/>
            </a:prstGeom>
            <a:noFill/>
            <a:ln>
              <a:noFill/>
            </a:ln>
          </p:spPr>
          <p:txBody>
            <a:bodyPr spcFirstLastPara="1" wrap="square" lIns="33867" tIns="33867" rIns="33867" bIns="33867" anchor="ctr" anchorCtr="0">
              <a:noAutofit/>
            </a:bodyPr>
            <a:lstStyle/>
            <a:p>
              <a:pPr algn="ctr">
                <a:lnSpc>
                  <a:spcPct val="148017"/>
                </a:lnSpc>
                <a:buSzPts val="2799"/>
              </a:pPr>
              <a:r>
                <a:rPr lang="en-US" sz="2000" dirty="0"/>
                <a:t>IA y </a:t>
              </a:r>
              <a:r>
                <a:rPr lang="en-US" sz="2000" dirty="0" err="1"/>
                <a:t>DevOPS</a:t>
              </a:r>
              <a:endParaRPr lang="en-US" sz="2000" dirty="0"/>
            </a:p>
            <a:p>
              <a:pPr algn="ctr">
                <a:lnSpc>
                  <a:spcPct val="148017"/>
                </a:lnSpc>
                <a:buSzPts val="2799"/>
              </a:pPr>
              <a:endParaRPr lang="es-GT" sz="933" dirty="0"/>
            </a:p>
          </p:txBody>
        </p:sp>
      </p:grpSp>
      <p:sp>
        <p:nvSpPr>
          <p:cNvPr id="130" name="Google Shape;130;p2"/>
          <p:cNvSpPr/>
          <p:nvPr/>
        </p:nvSpPr>
        <p:spPr>
          <a:xfrm>
            <a:off x="307785" y="4515737"/>
            <a:ext cx="3075701" cy="444271"/>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sz="933" dirty="0"/>
          </a:p>
        </p:txBody>
      </p:sp>
      <p:sp>
        <p:nvSpPr>
          <p:cNvPr id="135" name="Google Shape;135;p2"/>
          <p:cNvSpPr/>
          <p:nvPr/>
        </p:nvSpPr>
        <p:spPr>
          <a:xfrm>
            <a:off x="585766" y="3326466"/>
            <a:ext cx="302239" cy="366729"/>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sz="933" dirty="0"/>
          </a:p>
        </p:txBody>
      </p:sp>
      <p:sp>
        <p:nvSpPr>
          <p:cNvPr id="136" name="Google Shape;136;p2"/>
          <p:cNvSpPr/>
          <p:nvPr/>
        </p:nvSpPr>
        <p:spPr>
          <a:xfrm>
            <a:off x="585766" y="3980848"/>
            <a:ext cx="302239" cy="366729"/>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sz="933" dirty="0"/>
          </a:p>
        </p:txBody>
      </p:sp>
      <p:grpSp>
        <p:nvGrpSpPr>
          <p:cNvPr id="10" name="Google Shape;132;p2">
            <a:extLst>
              <a:ext uri="{FF2B5EF4-FFF2-40B4-BE49-F238E27FC236}">
                <a16:creationId xmlns:a16="http://schemas.microsoft.com/office/drawing/2014/main" id="{DB5BB7A4-AE5E-86F8-4B7F-CEE5EE26A0E6}"/>
              </a:ext>
            </a:extLst>
          </p:cNvPr>
          <p:cNvGrpSpPr/>
          <p:nvPr/>
        </p:nvGrpSpPr>
        <p:grpSpPr>
          <a:xfrm>
            <a:off x="434496" y="4652264"/>
            <a:ext cx="6249316" cy="756985"/>
            <a:chOff x="-2026751" y="-199707"/>
            <a:chExt cx="3990972" cy="483430"/>
          </a:xfrm>
        </p:grpSpPr>
        <p:sp>
          <p:nvSpPr>
            <p:cNvPr id="11" name="Google Shape;133;p2">
              <a:extLst>
                <a:ext uri="{FF2B5EF4-FFF2-40B4-BE49-F238E27FC236}">
                  <a16:creationId xmlns:a16="http://schemas.microsoft.com/office/drawing/2014/main" id="{F01663B2-C686-2FF3-A923-B7E76CB920D4}"/>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sz="933" dirty="0"/>
            </a:p>
          </p:txBody>
        </p:sp>
        <p:sp>
          <p:nvSpPr>
            <p:cNvPr id="12" name="Google Shape;134;p2">
              <a:extLst>
                <a:ext uri="{FF2B5EF4-FFF2-40B4-BE49-F238E27FC236}">
                  <a16:creationId xmlns:a16="http://schemas.microsoft.com/office/drawing/2014/main" id="{4673B32B-14F2-36D6-8FDF-88189ED3BF90}"/>
                </a:ext>
              </a:extLst>
            </p:cNvPr>
            <p:cNvSpPr txBox="1"/>
            <p:nvPr/>
          </p:nvSpPr>
          <p:spPr>
            <a:xfrm>
              <a:off x="-2026751" y="-199707"/>
              <a:ext cx="1849921" cy="359923"/>
            </a:xfrm>
            <a:prstGeom prst="rect">
              <a:avLst/>
            </a:prstGeom>
            <a:noFill/>
            <a:ln>
              <a:noFill/>
            </a:ln>
          </p:spPr>
          <p:txBody>
            <a:bodyPr spcFirstLastPara="1" wrap="square" lIns="33867" tIns="33867" rIns="33867" bIns="33867" anchor="ctr" anchorCtr="0">
              <a:noAutofit/>
            </a:bodyPr>
            <a:lstStyle/>
            <a:p>
              <a:pPr algn="ctr">
                <a:lnSpc>
                  <a:spcPct val="148017"/>
                </a:lnSpc>
                <a:buSzPts val="2799"/>
              </a:pPr>
              <a:r>
                <a:rPr lang="es-GT" sz="1866" dirty="0"/>
                <a:t>Dudas Finales</a:t>
              </a:r>
              <a:endParaRPr lang="es-GT" sz="933" dirty="0"/>
            </a:p>
          </p:txBody>
        </p:sp>
      </p:grpSp>
      <p:sp>
        <p:nvSpPr>
          <p:cNvPr id="13" name="Google Shape;138;p2">
            <a:extLst>
              <a:ext uri="{FF2B5EF4-FFF2-40B4-BE49-F238E27FC236}">
                <a16:creationId xmlns:a16="http://schemas.microsoft.com/office/drawing/2014/main" id="{DB9B4FB8-5289-6F72-4D0C-D213312F8747}"/>
              </a:ext>
            </a:extLst>
          </p:cNvPr>
          <p:cNvSpPr/>
          <p:nvPr/>
        </p:nvSpPr>
        <p:spPr>
          <a:xfrm>
            <a:off x="544871" y="4819225"/>
            <a:ext cx="302239" cy="366729"/>
          </a:xfrm>
          <a:custGeom>
            <a:avLst/>
            <a:gdLst/>
            <a:ahLst/>
            <a:cxnLst/>
            <a:rect l="l" t="t" r="r" b="b"/>
            <a:pathLst>
              <a:path w="453358" h="550094" extrusionOk="0">
                <a:moveTo>
                  <a:pt x="0" y="0"/>
                </a:moveTo>
                <a:lnTo>
                  <a:pt x="453359" y="0"/>
                </a:lnTo>
                <a:lnTo>
                  <a:pt x="453359" y="550095"/>
                </a:lnTo>
                <a:lnTo>
                  <a:pt x="0" y="550095"/>
                </a:lnTo>
                <a:lnTo>
                  <a:pt x="0" y="0"/>
                </a:lnTo>
                <a:close/>
              </a:path>
            </a:pathLst>
          </a:custGeom>
          <a:blipFill rotWithShape="1">
            <a:blip r:embed="rId3">
              <a:alphaModFix/>
            </a:blip>
            <a:stretch>
              <a:fillRect/>
            </a:stretch>
          </a:blipFill>
          <a:ln>
            <a:noFill/>
          </a:ln>
        </p:spPr>
        <p:txBody>
          <a:bodyPr/>
          <a:lstStyle/>
          <a:p>
            <a:endParaRPr lang="es-GT" sz="933" dirty="0"/>
          </a:p>
        </p:txBody>
      </p:sp>
    </p:spTree>
    <p:extLst>
      <p:ext uri="{BB962C8B-B14F-4D97-AF65-F5344CB8AC3E}">
        <p14:creationId xmlns:p14="http://schemas.microsoft.com/office/powerpoint/2010/main" val="421460604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6"/>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1" name="Google Shape;181;p6"/>
          <p:cNvSpPr txBox="1">
            <a:spLocks noGrp="1"/>
          </p:cNvSpPr>
          <p:nvPr>
            <p:ph type="title"/>
          </p:nvPr>
        </p:nvSpPr>
        <p:spPr>
          <a:xfrm>
            <a:off x="572493" y="238539"/>
            <a:ext cx="11018520" cy="1434415"/>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b="1"/>
              <a:t>Deployment en DevOps</a:t>
            </a:r>
            <a:endParaRPr sz="5400"/>
          </a:p>
        </p:txBody>
      </p:sp>
      <p:sp>
        <p:nvSpPr>
          <p:cNvPr id="182" name="Google Shape;182;p6"/>
          <p:cNvSpPr/>
          <p:nvPr/>
        </p:nvSpPr>
        <p:spPr>
          <a:xfrm>
            <a:off x="572493" y="1681544"/>
            <a:ext cx="10972800" cy="18288"/>
          </a:xfrm>
          <a:custGeom>
            <a:avLst/>
            <a:gdLst/>
            <a:ahLst/>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3333"/>
            </a:schemeClr>
          </a:solidFill>
          <a:ln w="44450" cap="rnd" cmpd="sng">
            <a:solidFill>
              <a:schemeClr val="accent2">
                <a:alpha val="73333"/>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83" name="Google Shape;183;p6"/>
          <p:cNvPicPr preferRelativeResize="0"/>
          <p:nvPr/>
        </p:nvPicPr>
        <p:blipFill rotWithShape="1">
          <a:blip r:embed="rId3">
            <a:alphaModFix/>
          </a:blip>
          <a:srcRect/>
          <a:stretch/>
        </p:blipFill>
        <p:spPr>
          <a:xfrm>
            <a:off x="2756250" y="2106375"/>
            <a:ext cx="7832151" cy="39160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48584de576676619_4"/>
          <p:cNvSpPr/>
          <p:nvPr/>
        </p:nvSpPr>
        <p:spPr>
          <a:xfrm>
            <a:off x="0" y="0"/>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0" name="Google Shape;190;g48584de576676619_4"/>
          <p:cNvSpPr txBox="1">
            <a:spLocks noGrp="1"/>
          </p:cNvSpPr>
          <p:nvPr>
            <p:ph type="title"/>
          </p:nvPr>
        </p:nvSpPr>
        <p:spPr>
          <a:xfrm>
            <a:off x="640080" y="329184"/>
            <a:ext cx="6894600" cy="17832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a:t>Deployment en Devops</a:t>
            </a:r>
            <a:endParaRPr/>
          </a:p>
        </p:txBody>
      </p:sp>
      <p:sp>
        <p:nvSpPr>
          <p:cNvPr id="191" name="Google Shape;191;g48584de576676619_4"/>
          <p:cNvSpPr/>
          <p:nvPr/>
        </p:nvSpPr>
        <p:spPr>
          <a:xfrm>
            <a:off x="758952" y="2395728"/>
            <a:ext cx="4243589" cy="18288"/>
          </a:xfrm>
          <a:custGeom>
            <a:avLst/>
            <a:gdLst/>
            <a:ahLst/>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2" name="Google Shape;192;g48584de576676619_4"/>
          <p:cNvSpPr txBox="1">
            <a:spLocks noGrp="1"/>
          </p:cNvSpPr>
          <p:nvPr>
            <p:ph type="body" idx="1"/>
          </p:nvPr>
        </p:nvSpPr>
        <p:spPr>
          <a:xfrm>
            <a:off x="640080" y="2706624"/>
            <a:ext cx="6894600" cy="3483900"/>
          </a:xfrm>
          <a:prstGeom prst="rect">
            <a:avLst/>
          </a:prstGeom>
          <a:noFill/>
          <a:ln>
            <a:noFill/>
          </a:ln>
        </p:spPr>
        <p:txBody>
          <a:bodyPr spcFirstLastPara="1" wrap="square" lIns="91425" tIns="45700" rIns="91425" bIns="45700" anchor="t" anchorCtr="0">
            <a:normAutofit fontScale="55000" lnSpcReduction="20000"/>
          </a:bodyPr>
          <a:lstStyle/>
          <a:p>
            <a:pPr marL="457200" lvl="0" indent="0" algn="l" rtl="0">
              <a:spcBef>
                <a:spcPts val="0"/>
              </a:spcBef>
              <a:spcAft>
                <a:spcPts val="0"/>
              </a:spcAft>
              <a:buClr>
                <a:schemeClr val="dk1"/>
              </a:buClr>
              <a:buSzPct val="26008"/>
              <a:buFont typeface="Arial"/>
              <a:buNone/>
            </a:pPr>
            <a:r>
              <a:rPr lang="en-US" sz="4229"/>
              <a:t>La fase de despliegue en el ciclo DevOps se refiere al proceso de poner en producción los cambios de código o aplicaciones, haciéndolos accesibles para los usuarios finales o clientes. Es una de las fases finales dentro del ciclo de DevOps y juega un papel clave en la entrega continua de software.</a:t>
            </a:r>
            <a:endParaRPr sz="4229"/>
          </a:p>
          <a:p>
            <a:pPr marL="457200" lvl="0" indent="0" algn="l" rtl="0">
              <a:spcBef>
                <a:spcPts val="0"/>
              </a:spcBef>
              <a:spcAft>
                <a:spcPts val="0"/>
              </a:spcAft>
              <a:buClr>
                <a:schemeClr val="dk1"/>
              </a:buClr>
              <a:buSzPct val="26008"/>
              <a:buFont typeface="Arial"/>
              <a:buNone/>
            </a:pPr>
            <a:endParaRPr sz="4229"/>
          </a:p>
          <a:p>
            <a:pPr marL="457200" lvl="0" indent="0" algn="l" rtl="0">
              <a:spcBef>
                <a:spcPts val="0"/>
              </a:spcBef>
              <a:spcAft>
                <a:spcPts val="0"/>
              </a:spcAft>
              <a:buClr>
                <a:schemeClr val="dk1"/>
              </a:buClr>
              <a:buSzPct val="26008"/>
              <a:buFont typeface="Arial"/>
              <a:buNone/>
            </a:pPr>
            <a:r>
              <a:rPr lang="en-US" sz="4229"/>
              <a:t>En DevOps, el despliegue se realiza de manera coordinada y automatizada para minimizar riesgos, reducir el tiempo de inactividad y asegurar que las nuevas versiones del software se integren y operen sin problemas en los entornos</a:t>
            </a:r>
            <a:endParaRPr sz="4229"/>
          </a:p>
          <a:p>
            <a:pPr marL="457200" lvl="0" indent="0" algn="l" rtl="0">
              <a:lnSpc>
                <a:spcPct val="90000"/>
              </a:lnSpc>
              <a:spcBef>
                <a:spcPts val="0"/>
              </a:spcBef>
              <a:spcAft>
                <a:spcPts val="0"/>
              </a:spcAft>
              <a:buNone/>
            </a:pPr>
            <a:endParaRPr/>
          </a:p>
          <a:p>
            <a:pPr marL="457200" lvl="0" indent="0" algn="l" rtl="0">
              <a:lnSpc>
                <a:spcPct val="90000"/>
              </a:lnSpc>
              <a:spcBef>
                <a:spcPts val="1000"/>
              </a:spcBef>
              <a:spcAft>
                <a:spcPts val="0"/>
              </a:spcAft>
              <a:buSzPct val="75630"/>
              <a:buNone/>
            </a:pPr>
            <a:endParaRPr/>
          </a:p>
          <a:p>
            <a:pPr marL="457200" lvl="0" indent="0" algn="l" rtl="0">
              <a:lnSpc>
                <a:spcPct val="90000"/>
              </a:lnSpc>
              <a:spcBef>
                <a:spcPts val="1000"/>
              </a:spcBef>
              <a:spcAft>
                <a:spcPts val="0"/>
              </a:spcAft>
              <a:buSzPct val="64285"/>
              <a:buNone/>
            </a:pPr>
            <a:endParaRPr/>
          </a:p>
          <a:p>
            <a:pPr marL="0" lvl="0" indent="0" algn="l" rtl="0">
              <a:lnSpc>
                <a:spcPct val="90000"/>
              </a:lnSpc>
              <a:spcBef>
                <a:spcPts val="1000"/>
              </a:spcBef>
              <a:spcAft>
                <a:spcPts val="0"/>
              </a:spcAft>
              <a:buClr>
                <a:schemeClr val="dk1"/>
              </a:buClr>
              <a:buSzPct val="100000"/>
              <a:buNone/>
            </a:pP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5"/>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99" name="Google Shape;199;p5"/>
          <p:cNvSpPr/>
          <p:nvPr/>
        </p:nvSpPr>
        <p:spPr>
          <a:xfrm>
            <a:off x="758952" y="2395728"/>
            <a:ext cx="4243589" cy="18288"/>
          </a:xfrm>
          <a:custGeom>
            <a:avLst/>
            <a:gdLst/>
            <a:ahLst/>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00" name="Google Shape;200;p5"/>
          <p:cNvPicPr preferRelativeResize="0"/>
          <p:nvPr/>
        </p:nvPicPr>
        <p:blipFill rotWithShape="1">
          <a:blip r:embed="rId3">
            <a:alphaModFix/>
          </a:blip>
          <a:srcRect/>
          <a:stretch/>
        </p:blipFill>
        <p:spPr>
          <a:xfrm>
            <a:off x="651075" y="528325"/>
            <a:ext cx="10836075" cy="59105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7"/>
          <p:cNvSpPr/>
          <p:nvPr/>
        </p:nvSpPr>
        <p:spPr>
          <a:xfrm>
            <a:off x="-30575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6" name="Google Shape;206;p7"/>
          <p:cNvSpPr>
            <a:spLocks noGrp="1"/>
          </p:cNvSpPr>
          <p:nvPr>
            <p:ph type="title"/>
          </p:nvPr>
        </p:nvSpPr>
        <p:spPr>
          <a:xfrm>
            <a:off x="316700" y="639200"/>
            <a:ext cx="6552300" cy="3641700"/>
          </a:xfrm>
          <a:prstGeom prst="ellipse">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600"/>
              <a:buFont typeface="Calibri"/>
              <a:buNone/>
            </a:pPr>
            <a:r>
              <a:rPr lang="en-US" sz="5600"/>
              <a:t>Caracteristicas </a:t>
            </a:r>
            <a:endParaRPr sz="5600"/>
          </a:p>
          <a:p>
            <a:pPr marL="0" lvl="0" indent="0" algn="l" rtl="0">
              <a:lnSpc>
                <a:spcPct val="90000"/>
              </a:lnSpc>
              <a:spcBef>
                <a:spcPts val="0"/>
              </a:spcBef>
              <a:spcAft>
                <a:spcPts val="0"/>
              </a:spcAft>
              <a:buClr>
                <a:schemeClr val="dk1"/>
              </a:buClr>
              <a:buSzPts val="5600"/>
              <a:buFont typeface="Calibri"/>
              <a:buNone/>
            </a:pPr>
            <a:r>
              <a:rPr lang="en-US" sz="5600"/>
              <a:t>Principales</a:t>
            </a:r>
            <a:endParaRPr sz="5600"/>
          </a:p>
        </p:txBody>
      </p:sp>
      <p:sp>
        <p:nvSpPr>
          <p:cNvPr id="207" name="Google Shape;207;p7"/>
          <p:cNvSpPr/>
          <p:nvPr/>
        </p:nvSpPr>
        <p:spPr>
          <a:xfrm>
            <a:off x="643278" y="4409267"/>
            <a:ext cx="3255095" cy="18288"/>
          </a:xfrm>
          <a:custGeom>
            <a:avLst/>
            <a:gdLst/>
            <a:ahLst/>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8" name="Google Shape;208;p7"/>
          <p:cNvSpPr txBox="1"/>
          <p:nvPr/>
        </p:nvSpPr>
        <p:spPr>
          <a:xfrm>
            <a:off x="6967200" y="1474250"/>
            <a:ext cx="4433700" cy="2770500"/>
          </a:xfrm>
          <a:prstGeom prst="rect">
            <a:avLst/>
          </a:prstGeom>
          <a:noFill/>
          <a:ln>
            <a:noFill/>
          </a:ln>
        </p:spPr>
        <p:txBody>
          <a:bodyPr spcFirstLastPara="1" wrap="square" lIns="91425" tIns="91425" rIns="91425" bIns="91425" anchor="t" anchorCtr="0">
            <a:spAutoFit/>
          </a:bodyPr>
          <a:lstStyle/>
          <a:p>
            <a:pPr marL="457200" marR="0" lvl="0" indent="-406400" algn="l" rtl="0">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Automatización por medio de herramientas</a:t>
            </a:r>
            <a:endParaRPr sz="2800" b="0" i="0" u="none" strike="noStrike" cap="none">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Orquestación del entorno</a:t>
            </a:r>
            <a:endParaRPr sz="2800" b="0" i="0" u="none" strike="noStrike" cap="none">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Despliegue controlado</a:t>
            </a:r>
            <a:endParaRPr sz="2800" b="0" i="0" u="none" strike="noStrike" cap="none">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Monitoreo y rollbacks</a:t>
            </a:r>
            <a:endParaRPr sz="2800" b="0" i="0" u="none" strike="noStrike" cap="none">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g48584de576676619_13"/>
          <p:cNvSpPr/>
          <p:nvPr/>
        </p:nvSpPr>
        <p:spPr>
          <a:xfrm>
            <a:off x="0" y="0"/>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5" name="Google Shape;215;g48584de576676619_13"/>
          <p:cNvSpPr txBox="1">
            <a:spLocks noGrp="1"/>
          </p:cNvSpPr>
          <p:nvPr>
            <p:ph type="title"/>
          </p:nvPr>
        </p:nvSpPr>
        <p:spPr>
          <a:xfrm>
            <a:off x="640080" y="329184"/>
            <a:ext cx="6894600" cy="17832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a:t>Continous Integration (CI)</a:t>
            </a:r>
            <a:endParaRPr/>
          </a:p>
        </p:txBody>
      </p:sp>
      <p:sp>
        <p:nvSpPr>
          <p:cNvPr id="216" name="Google Shape;216;g48584de576676619_13"/>
          <p:cNvSpPr/>
          <p:nvPr/>
        </p:nvSpPr>
        <p:spPr>
          <a:xfrm>
            <a:off x="758952" y="2395728"/>
            <a:ext cx="4243589" cy="18288"/>
          </a:xfrm>
          <a:custGeom>
            <a:avLst/>
            <a:gdLst/>
            <a:ahLst/>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7" name="Google Shape;217;g48584de576676619_13"/>
          <p:cNvSpPr txBox="1">
            <a:spLocks noGrp="1"/>
          </p:cNvSpPr>
          <p:nvPr>
            <p:ph type="body" idx="1"/>
          </p:nvPr>
        </p:nvSpPr>
        <p:spPr>
          <a:xfrm>
            <a:off x="640080" y="2706624"/>
            <a:ext cx="6894600" cy="3483900"/>
          </a:xfrm>
          <a:prstGeom prst="rect">
            <a:avLst/>
          </a:prstGeom>
          <a:noFill/>
          <a:ln>
            <a:noFill/>
          </a:ln>
        </p:spPr>
        <p:txBody>
          <a:bodyPr spcFirstLastPara="1" wrap="square" lIns="91425" tIns="45700" rIns="91425" bIns="45700" anchor="t" anchorCtr="0">
            <a:normAutofit/>
          </a:bodyPr>
          <a:lstStyle/>
          <a:p>
            <a:pPr marL="228600" lvl="0" indent="-218122" algn="l" rtl="0">
              <a:lnSpc>
                <a:spcPct val="90000"/>
              </a:lnSpc>
              <a:spcBef>
                <a:spcPts val="0"/>
              </a:spcBef>
              <a:spcAft>
                <a:spcPts val="0"/>
              </a:spcAft>
              <a:buClr>
                <a:schemeClr val="dk1"/>
              </a:buClr>
              <a:buSzPct val="78571"/>
              <a:buChar char="•"/>
            </a:pPr>
            <a:r>
              <a:rPr lang="en-US"/>
              <a:t>Práctica de desarrollo de software que consiste en integrar de manera frecuente (al menos diariamente) los cambios de código que hacen los desarrolladores en un repositorio compartido. Cada integración es verificada mediante la ejecución automática de pruebas para detectar errores lo antes posible.</a:t>
            </a:r>
            <a:endParaRPr/>
          </a:p>
          <a:p>
            <a:pPr marL="457200" lvl="0" indent="0" algn="l" rtl="0">
              <a:lnSpc>
                <a:spcPct val="90000"/>
              </a:lnSpc>
              <a:spcBef>
                <a:spcPts val="1000"/>
              </a:spcBef>
              <a:spcAft>
                <a:spcPts val="0"/>
              </a:spcAft>
              <a:buSzPct val="75630"/>
              <a:buNone/>
            </a:pPr>
            <a:endParaRPr/>
          </a:p>
          <a:p>
            <a:pPr marL="457200" lvl="0" indent="0" algn="l" rtl="0">
              <a:lnSpc>
                <a:spcPct val="90000"/>
              </a:lnSpc>
              <a:spcBef>
                <a:spcPts val="1000"/>
              </a:spcBef>
              <a:spcAft>
                <a:spcPts val="0"/>
              </a:spcAft>
              <a:buSzPct val="64285"/>
              <a:buNone/>
            </a:pPr>
            <a:endParaRPr/>
          </a:p>
          <a:p>
            <a:pPr marL="0" lvl="0" indent="0" algn="l" rtl="0">
              <a:lnSpc>
                <a:spcPct val="90000"/>
              </a:lnSpc>
              <a:spcBef>
                <a:spcPts val="1000"/>
              </a:spcBef>
              <a:spcAft>
                <a:spcPts val="0"/>
              </a:spcAft>
              <a:buClr>
                <a:schemeClr val="dk1"/>
              </a:buClr>
              <a:buSzPct val="100000"/>
              <a:buNone/>
            </a:pPr>
            <a:endParaRPr sz="2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g2d46eea4f4d_0_3"/>
          <p:cNvSpPr/>
          <p:nvPr/>
        </p:nvSpPr>
        <p:spPr>
          <a:xfrm>
            <a:off x="-30575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3" name="Google Shape;223;g2d46eea4f4d_0_3"/>
          <p:cNvSpPr>
            <a:spLocks noGrp="1"/>
          </p:cNvSpPr>
          <p:nvPr>
            <p:ph type="title"/>
          </p:nvPr>
        </p:nvSpPr>
        <p:spPr>
          <a:xfrm>
            <a:off x="316700" y="639200"/>
            <a:ext cx="6552300" cy="3641700"/>
          </a:xfrm>
          <a:prstGeom prst="ellipse">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600"/>
              <a:buFont typeface="Calibri"/>
              <a:buNone/>
            </a:pPr>
            <a:r>
              <a:rPr lang="en-US" sz="5600"/>
              <a:t>Caracteristicas </a:t>
            </a:r>
            <a:endParaRPr sz="5600"/>
          </a:p>
          <a:p>
            <a:pPr marL="0" lvl="0" indent="0" algn="l" rtl="0">
              <a:lnSpc>
                <a:spcPct val="90000"/>
              </a:lnSpc>
              <a:spcBef>
                <a:spcPts val="0"/>
              </a:spcBef>
              <a:spcAft>
                <a:spcPts val="0"/>
              </a:spcAft>
              <a:buClr>
                <a:schemeClr val="dk1"/>
              </a:buClr>
              <a:buSzPts val="5600"/>
              <a:buFont typeface="Calibri"/>
              <a:buNone/>
            </a:pPr>
            <a:r>
              <a:rPr lang="en-US" sz="5600"/>
              <a:t>Principales</a:t>
            </a:r>
            <a:endParaRPr sz="5600"/>
          </a:p>
        </p:txBody>
      </p:sp>
      <p:sp>
        <p:nvSpPr>
          <p:cNvPr id="224" name="Google Shape;224;g2d46eea4f4d_0_3"/>
          <p:cNvSpPr/>
          <p:nvPr/>
        </p:nvSpPr>
        <p:spPr>
          <a:xfrm>
            <a:off x="643278" y="4409267"/>
            <a:ext cx="3255095" cy="18288"/>
          </a:xfrm>
          <a:custGeom>
            <a:avLst/>
            <a:gdLst/>
            <a:ahLst/>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5" name="Google Shape;225;g2d46eea4f4d_0_3"/>
          <p:cNvSpPr txBox="1"/>
          <p:nvPr/>
        </p:nvSpPr>
        <p:spPr>
          <a:xfrm>
            <a:off x="6967200" y="1474250"/>
            <a:ext cx="4433700" cy="2339700"/>
          </a:xfrm>
          <a:prstGeom prst="rect">
            <a:avLst/>
          </a:prstGeom>
          <a:noFill/>
          <a:ln>
            <a:noFill/>
          </a:ln>
        </p:spPr>
        <p:txBody>
          <a:bodyPr spcFirstLastPara="1" wrap="square" lIns="91425" tIns="91425" rIns="91425" bIns="91425" anchor="t" anchorCtr="0">
            <a:spAutoFit/>
          </a:bodyPr>
          <a:lstStyle/>
          <a:p>
            <a:pPr marL="457200" marR="0" lvl="0" indent="-406400" algn="l" rtl="0">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Detección temprana de errores</a:t>
            </a:r>
            <a:endParaRPr sz="2800" b="0" i="0" u="none" strike="noStrike" cap="none">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Mejor calidad de código</a:t>
            </a:r>
            <a:endParaRPr sz="2800">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Despliegue rapido</a:t>
            </a:r>
            <a:endParaRPr sz="2800">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g2d46eea4f4d_0_10"/>
          <p:cNvSpPr/>
          <p:nvPr/>
        </p:nvSpPr>
        <p:spPr>
          <a:xfrm>
            <a:off x="-30575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31" name="Google Shape;231;g2d46eea4f4d_0_10"/>
          <p:cNvPicPr preferRelativeResize="0"/>
          <p:nvPr/>
        </p:nvPicPr>
        <p:blipFill>
          <a:blip r:embed="rId3">
            <a:alphaModFix/>
          </a:blip>
          <a:stretch>
            <a:fillRect/>
          </a:stretch>
        </p:blipFill>
        <p:spPr>
          <a:xfrm>
            <a:off x="1517699" y="0"/>
            <a:ext cx="9156601" cy="68579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g2d46eea4f4d_0_18"/>
          <p:cNvSpPr/>
          <p:nvPr/>
        </p:nvSpPr>
        <p:spPr>
          <a:xfrm>
            <a:off x="-30575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7" name="Google Shape;237;g2d46eea4f4d_0_18"/>
          <p:cNvSpPr>
            <a:spLocks noGrp="1"/>
          </p:cNvSpPr>
          <p:nvPr>
            <p:ph type="title"/>
          </p:nvPr>
        </p:nvSpPr>
        <p:spPr>
          <a:xfrm>
            <a:off x="-1005325" y="618925"/>
            <a:ext cx="6552300" cy="3641700"/>
          </a:xfrm>
          <a:prstGeom prst="ellipse">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600"/>
              <a:buFont typeface="Calibri"/>
              <a:buNone/>
            </a:pPr>
            <a:r>
              <a:rPr lang="en-US" sz="5600"/>
              <a:t>Herramientas</a:t>
            </a:r>
            <a:endParaRPr sz="5600"/>
          </a:p>
        </p:txBody>
      </p:sp>
      <p:sp>
        <p:nvSpPr>
          <p:cNvPr id="238" name="Google Shape;238;g2d46eea4f4d_0_18"/>
          <p:cNvSpPr/>
          <p:nvPr/>
        </p:nvSpPr>
        <p:spPr>
          <a:xfrm>
            <a:off x="3" y="3877567"/>
            <a:ext cx="3255095" cy="18288"/>
          </a:xfrm>
          <a:custGeom>
            <a:avLst/>
            <a:gdLst/>
            <a:ahLst/>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39" name="Google Shape;239;g2d46eea4f4d_0_18"/>
          <p:cNvPicPr preferRelativeResize="0"/>
          <p:nvPr/>
        </p:nvPicPr>
        <p:blipFill>
          <a:blip r:embed="rId3">
            <a:alphaModFix/>
          </a:blip>
          <a:stretch>
            <a:fillRect/>
          </a:stretch>
        </p:blipFill>
        <p:spPr>
          <a:xfrm>
            <a:off x="4264225" y="1608150"/>
            <a:ext cx="7040645" cy="3641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g2d46eea4f4d_0_36"/>
          <p:cNvSpPr/>
          <p:nvPr/>
        </p:nvSpPr>
        <p:spPr>
          <a:xfrm>
            <a:off x="0" y="0"/>
            <a:ext cx="12189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6" name="Google Shape;246;g2d46eea4f4d_0_36"/>
          <p:cNvSpPr txBox="1">
            <a:spLocks noGrp="1"/>
          </p:cNvSpPr>
          <p:nvPr>
            <p:ph type="title"/>
          </p:nvPr>
        </p:nvSpPr>
        <p:spPr>
          <a:xfrm>
            <a:off x="640080" y="329184"/>
            <a:ext cx="6894600" cy="17832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400"/>
              <a:buFont typeface="Calibri"/>
              <a:buNone/>
            </a:pPr>
            <a:r>
              <a:rPr lang="en-US" sz="5400"/>
              <a:t>Continous Deployment (CD)</a:t>
            </a:r>
            <a:endParaRPr/>
          </a:p>
        </p:txBody>
      </p:sp>
      <p:sp>
        <p:nvSpPr>
          <p:cNvPr id="247" name="Google Shape;247;g2d46eea4f4d_0_36"/>
          <p:cNvSpPr/>
          <p:nvPr/>
        </p:nvSpPr>
        <p:spPr>
          <a:xfrm>
            <a:off x="758952" y="2395728"/>
            <a:ext cx="4243589" cy="18288"/>
          </a:xfrm>
          <a:custGeom>
            <a:avLst/>
            <a:gdLst/>
            <a:ahLst/>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8" name="Google Shape;248;g2d46eea4f4d_0_36"/>
          <p:cNvSpPr txBox="1">
            <a:spLocks noGrp="1"/>
          </p:cNvSpPr>
          <p:nvPr>
            <p:ph type="body" idx="1"/>
          </p:nvPr>
        </p:nvSpPr>
        <p:spPr>
          <a:xfrm>
            <a:off x="640080" y="2706624"/>
            <a:ext cx="6894600" cy="3483900"/>
          </a:xfrm>
          <a:prstGeom prst="rect">
            <a:avLst/>
          </a:prstGeom>
          <a:noFill/>
          <a:ln>
            <a:noFill/>
          </a:ln>
        </p:spPr>
        <p:txBody>
          <a:bodyPr spcFirstLastPara="1" wrap="square" lIns="91425" tIns="45700" rIns="91425" bIns="45700" anchor="t" anchorCtr="0">
            <a:normAutofit lnSpcReduction="10000"/>
          </a:bodyPr>
          <a:lstStyle/>
          <a:p>
            <a:pPr marL="228600" lvl="0" indent="-218123" algn="l" rtl="0">
              <a:lnSpc>
                <a:spcPct val="90000"/>
              </a:lnSpc>
              <a:spcBef>
                <a:spcPts val="0"/>
              </a:spcBef>
              <a:spcAft>
                <a:spcPts val="0"/>
              </a:spcAft>
              <a:buClr>
                <a:schemeClr val="dk1"/>
              </a:buClr>
              <a:buSzPct val="78571"/>
              <a:buChar char="•"/>
            </a:pPr>
            <a:r>
              <a:rPr lang="en-US"/>
              <a:t>Práctica avanzada en la entrega de software donde cada cambio que pasa las pruebas automatizadas es desplegado automáticamente en producción, sin necesidad de intervención manual. Es la evolución natural de la Continuous Delivery, pero con el paso adicional de hacer que el despliegue en producción sea completamente automático.</a:t>
            </a:r>
            <a:endParaRPr/>
          </a:p>
          <a:p>
            <a:pPr marL="457200" lvl="0" indent="0" algn="l" rtl="0">
              <a:lnSpc>
                <a:spcPct val="90000"/>
              </a:lnSpc>
              <a:spcBef>
                <a:spcPts val="1000"/>
              </a:spcBef>
              <a:spcAft>
                <a:spcPts val="0"/>
              </a:spcAft>
              <a:buSzPct val="75630"/>
              <a:buNone/>
            </a:pPr>
            <a:endParaRPr/>
          </a:p>
          <a:p>
            <a:pPr marL="457200" lvl="0" indent="0" algn="l" rtl="0">
              <a:lnSpc>
                <a:spcPct val="90000"/>
              </a:lnSpc>
              <a:spcBef>
                <a:spcPts val="1000"/>
              </a:spcBef>
              <a:spcAft>
                <a:spcPts val="0"/>
              </a:spcAft>
              <a:buSzPct val="64285"/>
              <a:buNone/>
            </a:pPr>
            <a:endParaRPr/>
          </a:p>
          <a:p>
            <a:pPr marL="0" lvl="0" indent="0" algn="l" rtl="0">
              <a:lnSpc>
                <a:spcPct val="90000"/>
              </a:lnSpc>
              <a:spcBef>
                <a:spcPts val="1000"/>
              </a:spcBef>
              <a:spcAft>
                <a:spcPts val="0"/>
              </a:spcAft>
              <a:buClr>
                <a:schemeClr val="dk1"/>
              </a:buClr>
              <a:buSzPct val="100000"/>
              <a:buNone/>
            </a:pPr>
            <a:endParaRPr sz="2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2d46eea4f4d_0_45"/>
          <p:cNvSpPr/>
          <p:nvPr/>
        </p:nvSpPr>
        <p:spPr>
          <a:xfrm>
            <a:off x="-30575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4" name="Google Shape;254;g2d46eea4f4d_0_45"/>
          <p:cNvSpPr>
            <a:spLocks noGrp="1"/>
          </p:cNvSpPr>
          <p:nvPr>
            <p:ph type="title"/>
          </p:nvPr>
        </p:nvSpPr>
        <p:spPr>
          <a:xfrm>
            <a:off x="316700" y="639200"/>
            <a:ext cx="6552300" cy="3641700"/>
          </a:xfrm>
          <a:prstGeom prst="ellipse">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600"/>
              <a:buFont typeface="Calibri"/>
              <a:buNone/>
            </a:pPr>
            <a:r>
              <a:rPr lang="en-US" sz="5600"/>
              <a:t>Caracteristicas </a:t>
            </a:r>
            <a:endParaRPr sz="5600"/>
          </a:p>
          <a:p>
            <a:pPr marL="0" lvl="0" indent="0" algn="l" rtl="0">
              <a:lnSpc>
                <a:spcPct val="90000"/>
              </a:lnSpc>
              <a:spcBef>
                <a:spcPts val="0"/>
              </a:spcBef>
              <a:spcAft>
                <a:spcPts val="0"/>
              </a:spcAft>
              <a:buClr>
                <a:schemeClr val="dk1"/>
              </a:buClr>
              <a:buSzPts val="5600"/>
              <a:buFont typeface="Calibri"/>
              <a:buNone/>
            </a:pPr>
            <a:r>
              <a:rPr lang="en-US" sz="5600"/>
              <a:t>Principales</a:t>
            </a:r>
            <a:endParaRPr sz="5600"/>
          </a:p>
        </p:txBody>
      </p:sp>
      <p:sp>
        <p:nvSpPr>
          <p:cNvPr id="255" name="Google Shape;255;g2d46eea4f4d_0_45"/>
          <p:cNvSpPr/>
          <p:nvPr/>
        </p:nvSpPr>
        <p:spPr>
          <a:xfrm>
            <a:off x="643278" y="4409267"/>
            <a:ext cx="3255095" cy="18288"/>
          </a:xfrm>
          <a:custGeom>
            <a:avLst/>
            <a:gdLst/>
            <a:ahLst/>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6" name="Google Shape;256;g2d46eea4f4d_0_45"/>
          <p:cNvSpPr txBox="1"/>
          <p:nvPr/>
        </p:nvSpPr>
        <p:spPr>
          <a:xfrm>
            <a:off x="6967200" y="1474250"/>
            <a:ext cx="4433700" cy="2770500"/>
          </a:xfrm>
          <a:prstGeom prst="rect">
            <a:avLst/>
          </a:prstGeom>
          <a:noFill/>
          <a:ln>
            <a:noFill/>
          </a:ln>
        </p:spPr>
        <p:txBody>
          <a:bodyPr spcFirstLastPara="1" wrap="square" lIns="91425" tIns="91425" rIns="91425" bIns="91425" anchor="t" anchorCtr="0">
            <a:spAutoFit/>
          </a:bodyPr>
          <a:lstStyle/>
          <a:p>
            <a:pPr marL="457200" marR="0" lvl="0" indent="-406400" algn="l" rtl="0">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Rapido feedback</a:t>
            </a:r>
            <a:endParaRPr sz="2800" b="0" i="0" u="none" strike="noStrike" cap="none">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Completa automatización</a:t>
            </a:r>
            <a:endParaRPr sz="2800">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Reducción de errores</a:t>
            </a:r>
            <a:endParaRPr sz="2800">
              <a:solidFill>
                <a:schemeClr val="dk1"/>
              </a:solidFill>
              <a:latin typeface="Calibri"/>
              <a:ea typeface="Calibri"/>
              <a:cs typeface="Calibri"/>
              <a:sym typeface="Calibri"/>
            </a:endParaRPr>
          </a:p>
          <a:p>
            <a:pPr marL="457200" marR="0" lvl="0" indent="-406400" algn="l" rtl="0">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Entrega frecuente y rápida</a:t>
            </a:r>
            <a:endParaRPr sz="2800">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2d46eea4f4d_0_52"/>
          <p:cNvSpPr/>
          <p:nvPr/>
        </p:nvSpPr>
        <p:spPr>
          <a:xfrm>
            <a:off x="-30575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62" name="Google Shape;262;g2d46eea4f4d_0_52"/>
          <p:cNvPicPr preferRelativeResize="0"/>
          <p:nvPr/>
        </p:nvPicPr>
        <p:blipFill>
          <a:blip r:embed="rId3">
            <a:alphaModFix/>
          </a:blip>
          <a:stretch>
            <a:fillRect/>
          </a:stretch>
        </p:blipFill>
        <p:spPr>
          <a:xfrm>
            <a:off x="421748" y="344525"/>
            <a:ext cx="10724526" cy="5829750"/>
          </a:xfrm>
          <a:prstGeom prst="rect">
            <a:avLst/>
          </a:prstGeom>
          <a:solidFill>
            <a:schemeClr val="lt1"/>
          </a:solid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9"/>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p9"/>
          <p:cNvSpPr/>
          <p:nvPr/>
        </p:nvSpPr>
        <p:spPr>
          <a:xfrm>
            <a:off x="489189" y="1119031"/>
            <a:ext cx="4619938" cy="4619938"/>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9" name="Google Shape;269;p9"/>
          <p:cNvSpPr txBox="1">
            <a:spLocks noGrp="1"/>
          </p:cNvSpPr>
          <p:nvPr>
            <p:ph type="title"/>
          </p:nvPr>
        </p:nvSpPr>
        <p:spPr>
          <a:xfrm>
            <a:off x="1171074" y="1396686"/>
            <a:ext cx="3240506" cy="406462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Calibri"/>
              <a:buNone/>
            </a:pPr>
            <a:r>
              <a:rPr lang="en-US">
                <a:solidFill>
                  <a:srgbClr val="FFFFFF"/>
                </a:solidFill>
              </a:rPr>
              <a:t>Continuous Delivery == Continuous Deployment?</a:t>
            </a:r>
            <a:endParaRPr>
              <a:solidFill>
                <a:srgbClr val="FFFFFF"/>
              </a:solidFill>
            </a:endParaRPr>
          </a:p>
        </p:txBody>
      </p:sp>
      <p:sp>
        <p:nvSpPr>
          <p:cNvPr id="270" name="Google Shape;270;p9"/>
          <p:cNvSpPr/>
          <p:nvPr/>
        </p:nvSpPr>
        <p:spPr>
          <a:xfrm rot="-1790889">
            <a:off x="8683720" y="941148"/>
            <a:ext cx="2987899" cy="2987899"/>
          </a:xfrm>
          <a:prstGeom prst="arc">
            <a:avLst>
              <a:gd name="adj1" fmla="val 15817365"/>
              <a:gd name="adj2" fmla="val 1781380"/>
            </a:avLst>
          </a:prstGeom>
          <a:noFill/>
          <a:ln w="127000" cap="rnd" cmpd="sng">
            <a:solidFill>
              <a:schemeClr val="accent4"/>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271" name="Google Shape;271;p9"/>
          <p:cNvSpPr/>
          <p:nvPr/>
        </p:nvSpPr>
        <p:spPr>
          <a:xfrm>
            <a:off x="910048" y="4780992"/>
            <a:ext cx="546100" cy="546100"/>
          </a:xfrm>
          <a:prstGeom prst="ellipse">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
        <p:nvSpPr>
          <p:cNvPr id="272" name="Google Shape;272;p9"/>
          <p:cNvSpPr txBox="1">
            <a:spLocks noGrp="1"/>
          </p:cNvSpPr>
          <p:nvPr>
            <p:ph type="body" idx="1"/>
          </p:nvPr>
        </p:nvSpPr>
        <p:spPr>
          <a:xfrm>
            <a:off x="5370153" y="1526033"/>
            <a:ext cx="5536397" cy="393528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r>
              <a:rPr lang="en-US"/>
              <a:t>NO. No confundir la maizena con la magnesia.</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g2d46eea4f4d_0_60"/>
          <p:cNvSpPr/>
          <p:nvPr/>
        </p:nvSpPr>
        <p:spPr>
          <a:xfrm>
            <a:off x="-30575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78" name="Google Shape;278;g2d46eea4f4d_0_60"/>
          <p:cNvPicPr preferRelativeResize="0"/>
          <p:nvPr/>
        </p:nvPicPr>
        <p:blipFill>
          <a:blip r:embed="rId3">
            <a:alphaModFix/>
          </a:blip>
          <a:stretch>
            <a:fillRect/>
          </a:stretch>
        </p:blipFill>
        <p:spPr>
          <a:xfrm>
            <a:off x="3048000" y="0"/>
            <a:ext cx="6096000" cy="6858000"/>
          </a:xfrm>
          <a:prstGeom prst="rect">
            <a:avLst/>
          </a:prstGeom>
          <a:solidFill>
            <a:schemeClr val="lt1"/>
          </a:solid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C4F1239-C25C-1114-8F51-D6D116557BF4}"/>
              </a:ext>
            </a:extLst>
          </p:cNvPr>
          <p:cNvSpPr>
            <a:spLocks noGrp="1"/>
          </p:cNvSpPr>
          <p:nvPr>
            <p:ph type="title"/>
          </p:nvPr>
        </p:nvSpPr>
        <p:spPr>
          <a:xfrm>
            <a:off x="6590662" y="4267832"/>
            <a:ext cx="4805996" cy="1297115"/>
          </a:xfrm>
        </p:spPr>
        <p:txBody>
          <a:bodyPr vert="horz" lIns="91440" tIns="45720" rIns="91440" bIns="45720" rtlCol="0" anchor="t">
            <a:normAutofit/>
          </a:bodyPr>
          <a:lstStyle/>
          <a:p>
            <a:pPr>
              <a:spcBef>
                <a:spcPct val="0"/>
              </a:spcBef>
            </a:pPr>
            <a:r>
              <a:rPr lang="en-US" sz="3100" kern="1200" dirty="0">
                <a:solidFill>
                  <a:schemeClr val="tx1"/>
                </a:solidFill>
                <a:latin typeface="+mj-lt"/>
                <a:ea typeface="+mj-ea"/>
                <a:cs typeface="+mj-cs"/>
              </a:rPr>
              <a:t>¿La IA </a:t>
            </a:r>
            <a:r>
              <a:rPr lang="en-US" sz="3100" kern="1200" dirty="0" err="1">
                <a:solidFill>
                  <a:schemeClr val="tx1"/>
                </a:solidFill>
                <a:latin typeface="+mj-lt"/>
                <a:ea typeface="+mj-ea"/>
                <a:cs typeface="+mj-cs"/>
              </a:rPr>
              <a:t>puede</a:t>
            </a:r>
            <a:r>
              <a:rPr lang="en-US" sz="3100" kern="1200" dirty="0">
                <a:solidFill>
                  <a:schemeClr val="tx1"/>
                </a:solidFill>
                <a:latin typeface="+mj-lt"/>
                <a:ea typeface="+mj-ea"/>
                <a:cs typeface="+mj-cs"/>
              </a:rPr>
              <a:t> </a:t>
            </a:r>
            <a:r>
              <a:rPr lang="en-US" sz="3100" kern="1200" dirty="0" err="1">
                <a:solidFill>
                  <a:schemeClr val="tx1"/>
                </a:solidFill>
                <a:latin typeface="+mj-lt"/>
                <a:ea typeface="+mj-ea"/>
                <a:cs typeface="+mj-cs"/>
              </a:rPr>
              <a:t>reemplazar</a:t>
            </a:r>
            <a:r>
              <a:rPr lang="en-US" sz="3100" kern="1200" dirty="0">
                <a:solidFill>
                  <a:schemeClr val="tx1"/>
                </a:solidFill>
                <a:latin typeface="+mj-lt"/>
                <a:ea typeface="+mj-ea"/>
                <a:cs typeface="+mj-cs"/>
              </a:rPr>
              <a:t> o solo </a:t>
            </a:r>
            <a:r>
              <a:rPr lang="en-US" sz="3100" kern="1200" dirty="0" err="1">
                <a:solidFill>
                  <a:schemeClr val="tx1"/>
                </a:solidFill>
                <a:latin typeface="+mj-lt"/>
                <a:ea typeface="+mj-ea"/>
                <a:cs typeface="+mj-cs"/>
              </a:rPr>
              <a:t>potenciar</a:t>
            </a:r>
            <a:r>
              <a:rPr lang="en-US" sz="3100" kern="1200" dirty="0">
                <a:solidFill>
                  <a:schemeClr val="tx1"/>
                </a:solidFill>
                <a:latin typeface="+mj-lt"/>
                <a:ea typeface="+mj-ea"/>
                <a:cs typeface="+mj-cs"/>
              </a:rPr>
              <a:t> DevOps?</a:t>
            </a:r>
          </a:p>
        </p:txBody>
      </p:sp>
      <p:pic>
        <p:nvPicPr>
          <p:cNvPr id="6" name="Graphic 5" descr="Robot">
            <a:extLst>
              <a:ext uri="{FF2B5EF4-FFF2-40B4-BE49-F238E27FC236}">
                <a16:creationId xmlns:a16="http://schemas.microsoft.com/office/drawing/2014/main" id="{B654F459-30BC-CB9D-212C-18F9C063540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3" name="Group 1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50094994"/>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A01A111-796D-593F-985B-7B4C197B7465}"/>
              </a:ext>
            </a:extLst>
          </p:cNvPr>
          <p:cNvPicPr>
            <a:picLocks noChangeAspect="1"/>
          </p:cNvPicPr>
          <p:nvPr/>
        </p:nvPicPr>
        <p:blipFill>
          <a:blip r:embed="rId2">
            <a:duotone>
              <a:schemeClr val="bg2">
                <a:shade val="45000"/>
                <a:satMod val="135000"/>
              </a:schemeClr>
              <a:prstClr val="white"/>
            </a:duotone>
          </a:blip>
          <a:srcRect r="8444" b="-1"/>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C7778AC3-AA39-4FAF-6282-DD63C353705A}"/>
              </a:ext>
            </a:extLst>
          </p:cNvPr>
          <p:cNvSpPr>
            <a:spLocks noGrp="1"/>
          </p:cNvSpPr>
          <p:nvPr>
            <p:ph type="title"/>
          </p:nvPr>
        </p:nvSpPr>
        <p:spPr>
          <a:xfrm>
            <a:off x="838200" y="365125"/>
            <a:ext cx="10515600" cy="1325563"/>
          </a:xfrm>
        </p:spPr>
        <p:txBody>
          <a:bodyPr>
            <a:normAutofit/>
          </a:bodyPr>
          <a:lstStyle/>
          <a:p>
            <a:r>
              <a:rPr lang="es-ES" dirty="0"/>
              <a:t>¿Qué puede hacer la IA en DevOps?</a:t>
            </a:r>
            <a:endParaRPr lang="es-GT" dirty="0"/>
          </a:p>
        </p:txBody>
      </p:sp>
      <p:graphicFrame>
        <p:nvGraphicFramePr>
          <p:cNvPr id="5" name="Marcador de texto 2">
            <a:extLst>
              <a:ext uri="{FF2B5EF4-FFF2-40B4-BE49-F238E27FC236}">
                <a16:creationId xmlns:a16="http://schemas.microsoft.com/office/drawing/2014/main" id="{4F71BA5B-25D6-6B81-A1F7-958DFD494C48}"/>
              </a:ext>
            </a:extLst>
          </p:cNvPr>
          <p:cNvGraphicFramePr/>
          <p:nvPr>
            <p:extLst>
              <p:ext uri="{D42A27DB-BD31-4B8C-83A1-F6EECF244321}">
                <p14:modId xmlns:p14="http://schemas.microsoft.com/office/powerpoint/2010/main" val="235343206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2612457"/>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15AA26D-9F35-C032-14B7-2BE2350495B1}"/>
              </a:ext>
            </a:extLst>
          </p:cNvPr>
          <p:cNvPicPr>
            <a:picLocks noChangeAspect="1"/>
          </p:cNvPicPr>
          <p:nvPr/>
        </p:nvPicPr>
        <p:blipFill>
          <a:blip r:embed="rId2">
            <a:duotone>
              <a:schemeClr val="bg2">
                <a:shade val="45000"/>
                <a:satMod val="135000"/>
              </a:schemeClr>
              <a:prstClr val="white"/>
            </a:duotone>
          </a:blip>
          <a:srcRect t="6250"/>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6008FB5-09E0-EF5A-7E78-6E46073E08AE}"/>
              </a:ext>
            </a:extLst>
          </p:cNvPr>
          <p:cNvSpPr>
            <a:spLocks noGrp="1"/>
          </p:cNvSpPr>
          <p:nvPr>
            <p:ph type="title"/>
          </p:nvPr>
        </p:nvSpPr>
        <p:spPr>
          <a:xfrm>
            <a:off x="838200" y="365125"/>
            <a:ext cx="10515600" cy="1325563"/>
          </a:xfrm>
        </p:spPr>
        <p:txBody>
          <a:bodyPr>
            <a:normAutofit/>
          </a:bodyPr>
          <a:lstStyle/>
          <a:p>
            <a:r>
              <a:rPr lang="es-ES" dirty="0"/>
              <a:t>Lo que la IA NO puede hacer (todavía)</a:t>
            </a:r>
            <a:endParaRPr lang="es-GT" dirty="0"/>
          </a:p>
        </p:txBody>
      </p:sp>
      <p:graphicFrame>
        <p:nvGraphicFramePr>
          <p:cNvPr id="5" name="Marcador de texto 2">
            <a:extLst>
              <a:ext uri="{FF2B5EF4-FFF2-40B4-BE49-F238E27FC236}">
                <a16:creationId xmlns:a16="http://schemas.microsoft.com/office/drawing/2014/main" id="{E3BFF803-78F1-C81B-20AC-A16533DD4966}"/>
              </a:ext>
            </a:extLst>
          </p:cNvPr>
          <p:cNvGraphicFramePr/>
          <p:nvPr>
            <p:extLst>
              <p:ext uri="{D42A27DB-BD31-4B8C-83A1-F6EECF244321}">
                <p14:modId xmlns:p14="http://schemas.microsoft.com/office/powerpoint/2010/main" val="271695242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13647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2331854-FEDD-6D43-A6EB-CB98B0E7DB78}"/>
              </a:ext>
            </a:extLst>
          </p:cNvPr>
          <p:cNvSpPr>
            <a:spLocks noGrp="1"/>
          </p:cNvSpPr>
          <p:nvPr>
            <p:ph type="title"/>
          </p:nvPr>
        </p:nvSpPr>
        <p:spPr>
          <a:xfrm>
            <a:off x="586478" y="1683756"/>
            <a:ext cx="3115265" cy="2396359"/>
          </a:xfrm>
        </p:spPr>
        <p:txBody>
          <a:bodyPr anchor="b">
            <a:normAutofit/>
          </a:bodyPr>
          <a:lstStyle/>
          <a:p>
            <a:pPr algn="r"/>
            <a:r>
              <a:rPr lang="es-GT" sz="4000">
                <a:solidFill>
                  <a:srgbClr val="FFFFFF"/>
                </a:solidFill>
              </a:rPr>
              <a:t>Riesgos de delegar DevOps a la IA</a:t>
            </a:r>
          </a:p>
        </p:txBody>
      </p:sp>
      <p:graphicFrame>
        <p:nvGraphicFramePr>
          <p:cNvPr id="6" name="Rectangle 1">
            <a:extLst>
              <a:ext uri="{FF2B5EF4-FFF2-40B4-BE49-F238E27FC236}">
                <a16:creationId xmlns:a16="http://schemas.microsoft.com/office/drawing/2014/main" id="{D311EFB0-53E5-100F-A071-5EA5CEAFFD4E}"/>
              </a:ext>
            </a:extLst>
          </p:cNvPr>
          <p:cNvGraphicFramePr/>
          <p:nvPr>
            <p:extLst>
              <p:ext uri="{D42A27DB-BD31-4B8C-83A1-F6EECF244321}">
                <p14:modId xmlns:p14="http://schemas.microsoft.com/office/powerpoint/2010/main" val="2687759633"/>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19025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8"/>
          <p:cNvSpPr txBox="1"/>
          <p:nvPr/>
        </p:nvSpPr>
        <p:spPr>
          <a:xfrm>
            <a:off x="2958530" y="2259403"/>
            <a:ext cx="5772552" cy="1952073"/>
          </a:xfrm>
          <a:prstGeom prst="rect">
            <a:avLst/>
          </a:prstGeom>
          <a:noFill/>
          <a:ln>
            <a:noFill/>
          </a:ln>
        </p:spPr>
        <p:txBody>
          <a:bodyPr spcFirstLastPara="1" wrap="square" lIns="0" tIns="0" rIns="0" bIns="0" anchor="t" anchorCtr="0">
            <a:spAutoFit/>
          </a:bodyPr>
          <a:lstStyle/>
          <a:p>
            <a:pPr algn="just">
              <a:lnSpc>
                <a:spcPct val="104000"/>
              </a:lnSpc>
              <a:buSzPts val="6099"/>
            </a:pPr>
            <a:r>
              <a:rPr lang="es-GT" sz="4066" dirty="0">
                <a:solidFill>
                  <a:srgbClr val="131416"/>
                </a:solidFill>
              </a:rPr>
              <a:t>¡GRACIAS POR SU  ATENCIÓN!</a:t>
            </a:r>
            <a:endParaRPr lang="es-GT" sz="933" dirty="0"/>
          </a:p>
          <a:p>
            <a:pPr algn="just">
              <a:lnSpc>
                <a:spcPct val="104000"/>
              </a:lnSpc>
              <a:buSzPts val="6099"/>
            </a:pPr>
            <a:endParaRPr lang="es-GT" sz="4066" dirty="0">
              <a:solidFill>
                <a:srgbClr val="131416"/>
              </a:solidFill>
            </a:endParaRPr>
          </a:p>
        </p:txBody>
      </p:sp>
      <p:sp>
        <p:nvSpPr>
          <p:cNvPr id="177" name="Google Shape;177;p8"/>
          <p:cNvSpPr txBox="1"/>
          <p:nvPr/>
        </p:nvSpPr>
        <p:spPr>
          <a:xfrm>
            <a:off x="3609810" y="3972069"/>
            <a:ext cx="4469994" cy="759375"/>
          </a:xfrm>
          <a:prstGeom prst="rect">
            <a:avLst/>
          </a:prstGeom>
          <a:noFill/>
          <a:ln>
            <a:noFill/>
          </a:ln>
        </p:spPr>
        <p:txBody>
          <a:bodyPr spcFirstLastPara="1" wrap="square" lIns="0" tIns="0" rIns="0" bIns="0" anchor="t" anchorCtr="0">
            <a:spAutoFit/>
          </a:bodyPr>
          <a:lstStyle/>
          <a:p>
            <a:pPr algn="ctr">
              <a:lnSpc>
                <a:spcPct val="148000"/>
              </a:lnSpc>
              <a:buSzPts val="5000"/>
            </a:pPr>
            <a:r>
              <a:rPr lang="es-GT" sz="3334" dirty="0">
                <a:solidFill>
                  <a:srgbClr val="131416"/>
                </a:solidFill>
              </a:rPr>
              <a:t>DUDAS</a:t>
            </a:r>
            <a:endParaRPr lang="es-GT" sz="933" dirty="0"/>
          </a:p>
        </p:txBody>
      </p:sp>
      <p:sp>
        <p:nvSpPr>
          <p:cNvPr id="178" name="Google Shape;178;p8"/>
          <p:cNvSpPr/>
          <p:nvPr/>
        </p:nvSpPr>
        <p:spPr>
          <a:xfrm>
            <a:off x="9309167" y="685800"/>
            <a:ext cx="1838179" cy="2513980"/>
          </a:xfrm>
          <a:custGeom>
            <a:avLst/>
            <a:gdLst/>
            <a:ahLst/>
            <a:cxnLst/>
            <a:rect l="l" t="t" r="r" b="b"/>
            <a:pathLst>
              <a:path w="2757268" h="3770970" extrusionOk="0">
                <a:moveTo>
                  <a:pt x="0" y="0"/>
                </a:moveTo>
                <a:lnTo>
                  <a:pt x="2757268" y="0"/>
                </a:lnTo>
                <a:lnTo>
                  <a:pt x="2757268" y="3770970"/>
                </a:lnTo>
                <a:lnTo>
                  <a:pt x="0" y="3770970"/>
                </a:lnTo>
                <a:lnTo>
                  <a:pt x="0" y="0"/>
                </a:lnTo>
                <a:close/>
              </a:path>
            </a:pathLst>
          </a:custGeom>
          <a:blipFill rotWithShape="1">
            <a:blip r:embed="rId3">
              <a:alphaModFix/>
            </a:blip>
            <a:stretch>
              <a:fillRect/>
            </a:stretch>
          </a:blipFill>
          <a:ln>
            <a:noFill/>
          </a:ln>
        </p:spPr>
        <p:txBody>
          <a:bodyPr spcFirstLastPara="1" wrap="square" lIns="60950" tIns="30467" rIns="60950" bIns="30467" anchor="t" anchorCtr="0">
            <a:noAutofit/>
          </a:bodyPr>
          <a:lstStyle/>
          <a:p>
            <a:endParaRPr lang="es-GT" sz="933" dirty="0"/>
          </a:p>
        </p:txBody>
      </p:sp>
    </p:spTree>
  </p:cSld>
  <p:clrMapOvr>
    <a:masterClrMapping/>
  </p:clrMapOvr>
  <p:transition spd="slow">
    <p:wipe/>
  </p:transition>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245</TotalTime>
  <Words>651</Words>
  <Application>Microsoft Office PowerPoint</Application>
  <PresentationFormat>Panorámica</PresentationFormat>
  <Paragraphs>75</Paragraphs>
  <Slides>20</Slides>
  <Notes>16</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Arial</vt:lpstr>
      <vt:lpstr>Calibri</vt:lpstr>
      <vt:lpstr>Pacifico</vt:lpstr>
      <vt:lpstr>Office Theme</vt:lpstr>
      <vt:lpstr>Presentación de PowerPoint</vt:lpstr>
      <vt:lpstr>Presentación de PowerPoint</vt:lpstr>
      <vt:lpstr>Deployment en DevOps</vt:lpstr>
      <vt:lpstr>Deployment en Devops</vt:lpstr>
      <vt:lpstr>Presentación de PowerPoint</vt:lpstr>
      <vt:lpstr>Caracteristicas  Principales</vt:lpstr>
      <vt:lpstr>Continous Integration (CI)</vt:lpstr>
      <vt:lpstr>Caracteristicas  Principales</vt:lpstr>
      <vt:lpstr>Presentación de PowerPoint</vt:lpstr>
      <vt:lpstr>Herramientas</vt:lpstr>
      <vt:lpstr>Continous Deployment (CD)</vt:lpstr>
      <vt:lpstr>Caracteristicas  Principales</vt:lpstr>
      <vt:lpstr>Presentación de PowerPoint</vt:lpstr>
      <vt:lpstr>Continuous Delivery == Continuous Deployment?</vt:lpstr>
      <vt:lpstr>Presentación de PowerPoint</vt:lpstr>
      <vt:lpstr>¿La IA puede reemplazar o solo potenciar DevOps?</vt:lpstr>
      <vt:lpstr>¿Qué puede hacer la IA en DevOps?</vt:lpstr>
      <vt:lpstr>Lo que la IA NO puede hacer (todavía)</vt:lpstr>
      <vt:lpstr>Riesgos de delegar DevOps a la IA</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Kevin Pozuelos</dc:creator>
  <cp:lastModifiedBy>Kevin Pozuelos</cp:lastModifiedBy>
  <cp:revision>9</cp:revision>
  <dcterms:created xsi:type="dcterms:W3CDTF">2021-01-24T02:47:27Z</dcterms:created>
  <dcterms:modified xsi:type="dcterms:W3CDTF">2026-03-26T23:57:10Z</dcterms:modified>
</cp:coreProperties>
</file>