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81" r:id="rId3"/>
    <p:sldId id="258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307" r:id="rId19"/>
    <p:sldId id="308" r:id="rId20"/>
    <p:sldId id="309" r:id="rId21"/>
    <p:sldId id="310" r:id="rId22"/>
    <p:sldId id="311" r:id="rId23"/>
    <p:sldId id="312" r:id="rId24"/>
    <p:sldId id="313" r:id="rId25"/>
    <p:sldId id="314" r:id="rId26"/>
    <p:sldId id="315" r:id="rId27"/>
    <p:sldId id="316" r:id="rId28"/>
    <p:sldId id="317" r:id="rId29"/>
    <p:sldId id="318" r:id="rId30"/>
    <p:sldId id="319" r:id="rId31"/>
    <p:sldId id="320" r:id="rId32"/>
    <p:sldId id="321" r:id="rId33"/>
    <p:sldId id="275" r:id="rId34"/>
    <p:sldId id="306" r:id="rId3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1" roundtripDataSignature="AMtx7miQ8Y0uMRXjqRCZ5snkrE5OxZ7wW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CFF8CEB-B0E9-4877-8986-A95859FF1C04}">
  <a:tblStyle styleId="{DCFF8CEB-B0E9-4877-8986-A95859FF1C04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891EB330-50F6-4ACE-A556-FCC03B3E2DE0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61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300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51" Type="http://customschemas.google.com/relationships/presentationmetadata" Target="meta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google.com/search?q=OpenTelemetry+Collector&amp;oq=Que+es+ope&amp;gs_lcrp=EgZjaHJvbWUqDAgAEAAYQxiABBiKBTIMCAAQABhDGIAEGIoFMgcIARAAGIAEMgcIAhAAGIAEMgcIAxAAGIAEMgcIBBAAGIAEMgcIBRAAGIAEMgcIBhAAGIAEMgcIBxAAGIAEMgcICBAAGIAEMgcICRAAGIAE0gEIMzQxNmowajeoAgCwAgA&amp;sourceid=chrome&amp;ie=UTF-8&amp;mstk=AUtExfC2-wUvFEzJuKHdAmXqazya9buzoyIR0Hh8mycuFlpkX81lLva4B_FcHv42oy_uSlo5NYei117VaCJfhbDnMwrP1TqQosmnlu8FF4vjWiYW9x2VHZvxNwcWE_MXdJZccX6_DW30H4_8huHedEXp7m9DFjq2JTCU1sHio8dU8F7YyyxKz9dyKvID781bLhYheAaNM2wym_SWSZV_KGJ5vYL83RvycSb2kR6mqfg7rXQriAg7_vX-E64OHBK8iNHfUtaJbFUT6opAp80QywF7jbFo&amp;csui=3&amp;ved=2ahUKEwjz_d3b6-GTAxWsSTABHYj1Ho8QgK4QegQIBRAC" TargetMode="Externa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svg"/><Relationship Id="rId1" Type="http://schemas.openxmlformats.org/officeDocument/2006/relationships/image" Target="../media/image17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google.com/search?q=OpenTelemetry+Collector&amp;oq=Que+es+ope&amp;gs_lcrp=EgZjaHJvbWUqDAgAEAAYQxiABBiKBTIMCAAQABhDGIAEGIoFMgcIARAAGIAEMgcIAhAAGIAEMgcIAxAAGIAEMgcIBBAAGIAEMgcIBRAAGIAEMgcIBhAAGIAEMgcIBxAAGIAEMgcICBAAGIAEMgcICRAAGIAE0gEIMzQxNmowajeoAgCwAgA&amp;sourceid=chrome&amp;ie=UTF-8&amp;mstk=AUtExfC2-wUvFEzJuKHdAmXqazya9buzoyIR0Hh8mycuFlpkX81lLva4B_FcHv42oy_uSlo5NYei117VaCJfhbDnMwrP1TqQosmnlu8FF4vjWiYW9x2VHZvxNwcWE_MXdJZccX6_DW30H4_8huHedEXp7m9DFjq2JTCU1sHio8dU8F7YyyxKz9dyKvID781bLhYheAaNM2wym_SWSZV_KGJ5vYL83RvycSb2kR6mqfg7rXQriAg7_vX-E64OHBK8iNHfUtaJbFUT6opAp80QywF7jbFo&amp;csui=3&amp;ved=2ahUKEwjz_d3b6-GTAxWsSTABHYj1Ho8QgK4QegQIBRAC" TargetMode="External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svg"/><Relationship Id="rId1" Type="http://schemas.openxmlformats.org/officeDocument/2006/relationships/image" Target="../media/image17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4D854E0-170C-4C4A-ACBF-54A1C11BF158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07DD545-9036-49B0-B234-4198D47E75E8}">
      <dgm:prSet/>
      <dgm:spPr/>
      <dgm:t>
        <a:bodyPr/>
        <a:lstStyle/>
        <a:p>
          <a:r>
            <a:rPr lang="es-ES" b="1"/>
            <a:t>APIs y SDKs:</a:t>
          </a:r>
          <a:r>
            <a:rPr lang="es-ES"/>
            <a:t> Bibliotecas específicas para cada lenguaje para generar datos.</a:t>
          </a:r>
          <a:endParaRPr lang="en-US"/>
        </a:p>
      </dgm:t>
    </dgm:pt>
    <dgm:pt modelId="{8805F8A5-54E5-4562-82E0-2E965554230E}" type="parTrans" cxnId="{9F0C3CEA-8314-4EC1-9516-E871727B2353}">
      <dgm:prSet/>
      <dgm:spPr/>
      <dgm:t>
        <a:bodyPr/>
        <a:lstStyle/>
        <a:p>
          <a:endParaRPr lang="en-US"/>
        </a:p>
      </dgm:t>
    </dgm:pt>
    <dgm:pt modelId="{6502A14A-A04D-40FA-A4A6-EC8D3CA8DDC2}" type="sibTrans" cxnId="{9F0C3CEA-8314-4EC1-9516-E871727B2353}">
      <dgm:prSet/>
      <dgm:spPr/>
      <dgm:t>
        <a:bodyPr/>
        <a:lstStyle/>
        <a:p>
          <a:endParaRPr lang="en-US"/>
        </a:p>
      </dgm:t>
    </dgm:pt>
    <dgm:pt modelId="{8E36C819-516A-4572-9DE7-E4A66F75DC86}">
      <dgm:prSet/>
      <dgm:spPr/>
      <dgm:t>
        <a:bodyPr/>
        <a:lstStyle/>
        <a:p>
          <a:r>
            <a:rPr lang="es-ES" b="1">
              <a:hlinkClick xmlns:r="http://schemas.openxmlformats.org/officeDocument/2006/relationships" r:id="rId1"/>
            </a:rPr>
            <a:t>OpenTelemetry Collector</a:t>
          </a:r>
          <a:r>
            <a:rPr lang="es-ES" b="1"/>
            <a:t>:</a:t>
          </a:r>
          <a:r>
            <a:rPr lang="es-ES"/>
            <a:t> Un proxy que recibe, procesa y exporta los datos, adaptable como agente (sidecar) o recolector centralizado. </a:t>
          </a:r>
          <a:endParaRPr lang="en-US"/>
        </a:p>
      </dgm:t>
    </dgm:pt>
    <dgm:pt modelId="{D2F54B8B-7E76-46CC-A630-F5DB31D75397}" type="parTrans" cxnId="{B283E7D7-76A0-4697-9C82-58DB3064B5A3}">
      <dgm:prSet/>
      <dgm:spPr/>
      <dgm:t>
        <a:bodyPr/>
        <a:lstStyle/>
        <a:p>
          <a:endParaRPr lang="en-US"/>
        </a:p>
      </dgm:t>
    </dgm:pt>
    <dgm:pt modelId="{DFC76EB5-67F3-4450-ACAA-3939960CC834}" type="sibTrans" cxnId="{B283E7D7-76A0-4697-9C82-58DB3064B5A3}">
      <dgm:prSet/>
      <dgm:spPr/>
      <dgm:t>
        <a:bodyPr/>
        <a:lstStyle/>
        <a:p>
          <a:endParaRPr lang="en-US"/>
        </a:p>
      </dgm:t>
    </dgm:pt>
    <dgm:pt modelId="{1E8389F1-B89F-4348-843E-1AE64D75600F}" type="pres">
      <dgm:prSet presAssocID="{24D854E0-170C-4C4A-ACBF-54A1C11BF15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2C07046-7A57-4181-AD56-AF270E7386B4}" type="pres">
      <dgm:prSet presAssocID="{C07DD545-9036-49B0-B234-4198D47E75E8}" presName="hierRoot1" presStyleCnt="0"/>
      <dgm:spPr/>
    </dgm:pt>
    <dgm:pt modelId="{29624C90-9C90-43D8-BACA-74BE8F97F6DA}" type="pres">
      <dgm:prSet presAssocID="{C07DD545-9036-49B0-B234-4198D47E75E8}" presName="composite" presStyleCnt="0"/>
      <dgm:spPr/>
    </dgm:pt>
    <dgm:pt modelId="{73FB27D0-1747-48E1-84D8-C49547226695}" type="pres">
      <dgm:prSet presAssocID="{C07DD545-9036-49B0-B234-4198D47E75E8}" presName="background" presStyleLbl="node0" presStyleIdx="0" presStyleCnt="2"/>
      <dgm:spPr/>
    </dgm:pt>
    <dgm:pt modelId="{2458873A-4E3C-4395-ADD8-80585F0A88F0}" type="pres">
      <dgm:prSet presAssocID="{C07DD545-9036-49B0-B234-4198D47E75E8}" presName="text" presStyleLbl="fgAcc0" presStyleIdx="0" presStyleCnt="2">
        <dgm:presLayoutVars>
          <dgm:chPref val="3"/>
        </dgm:presLayoutVars>
      </dgm:prSet>
      <dgm:spPr/>
    </dgm:pt>
    <dgm:pt modelId="{24F400A3-778B-416D-BEC4-C52091A7DB5C}" type="pres">
      <dgm:prSet presAssocID="{C07DD545-9036-49B0-B234-4198D47E75E8}" presName="hierChild2" presStyleCnt="0"/>
      <dgm:spPr/>
    </dgm:pt>
    <dgm:pt modelId="{63F85E08-4080-4479-B093-65B6D1DA6FCB}" type="pres">
      <dgm:prSet presAssocID="{8E36C819-516A-4572-9DE7-E4A66F75DC86}" presName="hierRoot1" presStyleCnt="0"/>
      <dgm:spPr/>
    </dgm:pt>
    <dgm:pt modelId="{1008C3B8-6C98-4722-94E1-59FA354D1069}" type="pres">
      <dgm:prSet presAssocID="{8E36C819-516A-4572-9DE7-E4A66F75DC86}" presName="composite" presStyleCnt="0"/>
      <dgm:spPr/>
    </dgm:pt>
    <dgm:pt modelId="{34EAF1A7-3047-4862-850D-6016A7D7CE85}" type="pres">
      <dgm:prSet presAssocID="{8E36C819-516A-4572-9DE7-E4A66F75DC86}" presName="background" presStyleLbl="node0" presStyleIdx="1" presStyleCnt="2"/>
      <dgm:spPr/>
    </dgm:pt>
    <dgm:pt modelId="{C5988B61-59CE-4725-B8C0-27321A82791D}" type="pres">
      <dgm:prSet presAssocID="{8E36C819-516A-4572-9DE7-E4A66F75DC86}" presName="text" presStyleLbl="fgAcc0" presStyleIdx="1" presStyleCnt="2">
        <dgm:presLayoutVars>
          <dgm:chPref val="3"/>
        </dgm:presLayoutVars>
      </dgm:prSet>
      <dgm:spPr/>
    </dgm:pt>
    <dgm:pt modelId="{76BB6395-A4A4-499F-9E06-C433E07AF0E8}" type="pres">
      <dgm:prSet presAssocID="{8E36C819-516A-4572-9DE7-E4A66F75DC86}" presName="hierChild2" presStyleCnt="0"/>
      <dgm:spPr/>
    </dgm:pt>
  </dgm:ptLst>
  <dgm:cxnLst>
    <dgm:cxn modelId="{0D683F6C-2C74-4D62-A5A9-8C7CF2AC3EC1}" type="presOf" srcId="{24D854E0-170C-4C4A-ACBF-54A1C11BF158}" destId="{1E8389F1-B89F-4348-843E-1AE64D75600F}" srcOrd="0" destOrd="0" presId="urn:microsoft.com/office/officeart/2005/8/layout/hierarchy1"/>
    <dgm:cxn modelId="{39A338BE-2270-4C54-8DDB-CC213241246C}" type="presOf" srcId="{8E36C819-516A-4572-9DE7-E4A66F75DC86}" destId="{C5988B61-59CE-4725-B8C0-27321A82791D}" srcOrd="0" destOrd="0" presId="urn:microsoft.com/office/officeart/2005/8/layout/hierarchy1"/>
    <dgm:cxn modelId="{B283E7D7-76A0-4697-9C82-58DB3064B5A3}" srcId="{24D854E0-170C-4C4A-ACBF-54A1C11BF158}" destId="{8E36C819-516A-4572-9DE7-E4A66F75DC86}" srcOrd="1" destOrd="0" parTransId="{D2F54B8B-7E76-46CC-A630-F5DB31D75397}" sibTransId="{DFC76EB5-67F3-4450-ACAA-3939960CC834}"/>
    <dgm:cxn modelId="{B7AB9EE0-80EC-48B5-AA53-C91299C94777}" type="presOf" srcId="{C07DD545-9036-49B0-B234-4198D47E75E8}" destId="{2458873A-4E3C-4395-ADD8-80585F0A88F0}" srcOrd="0" destOrd="0" presId="urn:microsoft.com/office/officeart/2005/8/layout/hierarchy1"/>
    <dgm:cxn modelId="{9F0C3CEA-8314-4EC1-9516-E871727B2353}" srcId="{24D854E0-170C-4C4A-ACBF-54A1C11BF158}" destId="{C07DD545-9036-49B0-B234-4198D47E75E8}" srcOrd="0" destOrd="0" parTransId="{8805F8A5-54E5-4562-82E0-2E965554230E}" sibTransId="{6502A14A-A04D-40FA-A4A6-EC8D3CA8DDC2}"/>
    <dgm:cxn modelId="{AE3F0D2C-8681-460C-B0C3-B525844960A9}" type="presParOf" srcId="{1E8389F1-B89F-4348-843E-1AE64D75600F}" destId="{62C07046-7A57-4181-AD56-AF270E7386B4}" srcOrd="0" destOrd="0" presId="urn:microsoft.com/office/officeart/2005/8/layout/hierarchy1"/>
    <dgm:cxn modelId="{511BCBFA-060A-48A8-B645-FE7F783A5D77}" type="presParOf" srcId="{62C07046-7A57-4181-AD56-AF270E7386B4}" destId="{29624C90-9C90-43D8-BACA-74BE8F97F6DA}" srcOrd="0" destOrd="0" presId="urn:microsoft.com/office/officeart/2005/8/layout/hierarchy1"/>
    <dgm:cxn modelId="{8F0DADD2-FCEC-48A8-B01A-6A61DEBFF8BD}" type="presParOf" srcId="{29624C90-9C90-43D8-BACA-74BE8F97F6DA}" destId="{73FB27D0-1747-48E1-84D8-C49547226695}" srcOrd="0" destOrd="0" presId="urn:microsoft.com/office/officeart/2005/8/layout/hierarchy1"/>
    <dgm:cxn modelId="{53AB2EDF-3730-4CEB-BCD8-88977C1B1CB9}" type="presParOf" srcId="{29624C90-9C90-43D8-BACA-74BE8F97F6DA}" destId="{2458873A-4E3C-4395-ADD8-80585F0A88F0}" srcOrd="1" destOrd="0" presId="urn:microsoft.com/office/officeart/2005/8/layout/hierarchy1"/>
    <dgm:cxn modelId="{7012931E-392D-4FCA-9DAB-779E0FB20CBB}" type="presParOf" srcId="{62C07046-7A57-4181-AD56-AF270E7386B4}" destId="{24F400A3-778B-416D-BEC4-C52091A7DB5C}" srcOrd="1" destOrd="0" presId="urn:microsoft.com/office/officeart/2005/8/layout/hierarchy1"/>
    <dgm:cxn modelId="{5F74729F-5BAC-45DB-BF49-B84FED713F48}" type="presParOf" srcId="{1E8389F1-B89F-4348-843E-1AE64D75600F}" destId="{63F85E08-4080-4479-B093-65B6D1DA6FCB}" srcOrd="1" destOrd="0" presId="urn:microsoft.com/office/officeart/2005/8/layout/hierarchy1"/>
    <dgm:cxn modelId="{0D9A615E-80B4-4B06-BBFE-76584D4AAF84}" type="presParOf" srcId="{63F85E08-4080-4479-B093-65B6D1DA6FCB}" destId="{1008C3B8-6C98-4722-94E1-59FA354D1069}" srcOrd="0" destOrd="0" presId="urn:microsoft.com/office/officeart/2005/8/layout/hierarchy1"/>
    <dgm:cxn modelId="{63138271-581E-48E8-ADB3-4873301A37F5}" type="presParOf" srcId="{1008C3B8-6C98-4722-94E1-59FA354D1069}" destId="{34EAF1A7-3047-4862-850D-6016A7D7CE85}" srcOrd="0" destOrd="0" presId="urn:microsoft.com/office/officeart/2005/8/layout/hierarchy1"/>
    <dgm:cxn modelId="{09779C3C-4720-47D0-AE87-3D54D98C1714}" type="presParOf" srcId="{1008C3B8-6C98-4722-94E1-59FA354D1069}" destId="{C5988B61-59CE-4725-B8C0-27321A82791D}" srcOrd="1" destOrd="0" presId="urn:microsoft.com/office/officeart/2005/8/layout/hierarchy1"/>
    <dgm:cxn modelId="{CE256744-415D-4BA0-85CE-76736A036B5D}" type="presParOf" srcId="{63F85E08-4080-4479-B093-65B6D1DA6FCB}" destId="{76BB6395-A4A4-499F-9E06-C433E07AF0E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4D685E9-8CE0-4775-A55C-0628013BEC3E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C9164846-282F-4496-BD6A-07765735371A}">
      <dgm:prSet/>
      <dgm:spPr/>
      <dgm:t>
        <a:bodyPr/>
        <a:lstStyle/>
        <a:p>
          <a:r>
            <a:rPr lang="es-ES"/>
            <a:t>El logging es el registro estructurado de eventos que ocurren dentro del sistema.</a:t>
          </a:r>
          <a:endParaRPr lang="en-US"/>
        </a:p>
      </dgm:t>
    </dgm:pt>
    <dgm:pt modelId="{E9053177-9F01-4E36-895D-CB68FF052A9F}" type="parTrans" cxnId="{61E0BBF6-7E6B-4B1C-B356-55BF6F228BCB}">
      <dgm:prSet/>
      <dgm:spPr/>
      <dgm:t>
        <a:bodyPr/>
        <a:lstStyle/>
        <a:p>
          <a:endParaRPr lang="en-US"/>
        </a:p>
      </dgm:t>
    </dgm:pt>
    <dgm:pt modelId="{FB4B4E3E-B600-4202-9010-5835A7133763}" type="sibTrans" cxnId="{61E0BBF6-7E6B-4B1C-B356-55BF6F228BCB}">
      <dgm:prSet/>
      <dgm:spPr/>
      <dgm:t>
        <a:bodyPr/>
        <a:lstStyle/>
        <a:p>
          <a:endParaRPr lang="en-US"/>
        </a:p>
      </dgm:t>
    </dgm:pt>
    <dgm:pt modelId="{86872594-8A75-477F-A041-B992A53682F3}">
      <dgm:prSet/>
      <dgm:spPr/>
      <dgm:t>
        <a:bodyPr/>
        <a:lstStyle/>
        <a:p>
          <a:r>
            <a:rPr lang="es-ES"/>
            <a:t>No solo errores. Incluye:</a:t>
          </a:r>
          <a:endParaRPr lang="en-US"/>
        </a:p>
      </dgm:t>
    </dgm:pt>
    <dgm:pt modelId="{13C4C8EF-C0C4-4C92-951D-DA0032CBDD37}" type="parTrans" cxnId="{2A8E0E0E-62B4-4005-8067-73FCCDFC820F}">
      <dgm:prSet/>
      <dgm:spPr/>
      <dgm:t>
        <a:bodyPr/>
        <a:lstStyle/>
        <a:p>
          <a:endParaRPr lang="en-US"/>
        </a:p>
      </dgm:t>
    </dgm:pt>
    <dgm:pt modelId="{7DF0F9A3-A58F-4D96-BE68-3470B11B6DAA}" type="sibTrans" cxnId="{2A8E0E0E-62B4-4005-8067-73FCCDFC820F}">
      <dgm:prSet/>
      <dgm:spPr/>
      <dgm:t>
        <a:bodyPr/>
        <a:lstStyle/>
        <a:p>
          <a:endParaRPr lang="en-US"/>
        </a:p>
      </dgm:t>
    </dgm:pt>
    <dgm:pt modelId="{9A098ABE-8B82-4595-92FC-A25B98328421}">
      <dgm:prSet/>
      <dgm:spPr/>
      <dgm:t>
        <a:bodyPr/>
        <a:lstStyle/>
        <a:p>
          <a:r>
            <a:rPr lang="es-ES"/>
            <a:t>Eventos de negocio (usuario compró) </a:t>
          </a:r>
          <a:endParaRPr lang="en-US"/>
        </a:p>
      </dgm:t>
    </dgm:pt>
    <dgm:pt modelId="{BA0EC3E9-99C7-41A0-BD1B-0CEFE366BB6A}" type="parTrans" cxnId="{CE06A0CD-3608-4FDE-9B02-2C118580C881}">
      <dgm:prSet/>
      <dgm:spPr/>
      <dgm:t>
        <a:bodyPr/>
        <a:lstStyle/>
        <a:p>
          <a:endParaRPr lang="en-US"/>
        </a:p>
      </dgm:t>
    </dgm:pt>
    <dgm:pt modelId="{18B35C0C-345B-4A13-88FD-376F70F585D1}" type="sibTrans" cxnId="{CE06A0CD-3608-4FDE-9B02-2C118580C881}">
      <dgm:prSet/>
      <dgm:spPr/>
      <dgm:t>
        <a:bodyPr/>
        <a:lstStyle/>
        <a:p>
          <a:endParaRPr lang="en-US"/>
        </a:p>
      </dgm:t>
    </dgm:pt>
    <dgm:pt modelId="{5070E60D-3B2B-4B79-A8A7-597622C72AE3}">
      <dgm:prSet/>
      <dgm:spPr/>
      <dgm:t>
        <a:bodyPr/>
        <a:lstStyle/>
        <a:p>
          <a:r>
            <a:rPr lang="es-ES"/>
            <a:t>Eventos técnicos (request HTTP) </a:t>
          </a:r>
          <a:endParaRPr lang="en-US"/>
        </a:p>
      </dgm:t>
    </dgm:pt>
    <dgm:pt modelId="{BEC1395F-67E9-40F6-8D1E-73EA947E3AA3}" type="parTrans" cxnId="{15E0C923-D2FE-440E-88E0-C30CFDA7CFBD}">
      <dgm:prSet/>
      <dgm:spPr/>
      <dgm:t>
        <a:bodyPr/>
        <a:lstStyle/>
        <a:p>
          <a:endParaRPr lang="en-US"/>
        </a:p>
      </dgm:t>
    </dgm:pt>
    <dgm:pt modelId="{A86C68AD-E429-4C72-AD0C-237C435BB1DD}" type="sibTrans" cxnId="{15E0C923-D2FE-440E-88E0-C30CFDA7CFBD}">
      <dgm:prSet/>
      <dgm:spPr/>
      <dgm:t>
        <a:bodyPr/>
        <a:lstStyle/>
        <a:p>
          <a:endParaRPr lang="en-US"/>
        </a:p>
      </dgm:t>
    </dgm:pt>
    <dgm:pt modelId="{7E307586-3BA5-4F00-8BD0-6884E8B78D40}">
      <dgm:prSet/>
      <dgm:spPr/>
      <dgm:t>
        <a:bodyPr/>
        <a:lstStyle/>
        <a:p>
          <a:r>
            <a:rPr lang="es-ES"/>
            <a:t>Estados internos (conexión DB, cache, etc.) </a:t>
          </a:r>
          <a:endParaRPr lang="en-US"/>
        </a:p>
      </dgm:t>
    </dgm:pt>
    <dgm:pt modelId="{17A4CB0B-9DDE-40EA-8738-851228F9E343}" type="parTrans" cxnId="{8A6D4A01-2D6C-44F1-8583-3432307A8EE2}">
      <dgm:prSet/>
      <dgm:spPr/>
      <dgm:t>
        <a:bodyPr/>
        <a:lstStyle/>
        <a:p>
          <a:endParaRPr lang="en-US"/>
        </a:p>
      </dgm:t>
    </dgm:pt>
    <dgm:pt modelId="{5697EF39-AB84-4797-91BC-68D7F9025838}" type="sibTrans" cxnId="{8A6D4A01-2D6C-44F1-8583-3432307A8EE2}">
      <dgm:prSet/>
      <dgm:spPr/>
      <dgm:t>
        <a:bodyPr/>
        <a:lstStyle/>
        <a:p>
          <a:endParaRPr lang="en-US"/>
        </a:p>
      </dgm:t>
    </dgm:pt>
    <dgm:pt modelId="{B1D41BFC-BB84-4453-A0BE-9771B9FC5AE6}" type="pres">
      <dgm:prSet presAssocID="{04D685E9-8CE0-4775-A55C-0628013BEC3E}" presName="root" presStyleCnt="0">
        <dgm:presLayoutVars>
          <dgm:dir/>
          <dgm:resizeHandles val="exact"/>
        </dgm:presLayoutVars>
      </dgm:prSet>
      <dgm:spPr/>
    </dgm:pt>
    <dgm:pt modelId="{1607BD8B-8002-4EFC-A9BF-7FD2062A0936}" type="pres">
      <dgm:prSet presAssocID="{04D685E9-8CE0-4775-A55C-0628013BEC3E}" presName="container" presStyleCnt="0">
        <dgm:presLayoutVars>
          <dgm:dir/>
          <dgm:resizeHandles val="exact"/>
        </dgm:presLayoutVars>
      </dgm:prSet>
      <dgm:spPr/>
    </dgm:pt>
    <dgm:pt modelId="{02BF473C-7225-416C-8467-82990BCD6D31}" type="pres">
      <dgm:prSet presAssocID="{C9164846-282F-4496-BD6A-07765735371A}" presName="compNode" presStyleCnt="0"/>
      <dgm:spPr/>
    </dgm:pt>
    <dgm:pt modelId="{3728D138-4F49-4CBF-847D-338DE877AC9F}" type="pres">
      <dgm:prSet presAssocID="{C9164846-282F-4496-BD6A-07765735371A}" presName="iconBgRect" presStyleLbl="bgShp" presStyleIdx="0" presStyleCnt="5"/>
      <dgm:spPr/>
    </dgm:pt>
    <dgm:pt modelId="{8B65C52B-687D-4EF8-A197-3F383185CCCA}" type="pres">
      <dgm:prSet presAssocID="{C9164846-282F-4496-BD6A-07765735371A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F8ACAA33-0813-4FCE-9ABB-40DB92FAF614}" type="pres">
      <dgm:prSet presAssocID="{C9164846-282F-4496-BD6A-07765735371A}" presName="spaceRect" presStyleCnt="0"/>
      <dgm:spPr/>
    </dgm:pt>
    <dgm:pt modelId="{DA18FB6E-947A-4D07-8723-9EA286169E88}" type="pres">
      <dgm:prSet presAssocID="{C9164846-282F-4496-BD6A-07765735371A}" presName="textRect" presStyleLbl="revTx" presStyleIdx="0" presStyleCnt="5">
        <dgm:presLayoutVars>
          <dgm:chMax val="1"/>
          <dgm:chPref val="1"/>
        </dgm:presLayoutVars>
      </dgm:prSet>
      <dgm:spPr/>
    </dgm:pt>
    <dgm:pt modelId="{9D1DFE23-5CCC-4338-8EEA-2E58050B3BDA}" type="pres">
      <dgm:prSet presAssocID="{FB4B4E3E-B600-4202-9010-5835A7133763}" presName="sibTrans" presStyleLbl="sibTrans2D1" presStyleIdx="0" presStyleCnt="0"/>
      <dgm:spPr/>
    </dgm:pt>
    <dgm:pt modelId="{3B62D84A-A30F-48F3-926A-00165C569B69}" type="pres">
      <dgm:prSet presAssocID="{86872594-8A75-477F-A041-B992A53682F3}" presName="compNode" presStyleCnt="0"/>
      <dgm:spPr/>
    </dgm:pt>
    <dgm:pt modelId="{FC5B1F0E-DDF1-43C7-BAF9-AFD0D8CC4FA9}" type="pres">
      <dgm:prSet presAssocID="{86872594-8A75-477F-A041-B992A53682F3}" presName="iconBgRect" presStyleLbl="bgShp" presStyleIdx="1" presStyleCnt="5"/>
      <dgm:spPr/>
    </dgm:pt>
    <dgm:pt modelId="{1A6932F2-BD45-47BE-9529-C5CA2CB61F3F}" type="pres">
      <dgm:prSet presAssocID="{86872594-8A75-477F-A041-B992A53682F3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g under Magnifying Glass"/>
        </a:ext>
      </dgm:extLst>
    </dgm:pt>
    <dgm:pt modelId="{C3E7F7B1-E0D4-4A59-9019-C5931DC69EEC}" type="pres">
      <dgm:prSet presAssocID="{86872594-8A75-477F-A041-B992A53682F3}" presName="spaceRect" presStyleCnt="0"/>
      <dgm:spPr/>
    </dgm:pt>
    <dgm:pt modelId="{117C2E7A-8C53-4D7D-B4C3-E26AC97364AA}" type="pres">
      <dgm:prSet presAssocID="{86872594-8A75-477F-A041-B992A53682F3}" presName="textRect" presStyleLbl="revTx" presStyleIdx="1" presStyleCnt="5">
        <dgm:presLayoutVars>
          <dgm:chMax val="1"/>
          <dgm:chPref val="1"/>
        </dgm:presLayoutVars>
      </dgm:prSet>
      <dgm:spPr/>
    </dgm:pt>
    <dgm:pt modelId="{F14EBB6E-3C71-4571-922E-042501C70D1F}" type="pres">
      <dgm:prSet presAssocID="{7DF0F9A3-A58F-4D96-BE68-3470B11B6DAA}" presName="sibTrans" presStyleLbl="sibTrans2D1" presStyleIdx="0" presStyleCnt="0"/>
      <dgm:spPr/>
    </dgm:pt>
    <dgm:pt modelId="{F17C6048-96DE-43F7-B7BC-9FAC07E17B80}" type="pres">
      <dgm:prSet presAssocID="{9A098ABE-8B82-4595-92FC-A25B98328421}" presName="compNode" presStyleCnt="0"/>
      <dgm:spPr/>
    </dgm:pt>
    <dgm:pt modelId="{9E4CEBFC-67F4-4E81-B95A-A54EB1719B0F}" type="pres">
      <dgm:prSet presAssocID="{9A098ABE-8B82-4595-92FC-A25B98328421}" presName="iconBgRect" presStyleLbl="bgShp" presStyleIdx="2" presStyleCnt="5"/>
      <dgm:spPr/>
    </dgm:pt>
    <dgm:pt modelId="{75513806-0841-4D10-926E-DF46DD4617FC}" type="pres">
      <dgm:prSet presAssocID="{9A098ABE-8B82-4595-92FC-A25B98328421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Yuan"/>
        </a:ext>
      </dgm:extLst>
    </dgm:pt>
    <dgm:pt modelId="{FAA06A47-9B9F-457A-8362-A1370D5FFAC5}" type="pres">
      <dgm:prSet presAssocID="{9A098ABE-8B82-4595-92FC-A25B98328421}" presName="spaceRect" presStyleCnt="0"/>
      <dgm:spPr/>
    </dgm:pt>
    <dgm:pt modelId="{21A2D554-ABE7-4A99-B48D-C33F77126147}" type="pres">
      <dgm:prSet presAssocID="{9A098ABE-8B82-4595-92FC-A25B98328421}" presName="textRect" presStyleLbl="revTx" presStyleIdx="2" presStyleCnt="5">
        <dgm:presLayoutVars>
          <dgm:chMax val="1"/>
          <dgm:chPref val="1"/>
        </dgm:presLayoutVars>
      </dgm:prSet>
      <dgm:spPr/>
    </dgm:pt>
    <dgm:pt modelId="{0E3B4D8B-0C38-43AA-902C-ABFD48BA5A4A}" type="pres">
      <dgm:prSet presAssocID="{18B35C0C-345B-4A13-88FD-376F70F585D1}" presName="sibTrans" presStyleLbl="sibTrans2D1" presStyleIdx="0" presStyleCnt="0"/>
      <dgm:spPr/>
    </dgm:pt>
    <dgm:pt modelId="{F23ED833-E48D-4B37-975B-1CEB1851F23E}" type="pres">
      <dgm:prSet presAssocID="{5070E60D-3B2B-4B79-A8A7-597622C72AE3}" presName="compNode" presStyleCnt="0"/>
      <dgm:spPr/>
    </dgm:pt>
    <dgm:pt modelId="{08F26171-878F-43A5-8CDE-0B6E41699513}" type="pres">
      <dgm:prSet presAssocID="{5070E60D-3B2B-4B79-A8A7-597622C72AE3}" presName="iconBgRect" presStyleLbl="bgShp" presStyleIdx="3" presStyleCnt="5"/>
      <dgm:spPr/>
    </dgm:pt>
    <dgm:pt modelId="{EA38C9FB-59EE-4BEF-9551-538F8E0785E5}" type="pres">
      <dgm:prSet presAssocID="{5070E60D-3B2B-4B79-A8A7-597622C72AE3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ador"/>
        </a:ext>
      </dgm:extLst>
    </dgm:pt>
    <dgm:pt modelId="{A96F7B74-1DDA-4DB2-8B9E-1FB71FB0F0EC}" type="pres">
      <dgm:prSet presAssocID="{5070E60D-3B2B-4B79-A8A7-597622C72AE3}" presName="spaceRect" presStyleCnt="0"/>
      <dgm:spPr/>
    </dgm:pt>
    <dgm:pt modelId="{1F1127BE-DD60-4FD2-B1EF-9E33A34241AC}" type="pres">
      <dgm:prSet presAssocID="{5070E60D-3B2B-4B79-A8A7-597622C72AE3}" presName="textRect" presStyleLbl="revTx" presStyleIdx="3" presStyleCnt="5">
        <dgm:presLayoutVars>
          <dgm:chMax val="1"/>
          <dgm:chPref val="1"/>
        </dgm:presLayoutVars>
      </dgm:prSet>
      <dgm:spPr/>
    </dgm:pt>
    <dgm:pt modelId="{92647D34-6070-451C-9942-D5470C2E82B3}" type="pres">
      <dgm:prSet presAssocID="{A86C68AD-E429-4C72-AD0C-237C435BB1DD}" presName="sibTrans" presStyleLbl="sibTrans2D1" presStyleIdx="0" presStyleCnt="0"/>
      <dgm:spPr/>
    </dgm:pt>
    <dgm:pt modelId="{8D5801B7-426B-4F02-81E3-D69CD8315E69}" type="pres">
      <dgm:prSet presAssocID="{7E307586-3BA5-4F00-8BD0-6884E8B78D40}" presName="compNode" presStyleCnt="0"/>
      <dgm:spPr/>
    </dgm:pt>
    <dgm:pt modelId="{46742F21-0065-4211-80A7-2C27320AA2D6}" type="pres">
      <dgm:prSet presAssocID="{7E307586-3BA5-4F00-8BD0-6884E8B78D40}" presName="iconBgRect" presStyleLbl="bgShp" presStyleIdx="4" presStyleCnt="5"/>
      <dgm:spPr/>
    </dgm:pt>
    <dgm:pt modelId="{4DA7F7FB-4943-42E0-97AE-58BC4635A8D9}" type="pres">
      <dgm:prSet presAssocID="{7E307586-3BA5-4F00-8BD0-6884E8B78D40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idor"/>
        </a:ext>
      </dgm:extLst>
    </dgm:pt>
    <dgm:pt modelId="{EEE8E9D9-5311-41B4-8CDD-E6AA31108ED9}" type="pres">
      <dgm:prSet presAssocID="{7E307586-3BA5-4F00-8BD0-6884E8B78D40}" presName="spaceRect" presStyleCnt="0"/>
      <dgm:spPr/>
    </dgm:pt>
    <dgm:pt modelId="{D16FEED3-7853-4982-AEA7-11934A309707}" type="pres">
      <dgm:prSet presAssocID="{7E307586-3BA5-4F00-8BD0-6884E8B78D40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8A6D4A01-2D6C-44F1-8583-3432307A8EE2}" srcId="{04D685E9-8CE0-4775-A55C-0628013BEC3E}" destId="{7E307586-3BA5-4F00-8BD0-6884E8B78D40}" srcOrd="4" destOrd="0" parTransId="{17A4CB0B-9DDE-40EA-8738-851228F9E343}" sibTransId="{5697EF39-AB84-4797-91BC-68D7F9025838}"/>
    <dgm:cxn modelId="{27E27F07-A638-4608-ACD3-036258886468}" type="presOf" srcId="{FB4B4E3E-B600-4202-9010-5835A7133763}" destId="{9D1DFE23-5CCC-4338-8EEA-2E58050B3BDA}" srcOrd="0" destOrd="0" presId="urn:microsoft.com/office/officeart/2018/2/layout/IconCircleList"/>
    <dgm:cxn modelId="{2A8E0E0E-62B4-4005-8067-73FCCDFC820F}" srcId="{04D685E9-8CE0-4775-A55C-0628013BEC3E}" destId="{86872594-8A75-477F-A041-B992A53682F3}" srcOrd="1" destOrd="0" parTransId="{13C4C8EF-C0C4-4C92-951D-DA0032CBDD37}" sibTransId="{7DF0F9A3-A58F-4D96-BE68-3470B11B6DAA}"/>
    <dgm:cxn modelId="{3927D012-695E-49CC-8F34-E15F6EC5AFD2}" type="presOf" srcId="{04D685E9-8CE0-4775-A55C-0628013BEC3E}" destId="{B1D41BFC-BB84-4453-A0BE-9771B9FC5AE6}" srcOrd="0" destOrd="0" presId="urn:microsoft.com/office/officeart/2018/2/layout/IconCircleList"/>
    <dgm:cxn modelId="{1410EA13-D933-4FB4-BCCE-2D0FA4DAF067}" type="presOf" srcId="{C9164846-282F-4496-BD6A-07765735371A}" destId="{DA18FB6E-947A-4D07-8723-9EA286169E88}" srcOrd="0" destOrd="0" presId="urn:microsoft.com/office/officeart/2018/2/layout/IconCircleList"/>
    <dgm:cxn modelId="{15E0C923-D2FE-440E-88E0-C30CFDA7CFBD}" srcId="{04D685E9-8CE0-4775-A55C-0628013BEC3E}" destId="{5070E60D-3B2B-4B79-A8A7-597622C72AE3}" srcOrd="3" destOrd="0" parTransId="{BEC1395F-67E9-40F6-8D1E-73EA947E3AA3}" sibTransId="{A86C68AD-E429-4C72-AD0C-237C435BB1DD}"/>
    <dgm:cxn modelId="{8A5E4B33-1753-404B-BB0F-089AE4797415}" type="presOf" srcId="{A86C68AD-E429-4C72-AD0C-237C435BB1DD}" destId="{92647D34-6070-451C-9942-D5470C2E82B3}" srcOrd="0" destOrd="0" presId="urn:microsoft.com/office/officeart/2018/2/layout/IconCircleList"/>
    <dgm:cxn modelId="{D6095A59-2CFB-4872-8B8F-C1382CC29E0B}" type="presOf" srcId="{9A098ABE-8B82-4595-92FC-A25B98328421}" destId="{21A2D554-ABE7-4A99-B48D-C33F77126147}" srcOrd="0" destOrd="0" presId="urn:microsoft.com/office/officeart/2018/2/layout/IconCircleList"/>
    <dgm:cxn modelId="{F5E3017D-7583-43A5-B440-990250DF34B4}" type="presOf" srcId="{5070E60D-3B2B-4B79-A8A7-597622C72AE3}" destId="{1F1127BE-DD60-4FD2-B1EF-9E33A34241AC}" srcOrd="0" destOrd="0" presId="urn:microsoft.com/office/officeart/2018/2/layout/IconCircleList"/>
    <dgm:cxn modelId="{EB8E0FB3-D6BA-481D-84CE-4D74F2DD1A42}" type="presOf" srcId="{18B35C0C-345B-4A13-88FD-376F70F585D1}" destId="{0E3B4D8B-0C38-43AA-902C-ABFD48BA5A4A}" srcOrd="0" destOrd="0" presId="urn:microsoft.com/office/officeart/2018/2/layout/IconCircleList"/>
    <dgm:cxn modelId="{CE5155BC-DD5D-4D04-8AA7-50A39BFB2071}" type="presOf" srcId="{86872594-8A75-477F-A041-B992A53682F3}" destId="{117C2E7A-8C53-4D7D-B4C3-E26AC97364AA}" srcOrd="0" destOrd="0" presId="urn:microsoft.com/office/officeart/2018/2/layout/IconCircleList"/>
    <dgm:cxn modelId="{E178C5C5-33C1-4D18-A059-86953F73B30C}" type="presOf" srcId="{7DF0F9A3-A58F-4D96-BE68-3470B11B6DAA}" destId="{F14EBB6E-3C71-4571-922E-042501C70D1F}" srcOrd="0" destOrd="0" presId="urn:microsoft.com/office/officeart/2018/2/layout/IconCircleList"/>
    <dgm:cxn modelId="{CE06A0CD-3608-4FDE-9B02-2C118580C881}" srcId="{04D685E9-8CE0-4775-A55C-0628013BEC3E}" destId="{9A098ABE-8B82-4595-92FC-A25B98328421}" srcOrd="2" destOrd="0" parTransId="{BA0EC3E9-99C7-41A0-BD1B-0CEFE366BB6A}" sibTransId="{18B35C0C-345B-4A13-88FD-376F70F585D1}"/>
    <dgm:cxn modelId="{D30E63ED-0768-4E2C-BD36-B34AD60FAC11}" type="presOf" srcId="{7E307586-3BA5-4F00-8BD0-6884E8B78D40}" destId="{D16FEED3-7853-4982-AEA7-11934A309707}" srcOrd="0" destOrd="0" presId="urn:microsoft.com/office/officeart/2018/2/layout/IconCircleList"/>
    <dgm:cxn modelId="{61E0BBF6-7E6B-4B1C-B356-55BF6F228BCB}" srcId="{04D685E9-8CE0-4775-A55C-0628013BEC3E}" destId="{C9164846-282F-4496-BD6A-07765735371A}" srcOrd="0" destOrd="0" parTransId="{E9053177-9F01-4E36-895D-CB68FF052A9F}" sibTransId="{FB4B4E3E-B600-4202-9010-5835A7133763}"/>
    <dgm:cxn modelId="{99B4B247-9F2C-44BB-B521-3373A0861000}" type="presParOf" srcId="{B1D41BFC-BB84-4453-A0BE-9771B9FC5AE6}" destId="{1607BD8B-8002-4EFC-A9BF-7FD2062A0936}" srcOrd="0" destOrd="0" presId="urn:microsoft.com/office/officeart/2018/2/layout/IconCircleList"/>
    <dgm:cxn modelId="{1DD0AE48-C1B0-4F74-9038-B0491DFEC43F}" type="presParOf" srcId="{1607BD8B-8002-4EFC-A9BF-7FD2062A0936}" destId="{02BF473C-7225-416C-8467-82990BCD6D31}" srcOrd="0" destOrd="0" presId="urn:microsoft.com/office/officeart/2018/2/layout/IconCircleList"/>
    <dgm:cxn modelId="{17DD5A85-00CF-41B5-84F4-891325F95BB4}" type="presParOf" srcId="{02BF473C-7225-416C-8467-82990BCD6D31}" destId="{3728D138-4F49-4CBF-847D-338DE877AC9F}" srcOrd="0" destOrd="0" presId="urn:microsoft.com/office/officeart/2018/2/layout/IconCircleList"/>
    <dgm:cxn modelId="{44A9BBB9-7CB6-4038-9D5C-5708FD0FD1E9}" type="presParOf" srcId="{02BF473C-7225-416C-8467-82990BCD6D31}" destId="{8B65C52B-687D-4EF8-A197-3F383185CCCA}" srcOrd="1" destOrd="0" presId="urn:microsoft.com/office/officeart/2018/2/layout/IconCircleList"/>
    <dgm:cxn modelId="{D89A2196-C16A-4CD7-A272-DA4D9BDFF775}" type="presParOf" srcId="{02BF473C-7225-416C-8467-82990BCD6D31}" destId="{F8ACAA33-0813-4FCE-9ABB-40DB92FAF614}" srcOrd="2" destOrd="0" presId="urn:microsoft.com/office/officeart/2018/2/layout/IconCircleList"/>
    <dgm:cxn modelId="{A274E31D-BF7E-412A-944D-CEF9876432C4}" type="presParOf" srcId="{02BF473C-7225-416C-8467-82990BCD6D31}" destId="{DA18FB6E-947A-4D07-8723-9EA286169E88}" srcOrd="3" destOrd="0" presId="urn:microsoft.com/office/officeart/2018/2/layout/IconCircleList"/>
    <dgm:cxn modelId="{8CE14A52-59DE-4521-A8F5-617E25E88059}" type="presParOf" srcId="{1607BD8B-8002-4EFC-A9BF-7FD2062A0936}" destId="{9D1DFE23-5CCC-4338-8EEA-2E58050B3BDA}" srcOrd="1" destOrd="0" presId="urn:microsoft.com/office/officeart/2018/2/layout/IconCircleList"/>
    <dgm:cxn modelId="{6EE5D5B9-E82D-410C-B9BE-1BB9DAB712AA}" type="presParOf" srcId="{1607BD8B-8002-4EFC-A9BF-7FD2062A0936}" destId="{3B62D84A-A30F-48F3-926A-00165C569B69}" srcOrd="2" destOrd="0" presId="urn:microsoft.com/office/officeart/2018/2/layout/IconCircleList"/>
    <dgm:cxn modelId="{3BB23C0C-6DBD-420E-895D-56473FD629E7}" type="presParOf" srcId="{3B62D84A-A30F-48F3-926A-00165C569B69}" destId="{FC5B1F0E-DDF1-43C7-BAF9-AFD0D8CC4FA9}" srcOrd="0" destOrd="0" presId="urn:microsoft.com/office/officeart/2018/2/layout/IconCircleList"/>
    <dgm:cxn modelId="{02FCDEC5-8586-436B-9ED6-631D4A2C9DD8}" type="presParOf" srcId="{3B62D84A-A30F-48F3-926A-00165C569B69}" destId="{1A6932F2-BD45-47BE-9529-C5CA2CB61F3F}" srcOrd="1" destOrd="0" presId="urn:microsoft.com/office/officeart/2018/2/layout/IconCircleList"/>
    <dgm:cxn modelId="{4AAD0FC0-56A7-431E-BF92-82654A3A35D3}" type="presParOf" srcId="{3B62D84A-A30F-48F3-926A-00165C569B69}" destId="{C3E7F7B1-E0D4-4A59-9019-C5931DC69EEC}" srcOrd="2" destOrd="0" presId="urn:microsoft.com/office/officeart/2018/2/layout/IconCircleList"/>
    <dgm:cxn modelId="{A8D5C389-93A1-4D65-8D18-424EDCD0EDEC}" type="presParOf" srcId="{3B62D84A-A30F-48F3-926A-00165C569B69}" destId="{117C2E7A-8C53-4D7D-B4C3-E26AC97364AA}" srcOrd="3" destOrd="0" presId="urn:microsoft.com/office/officeart/2018/2/layout/IconCircleList"/>
    <dgm:cxn modelId="{B4441C11-7F0A-456E-93BE-52A7E94F22E9}" type="presParOf" srcId="{1607BD8B-8002-4EFC-A9BF-7FD2062A0936}" destId="{F14EBB6E-3C71-4571-922E-042501C70D1F}" srcOrd="3" destOrd="0" presId="urn:microsoft.com/office/officeart/2018/2/layout/IconCircleList"/>
    <dgm:cxn modelId="{6275EA4F-83C4-4284-874E-DF5687C35146}" type="presParOf" srcId="{1607BD8B-8002-4EFC-A9BF-7FD2062A0936}" destId="{F17C6048-96DE-43F7-B7BC-9FAC07E17B80}" srcOrd="4" destOrd="0" presId="urn:microsoft.com/office/officeart/2018/2/layout/IconCircleList"/>
    <dgm:cxn modelId="{1C300432-CC45-4C71-BFAA-CBA37847BC5F}" type="presParOf" srcId="{F17C6048-96DE-43F7-B7BC-9FAC07E17B80}" destId="{9E4CEBFC-67F4-4E81-B95A-A54EB1719B0F}" srcOrd="0" destOrd="0" presId="urn:microsoft.com/office/officeart/2018/2/layout/IconCircleList"/>
    <dgm:cxn modelId="{20C7D38E-B763-4D66-8125-C44FF6DF68D9}" type="presParOf" srcId="{F17C6048-96DE-43F7-B7BC-9FAC07E17B80}" destId="{75513806-0841-4D10-926E-DF46DD4617FC}" srcOrd="1" destOrd="0" presId="urn:microsoft.com/office/officeart/2018/2/layout/IconCircleList"/>
    <dgm:cxn modelId="{C54002D5-72F3-4614-967B-8D13D9A5068D}" type="presParOf" srcId="{F17C6048-96DE-43F7-B7BC-9FAC07E17B80}" destId="{FAA06A47-9B9F-457A-8362-A1370D5FFAC5}" srcOrd="2" destOrd="0" presId="urn:microsoft.com/office/officeart/2018/2/layout/IconCircleList"/>
    <dgm:cxn modelId="{4A399A7B-A6E0-444C-96D4-8A16F0DF5371}" type="presParOf" srcId="{F17C6048-96DE-43F7-B7BC-9FAC07E17B80}" destId="{21A2D554-ABE7-4A99-B48D-C33F77126147}" srcOrd="3" destOrd="0" presId="urn:microsoft.com/office/officeart/2018/2/layout/IconCircleList"/>
    <dgm:cxn modelId="{8C23AB52-589A-424A-921D-2B6075C4062C}" type="presParOf" srcId="{1607BD8B-8002-4EFC-A9BF-7FD2062A0936}" destId="{0E3B4D8B-0C38-43AA-902C-ABFD48BA5A4A}" srcOrd="5" destOrd="0" presId="urn:microsoft.com/office/officeart/2018/2/layout/IconCircleList"/>
    <dgm:cxn modelId="{AA5851D8-EEB0-446E-948E-7CBE6A623EE3}" type="presParOf" srcId="{1607BD8B-8002-4EFC-A9BF-7FD2062A0936}" destId="{F23ED833-E48D-4B37-975B-1CEB1851F23E}" srcOrd="6" destOrd="0" presId="urn:microsoft.com/office/officeart/2018/2/layout/IconCircleList"/>
    <dgm:cxn modelId="{42146D7B-4717-48FC-B7CB-CBF1B6041F5C}" type="presParOf" srcId="{F23ED833-E48D-4B37-975B-1CEB1851F23E}" destId="{08F26171-878F-43A5-8CDE-0B6E41699513}" srcOrd="0" destOrd="0" presId="urn:microsoft.com/office/officeart/2018/2/layout/IconCircleList"/>
    <dgm:cxn modelId="{452646EC-F9D2-429A-A555-378D8201B299}" type="presParOf" srcId="{F23ED833-E48D-4B37-975B-1CEB1851F23E}" destId="{EA38C9FB-59EE-4BEF-9551-538F8E0785E5}" srcOrd="1" destOrd="0" presId="urn:microsoft.com/office/officeart/2018/2/layout/IconCircleList"/>
    <dgm:cxn modelId="{D72DBB49-8D0B-41D2-8C79-D330CB314F7A}" type="presParOf" srcId="{F23ED833-E48D-4B37-975B-1CEB1851F23E}" destId="{A96F7B74-1DDA-4DB2-8B9E-1FB71FB0F0EC}" srcOrd="2" destOrd="0" presId="urn:microsoft.com/office/officeart/2018/2/layout/IconCircleList"/>
    <dgm:cxn modelId="{1902A212-36BF-4999-8173-45013332E29D}" type="presParOf" srcId="{F23ED833-E48D-4B37-975B-1CEB1851F23E}" destId="{1F1127BE-DD60-4FD2-B1EF-9E33A34241AC}" srcOrd="3" destOrd="0" presId="urn:microsoft.com/office/officeart/2018/2/layout/IconCircleList"/>
    <dgm:cxn modelId="{D5FA66FC-733A-4100-992B-56FFC5D66401}" type="presParOf" srcId="{1607BD8B-8002-4EFC-A9BF-7FD2062A0936}" destId="{92647D34-6070-451C-9942-D5470C2E82B3}" srcOrd="7" destOrd="0" presId="urn:microsoft.com/office/officeart/2018/2/layout/IconCircleList"/>
    <dgm:cxn modelId="{28736279-B9BB-4AED-B429-BBE7495CF964}" type="presParOf" srcId="{1607BD8B-8002-4EFC-A9BF-7FD2062A0936}" destId="{8D5801B7-426B-4F02-81E3-D69CD8315E69}" srcOrd="8" destOrd="0" presId="urn:microsoft.com/office/officeart/2018/2/layout/IconCircleList"/>
    <dgm:cxn modelId="{012659E1-1769-4C6A-9138-E323CB4F7C4D}" type="presParOf" srcId="{8D5801B7-426B-4F02-81E3-D69CD8315E69}" destId="{46742F21-0065-4211-80A7-2C27320AA2D6}" srcOrd="0" destOrd="0" presId="urn:microsoft.com/office/officeart/2018/2/layout/IconCircleList"/>
    <dgm:cxn modelId="{BAF6B655-97B8-4322-BDC2-FFAFFEE2B04D}" type="presParOf" srcId="{8D5801B7-426B-4F02-81E3-D69CD8315E69}" destId="{4DA7F7FB-4943-42E0-97AE-58BC4635A8D9}" srcOrd="1" destOrd="0" presId="urn:microsoft.com/office/officeart/2018/2/layout/IconCircleList"/>
    <dgm:cxn modelId="{BF33A1D7-21E4-47D4-89CE-5B643DD3B116}" type="presParOf" srcId="{8D5801B7-426B-4F02-81E3-D69CD8315E69}" destId="{EEE8E9D9-5311-41B4-8CDD-E6AA31108ED9}" srcOrd="2" destOrd="0" presId="urn:microsoft.com/office/officeart/2018/2/layout/IconCircleList"/>
    <dgm:cxn modelId="{519FD8E0-D4C8-4F9A-A73D-A8A8F7460CA4}" type="presParOf" srcId="{8D5801B7-426B-4F02-81E3-D69CD8315E69}" destId="{D16FEED3-7853-4982-AEA7-11934A309707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A9D33E3-3120-4208-BBE6-EEBBB5EC5B6B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941675B-3A82-42EC-9348-E703CF25245E}">
      <dgm:prSet/>
      <dgm:spPr/>
      <dgm:t>
        <a:bodyPr/>
        <a:lstStyle/>
        <a:p>
          <a:r>
            <a:rPr lang="es-ES" b="1"/>
            <a:t>Logs técnicos</a:t>
          </a:r>
          <a:endParaRPr lang="en-US"/>
        </a:p>
      </dgm:t>
    </dgm:pt>
    <dgm:pt modelId="{49503B39-0964-4B36-9DF2-FDADF6A63E47}" type="parTrans" cxnId="{5A74080B-5D1D-4AD3-A11C-185636629E7F}">
      <dgm:prSet/>
      <dgm:spPr/>
      <dgm:t>
        <a:bodyPr/>
        <a:lstStyle/>
        <a:p>
          <a:endParaRPr lang="en-US"/>
        </a:p>
      </dgm:t>
    </dgm:pt>
    <dgm:pt modelId="{F1F01D1F-1A6A-4B0C-B1B5-BD01B1D74D15}" type="sibTrans" cxnId="{5A74080B-5D1D-4AD3-A11C-185636629E7F}">
      <dgm:prSet/>
      <dgm:spPr/>
      <dgm:t>
        <a:bodyPr/>
        <a:lstStyle/>
        <a:p>
          <a:endParaRPr lang="en-US"/>
        </a:p>
      </dgm:t>
    </dgm:pt>
    <dgm:pt modelId="{1A3CC475-70FF-4579-9819-6F8EE9D5CC98}">
      <dgm:prSet/>
      <dgm:spPr/>
      <dgm:t>
        <a:bodyPr/>
        <a:lstStyle/>
        <a:p>
          <a:r>
            <a:rPr lang="es-ES"/>
            <a:t>Errores (ERROR) </a:t>
          </a:r>
          <a:endParaRPr lang="en-US"/>
        </a:p>
      </dgm:t>
    </dgm:pt>
    <dgm:pt modelId="{A06C423A-E026-4785-9C61-A49F340C8058}" type="parTrans" cxnId="{89A4FE99-4462-4575-80A1-6DBBDD4822D2}">
      <dgm:prSet/>
      <dgm:spPr/>
      <dgm:t>
        <a:bodyPr/>
        <a:lstStyle/>
        <a:p>
          <a:endParaRPr lang="en-US"/>
        </a:p>
      </dgm:t>
    </dgm:pt>
    <dgm:pt modelId="{67F44261-22EE-4E2D-9009-7DE00BD5E2D3}" type="sibTrans" cxnId="{89A4FE99-4462-4575-80A1-6DBBDD4822D2}">
      <dgm:prSet/>
      <dgm:spPr/>
      <dgm:t>
        <a:bodyPr/>
        <a:lstStyle/>
        <a:p>
          <a:endParaRPr lang="en-US"/>
        </a:p>
      </dgm:t>
    </dgm:pt>
    <dgm:pt modelId="{F3543C33-6A66-4E51-A93E-36BB472854F1}">
      <dgm:prSet/>
      <dgm:spPr/>
      <dgm:t>
        <a:bodyPr/>
        <a:lstStyle/>
        <a:p>
          <a:r>
            <a:rPr lang="es-ES"/>
            <a:t>Advertencias (WARN) </a:t>
          </a:r>
          <a:endParaRPr lang="en-US"/>
        </a:p>
      </dgm:t>
    </dgm:pt>
    <dgm:pt modelId="{4285AC23-347C-4CE0-A827-73D73DB93108}" type="parTrans" cxnId="{C753A0DD-ADBA-4A56-9CAD-4A9E3519F0BE}">
      <dgm:prSet/>
      <dgm:spPr/>
      <dgm:t>
        <a:bodyPr/>
        <a:lstStyle/>
        <a:p>
          <a:endParaRPr lang="en-US"/>
        </a:p>
      </dgm:t>
    </dgm:pt>
    <dgm:pt modelId="{75D28F78-5856-4915-8F74-C432EF5E75C2}" type="sibTrans" cxnId="{C753A0DD-ADBA-4A56-9CAD-4A9E3519F0BE}">
      <dgm:prSet/>
      <dgm:spPr/>
      <dgm:t>
        <a:bodyPr/>
        <a:lstStyle/>
        <a:p>
          <a:endParaRPr lang="en-US"/>
        </a:p>
      </dgm:t>
    </dgm:pt>
    <dgm:pt modelId="{833BB8E5-CC35-4BB6-B655-1FD26A8B253F}">
      <dgm:prSet/>
      <dgm:spPr/>
      <dgm:t>
        <a:bodyPr/>
        <a:lstStyle/>
        <a:p>
          <a:r>
            <a:rPr lang="es-ES"/>
            <a:t>Información (INFO) </a:t>
          </a:r>
          <a:endParaRPr lang="en-US"/>
        </a:p>
      </dgm:t>
    </dgm:pt>
    <dgm:pt modelId="{1930DBB4-1BDC-4823-B11A-A7E95B4395DE}" type="parTrans" cxnId="{B581DCCF-BA25-485C-B2E6-976BF2ABA0BB}">
      <dgm:prSet/>
      <dgm:spPr/>
      <dgm:t>
        <a:bodyPr/>
        <a:lstStyle/>
        <a:p>
          <a:endParaRPr lang="en-US"/>
        </a:p>
      </dgm:t>
    </dgm:pt>
    <dgm:pt modelId="{1BE7615F-F8B3-439F-B330-2FD2C9A62574}" type="sibTrans" cxnId="{B581DCCF-BA25-485C-B2E6-976BF2ABA0BB}">
      <dgm:prSet/>
      <dgm:spPr/>
      <dgm:t>
        <a:bodyPr/>
        <a:lstStyle/>
        <a:p>
          <a:endParaRPr lang="en-US"/>
        </a:p>
      </dgm:t>
    </dgm:pt>
    <dgm:pt modelId="{3A89CD3D-7B74-4CEF-8CC4-7DC9235B7754}">
      <dgm:prSet/>
      <dgm:spPr/>
      <dgm:t>
        <a:bodyPr/>
        <a:lstStyle/>
        <a:p>
          <a:r>
            <a:rPr lang="es-ES"/>
            <a:t>Debug (DEBUG) </a:t>
          </a:r>
          <a:endParaRPr lang="en-US"/>
        </a:p>
      </dgm:t>
    </dgm:pt>
    <dgm:pt modelId="{9EC690B2-5B2B-4591-A805-BC09F28E610E}" type="parTrans" cxnId="{81669505-3DD6-4BAC-A70F-28163DA2F671}">
      <dgm:prSet/>
      <dgm:spPr/>
      <dgm:t>
        <a:bodyPr/>
        <a:lstStyle/>
        <a:p>
          <a:endParaRPr lang="en-US"/>
        </a:p>
      </dgm:t>
    </dgm:pt>
    <dgm:pt modelId="{D11A93AC-3793-4033-9CA4-DBEBE756A792}" type="sibTrans" cxnId="{81669505-3DD6-4BAC-A70F-28163DA2F671}">
      <dgm:prSet/>
      <dgm:spPr/>
      <dgm:t>
        <a:bodyPr/>
        <a:lstStyle/>
        <a:p>
          <a:endParaRPr lang="en-US"/>
        </a:p>
      </dgm:t>
    </dgm:pt>
    <dgm:pt modelId="{927726F1-4128-4EB0-83A2-DC6385E38784}">
      <dgm:prSet/>
      <dgm:spPr/>
      <dgm:t>
        <a:bodyPr/>
        <a:lstStyle/>
        <a:p>
          <a:r>
            <a:rPr lang="es-ES" b="1"/>
            <a:t>🔹 Logs de negocio</a:t>
          </a:r>
          <a:endParaRPr lang="en-US"/>
        </a:p>
      </dgm:t>
    </dgm:pt>
    <dgm:pt modelId="{6A201218-2F8F-4D0B-B890-6B502CC3CCB0}" type="parTrans" cxnId="{6F4788DD-9521-49AF-9A88-0A35CFAB36F1}">
      <dgm:prSet/>
      <dgm:spPr/>
      <dgm:t>
        <a:bodyPr/>
        <a:lstStyle/>
        <a:p>
          <a:endParaRPr lang="en-US"/>
        </a:p>
      </dgm:t>
    </dgm:pt>
    <dgm:pt modelId="{DF85F192-0DE9-47E7-B7F9-CC9A91C4D1BB}" type="sibTrans" cxnId="{6F4788DD-9521-49AF-9A88-0A35CFAB36F1}">
      <dgm:prSet/>
      <dgm:spPr/>
      <dgm:t>
        <a:bodyPr/>
        <a:lstStyle/>
        <a:p>
          <a:endParaRPr lang="en-US"/>
        </a:p>
      </dgm:t>
    </dgm:pt>
    <dgm:pt modelId="{5A695326-7DEE-4384-8D46-CF4564B21F84}">
      <dgm:prSet/>
      <dgm:spPr/>
      <dgm:t>
        <a:bodyPr/>
        <a:lstStyle/>
        <a:p>
          <a:r>
            <a:rPr lang="es-ES"/>
            <a:t>“Usuario creó cuenta” </a:t>
          </a:r>
          <a:endParaRPr lang="en-US"/>
        </a:p>
      </dgm:t>
    </dgm:pt>
    <dgm:pt modelId="{47D26E7F-8350-4AF3-8BD6-3242693793BD}" type="parTrans" cxnId="{7FBC517E-BAD2-4947-A5B2-65FA3603B465}">
      <dgm:prSet/>
      <dgm:spPr/>
      <dgm:t>
        <a:bodyPr/>
        <a:lstStyle/>
        <a:p>
          <a:endParaRPr lang="en-US"/>
        </a:p>
      </dgm:t>
    </dgm:pt>
    <dgm:pt modelId="{C02F89DB-86F0-4ECF-8E25-C4B62AE85DB5}" type="sibTrans" cxnId="{7FBC517E-BAD2-4947-A5B2-65FA3603B465}">
      <dgm:prSet/>
      <dgm:spPr/>
      <dgm:t>
        <a:bodyPr/>
        <a:lstStyle/>
        <a:p>
          <a:endParaRPr lang="en-US"/>
        </a:p>
      </dgm:t>
    </dgm:pt>
    <dgm:pt modelId="{A66483DD-BACC-4C94-BF93-BB5B5E351307}">
      <dgm:prSet/>
      <dgm:spPr/>
      <dgm:t>
        <a:bodyPr/>
        <a:lstStyle/>
        <a:p>
          <a:r>
            <a:rPr lang="es-ES"/>
            <a:t>“Pago rechazado” </a:t>
          </a:r>
          <a:endParaRPr lang="en-US"/>
        </a:p>
      </dgm:t>
    </dgm:pt>
    <dgm:pt modelId="{D9F24BB0-910F-4DDB-A7FF-F32B99CA33D9}" type="parTrans" cxnId="{8E28766A-AF7A-4FD7-A24E-D1E79C8A6057}">
      <dgm:prSet/>
      <dgm:spPr/>
      <dgm:t>
        <a:bodyPr/>
        <a:lstStyle/>
        <a:p>
          <a:endParaRPr lang="en-US"/>
        </a:p>
      </dgm:t>
    </dgm:pt>
    <dgm:pt modelId="{D867C446-6E43-4ACB-A3EA-5E33828DDAE0}" type="sibTrans" cxnId="{8E28766A-AF7A-4FD7-A24E-D1E79C8A6057}">
      <dgm:prSet/>
      <dgm:spPr/>
      <dgm:t>
        <a:bodyPr/>
        <a:lstStyle/>
        <a:p>
          <a:endParaRPr lang="en-US"/>
        </a:p>
      </dgm:t>
    </dgm:pt>
    <dgm:pt modelId="{00A65701-0E38-465D-89CC-746B9FD52C50}">
      <dgm:prSet/>
      <dgm:spPr/>
      <dgm:t>
        <a:bodyPr/>
        <a:lstStyle/>
        <a:p>
          <a:r>
            <a:rPr lang="es-ES"/>
            <a:t>“Pedido completado”</a:t>
          </a:r>
          <a:endParaRPr lang="en-US"/>
        </a:p>
      </dgm:t>
    </dgm:pt>
    <dgm:pt modelId="{F2631733-F46B-46C2-B9A4-9AAA0DBF73DD}" type="parTrans" cxnId="{BA8398C6-492D-4D28-B3C0-48C079FE3064}">
      <dgm:prSet/>
      <dgm:spPr/>
      <dgm:t>
        <a:bodyPr/>
        <a:lstStyle/>
        <a:p>
          <a:endParaRPr lang="en-US"/>
        </a:p>
      </dgm:t>
    </dgm:pt>
    <dgm:pt modelId="{C63A4BE3-305C-4CAB-8193-41A925D9D48F}" type="sibTrans" cxnId="{BA8398C6-492D-4D28-B3C0-48C079FE3064}">
      <dgm:prSet/>
      <dgm:spPr/>
      <dgm:t>
        <a:bodyPr/>
        <a:lstStyle/>
        <a:p>
          <a:endParaRPr lang="en-US"/>
        </a:p>
      </dgm:t>
    </dgm:pt>
    <dgm:pt modelId="{94A8F65A-1FDD-4076-B1C0-9E919848F936}" type="pres">
      <dgm:prSet presAssocID="{2A9D33E3-3120-4208-BBE6-EEBBB5EC5B6B}" presName="vert0" presStyleCnt="0">
        <dgm:presLayoutVars>
          <dgm:dir/>
          <dgm:animOne val="branch"/>
          <dgm:animLvl val="lvl"/>
        </dgm:presLayoutVars>
      </dgm:prSet>
      <dgm:spPr/>
    </dgm:pt>
    <dgm:pt modelId="{7B4626FB-B05F-486D-BDFE-F42130B06571}" type="pres">
      <dgm:prSet presAssocID="{9941675B-3A82-42EC-9348-E703CF25245E}" presName="thickLine" presStyleLbl="alignNode1" presStyleIdx="0" presStyleCnt="9"/>
      <dgm:spPr/>
    </dgm:pt>
    <dgm:pt modelId="{9B14AD54-ADAF-481B-BBBA-90BD07A28B76}" type="pres">
      <dgm:prSet presAssocID="{9941675B-3A82-42EC-9348-E703CF25245E}" presName="horz1" presStyleCnt="0"/>
      <dgm:spPr/>
    </dgm:pt>
    <dgm:pt modelId="{6C7DCCE9-6CE5-4AA6-AAE9-F8DBF0FAB8FF}" type="pres">
      <dgm:prSet presAssocID="{9941675B-3A82-42EC-9348-E703CF25245E}" presName="tx1" presStyleLbl="revTx" presStyleIdx="0" presStyleCnt="9"/>
      <dgm:spPr/>
    </dgm:pt>
    <dgm:pt modelId="{7DB1AD2F-EB60-476A-A091-E037C4969E22}" type="pres">
      <dgm:prSet presAssocID="{9941675B-3A82-42EC-9348-E703CF25245E}" presName="vert1" presStyleCnt="0"/>
      <dgm:spPr/>
    </dgm:pt>
    <dgm:pt modelId="{0C42147E-B79E-40D8-B02D-B992441D1262}" type="pres">
      <dgm:prSet presAssocID="{1A3CC475-70FF-4579-9819-6F8EE9D5CC98}" presName="thickLine" presStyleLbl="alignNode1" presStyleIdx="1" presStyleCnt="9"/>
      <dgm:spPr/>
    </dgm:pt>
    <dgm:pt modelId="{2D618A07-7ABC-4DB0-8A78-6038CC0DB975}" type="pres">
      <dgm:prSet presAssocID="{1A3CC475-70FF-4579-9819-6F8EE9D5CC98}" presName="horz1" presStyleCnt="0"/>
      <dgm:spPr/>
    </dgm:pt>
    <dgm:pt modelId="{DFA7E4EE-BE04-466C-8A66-0BEBD30A750C}" type="pres">
      <dgm:prSet presAssocID="{1A3CC475-70FF-4579-9819-6F8EE9D5CC98}" presName="tx1" presStyleLbl="revTx" presStyleIdx="1" presStyleCnt="9"/>
      <dgm:spPr/>
    </dgm:pt>
    <dgm:pt modelId="{9B5F8FA7-AAE0-4327-84E7-C76400372E07}" type="pres">
      <dgm:prSet presAssocID="{1A3CC475-70FF-4579-9819-6F8EE9D5CC98}" presName="vert1" presStyleCnt="0"/>
      <dgm:spPr/>
    </dgm:pt>
    <dgm:pt modelId="{FDA574AA-9299-402C-824B-6F49C640FB7D}" type="pres">
      <dgm:prSet presAssocID="{F3543C33-6A66-4E51-A93E-36BB472854F1}" presName="thickLine" presStyleLbl="alignNode1" presStyleIdx="2" presStyleCnt="9"/>
      <dgm:spPr/>
    </dgm:pt>
    <dgm:pt modelId="{A6910162-8856-4488-A2F5-5846AF8D24FB}" type="pres">
      <dgm:prSet presAssocID="{F3543C33-6A66-4E51-A93E-36BB472854F1}" presName="horz1" presStyleCnt="0"/>
      <dgm:spPr/>
    </dgm:pt>
    <dgm:pt modelId="{16C94A85-F8EE-4E6C-A9E6-137950A09FF5}" type="pres">
      <dgm:prSet presAssocID="{F3543C33-6A66-4E51-A93E-36BB472854F1}" presName="tx1" presStyleLbl="revTx" presStyleIdx="2" presStyleCnt="9"/>
      <dgm:spPr/>
    </dgm:pt>
    <dgm:pt modelId="{A627C250-2F76-4696-ABA5-C03ED962C201}" type="pres">
      <dgm:prSet presAssocID="{F3543C33-6A66-4E51-A93E-36BB472854F1}" presName="vert1" presStyleCnt="0"/>
      <dgm:spPr/>
    </dgm:pt>
    <dgm:pt modelId="{1086B8FB-77D8-4CA2-99B2-C681BE9DAD60}" type="pres">
      <dgm:prSet presAssocID="{833BB8E5-CC35-4BB6-B655-1FD26A8B253F}" presName="thickLine" presStyleLbl="alignNode1" presStyleIdx="3" presStyleCnt="9"/>
      <dgm:spPr/>
    </dgm:pt>
    <dgm:pt modelId="{793C4F8E-6CC6-4F44-9814-2F9E69ADDB38}" type="pres">
      <dgm:prSet presAssocID="{833BB8E5-CC35-4BB6-B655-1FD26A8B253F}" presName="horz1" presStyleCnt="0"/>
      <dgm:spPr/>
    </dgm:pt>
    <dgm:pt modelId="{70798A0A-5788-42B4-A978-75F24E2E2B07}" type="pres">
      <dgm:prSet presAssocID="{833BB8E5-CC35-4BB6-B655-1FD26A8B253F}" presName="tx1" presStyleLbl="revTx" presStyleIdx="3" presStyleCnt="9"/>
      <dgm:spPr/>
    </dgm:pt>
    <dgm:pt modelId="{A249073B-5B1C-4ACE-A05B-C81AB5A475C1}" type="pres">
      <dgm:prSet presAssocID="{833BB8E5-CC35-4BB6-B655-1FD26A8B253F}" presName="vert1" presStyleCnt="0"/>
      <dgm:spPr/>
    </dgm:pt>
    <dgm:pt modelId="{4DBE5B40-B1C9-4328-B5BC-0D335D452B6D}" type="pres">
      <dgm:prSet presAssocID="{3A89CD3D-7B74-4CEF-8CC4-7DC9235B7754}" presName="thickLine" presStyleLbl="alignNode1" presStyleIdx="4" presStyleCnt="9"/>
      <dgm:spPr/>
    </dgm:pt>
    <dgm:pt modelId="{D01E889C-6EC9-45FF-9924-E231B2825EE8}" type="pres">
      <dgm:prSet presAssocID="{3A89CD3D-7B74-4CEF-8CC4-7DC9235B7754}" presName="horz1" presStyleCnt="0"/>
      <dgm:spPr/>
    </dgm:pt>
    <dgm:pt modelId="{A72F3D90-4054-4B34-B433-155584BB11AE}" type="pres">
      <dgm:prSet presAssocID="{3A89CD3D-7B74-4CEF-8CC4-7DC9235B7754}" presName="tx1" presStyleLbl="revTx" presStyleIdx="4" presStyleCnt="9"/>
      <dgm:spPr/>
    </dgm:pt>
    <dgm:pt modelId="{C894BD47-6D1A-47B6-83F5-9F57D684DF2E}" type="pres">
      <dgm:prSet presAssocID="{3A89CD3D-7B74-4CEF-8CC4-7DC9235B7754}" presName="vert1" presStyleCnt="0"/>
      <dgm:spPr/>
    </dgm:pt>
    <dgm:pt modelId="{795D0FD0-3D77-4C33-A597-EDD54F5BCD3E}" type="pres">
      <dgm:prSet presAssocID="{927726F1-4128-4EB0-83A2-DC6385E38784}" presName="thickLine" presStyleLbl="alignNode1" presStyleIdx="5" presStyleCnt="9"/>
      <dgm:spPr/>
    </dgm:pt>
    <dgm:pt modelId="{13685A58-5547-49A7-A73C-F54F2612E1B4}" type="pres">
      <dgm:prSet presAssocID="{927726F1-4128-4EB0-83A2-DC6385E38784}" presName="horz1" presStyleCnt="0"/>
      <dgm:spPr/>
    </dgm:pt>
    <dgm:pt modelId="{57A8B18A-13FE-4CDD-B91C-23A73FF41824}" type="pres">
      <dgm:prSet presAssocID="{927726F1-4128-4EB0-83A2-DC6385E38784}" presName="tx1" presStyleLbl="revTx" presStyleIdx="5" presStyleCnt="9"/>
      <dgm:spPr/>
    </dgm:pt>
    <dgm:pt modelId="{9B01C606-C7F2-4928-9B63-867A6ADCD807}" type="pres">
      <dgm:prSet presAssocID="{927726F1-4128-4EB0-83A2-DC6385E38784}" presName="vert1" presStyleCnt="0"/>
      <dgm:spPr/>
    </dgm:pt>
    <dgm:pt modelId="{2180F16A-7798-4241-B21B-A44A27D96E81}" type="pres">
      <dgm:prSet presAssocID="{5A695326-7DEE-4384-8D46-CF4564B21F84}" presName="thickLine" presStyleLbl="alignNode1" presStyleIdx="6" presStyleCnt="9"/>
      <dgm:spPr/>
    </dgm:pt>
    <dgm:pt modelId="{D51480E0-C405-49E7-94F4-D2C482F9AF09}" type="pres">
      <dgm:prSet presAssocID="{5A695326-7DEE-4384-8D46-CF4564B21F84}" presName="horz1" presStyleCnt="0"/>
      <dgm:spPr/>
    </dgm:pt>
    <dgm:pt modelId="{9CE5FF4B-D09B-4876-B388-0FC2F739BA37}" type="pres">
      <dgm:prSet presAssocID="{5A695326-7DEE-4384-8D46-CF4564B21F84}" presName="tx1" presStyleLbl="revTx" presStyleIdx="6" presStyleCnt="9"/>
      <dgm:spPr/>
    </dgm:pt>
    <dgm:pt modelId="{EB8F5A85-C4E2-4657-9184-6BFAD7DD2315}" type="pres">
      <dgm:prSet presAssocID="{5A695326-7DEE-4384-8D46-CF4564B21F84}" presName="vert1" presStyleCnt="0"/>
      <dgm:spPr/>
    </dgm:pt>
    <dgm:pt modelId="{E4BB4BD4-69D6-4C9B-8CEB-7BE8F95E86D0}" type="pres">
      <dgm:prSet presAssocID="{A66483DD-BACC-4C94-BF93-BB5B5E351307}" presName="thickLine" presStyleLbl="alignNode1" presStyleIdx="7" presStyleCnt="9"/>
      <dgm:spPr/>
    </dgm:pt>
    <dgm:pt modelId="{927D5474-2753-49D9-BEC0-8454FCB7F9D2}" type="pres">
      <dgm:prSet presAssocID="{A66483DD-BACC-4C94-BF93-BB5B5E351307}" presName="horz1" presStyleCnt="0"/>
      <dgm:spPr/>
    </dgm:pt>
    <dgm:pt modelId="{FF1CE232-BFE1-4A5F-9080-BCEE109C852D}" type="pres">
      <dgm:prSet presAssocID="{A66483DD-BACC-4C94-BF93-BB5B5E351307}" presName="tx1" presStyleLbl="revTx" presStyleIdx="7" presStyleCnt="9"/>
      <dgm:spPr/>
    </dgm:pt>
    <dgm:pt modelId="{0F9FB6E5-4DD0-42D1-968C-3DFA6F1F0361}" type="pres">
      <dgm:prSet presAssocID="{A66483DD-BACC-4C94-BF93-BB5B5E351307}" presName="vert1" presStyleCnt="0"/>
      <dgm:spPr/>
    </dgm:pt>
    <dgm:pt modelId="{94C2442E-D6C4-48AD-9C7B-5267112208F6}" type="pres">
      <dgm:prSet presAssocID="{00A65701-0E38-465D-89CC-746B9FD52C50}" presName="thickLine" presStyleLbl="alignNode1" presStyleIdx="8" presStyleCnt="9"/>
      <dgm:spPr/>
    </dgm:pt>
    <dgm:pt modelId="{124920ED-21FE-45A4-B12E-7937BB151B7E}" type="pres">
      <dgm:prSet presAssocID="{00A65701-0E38-465D-89CC-746B9FD52C50}" presName="horz1" presStyleCnt="0"/>
      <dgm:spPr/>
    </dgm:pt>
    <dgm:pt modelId="{DABAEA62-949C-488E-8B51-79E2FCDECB12}" type="pres">
      <dgm:prSet presAssocID="{00A65701-0E38-465D-89CC-746B9FD52C50}" presName="tx1" presStyleLbl="revTx" presStyleIdx="8" presStyleCnt="9"/>
      <dgm:spPr/>
    </dgm:pt>
    <dgm:pt modelId="{78E5A46F-2619-44E7-907E-6A397F19E33B}" type="pres">
      <dgm:prSet presAssocID="{00A65701-0E38-465D-89CC-746B9FD52C50}" presName="vert1" presStyleCnt="0"/>
      <dgm:spPr/>
    </dgm:pt>
  </dgm:ptLst>
  <dgm:cxnLst>
    <dgm:cxn modelId="{81669505-3DD6-4BAC-A70F-28163DA2F671}" srcId="{2A9D33E3-3120-4208-BBE6-EEBBB5EC5B6B}" destId="{3A89CD3D-7B74-4CEF-8CC4-7DC9235B7754}" srcOrd="4" destOrd="0" parTransId="{9EC690B2-5B2B-4591-A805-BC09F28E610E}" sibTransId="{D11A93AC-3793-4033-9CA4-DBEBE756A792}"/>
    <dgm:cxn modelId="{5A74080B-5D1D-4AD3-A11C-185636629E7F}" srcId="{2A9D33E3-3120-4208-BBE6-EEBBB5EC5B6B}" destId="{9941675B-3A82-42EC-9348-E703CF25245E}" srcOrd="0" destOrd="0" parTransId="{49503B39-0964-4B36-9DF2-FDADF6A63E47}" sibTransId="{F1F01D1F-1A6A-4B0C-B1B5-BD01B1D74D15}"/>
    <dgm:cxn modelId="{A5767764-DAC9-4E6B-85C9-9AACD719127D}" type="presOf" srcId="{3A89CD3D-7B74-4CEF-8CC4-7DC9235B7754}" destId="{A72F3D90-4054-4B34-B433-155584BB11AE}" srcOrd="0" destOrd="0" presId="urn:microsoft.com/office/officeart/2008/layout/LinedList"/>
    <dgm:cxn modelId="{8E28766A-AF7A-4FD7-A24E-D1E79C8A6057}" srcId="{2A9D33E3-3120-4208-BBE6-EEBBB5EC5B6B}" destId="{A66483DD-BACC-4C94-BF93-BB5B5E351307}" srcOrd="7" destOrd="0" parTransId="{D9F24BB0-910F-4DDB-A7FF-F32B99CA33D9}" sibTransId="{D867C446-6E43-4ACB-A3EA-5E33828DDAE0}"/>
    <dgm:cxn modelId="{AB40E44A-A8CA-43F7-9920-2390D54F0FCD}" type="presOf" srcId="{00A65701-0E38-465D-89CC-746B9FD52C50}" destId="{DABAEA62-949C-488E-8B51-79E2FCDECB12}" srcOrd="0" destOrd="0" presId="urn:microsoft.com/office/officeart/2008/layout/LinedList"/>
    <dgm:cxn modelId="{4F20516B-975C-4A26-A186-1F5304C7AB90}" type="presOf" srcId="{F3543C33-6A66-4E51-A93E-36BB472854F1}" destId="{16C94A85-F8EE-4E6C-A9E6-137950A09FF5}" srcOrd="0" destOrd="0" presId="urn:microsoft.com/office/officeart/2008/layout/LinedList"/>
    <dgm:cxn modelId="{7FBC517E-BAD2-4947-A5B2-65FA3603B465}" srcId="{2A9D33E3-3120-4208-BBE6-EEBBB5EC5B6B}" destId="{5A695326-7DEE-4384-8D46-CF4564B21F84}" srcOrd="6" destOrd="0" parTransId="{47D26E7F-8350-4AF3-8BD6-3242693793BD}" sibTransId="{C02F89DB-86F0-4ECF-8E25-C4B62AE85DB5}"/>
    <dgm:cxn modelId="{98A2D784-1538-4649-A8B5-89D9A95F2B50}" type="presOf" srcId="{1A3CC475-70FF-4579-9819-6F8EE9D5CC98}" destId="{DFA7E4EE-BE04-466C-8A66-0BEBD30A750C}" srcOrd="0" destOrd="0" presId="urn:microsoft.com/office/officeart/2008/layout/LinedList"/>
    <dgm:cxn modelId="{89A4FE99-4462-4575-80A1-6DBBDD4822D2}" srcId="{2A9D33E3-3120-4208-BBE6-EEBBB5EC5B6B}" destId="{1A3CC475-70FF-4579-9819-6F8EE9D5CC98}" srcOrd="1" destOrd="0" parTransId="{A06C423A-E026-4785-9C61-A49F340C8058}" sibTransId="{67F44261-22EE-4E2D-9009-7DE00BD5E2D3}"/>
    <dgm:cxn modelId="{532375A5-66AF-407E-8508-9842D7E5BE36}" type="presOf" srcId="{9941675B-3A82-42EC-9348-E703CF25245E}" destId="{6C7DCCE9-6CE5-4AA6-AAE9-F8DBF0FAB8FF}" srcOrd="0" destOrd="0" presId="urn:microsoft.com/office/officeart/2008/layout/LinedList"/>
    <dgm:cxn modelId="{B122B6C3-DB55-4889-A1C9-87524712E3A0}" type="presOf" srcId="{927726F1-4128-4EB0-83A2-DC6385E38784}" destId="{57A8B18A-13FE-4CDD-B91C-23A73FF41824}" srcOrd="0" destOrd="0" presId="urn:microsoft.com/office/officeart/2008/layout/LinedList"/>
    <dgm:cxn modelId="{BA8398C6-492D-4D28-B3C0-48C079FE3064}" srcId="{2A9D33E3-3120-4208-BBE6-EEBBB5EC5B6B}" destId="{00A65701-0E38-465D-89CC-746B9FD52C50}" srcOrd="8" destOrd="0" parTransId="{F2631733-F46B-46C2-B9A4-9AAA0DBF73DD}" sibTransId="{C63A4BE3-305C-4CAB-8193-41A925D9D48F}"/>
    <dgm:cxn modelId="{428841CA-D649-4E0E-AD28-3BB179BB19B5}" type="presOf" srcId="{A66483DD-BACC-4C94-BF93-BB5B5E351307}" destId="{FF1CE232-BFE1-4A5F-9080-BCEE109C852D}" srcOrd="0" destOrd="0" presId="urn:microsoft.com/office/officeart/2008/layout/LinedList"/>
    <dgm:cxn modelId="{B581DCCF-BA25-485C-B2E6-976BF2ABA0BB}" srcId="{2A9D33E3-3120-4208-BBE6-EEBBB5EC5B6B}" destId="{833BB8E5-CC35-4BB6-B655-1FD26A8B253F}" srcOrd="3" destOrd="0" parTransId="{1930DBB4-1BDC-4823-B11A-A7E95B4395DE}" sibTransId="{1BE7615F-F8B3-439F-B330-2FD2C9A62574}"/>
    <dgm:cxn modelId="{24641DD3-7D3E-4003-B60F-E7EFB6F3C62F}" type="presOf" srcId="{2A9D33E3-3120-4208-BBE6-EEBBB5EC5B6B}" destId="{94A8F65A-1FDD-4076-B1C0-9E919848F936}" srcOrd="0" destOrd="0" presId="urn:microsoft.com/office/officeart/2008/layout/LinedList"/>
    <dgm:cxn modelId="{AAD955DD-D190-4A0D-BE56-B8E4CCCD7806}" type="presOf" srcId="{5A695326-7DEE-4384-8D46-CF4564B21F84}" destId="{9CE5FF4B-D09B-4876-B388-0FC2F739BA37}" srcOrd="0" destOrd="0" presId="urn:microsoft.com/office/officeart/2008/layout/LinedList"/>
    <dgm:cxn modelId="{6F4788DD-9521-49AF-9A88-0A35CFAB36F1}" srcId="{2A9D33E3-3120-4208-BBE6-EEBBB5EC5B6B}" destId="{927726F1-4128-4EB0-83A2-DC6385E38784}" srcOrd="5" destOrd="0" parTransId="{6A201218-2F8F-4D0B-B890-6B502CC3CCB0}" sibTransId="{DF85F192-0DE9-47E7-B7F9-CC9A91C4D1BB}"/>
    <dgm:cxn modelId="{C753A0DD-ADBA-4A56-9CAD-4A9E3519F0BE}" srcId="{2A9D33E3-3120-4208-BBE6-EEBBB5EC5B6B}" destId="{F3543C33-6A66-4E51-A93E-36BB472854F1}" srcOrd="2" destOrd="0" parTransId="{4285AC23-347C-4CE0-A827-73D73DB93108}" sibTransId="{75D28F78-5856-4915-8F74-C432EF5E75C2}"/>
    <dgm:cxn modelId="{8F9BE2DF-9C45-445B-8C3F-89E8C0B80898}" type="presOf" srcId="{833BB8E5-CC35-4BB6-B655-1FD26A8B253F}" destId="{70798A0A-5788-42B4-A978-75F24E2E2B07}" srcOrd="0" destOrd="0" presId="urn:microsoft.com/office/officeart/2008/layout/LinedList"/>
    <dgm:cxn modelId="{9560BCB8-8380-42E2-B0DC-9A5CA1BC2EC7}" type="presParOf" srcId="{94A8F65A-1FDD-4076-B1C0-9E919848F936}" destId="{7B4626FB-B05F-486D-BDFE-F42130B06571}" srcOrd="0" destOrd="0" presId="urn:microsoft.com/office/officeart/2008/layout/LinedList"/>
    <dgm:cxn modelId="{B0F7D1BA-21C2-44EA-837D-71B4DA59FAA4}" type="presParOf" srcId="{94A8F65A-1FDD-4076-B1C0-9E919848F936}" destId="{9B14AD54-ADAF-481B-BBBA-90BD07A28B76}" srcOrd="1" destOrd="0" presId="urn:microsoft.com/office/officeart/2008/layout/LinedList"/>
    <dgm:cxn modelId="{68FD70CE-5229-4B0F-92FD-D4695221BF3A}" type="presParOf" srcId="{9B14AD54-ADAF-481B-BBBA-90BD07A28B76}" destId="{6C7DCCE9-6CE5-4AA6-AAE9-F8DBF0FAB8FF}" srcOrd="0" destOrd="0" presId="urn:microsoft.com/office/officeart/2008/layout/LinedList"/>
    <dgm:cxn modelId="{6C37112E-76CA-464F-8990-3CD072A2EFA6}" type="presParOf" srcId="{9B14AD54-ADAF-481B-BBBA-90BD07A28B76}" destId="{7DB1AD2F-EB60-476A-A091-E037C4969E22}" srcOrd="1" destOrd="0" presId="urn:microsoft.com/office/officeart/2008/layout/LinedList"/>
    <dgm:cxn modelId="{87B188A6-9CF1-4B6D-9A86-9BE3C8B57E68}" type="presParOf" srcId="{94A8F65A-1FDD-4076-B1C0-9E919848F936}" destId="{0C42147E-B79E-40D8-B02D-B992441D1262}" srcOrd="2" destOrd="0" presId="urn:microsoft.com/office/officeart/2008/layout/LinedList"/>
    <dgm:cxn modelId="{F640CBB4-9B00-4EDA-A7D3-23DCC2BDF88E}" type="presParOf" srcId="{94A8F65A-1FDD-4076-B1C0-9E919848F936}" destId="{2D618A07-7ABC-4DB0-8A78-6038CC0DB975}" srcOrd="3" destOrd="0" presId="urn:microsoft.com/office/officeart/2008/layout/LinedList"/>
    <dgm:cxn modelId="{62FC5256-E3BE-4B5D-97DF-91AA91B1FC19}" type="presParOf" srcId="{2D618A07-7ABC-4DB0-8A78-6038CC0DB975}" destId="{DFA7E4EE-BE04-466C-8A66-0BEBD30A750C}" srcOrd="0" destOrd="0" presId="urn:microsoft.com/office/officeart/2008/layout/LinedList"/>
    <dgm:cxn modelId="{820DBF9E-C0F3-4080-8BFF-54A465596CA9}" type="presParOf" srcId="{2D618A07-7ABC-4DB0-8A78-6038CC0DB975}" destId="{9B5F8FA7-AAE0-4327-84E7-C76400372E07}" srcOrd="1" destOrd="0" presId="urn:microsoft.com/office/officeart/2008/layout/LinedList"/>
    <dgm:cxn modelId="{312DD8D9-14CD-4270-82ED-BAF4F4938A07}" type="presParOf" srcId="{94A8F65A-1FDD-4076-B1C0-9E919848F936}" destId="{FDA574AA-9299-402C-824B-6F49C640FB7D}" srcOrd="4" destOrd="0" presId="urn:microsoft.com/office/officeart/2008/layout/LinedList"/>
    <dgm:cxn modelId="{9D0E9908-C5A7-4F8A-969F-A5C420E206C4}" type="presParOf" srcId="{94A8F65A-1FDD-4076-B1C0-9E919848F936}" destId="{A6910162-8856-4488-A2F5-5846AF8D24FB}" srcOrd="5" destOrd="0" presId="urn:microsoft.com/office/officeart/2008/layout/LinedList"/>
    <dgm:cxn modelId="{531C73F0-42E3-4CF8-80D9-6CC9550051E8}" type="presParOf" srcId="{A6910162-8856-4488-A2F5-5846AF8D24FB}" destId="{16C94A85-F8EE-4E6C-A9E6-137950A09FF5}" srcOrd="0" destOrd="0" presId="urn:microsoft.com/office/officeart/2008/layout/LinedList"/>
    <dgm:cxn modelId="{BD01DA96-83F6-4D0E-B0BF-31DF063B82D7}" type="presParOf" srcId="{A6910162-8856-4488-A2F5-5846AF8D24FB}" destId="{A627C250-2F76-4696-ABA5-C03ED962C201}" srcOrd="1" destOrd="0" presId="urn:microsoft.com/office/officeart/2008/layout/LinedList"/>
    <dgm:cxn modelId="{A164BF05-E468-4698-859F-4ED7C53B48B3}" type="presParOf" srcId="{94A8F65A-1FDD-4076-B1C0-9E919848F936}" destId="{1086B8FB-77D8-4CA2-99B2-C681BE9DAD60}" srcOrd="6" destOrd="0" presId="urn:microsoft.com/office/officeart/2008/layout/LinedList"/>
    <dgm:cxn modelId="{22FBB04A-7B2A-4ECF-BF37-ABEF48AA4201}" type="presParOf" srcId="{94A8F65A-1FDD-4076-B1C0-9E919848F936}" destId="{793C4F8E-6CC6-4F44-9814-2F9E69ADDB38}" srcOrd="7" destOrd="0" presId="urn:microsoft.com/office/officeart/2008/layout/LinedList"/>
    <dgm:cxn modelId="{DBB3CB73-ABA9-4B44-A806-38A4AF7C2DA9}" type="presParOf" srcId="{793C4F8E-6CC6-4F44-9814-2F9E69ADDB38}" destId="{70798A0A-5788-42B4-A978-75F24E2E2B07}" srcOrd="0" destOrd="0" presId="urn:microsoft.com/office/officeart/2008/layout/LinedList"/>
    <dgm:cxn modelId="{C7CDB5B0-6B62-41CB-9F69-56DD1176A381}" type="presParOf" srcId="{793C4F8E-6CC6-4F44-9814-2F9E69ADDB38}" destId="{A249073B-5B1C-4ACE-A05B-C81AB5A475C1}" srcOrd="1" destOrd="0" presId="urn:microsoft.com/office/officeart/2008/layout/LinedList"/>
    <dgm:cxn modelId="{940E9204-7C5E-4419-8DA7-FF2AADDF2E55}" type="presParOf" srcId="{94A8F65A-1FDD-4076-B1C0-9E919848F936}" destId="{4DBE5B40-B1C9-4328-B5BC-0D335D452B6D}" srcOrd="8" destOrd="0" presId="urn:microsoft.com/office/officeart/2008/layout/LinedList"/>
    <dgm:cxn modelId="{266DB525-A196-4EEB-9ADE-BE50D932774B}" type="presParOf" srcId="{94A8F65A-1FDD-4076-B1C0-9E919848F936}" destId="{D01E889C-6EC9-45FF-9924-E231B2825EE8}" srcOrd="9" destOrd="0" presId="urn:microsoft.com/office/officeart/2008/layout/LinedList"/>
    <dgm:cxn modelId="{43475254-3DCB-4E12-9688-285B49DEF16B}" type="presParOf" srcId="{D01E889C-6EC9-45FF-9924-E231B2825EE8}" destId="{A72F3D90-4054-4B34-B433-155584BB11AE}" srcOrd="0" destOrd="0" presId="urn:microsoft.com/office/officeart/2008/layout/LinedList"/>
    <dgm:cxn modelId="{BE8D5DA1-4A66-4912-B1E0-D016086DB8B7}" type="presParOf" srcId="{D01E889C-6EC9-45FF-9924-E231B2825EE8}" destId="{C894BD47-6D1A-47B6-83F5-9F57D684DF2E}" srcOrd="1" destOrd="0" presId="urn:microsoft.com/office/officeart/2008/layout/LinedList"/>
    <dgm:cxn modelId="{49ECEE7B-4B54-4059-BE49-33C863D4DC97}" type="presParOf" srcId="{94A8F65A-1FDD-4076-B1C0-9E919848F936}" destId="{795D0FD0-3D77-4C33-A597-EDD54F5BCD3E}" srcOrd="10" destOrd="0" presId="urn:microsoft.com/office/officeart/2008/layout/LinedList"/>
    <dgm:cxn modelId="{850581FF-161E-47A1-AFA7-19FAAF5D799B}" type="presParOf" srcId="{94A8F65A-1FDD-4076-B1C0-9E919848F936}" destId="{13685A58-5547-49A7-A73C-F54F2612E1B4}" srcOrd="11" destOrd="0" presId="urn:microsoft.com/office/officeart/2008/layout/LinedList"/>
    <dgm:cxn modelId="{0E95F409-27EE-4C13-8799-20E63CBA86E8}" type="presParOf" srcId="{13685A58-5547-49A7-A73C-F54F2612E1B4}" destId="{57A8B18A-13FE-4CDD-B91C-23A73FF41824}" srcOrd="0" destOrd="0" presId="urn:microsoft.com/office/officeart/2008/layout/LinedList"/>
    <dgm:cxn modelId="{3B1357F3-4455-4392-B06C-E1F3B2E5CA4E}" type="presParOf" srcId="{13685A58-5547-49A7-A73C-F54F2612E1B4}" destId="{9B01C606-C7F2-4928-9B63-867A6ADCD807}" srcOrd="1" destOrd="0" presId="urn:microsoft.com/office/officeart/2008/layout/LinedList"/>
    <dgm:cxn modelId="{DA74AAA5-3BC2-4952-A9AD-60F697F5DA8C}" type="presParOf" srcId="{94A8F65A-1FDD-4076-B1C0-9E919848F936}" destId="{2180F16A-7798-4241-B21B-A44A27D96E81}" srcOrd="12" destOrd="0" presId="urn:microsoft.com/office/officeart/2008/layout/LinedList"/>
    <dgm:cxn modelId="{2039362E-B362-453D-8EBC-1FAAB34059C8}" type="presParOf" srcId="{94A8F65A-1FDD-4076-B1C0-9E919848F936}" destId="{D51480E0-C405-49E7-94F4-D2C482F9AF09}" srcOrd="13" destOrd="0" presId="urn:microsoft.com/office/officeart/2008/layout/LinedList"/>
    <dgm:cxn modelId="{24756399-7B42-434D-95AD-0ED408BD176A}" type="presParOf" srcId="{D51480E0-C405-49E7-94F4-D2C482F9AF09}" destId="{9CE5FF4B-D09B-4876-B388-0FC2F739BA37}" srcOrd="0" destOrd="0" presId="urn:microsoft.com/office/officeart/2008/layout/LinedList"/>
    <dgm:cxn modelId="{2C054791-8F52-49B7-A15D-CD3B8871A0A3}" type="presParOf" srcId="{D51480E0-C405-49E7-94F4-D2C482F9AF09}" destId="{EB8F5A85-C4E2-4657-9184-6BFAD7DD2315}" srcOrd="1" destOrd="0" presId="urn:microsoft.com/office/officeart/2008/layout/LinedList"/>
    <dgm:cxn modelId="{709FDBEC-B7CB-4FEA-BB45-E4CE0AAB3640}" type="presParOf" srcId="{94A8F65A-1FDD-4076-B1C0-9E919848F936}" destId="{E4BB4BD4-69D6-4C9B-8CEB-7BE8F95E86D0}" srcOrd="14" destOrd="0" presId="urn:microsoft.com/office/officeart/2008/layout/LinedList"/>
    <dgm:cxn modelId="{5472B49C-EA3D-4ED7-A317-DC783B7B0719}" type="presParOf" srcId="{94A8F65A-1FDD-4076-B1C0-9E919848F936}" destId="{927D5474-2753-49D9-BEC0-8454FCB7F9D2}" srcOrd="15" destOrd="0" presId="urn:microsoft.com/office/officeart/2008/layout/LinedList"/>
    <dgm:cxn modelId="{1B2DF0D4-2963-4B73-B811-317110316BEA}" type="presParOf" srcId="{927D5474-2753-49D9-BEC0-8454FCB7F9D2}" destId="{FF1CE232-BFE1-4A5F-9080-BCEE109C852D}" srcOrd="0" destOrd="0" presId="urn:microsoft.com/office/officeart/2008/layout/LinedList"/>
    <dgm:cxn modelId="{D3065050-04E5-499A-8560-F1702DBCCBCB}" type="presParOf" srcId="{927D5474-2753-49D9-BEC0-8454FCB7F9D2}" destId="{0F9FB6E5-4DD0-42D1-968C-3DFA6F1F0361}" srcOrd="1" destOrd="0" presId="urn:microsoft.com/office/officeart/2008/layout/LinedList"/>
    <dgm:cxn modelId="{E54B48E2-9B0A-4C7D-B3BA-18D9EE35E741}" type="presParOf" srcId="{94A8F65A-1FDD-4076-B1C0-9E919848F936}" destId="{94C2442E-D6C4-48AD-9C7B-5267112208F6}" srcOrd="16" destOrd="0" presId="urn:microsoft.com/office/officeart/2008/layout/LinedList"/>
    <dgm:cxn modelId="{16F58BC0-89BE-49F8-87B8-5BB796157C09}" type="presParOf" srcId="{94A8F65A-1FDD-4076-B1C0-9E919848F936}" destId="{124920ED-21FE-45A4-B12E-7937BB151B7E}" srcOrd="17" destOrd="0" presId="urn:microsoft.com/office/officeart/2008/layout/LinedList"/>
    <dgm:cxn modelId="{8C55C7E5-4B06-4A5F-A682-44611718A063}" type="presParOf" srcId="{124920ED-21FE-45A4-B12E-7937BB151B7E}" destId="{DABAEA62-949C-488E-8B51-79E2FCDECB12}" srcOrd="0" destOrd="0" presId="urn:microsoft.com/office/officeart/2008/layout/LinedList"/>
    <dgm:cxn modelId="{C50B7938-1BA8-4479-AB42-9B994739A013}" type="presParOf" srcId="{124920ED-21FE-45A4-B12E-7937BB151B7E}" destId="{78E5A46F-2619-44E7-907E-6A397F19E33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F8ECF50-032F-4BC6-806B-1EA4489D30C1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F255EED2-44CD-419A-931C-D72974E2669A}">
      <dgm:prSet/>
      <dgm:spPr/>
      <dgm:t>
        <a:bodyPr/>
        <a:lstStyle/>
        <a:p>
          <a:r>
            <a:rPr lang="es-GT" b="0" i="0" baseline="0"/>
            <a:t>Formato JSON </a:t>
          </a:r>
          <a:endParaRPr lang="en-US"/>
        </a:p>
      </dgm:t>
    </dgm:pt>
    <dgm:pt modelId="{5115ECC5-C891-47E0-9103-66E04011EB9F}" type="parTrans" cxnId="{9414849D-CF25-453F-AF47-66D7231B15FF}">
      <dgm:prSet/>
      <dgm:spPr/>
      <dgm:t>
        <a:bodyPr/>
        <a:lstStyle/>
        <a:p>
          <a:endParaRPr lang="en-US"/>
        </a:p>
      </dgm:t>
    </dgm:pt>
    <dgm:pt modelId="{8877086D-D541-40C7-A56D-49165CADD631}" type="sibTrans" cxnId="{9414849D-CF25-453F-AF47-66D7231B15FF}">
      <dgm:prSet/>
      <dgm:spPr/>
      <dgm:t>
        <a:bodyPr/>
        <a:lstStyle/>
        <a:p>
          <a:endParaRPr lang="en-US"/>
        </a:p>
      </dgm:t>
    </dgm:pt>
    <dgm:pt modelId="{D4E151DF-E266-4668-A089-E67E9115BD46}">
      <dgm:prSet/>
      <dgm:spPr/>
      <dgm:t>
        <a:bodyPr/>
        <a:lstStyle/>
        <a:p>
          <a:r>
            <a:rPr lang="es-GT" b="0" i="0" baseline="0"/>
            <a:t>Campos consistentes </a:t>
          </a:r>
          <a:endParaRPr lang="en-US"/>
        </a:p>
      </dgm:t>
    </dgm:pt>
    <dgm:pt modelId="{A846B3E2-8082-4FF6-A430-BAE285BD3A65}" type="parTrans" cxnId="{E0D9C5B7-6FEF-4096-A4C0-90183F584AF2}">
      <dgm:prSet/>
      <dgm:spPr/>
      <dgm:t>
        <a:bodyPr/>
        <a:lstStyle/>
        <a:p>
          <a:endParaRPr lang="en-US"/>
        </a:p>
      </dgm:t>
    </dgm:pt>
    <dgm:pt modelId="{87F674F2-89E6-4B85-AB6E-C15BF0A43D3C}" type="sibTrans" cxnId="{E0D9C5B7-6FEF-4096-A4C0-90183F584AF2}">
      <dgm:prSet/>
      <dgm:spPr/>
      <dgm:t>
        <a:bodyPr/>
        <a:lstStyle/>
        <a:p>
          <a:endParaRPr lang="en-US"/>
        </a:p>
      </dgm:t>
    </dgm:pt>
    <dgm:pt modelId="{92B51808-B2FF-47D3-B3B4-D0B532DCFCB5}">
      <dgm:prSet/>
      <dgm:spPr/>
      <dgm:t>
        <a:bodyPr/>
        <a:lstStyle/>
        <a:p>
          <a:r>
            <a:rPr lang="es-GT" b="0" i="0" baseline="0"/>
            <a:t>Fácil de indexar (ej: Elasticsearch) </a:t>
          </a:r>
          <a:endParaRPr lang="en-US"/>
        </a:p>
      </dgm:t>
    </dgm:pt>
    <dgm:pt modelId="{663681AA-A320-4BDC-BE0A-02C5C6EDBABC}" type="parTrans" cxnId="{E28C6591-0840-454C-AB1A-272BF6EC8864}">
      <dgm:prSet/>
      <dgm:spPr/>
      <dgm:t>
        <a:bodyPr/>
        <a:lstStyle/>
        <a:p>
          <a:endParaRPr lang="en-US"/>
        </a:p>
      </dgm:t>
    </dgm:pt>
    <dgm:pt modelId="{B52388F7-E757-4DE0-AC02-E92C2EA1C4B1}" type="sibTrans" cxnId="{E28C6591-0840-454C-AB1A-272BF6EC8864}">
      <dgm:prSet/>
      <dgm:spPr/>
      <dgm:t>
        <a:bodyPr/>
        <a:lstStyle/>
        <a:p>
          <a:endParaRPr lang="en-US"/>
        </a:p>
      </dgm:t>
    </dgm:pt>
    <dgm:pt modelId="{982BA782-4DCD-4A0D-876C-B72E163478E6}">
      <dgm:prSet/>
      <dgm:spPr/>
      <dgm:t>
        <a:bodyPr/>
        <a:lstStyle/>
        <a:p>
          <a:r>
            <a:rPr lang="es-GT"/>
            <a:t>Beneficios:</a:t>
          </a:r>
          <a:endParaRPr lang="en-US"/>
        </a:p>
      </dgm:t>
    </dgm:pt>
    <dgm:pt modelId="{EC2EF6B9-93BC-4AC1-B41E-D91022E2846A}" type="parTrans" cxnId="{79D76948-1B99-42DA-BE69-42D9968BC257}">
      <dgm:prSet/>
      <dgm:spPr/>
      <dgm:t>
        <a:bodyPr/>
        <a:lstStyle/>
        <a:p>
          <a:endParaRPr lang="en-US"/>
        </a:p>
      </dgm:t>
    </dgm:pt>
    <dgm:pt modelId="{5A8AF834-0CD3-46AA-BDF5-4E61B3E7943F}" type="sibTrans" cxnId="{79D76948-1B99-42DA-BE69-42D9968BC257}">
      <dgm:prSet/>
      <dgm:spPr/>
      <dgm:t>
        <a:bodyPr/>
        <a:lstStyle/>
        <a:p>
          <a:endParaRPr lang="en-US"/>
        </a:p>
      </dgm:t>
    </dgm:pt>
    <dgm:pt modelId="{83CD1B72-E381-4DC4-B5D1-F310E45CD377}">
      <dgm:prSet/>
      <dgm:spPr/>
      <dgm:t>
        <a:bodyPr/>
        <a:lstStyle/>
        <a:p>
          <a:r>
            <a:rPr lang="es-GT"/>
            <a:t>Filtrar rápido </a:t>
          </a:r>
          <a:endParaRPr lang="en-US"/>
        </a:p>
      </dgm:t>
    </dgm:pt>
    <dgm:pt modelId="{61B2FF1D-3A56-4B34-AB54-A4E67454EA42}" type="parTrans" cxnId="{3FE3595C-C5B7-422A-BC9A-C87BF9CBA79B}">
      <dgm:prSet/>
      <dgm:spPr/>
      <dgm:t>
        <a:bodyPr/>
        <a:lstStyle/>
        <a:p>
          <a:endParaRPr lang="en-US"/>
        </a:p>
      </dgm:t>
    </dgm:pt>
    <dgm:pt modelId="{30F7C2B7-7A45-49A8-B360-E81DC81BFC41}" type="sibTrans" cxnId="{3FE3595C-C5B7-422A-BC9A-C87BF9CBA79B}">
      <dgm:prSet/>
      <dgm:spPr/>
      <dgm:t>
        <a:bodyPr/>
        <a:lstStyle/>
        <a:p>
          <a:endParaRPr lang="en-US"/>
        </a:p>
      </dgm:t>
    </dgm:pt>
    <dgm:pt modelId="{81732C5A-DE38-483F-B8C9-A2ADF1252848}">
      <dgm:prSet/>
      <dgm:spPr/>
      <dgm:t>
        <a:bodyPr/>
        <a:lstStyle/>
        <a:p>
          <a:r>
            <a:rPr lang="es-GT"/>
            <a:t>Hacer dashboards </a:t>
          </a:r>
          <a:endParaRPr lang="en-US"/>
        </a:p>
      </dgm:t>
    </dgm:pt>
    <dgm:pt modelId="{C742169E-2EAF-42A1-9636-A91158B7B949}" type="parTrans" cxnId="{48383944-8548-4386-A1EE-942CC846EBCD}">
      <dgm:prSet/>
      <dgm:spPr/>
      <dgm:t>
        <a:bodyPr/>
        <a:lstStyle/>
        <a:p>
          <a:endParaRPr lang="en-US"/>
        </a:p>
      </dgm:t>
    </dgm:pt>
    <dgm:pt modelId="{A5039B65-C8CD-4BC5-A87B-1C70B9C7B45E}" type="sibTrans" cxnId="{48383944-8548-4386-A1EE-942CC846EBCD}">
      <dgm:prSet/>
      <dgm:spPr/>
      <dgm:t>
        <a:bodyPr/>
        <a:lstStyle/>
        <a:p>
          <a:endParaRPr lang="en-US"/>
        </a:p>
      </dgm:t>
    </dgm:pt>
    <dgm:pt modelId="{F78ACC08-BAE2-43FD-8209-C38E6C0EEE83}">
      <dgm:prSet/>
      <dgm:spPr/>
      <dgm:t>
        <a:bodyPr/>
        <a:lstStyle/>
        <a:p>
          <a:r>
            <a:rPr lang="es-GT"/>
            <a:t>Correlacionar eventos</a:t>
          </a:r>
          <a:endParaRPr lang="en-US"/>
        </a:p>
      </dgm:t>
    </dgm:pt>
    <dgm:pt modelId="{6D866C45-4317-4169-9AD6-686410F239FC}" type="parTrans" cxnId="{C7DD5627-566C-46AE-AF52-11C9BCB5836E}">
      <dgm:prSet/>
      <dgm:spPr/>
      <dgm:t>
        <a:bodyPr/>
        <a:lstStyle/>
        <a:p>
          <a:endParaRPr lang="en-US"/>
        </a:p>
      </dgm:t>
    </dgm:pt>
    <dgm:pt modelId="{BEE10956-0817-47F4-846C-5A340D3F7FE6}" type="sibTrans" cxnId="{C7DD5627-566C-46AE-AF52-11C9BCB5836E}">
      <dgm:prSet/>
      <dgm:spPr/>
      <dgm:t>
        <a:bodyPr/>
        <a:lstStyle/>
        <a:p>
          <a:endParaRPr lang="en-US"/>
        </a:p>
      </dgm:t>
    </dgm:pt>
    <dgm:pt modelId="{5737E0A1-4CDB-4854-A72F-E823BCDE927E}" type="pres">
      <dgm:prSet presAssocID="{7F8ECF50-032F-4BC6-806B-1EA4489D30C1}" presName="vert0" presStyleCnt="0">
        <dgm:presLayoutVars>
          <dgm:dir/>
          <dgm:animOne val="branch"/>
          <dgm:animLvl val="lvl"/>
        </dgm:presLayoutVars>
      </dgm:prSet>
      <dgm:spPr/>
    </dgm:pt>
    <dgm:pt modelId="{ABEC21B8-C3C1-4966-AD4C-7C1F73D87D98}" type="pres">
      <dgm:prSet presAssocID="{F255EED2-44CD-419A-931C-D72974E2669A}" presName="thickLine" presStyleLbl="alignNode1" presStyleIdx="0" presStyleCnt="7"/>
      <dgm:spPr/>
    </dgm:pt>
    <dgm:pt modelId="{68F59C6B-C020-42E9-A1B2-F3BC71028091}" type="pres">
      <dgm:prSet presAssocID="{F255EED2-44CD-419A-931C-D72974E2669A}" presName="horz1" presStyleCnt="0"/>
      <dgm:spPr/>
    </dgm:pt>
    <dgm:pt modelId="{F270A756-7413-409F-9622-2FB2DFCEF306}" type="pres">
      <dgm:prSet presAssocID="{F255EED2-44CD-419A-931C-D72974E2669A}" presName="tx1" presStyleLbl="revTx" presStyleIdx="0" presStyleCnt="7"/>
      <dgm:spPr/>
    </dgm:pt>
    <dgm:pt modelId="{8D22E869-BF65-47F4-9BDB-27AF495B3349}" type="pres">
      <dgm:prSet presAssocID="{F255EED2-44CD-419A-931C-D72974E2669A}" presName="vert1" presStyleCnt="0"/>
      <dgm:spPr/>
    </dgm:pt>
    <dgm:pt modelId="{8D463E83-7B52-418E-936A-FB2CC81D6DB6}" type="pres">
      <dgm:prSet presAssocID="{D4E151DF-E266-4668-A089-E67E9115BD46}" presName="thickLine" presStyleLbl="alignNode1" presStyleIdx="1" presStyleCnt="7"/>
      <dgm:spPr/>
    </dgm:pt>
    <dgm:pt modelId="{94E5B55D-7D6D-4EC0-94A2-67B6C3FBFC58}" type="pres">
      <dgm:prSet presAssocID="{D4E151DF-E266-4668-A089-E67E9115BD46}" presName="horz1" presStyleCnt="0"/>
      <dgm:spPr/>
    </dgm:pt>
    <dgm:pt modelId="{AA44493A-2C4B-4A24-A9BB-39BDC9A3BB1C}" type="pres">
      <dgm:prSet presAssocID="{D4E151DF-E266-4668-A089-E67E9115BD46}" presName="tx1" presStyleLbl="revTx" presStyleIdx="1" presStyleCnt="7"/>
      <dgm:spPr/>
    </dgm:pt>
    <dgm:pt modelId="{4D6CF4AD-823B-4794-9A6F-BDDA6DEE8F1F}" type="pres">
      <dgm:prSet presAssocID="{D4E151DF-E266-4668-A089-E67E9115BD46}" presName="vert1" presStyleCnt="0"/>
      <dgm:spPr/>
    </dgm:pt>
    <dgm:pt modelId="{70C4921F-7BC4-4A21-BDF3-52AA030CD095}" type="pres">
      <dgm:prSet presAssocID="{92B51808-B2FF-47D3-B3B4-D0B532DCFCB5}" presName="thickLine" presStyleLbl="alignNode1" presStyleIdx="2" presStyleCnt="7"/>
      <dgm:spPr/>
    </dgm:pt>
    <dgm:pt modelId="{6DABE18C-24E2-486A-B89B-823F6A022495}" type="pres">
      <dgm:prSet presAssocID="{92B51808-B2FF-47D3-B3B4-D0B532DCFCB5}" presName="horz1" presStyleCnt="0"/>
      <dgm:spPr/>
    </dgm:pt>
    <dgm:pt modelId="{BEE96C19-2280-44BB-8CA1-1D44A840B376}" type="pres">
      <dgm:prSet presAssocID="{92B51808-B2FF-47D3-B3B4-D0B532DCFCB5}" presName="tx1" presStyleLbl="revTx" presStyleIdx="2" presStyleCnt="7"/>
      <dgm:spPr/>
    </dgm:pt>
    <dgm:pt modelId="{B7118156-AD42-4814-9486-92D9DEF585DD}" type="pres">
      <dgm:prSet presAssocID="{92B51808-B2FF-47D3-B3B4-D0B532DCFCB5}" presName="vert1" presStyleCnt="0"/>
      <dgm:spPr/>
    </dgm:pt>
    <dgm:pt modelId="{A3351C2B-9947-47D8-B50B-E00ECD3ED9B1}" type="pres">
      <dgm:prSet presAssocID="{982BA782-4DCD-4A0D-876C-B72E163478E6}" presName="thickLine" presStyleLbl="alignNode1" presStyleIdx="3" presStyleCnt="7"/>
      <dgm:spPr/>
    </dgm:pt>
    <dgm:pt modelId="{BD5DC5DA-5D67-45FE-8716-2E0722BDAFC4}" type="pres">
      <dgm:prSet presAssocID="{982BA782-4DCD-4A0D-876C-B72E163478E6}" presName="horz1" presStyleCnt="0"/>
      <dgm:spPr/>
    </dgm:pt>
    <dgm:pt modelId="{BCB648FC-14CF-4996-BD33-C0F6CB4527DF}" type="pres">
      <dgm:prSet presAssocID="{982BA782-4DCD-4A0D-876C-B72E163478E6}" presName="tx1" presStyleLbl="revTx" presStyleIdx="3" presStyleCnt="7"/>
      <dgm:spPr/>
    </dgm:pt>
    <dgm:pt modelId="{2ADF30CA-3129-41E4-9FA8-3A5EE7A2CD4A}" type="pres">
      <dgm:prSet presAssocID="{982BA782-4DCD-4A0D-876C-B72E163478E6}" presName="vert1" presStyleCnt="0"/>
      <dgm:spPr/>
    </dgm:pt>
    <dgm:pt modelId="{64009AEC-4C9D-4320-8071-DEA405E28011}" type="pres">
      <dgm:prSet presAssocID="{83CD1B72-E381-4DC4-B5D1-F310E45CD377}" presName="thickLine" presStyleLbl="alignNode1" presStyleIdx="4" presStyleCnt="7"/>
      <dgm:spPr/>
    </dgm:pt>
    <dgm:pt modelId="{39D92298-C84A-4605-AE0F-330AAB891A45}" type="pres">
      <dgm:prSet presAssocID="{83CD1B72-E381-4DC4-B5D1-F310E45CD377}" presName="horz1" presStyleCnt="0"/>
      <dgm:spPr/>
    </dgm:pt>
    <dgm:pt modelId="{0E62FC9D-B05E-48A6-8CA2-3F4F1C024548}" type="pres">
      <dgm:prSet presAssocID="{83CD1B72-E381-4DC4-B5D1-F310E45CD377}" presName="tx1" presStyleLbl="revTx" presStyleIdx="4" presStyleCnt="7"/>
      <dgm:spPr/>
    </dgm:pt>
    <dgm:pt modelId="{60689FEC-A691-433A-8159-C190033E473B}" type="pres">
      <dgm:prSet presAssocID="{83CD1B72-E381-4DC4-B5D1-F310E45CD377}" presName="vert1" presStyleCnt="0"/>
      <dgm:spPr/>
    </dgm:pt>
    <dgm:pt modelId="{97B0C55B-6782-497A-A217-B7D7B91FC818}" type="pres">
      <dgm:prSet presAssocID="{81732C5A-DE38-483F-B8C9-A2ADF1252848}" presName="thickLine" presStyleLbl="alignNode1" presStyleIdx="5" presStyleCnt="7"/>
      <dgm:spPr/>
    </dgm:pt>
    <dgm:pt modelId="{AD4198FB-B3E0-45A4-8E1E-73191F0D3486}" type="pres">
      <dgm:prSet presAssocID="{81732C5A-DE38-483F-B8C9-A2ADF1252848}" presName="horz1" presStyleCnt="0"/>
      <dgm:spPr/>
    </dgm:pt>
    <dgm:pt modelId="{0C4566D2-F729-4250-A7A7-8BD19323E89C}" type="pres">
      <dgm:prSet presAssocID="{81732C5A-DE38-483F-B8C9-A2ADF1252848}" presName="tx1" presStyleLbl="revTx" presStyleIdx="5" presStyleCnt="7"/>
      <dgm:spPr/>
    </dgm:pt>
    <dgm:pt modelId="{EDC07476-3006-4038-A05A-0CD069DFFE89}" type="pres">
      <dgm:prSet presAssocID="{81732C5A-DE38-483F-B8C9-A2ADF1252848}" presName="vert1" presStyleCnt="0"/>
      <dgm:spPr/>
    </dgm:pt>
    <dgm:pt modelId="{F9C3110E-D293-4B42-8895-82DDC514CDB1}" type="pres">
      <dgm:prSet presAssocID="{F78ACC08-BAE2-43FD-8209-C38E6C0EEE83}" presName="thickLine" presStyleLbl="alignNode1" presStyleIdx="6" presStyleCnt="7"/>
      <dgm:spPr/>
    </dgm:pt>
    <dgm:pt modelId="{42DDE530-2EBC-41D5-9E0B-4D93733924EE}" type="pres">
      <dgm:prSet presAssocID="{F78ACC08-BAE2-43FD-8209-C38E6C0EEE83}" presName="horz1" presStyleCnt="0"/>
      <dgm:spPr/>
    </dgm:pt>
    <dgm:pt modelId="{BAD39D1C-B478-4723-9F6F-FFE1B2C99875}" type="pres">
      <dgm:prSet presAssocID="{F78ACC08-BAE2-43FD-8209-C38E6C0EEE83}" presName="tx1" presStyleLbl="revTx" presStyleIdx="6" presStyleCnt="7"/>
      <dgm:spPr/>
    </dgm:pt>
    <dgm:pt modelId="{801467FE-83F6-4B8C-B630-6C1DF80A58F3}" type="pres">
      <dgm:prSet presAssocID="{F78ACC08-BAE2-43FD-8209-C38E6C0EEE83}" presName="vert1" presStyleCnt="0"/>
      <dgm:spPr/>
    </dgm:pt>
  </dgm:ptLst>
  <dgm:cxnLst>
    <dgm:cxn modelId="{80FFCE0A-2A66-40BA-947B-3A6CCB1F2F4F}" type="presOf" srcId="{92B51808-B2FF-47D3-B3B4-D0B532DCFCB5}" destId="{BEE96C19-2280-44BB-8CA1-1D44A840B376}" srcOrd="0" destOrd="0" presId="urn:microsoft.com/office/officeart/2008/layout/LinedList"/>
    <dgm:cxn modelId="{C7DD5627-566C-46AE-AF52-11C9BCB5836E}" srcId="{7F8ECF50-032F-4BC6-806B-1EA4489D30C1}" destId="{F78ACC08-BAE2-43FD-8209-C38E6C0EEE83}" srcOrd="6" destOrd="0" parTransId="{6D866C45-4317-4169-9AD6-686410F239FC}" sibTransId="{BEE10956-0817-47F4-846C-5A340D3F7FE6}"/>
    <dgm:cxn modelId="{047E8827-E89E-4FF9-84DB-FFDF181759FF}" type="presOf" srcId="{F255EED2-44CD-419A-931C-D72974E2669A}" destId="{F270A756-7413-409F-9622-2FB2DFCEF306}" srcOrd="0" destOrd="0" presId="urn:microsoft.com/office/officeart/2008/layout/LinedList"/>
    <dgm:cxn modelId="{3FE3595C-C5B7-422A-BC9A-C87BF9CBA79B}" srcId="{7F8ECF50-032F-4BC6-806B-1EA4489D30C1}" destId="{83CD1B72-E381-4DC4-B5D1-F310E45CD377}" srcOrd="4" destOrd="0" parTransId="{61B2FF1D-3A56-4B34-AB54-A4E67454EA42}" sibTransId="{30F7C2B7-7A45-49A8-B360-E81DC81BFC41}"/>
    <dgm:cxn modelId="{8AA65C62-DBD7-4E5C-9E20-131D31C07A25}" type="presOf" srcId="{D4E151DF-E266-4668-A089-E67E9115BD46}" destId="{AA44493A-2C4B-4A24-A9BB-39BDC9A3BB1C}" srcOrd="0" destOrd="0" presId="urn:microsoft.com/office/officeart/2008/layout/LinedList"/>
    <dgm:cxn modelId="{48383944-8548-4386-A1EE-942CC846EBCD}" srcId="{7F8ECF50-032F-4BC6-806B-1EA4489D30C1}" destId="{81732C5A-DE38-483F-B8C9-A2ADF1252848}" srcOrd="5" destOrd="0" parTransId="{C742169E-2EAF-42A1-9636-A91158B7B949}" sibTransId="{A5039B65-C8CD-4BC5-A87B-1C70B9C7B45E}"/>
    <dgm:cxn modelId="{79D76948-1B99-42DA-BE69-42D9968BC257}" srcId="{7F8ECF50-032F-4BC6-806B-1EA4489D30C1}" destId="{982BA782-4DCD-4A0D-876C-B72E163478E6}" srcOrd="3" destOrd="0" parTransId="{EC2EF6B9-93BC-4AC1-B41E-D91022E2846A}" sibTransId="{5A8AF834-0CD3-46AA-BDF5-4E61B3E7943F}"/>
    <dgm:cxn modelId="{0A221B82-DB05-4C6F-BD5E-B22ACC94CCB8}" type="presOf" srcId="{982BA782-4DCD-4A0D-876C-B72E163478E6}" destId="{BCB648FC-14CF-4996-BD33-C0F6CB4527DF}" srcOrd="0" destOrd="0" presId="urn:microsoft.com/office/officeart/2008/layout/LinedList"/>
    <dgm:cxn modelId="{E28C6591-0840-454C-AB1A-272BF6EC8864}" srcId="{7F8ECF50-032F-4BC6-806B-1EA4489D30C1}" destId="{92B51808-B2FF-47D3-B3B4-D0B532DCFCB5}" srcOrd="2" destOrd="0" parTransId="{663681AA-A320-4BDC-BE0A-02C5C6EDBABC}" sibTransId="{B52388F7-E757-4DE0-AC02-E92C2EA1C4B1}"/>
    <dgm:cxn modelId="{D980C99B-CB33-4885-BEFD-460FB4FCAC5F}" type="presOf" srcId="{81732C5A-DE38-483F-B8C9-A2ADF1252848}" destId="{0C4566D2-F729-4250-A7A7-8BD19323E89C}" srcOrd="0" destOrd="0" presId="urn:microsoft.com/office/officeart/2008/layout/LinedList"/>
    <dgm:cxn modelId="{9414849D-CF25-453F-AF47-66D7231B15FF}" srcId="{7F8ECF50-032F-4BC6-806B-1EA4489D30C1}" destId="{F255EED2-44CD-419A-931C-D72974E2669A}" srcOrd="0" destOrd="0" parTransId="{5115ECC5-C891-47E0-9103-66E04011EB9F}" sibTransId="{8877086D-D541-40C7-A56D-49165CADD631}"/>
    <dgm:cxn modelId="{E0D9C5B7-6FEF-4096-A4C0-90183F584AF2}" srcId="{7F8ECF50-032F-4BC6-806B-1EA4489D30C1}" destId="{D4E151DF-E266-4668-A089-E67E9115BD46}" srcOrd="1" destOrd="0" parTransId="{A846B3E2-8082-4FF6-A430-BAE285BD3A65}" sibTransId="{87F674F2-89E6-4B85-AB6E-C15BF0A43D3C}"/>
    <dgm:cxn modelId="{8B4157CA-8D0A-44A0-BCD6-58C011161660}" type="presOf" srcId="{7F8ECF50-032F-4BC6-806B-1EA4489D30C1}" destId="{5737E0A1-4CDB-4854-A72F-E823BCDE927E}" srcOrd="0" destOrd="0" presId="urn:microsoft.com/office/officeart/2008/layout/LinedList"/>
    <dgm:cxn modelId="{DDAD71CF-4020-4726-A898-6F8F04DC3D9D}" type="presOf" srcId="{F78ACC08-BAE2-43FD-8209-C38E6C0EEE83}" destId="{BAD39D1C-B478-4723-9F6F-FFE1B2C99875}" srcOrd="0" destOrd="0" presId="urn:microsoft.com/office/officeart/2008/layout/LinedList"/>
    <dgm:cxn modelId="{8C92BDFF-E78F-47F6-AAD9-EDC4DE40105F}" type="presOf" srcId="{83CD1B72-E381-4DC4-B5D1-F310E45CD377}" destId="{0E62FC9D-B05E-48A6-8CA2-3F4F1C024548}" srcOrd="0" destOrd="0" presId="urn:microsoft.com/office/officeart/2008/layout/LinedList"/>
    <dgm:cxn modelId="{515F255C-E9F4-4E9F-A7F2-D4F265F7A8A1}" type="presParOf" srcId="{5737E0A1-4CDB-4854-A72F-E823BCDE927E}" destId="{ABEC21B8-C3C1-4966-AD4C-7C1F73D87D98}" srcOrd="0" destOrd="0" presId="urn:microsoft.com/office/officeart/2008/layout/LinedList"/>
    <dgm:cxn modelId="{559D26AB-2242-4C10-9E07-4E9045128232}" type="presParOf" srcId="{5737E0A1-4CDB-4854-A72F-E823BCDE927E}" destId="{68F59C6B-C020-42E9-A1B2-F3BC71028091}" srcOrd="1" destOrd="0" presId="urn:microsoft.com/office/officeart/2008/layout/LinedList"/>
    <dgm:cxn modelId="{5F3B49CE-AC7B-4543-8F5B-3395B2FC7900}" type="presParOf" srcId="{68F59C6B-C020-42E9-A1B2-F3BC71028091}" destId="{F270A756-7413-409F-9622-2FB2DFCEF306}" srcOrd="0" destOrd="0" presId="urn:microsoft.com/office/officeart/2008/layout/LinedList"/>
    <dgm:cxn modelId="{86641FBC-56F5-4F48-A8AD-AA89C9068ED3}" type="presParOf" srcId="{68F59C6B-C020-42E9-A1B2-F3BC71028091}" destId="{8D22E869-BF65-47F4-9BDB-27AF495B3349}" srcOrd="1" destOrd="0" presId="urn:microsoft.com/office/officeart/2008/layout/LinedList"/>
    <dgm:cxn modelId="{BFE489E7-D641-4779-8703-EB86787A991C}" type="presParOf" srcId="{5737E0A1-4CDB-4854-A72F-E823BCDE927E}" destId="{8D463E83-7B52-418E-936A-FB2CC81D6DB6}" srcOrd="2" destOrd="0" presId="urn:microsoft.com/office/officeart/2008/layout/LinedList"/>
    <dgm:cxn modelId="{14845C41-BDC8-4B1B-9524-22E35803E975}" type="presParOf" srcId="{5737E0A1-4CDB-4854-A72F-E823BCDE927E}" destId="{94E5B55D-7D6D-4EC0-94A2-67B6C3FBFC58}" srcOrd="3" destOrd="0" presId="urn:microsoft.com/office/officeart/2008/layout/LinedList"/>
    <dgm:cxn modelId="{8824B9D3-1B82-4E26-B93C-F232DAB461FE}" type="presParOf" srcId="{94E5B55D-7D6D-4EC0-94A2-67B6C3FBFC58}" destId="{AA44493A-2C4B-4A24-A9BB-39BDC9A3BB1C}" srcOrd="0" destOrd="0" presId="urn:microsoft.com/office/officeart/2008/layout/LinedList"/>
    <dgm:cxn modelId="{FFD39F46-3217-4C9D-B7B0-82721DED1823}" type="presParOf" srcId="{94E5B55D-7D6D-4EC0-94A2-67B6C3FBFC58}" destId="{4D6CF4AD-823B-4794-9A6F-BDDA6DEE8F1F}" srcOrd="1" destOrd="0" presId="urn:microsoft.com/office/officeart/2008/layout/LinedList"/>
    <dgm:cxn modelId="{1362030E-4F5C-4B3D-BFC5-B68057AB3C2C}" type="presParOf" srcId="{5737E0A1-4CDB-4854-A72F-E823BCDE927E}" destId="{70C4921F-7BC4-4A21-BDF3-52AA030CD095}" srcOrd="4" destOrd="0" presId="urn:microsoft.com/office/officeart/2008/layout/LinedList"/>
    <dgm:cxn modelId="{6F1BE304-73A3-4901-8B2F-0AED22CFCE5A}" type="presParOf" srcId="{5737E0A1-4CDB-4854-A72F-E823BCDE927E}" destId="{6DABE18C-24E2-486A-B89B-823F6A022495}" srcOrd="5" destOrd="0" presId="urn:microsoft.com/office/officeart/2008/layout/LinedList"/>
    <dgm:cxn modelId="{A538627B-88BF-44A9-A13F-8BE1845D5C88}" type="presParOf" srcId="{6DABE18C-24E2-486A-B89B-823F6A022495}" destId="{BEE96C19-2280-44BB-8CA1-1D44A840B376}" srcOrd="0" destOrd="0" presId="urn:microsoft.com/office/officeart/2008/layout/LinedList"/>
    <dgm:cxn modelId="{79AD2943-5907-404F-870B-A497C3199D26}" type="presParOf" srcId="{6DABE18C-24E2-486A-B89B-823F6A022495}" destId="{B7118156-AD42-4814-9486-92D9DEF585DD}" srcOrd="1" destOrd="0" presId="urn:microsoft.com/office/officeart/2008/layout/LinedList"/>
    <dgm:cxn modelId="{D228C472-79CD-4EDA-8714-D06E1C1EE7A0}" type="presParOf" srcId="{5737E0A1-4CDB-4854-A72F-E823BCDE927E}" destId="{A3351C2B-9947-47D8-B50B-E00ECD3ED9B1}" srcOrd="6" destOrd="0" presId="urn:microsoft.com/office/officeart/2008/layout/LinedList"/>
    <dgm:cxn modelId="{27AC88FC-841F-4036-8656-032650D6A545}" type="presParOf" srcId="{5737E0A1-4CDB-4854-A72F-E823BCDE927E}" destId="{BD5DC5DA-5D67-45FE-8716-2E0722BDAFC4}" srcOrd="7" destOrd="0" presId="urn:microsoft.com/office/officeart/2008/layout/LinedList"/>
    <dgm:cxn modelId="{23328D9C-5937-476B-BFEA-E413BB4ECF57}" type="presParOf" srcId="{BD5DC5DA-5D67-45FE-8716-2E0722BDAFC4}" destId="{BCB648FC-14CF-4996-BD33-C0F6CB4527DF}" srcOrd="0" destOrd="0" presId="urn:microsoft.com/office/officeart/2008/layout/LinedList"/>
    <dgm:cxn modelId="{CAC3172F-ED9D-4A7B-A5CE-C620B41BE093}" type="presParOf" srcId="{BD5DC5DA-5D67-45FE-8716-2E0722BDAFC4}" destId="{2ADF30CA-3129-41E4-9FA8-3A5EE7A2CD4A}" srcOrd="1" destOrd="0" presId="urn:microsoft.com/office/officeart/2008/layout/LinedList"/>
    <dgm:cxn modelId="{0F34175E-8A82-4364-B5CC-007A724BCE8E}" type="presParOf" srcId="{5737E0A1-4CDB-4854-A72F-E823BCDE927E}" destId="{64009AEC-4C9D-4320-8071-DEA405E28011}" srcOrd="8" destOrd="0" presId="urn:microsoft.com/office/officeart/2008/layout/LinedList"/>
    <dgm:cxn modelId="{9B687881-A1CA-4365-A942-17E9F180DC41}" type="presParOf" srcId="{5737E0A1-4CDB-4854-A72F-E823BCDE927E}" destId="{39D92298-C84A-4605-AE0F-330AAB891A45}" srcOrd="9" destOrd="0" presId="urn:microsoft.com/office/officeart/2008/layout/LinedList"/>
    <dgm:cxn modelId="{6AAFD140-509B-4CB0-BF7A-3838A8751C93}" type="presParOf" srcId="{39D92298-C84A-4605-AE0F-330AAB891A45}" destId="{0E62FC9D-B05E-48A6-8CA2-3F4F1C024548}" srcOrd="0" destOrd="0" presId="urn:microsoft.com/office/officeart/2008/layout/LinedList"/>
    <dgm:cxn modelId="{55367BBB-BA37-4F2F-B65F-6F4C96A129EA}" type="presParOf" srcId="{39D92298-C84A-4605-AE0F-330AAB891A45}" destId="{60689FEC-A691-433A-8159-C190033E473B}" srcOrd="1" destOrd="0" presId="urn:microsoft.com/office/officeart/2008/layout/LinedList"/>
    <dgm:cxn modelId="{40B123CB-DE67-425E-9484-5CAA4CAA840D}" type="presParOf" srcId="{5737E0A1-4CDB-4854-A72F-E823BCDE927E}" destId="{97B0C55B-6782-497A-A217-B7D7B91FC818}" srcOrd="10" destOrd="0" presId="urn:microsoft.com/office/officeart/2008/layout/LinedList"/>
    <dgm:cxn modelId="{CA70B67B-8BB2-44C1-8023-A9E77A117846}" type="presParOf" srcId="{5737E0A1-4CDB-4854-A72F-E823BCDE927E}" destId="{AD4198FB-B3E0-45A4-8E1E-73191F0D3486}" srcOrd="11" destOrd="0" presId="urn:microsoft.com/office/officeart/2008/layout/LinedList"/>
    <dgm:cxn modelId="{CC734044-7CC1-421F-AFAA-92ADBF1DC966}" type="presParOf" srcId="{AD4198FB-B3E0-45A4-8E1E-73191F0D3486}" destId="{0C4566D2-F729-4250-A7A7-8BD19323E89C}" srcOrd="0" destOrd="0" presId="urn:microsoft.com/office/officeart/2008/layout/LinedList"/>
    <dgm:cxn modelId="{BD5217ED-59B2-48A0-95B4-ED6DB1684940}" type="presParOf" srcId="{AD4198FB-B3E0-45A4-8E1E-73191F0D3486}" destId="{EDC07476-3006-4038-A05A-0CD069DFFE89}" srcOrd="1" destOrd="0" presId="urn:microsoft.com/office/officeart/2008/layout/LinedList"/>
    <dgm:cxn modelId="{32D5E546-D53D-4942-B0EE-8798090C6984}" type="presParOf" srcId="{5737E0A1-4CDB-4854-A72F-E823BCDE927E}" destId="{F9C3110E-D293-4B42-8895-82DDC514CDB1}" srcOrd="12" destOrd="0" presId="urn:microsoft.com/office/officeart/2008/layout/LinedList"/>
    <dgm:cxn modelId="{89DE37A6-BC12-47C3-8DD8-9713CAAF8CE9}" type="presParOf" srcId="{5737E0A1-4CDB-4854-A72F-E823BCDE927E}" destId="{42DDE530-2EBC-41D5-9E0B-4D93733924EE}" srcOrd="13" destOrd="0" presId="urn:microsoft.com/office/officeart/2008/layout/LinedList"/>
    <dgm:cxn modelId="{FE971F35-E6A5-479D-A7F5-E54F36191011}" type="presParOf" srcId="{42DDE530-2EBC-41D5-9E0B-4D93733924EE}" destId="{BAD39D1C-B478-4723-9F6F-FFE1B2C99875}" srcOrd="0" destOrd="0" presId="urn:microsoft.com/office/officeart/2008/layout/LinedList"/>
    <dgm:cxn modelId="{CC851011-0173-4D82-8877-018B773F32B3}" type="presParOf" srcId="{42DDE530-2EBC-41D5-9E0B-4D93733924EE}" destId="{801467FE-83F6-4B8C-B630-6C1DF80A58F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FB27D0-1747-48E1-84D8-C49547226695}">
      <dsp:nvSpPr>
        <dsp:cNvPr id="0" name=""/>
        <dsp:cNvSpPr/>
      </dsp:nvSpPr>
      <dsp:spPr>
        <a:xfrm>
          <a:off x="1333" y="110983"/>
          <a:ext cx="4682211" cy="2973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58873A-4E3C-4395-ADD8-80585F0A88F0}">
      <dsp:nvSpPr>
        <dsp:cNvPr id="0" name=""/>
        <dsp:cNvSpPr/>
      </dsp:nvSpPr>
      <dsp:spPr>
        <a:xfrm>
          <a:off x="521579" y="605216"/>
          <a:ext cx="4682211" cy="29732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000" b="1" kern="1200"/>
            <a:t>APIs y SDKs:</a:t>
          </a:r>
          <a:r>
            <a:rPr lang="es-ES" sz="3000" kern="1200"/>
            <a:t> Bibliotecas específicas para cada lenguaje para generar datos.</a:t>
          </a:r>
          <a:endParaRPr lang="en-US" sz="3000" kern="1200"/>
        </a:p>
      </dsp:txBody>
      <dsp:txXfrm>
        <a:off x="608661" y="692298"/>
        <a:ext cx="4508047" cy="2799040"/>
      </dsp:txXfrm>
    </dsp:sp>
    <dsp:sp modelId="{34EAF1A7-3047-4862-850D-6016A7D7CE85}">
      <dsp:nvSpPr>
        <dsp:cNvPr id="0" name=""/>
        <dsp:cNvSpPr/>
      </dsp:nvSpPr>
      <dsp:spPr>
        <a:xfrm>
          <a:off x="5724037" y="110983"/>
          <a:ext cx="4682211" cy="2973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988B61-59CE-4725-B8C0-27321A82791D}">
      <dsp:nvSpPr>
        <dsp:cNvPr id="0" name=""/>
        <dsp:cNvSpPr/>
      </dsp:nvSpPr>
      <dsp:spPr>
        <a:xfrm>
          <a:off x="6244283" y="605216"/>
          <a:ext cx="4682211" cy="29732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000" b="1" kern="1200">
              <a:hlinkClick xmlns:r="http://schemas.openxmlformats.org/officeDocument/2006/relationships" r:id="rId1"/>
            </a:rPr>
            <a:t>OpenTelemetry Collector</a:t>
          </a:r>
          <a:r>
            <a:rPr lang="es-ES" sz="3000" b="1" kern="1200"/>
            <a:t>:</a:t>
          </a:r>
          <a:r>
            <a:rPr lang="es-ES" sz="3000" kern="1200"/>
            <a:t> Un proxy que recibe, procesa y exporta los datos, adaptable como agente (sidecar) o recolector centralizado. </a:t>
          </a:r>
          <a:endParaRPr lang="en-US" sz="3000" kern="1200"/>
        </a:p>
      </dsp:txBody>
      <dsp:txXfrm>
        <a:off x="6331365" y="692298"/>
        <a:ext cx="4508047" cy="27990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28D138-4F49-4CBF-847D-338DE877AC9F}">
      <dsp:nvSpPr>
        <dsp:cNvPr id="0" name=""/>
        <dsp:cNvSpPr/>
      </dsp:nvSpPr>
      <dsp:spPr>
        <a:xfrm>
          <a:off x="205509" y="828340"/>
          <a:ext cx="911674" cy="91167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65C52B-687D-4EF8-A197-3F383185CCCA}">
      <dsp:nvSpPr>
        <dsp:cNvPr id="0" name=""/>
        <dsp:cNvSpPr/>
      </dsp:nvSpPr>
      <dsp:spPr>
        <a:xfrm>
          <a:off x="396960" y="1019791"/>
          <a:ext cx="528770" cy="5287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18FB6E-947A-4D07-8723-9EA286169E88}">
      <dsp:nvSpPr>
        <dsp:cNvPr id="0" name=""/>
        <dsp:cNvSpPr/>
      </dsp:nvSpPr>
      <dsp:spPr>
        <a:xfrm>
          <a:off x="1312541" y="82834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/>
            <a:t>El logging es el registro estructurado de eventos que ocurren dentro del sistema.</a:t>
          </a:r>
          <a:endParaRPr lang="en-US" sz="1600" kern="1200"/>
        </a:p>
      </dsp:txBody>
      <dsp:txXfrm>
        <a:off x="1312541" y="828340"/>
        <a:ext cx="2148945" cy="911674"/>
      </dsp:txXfrm>
    </dsp:sp>
    <dsp:sp modelId="{FC5B1F0E-DDF1-43C7-BAF9-AFD0D8CC4FA9}">
      <dsp:nvSpPr>
        <dsp:cNvPr id="0" name=""/>
        <dsp:cNvSpPr/>
      </dsp:nvSpPr>
      <dsp:spPr>
        <a:xfrm>
          <a:off x="3835925" y="828340"/>
          <a:ext cx="911674" cy="91167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6932F2-BD45-47BE-9529-C5CA2CB61F3F}">
      <dsp:nvSpPr>
        <dsp:cNvPr id="0" name=""/>
        <dsp:cNvSpPr/>
      </dsp:nvSpPr>
      <dsp:spPr>
        <a:xfrm>
          <a:off x="4027376" y="1019791"/>
          <a:ext cx="528770" cy="5287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7C2E7A-8C53-4D7D-B4C3-E26AC97364AA}">
      <dsp:nvSpPr>
        <dsp:cNvPr id="0" name=""/>
        <dsp:cNvSpPr/>
      </dsp:nvSpPr>
      <dsp:spPr>
        <a:xfrm>
          <a:off x="4942957" y="82834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/>
            <a:t>No solo errores. Incluye:</a:t>
          </a:r>
          <a:endParaRPr lang="en-US" sz="1600" kern="1200"/>
        </a:p>
      </dsp:txBody>
      <dsp:txXfrm>
        <a:off x="4942957" y="828340"/>
        <a:ext cx="2148945" cy="911674"/>
      </dsp:txXfrm>
    </dsp:sp>
    <dsp:sp modelId="{9E4CEBFC-67F4-4E81-B95A-A54EB1719B0F}">
      <dsp:nvSpPr>
        <dsp:cNvPr id="0" name=""/>
        <dsp:cNvSpPr/>
      </dsp:nvSpPr>
      <dsp:spPr>
        <a:xfrm>
          <a:off x="7466341" y="828340"/>
          <a:ext cx="911674" cy="91167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513806-0841-4D10-926E-DF46DD4617FC}">
      <dsp:nvSpPr>
        <dsp:cNvPr id="0" name=""/>
        <dsp:cNvSpPr/>
      </dsp:nvSpPr>
      <dsp:spPr>
        <a:xfrm>
          <a:off x="7657792" y="1019791"/>
          <a:ext cx="528770" cy="5287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A2D554-ABE7-4A99-B48D-C33F77126147}">
      <dsp:nvSpPr>
        <dsp:cNvPr id="0" name=""/>
        <dsp:cNvSpPr/>
      </dsp:nvSpPr>
      <dsp:spPr>
        <a:xfrm>
          <a:off x="8573374" y="82834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/>
            <a:t>Eventos de negocio (usuario compró) </a:t>
          </a:r>
          <a:endParaRPr lang="en-US" sz="1600" kern="1200"/>
        </a:p>
      </dsp:txBody>
      <dsp:txXfrm>
        <a:off x="8573374" y="828340"/>
        <a:ext cx="2148945" cy="911674"/>
      </dsp:txXfrm>
    </dsp:sp>
    <dsp:sp modelId="{08F26171-878F-43A5-8CDE-0B6E41699513}">
      <dsp:nvSpPr>
        <dsp:cNvPr id="0" name=""/>
        <dsp:cNvSpPr/>
      </dsp:nvSpPr>
      <dsp:spPr>
        <a:xfrm>
          <a:off x="205509" y="2452790"/>
          <a:ext cx="911674" cy="911674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38C9FB-59EE-4BEF-9551-538F8E0785E5}">
      <dsp:nvSpPr>
        <dsp:cNvPr id="0" name=""/>
        <dsp:cNvSpPr/>
      </dsp:nvSpPr>
      <dsp:spPr>
        <a:xfrm>
          <a:off x="396960" y="2644242"/>
          <a:ext cx="528770" cy="5287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1127BE-DD60-4FD2-B1EF-9E33A34241AC}">
      <dsp:nvSpPr>
        <dsp:cNvPr id="0" name=""/>
        <dsp:cNvSpPr/>
      </dsp:nvSpPr>
      <dsp:spPr>
        <a:xfrm>
          <a:off x="1312541" y="245279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/>
            <a:t>Eventos técnicos (request HTTP) </a:t>
          </a:r>
          <a:endParaRPr lang="en-US" sz="1600" kern="1200"/>
        </a:p>
      </dsp:txBody>
      <dsp:txXfrm>
        <a:off x="1312541" y="2452790"/>
        <a:ext cx="2148945" cy="911674"/>
      </dsp:txXfrm>
    </dsp:sp>
    <dsp:sp modelId="{46742F21-0065-4211-80A7-2C27320AA2D6}">
      <dsp:nvSpPr>
        <dsp:cNvPr id="0" name=""/>
        <dsp:cNvSpPr/>
      </dsp:nvSpPr>
      <dsp:spPr>
        <a:xfrm>
          <a:off x="3835925" y="2452790"/>
          <a:ext cx="911674" cy="911674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A7F7FB-4943-42E0-97AE-58BC4635A8D9}">
      <dsp:nvSpPr>
        <dsp:cNvPr id="0" name=""/>
        <dsp:cNvSpPr/>
      </dsp:nvSpPr>
      <dsp:spPr>
        <a:xfrm>
          <a:off x="4027376" y="2644242"/>
          <a:ext cx="528770" cy="5287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6FEED3-7853-4982-AEA7-11934A309707}">
      <dsp:nvSpPr>
        <dsp:cNvPr id="0" name=""/>
        <dsp:cNvSpPr/>
      </dsp:nvSpPr>
      <dsp:spPr>
        <a:xfrm>
          <a:off x="4942957" y="245279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/>
            <a:t>Estados internos (conexión DB, cache, etc.) </a:t>
          </a:r>
          <a:endParaRPr lang="en-US" sz="1600" kern="1200"/>
        </a:p>
      </dsp:txBody>
      <dsp:txXfrm>
        <a:off x="4942957" y="2452790"/>
        <a:ext cx="2148945" cy="91167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4626FB-B05F-486D-BDFE-F42130B06571}">
      <dsp:nvSpPr>
        <dsp:cNvPr id="0" name=""/>
        <dsp:cNvSpPr/>
      </dsp:nvSpPr>
      <dsp:spPr>
        <a:xfrm>
          <a:off x="0" y="675"/>
          <a:ext cx="629171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7DCCE9-6CE5-4AA6-AAE9-F8DBF0FAB8FF}">
      <dsp:nvSpPr>
        <dsp:cNvPr id="0" name=""/>
        <dsp:cNvSpPr/>
      </dsp:nvSpPr>
      <dsp:spPr>
        <a:xfrm>
          <a:off x="0" y="675"/>
          <a:ext cx="6291714" cy="6143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600" b="1" kern="1200"/>
            <a:t>Logs técnicos</a:t>
          </a:r>
          <a:endParaRPr lang="en-US" sz="2600" kern="1200"/>
        </a:p>
      </dsp:txBody>
      <dsp:txXfrm>
        <a:off x="0" y="675"/>
        <a:ext cx="6291714" cy="614376"/>
      </dsp:txXfrm>
    </dsp:sp>
    <dsp:sp modelId="{0C42147E-B79E-40D8-B02D-B992441D1262}">
      <dsp:nvSpPr>
        <dsp:cNvPr id="0" name=""/>
        <dsp:cNvSpPr/>
      </dsp:nvSpPr>
      <dsp:spPr>
        <a:xfrm>
          <a:off x="0" y="615051"/>
          <a:ext cx="6291714" cy="0"/>
        </a:xfrm>
        <a:prstGeom prst="line">
          <a:avLst/>
        </a:prstGeom>
        <a:solidFill>
          <a:schemeClr val="accent2">
            <a:hueOff val="-181920"/>
            <a:satOff val="-10491"/>
            <a:lumOff val="1078"/>
            <a:alphaOff val="0"/>
          </a:schemeClr>
        </a:solidFill>
        <a:ln w="25400" cap="flat" cmpd="sng" algn="ctr">
          <a:solidFill>
            <a:schemeClr val="accent2">
              <a:hueOff val="-181920"/>
              <a:satOff val="-10491"/>
              <a:lumOff val="107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A7E4EE-BE04-466C-8A66-0BEBD30A750C}">
      <dsp:nvSpPr>
        <dsp:cNvPr id="0" name=""/>
        <dsp:cNvSpPr/>
      </dsp:nvSpPr>
      <dsp:spPr>
        <a:xfrm>
          <a:off x="0" y="615051"/>
          <a:ext cx="6291714" cy="6143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600" kern="1200"/>
            <a:t>Errores (ERROR) </a:t>
          </a:r>
          <a:endParaRPr lang="en-US" sz="2600" kern="1200"/>
        </a:p>
      </dsp:txBody>
      <dsp:txXfrm>
        <a:off x="0" y="615051"/>
        <a:ext cx="6291714" cy="614376"/>
      </dsp:txXfrm>
    </dsp:sp>
    <dsp:sp modelId="{FDA574AA-9299-402C-824B-6F49C640FB7D}">
      <dsp:nvSpPr>
        <dsp:cNvPr id="0" name=""/>
        <dsp:cNvSpPr/>
      </dsp:nvSpPr>
      <dsp:spPr>
        <a:xfrm>
          <a:off x="0" y="1229427"/>
          <a:ext cx="6291714" cy="0"/>
        </a:xfrm>
        <a:prstGeom prst="line">
          <a:avLst/>
        </a:prstGeom>
        <a:solidFill>
          <a:schemeClr val="accent2">
            <a:hueOff val="-363841"/>
            <a:satOff val="-20982"/>
            <a:lumOff val="2157"/>
            <a:alphaOff val="0"/>
          </a:schemeClr>
        </a:solidFill>
        <a:ln w="25400" cap="flat" cmpd="sng" algn="ctr">
          <a:solidFill>
            <a:schemeClr val="accent2">
              <a:hueOff val="-363841"/>
              <a:satOff val="-20982"/>
              <a:lumOff val="215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C94A85-F8EE-4E6C-A9E6-137950A09FF5}">
      <dsp:nvSpPr>
        <dsp:cNvPr id="0" name=""/>
        <dsp:cNvSpPr/>
      </dsp:nvSpPr>
      <dsp:spPr>
        <a:xfrm>
          <a:off x="0" y="1229427"/>
          <a:ext cx="6291714" cy="6143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600" kern="1200"/>
            <a:t>Advertencias (WARN) </a:t>
          </a:r>
          <a:endParaRPr lang="en-US" sz="2600" kern="1200"/>
        </a:p>
      </dsp:txBody>
      <dsp:txXfrm>
        <a:off x="0" y="1229427"/>
        <a:ext cx="6291714" cy="614376"/>
      </dsp:txXfrm>
    </dsp:sp>
    <dsp:sp modelId="{1086B8FB-77D8-4CA2-99B2-C681BE9DAD60}">
      <dsp:nvSpPr>
        <dsp:cNvPr id="0" name=""/>
        <dsp:cNvSpPr/>
      </dsp:nvSpPr>
      <dsp:spPr>
        <a:xfrm>
          <a:off x="0" y="1843803"/>
          <a:ext cx="6291714" cy="0"/>
        </a:xfrm>
        <a:prstGeom prst="line">
          <a:avLst/>
        </a:prstGeom>
        <a:solidFill>
          <a:schemeClr val="accent2">
            <a:hueOff val="-545761"/>
            <a:satOff val="-31473"/>
            <a:lumOff val="3235"/>
            <a:alphaOff val="0"/>
          </a:schemeClr>
        </a:solidFill>
        <a:ln w="25400" cap="flat" cmpd="sng" algn="ctr">
          <a:solidFill>
            <a:schemeClr val="accent2">
              <a:hueOff val="-545761"/>
              <a:satOff val="-31473"/>
              <a:lumOff val="323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798A0A-5788-42B4-A978-75F24E2E2B07}">
      <dsp:nvSpPr>
        <dsp:cNvPr id="0" name=""/>
        <dsp:cNvSpPr/>
      </dsp:nvSpPr>
      <dsp:spPr>
        <a:xfrm>
          <a:off x="0" y="1843803"/>
          <a:ext cx="6291714" cy="6143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600" kern="1200"/>
            <a:t>Información (INFO) </a:t>
          </a:r>
          <a:endParaRPr lang="en-US" sz="2600" kern="1200"/>
        </a:p>
      </dsp:txBody>
      <dsp:txXfrm>
        <a:off x="0" y="1843803"/>
        <a:ext cx="6291714" cy="614376"/>
      </dsp:txXfrm>
    </dsp:sp>
    <dsp:sp modelId="{4DBE5B40-B1C9-4328-B5BC-0D335D452B6D}">
      <dsp:nvSpPr>
        <dsp:cNvPr id="0" name=""/>
        <dsp:cNvSpPr/>
      </dsp:nvSpPr>
      <dsp:spPr>
        <a:xfrm>
          <a:off x="0" y="2458179"/>
          <a:ext cx="6291714" cy="0"/>
        </a:xfrm>
        <a:prstGeom prst="line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25400" cap="flat" cmpd="sng" algn="ctr">
          <a:solidFill>
            <a:schemeClr val="accent2">
              <a:hueOff val="-727682"/>
              <a:satOff val="-41964"/>
              <a:lumOff val="431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2F3D90-4054-4B34-B433-155584BB11AE}">
      <dsp:nvSpPr>
        <dsp:cNvPr id="0" name=""/>
        <dsp:cNvSpPr/>
      </dsp:nvSpPr>
      <dsp:spPr>
        <a:xfrm>
          <a:off x="0" y="2458179"/>
          <a:ext cx="6291714" cy="6143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600" kern="1200"/>
            <a:t>Debug (DEBUG) </a:t>
          </a:r>
          <a:endParaRPr lang="en-US" sz="2600" kern="1200"/>
        </a:p>
      </dsp:txBody>
      <dsp:txXfrm>
        <a:off x="0" y="2458179"/>
        <a:ext cx="6291714" cy="614376"/>
      </dsp:txXfrm>
    </dsp:sp>
    <dsp:sp modelId="{795D0FD0-3D77-4C33-A597-EDD54F5BCD3E}">
      <dsp:nvSpPr>
        <dsp:cNvPr id="0" name=""/>
        <dsp:cNvSpPr/>
      </dsp:nvSpPr>
      <dsp:spPr>
        <a:xfrm>
          <a:off x="0" y="3072555"/>
          <a:ext cx="6291714" cy="0"/>
        </a:xfrm>
        <a:prstGeom prst="line">
          <a:avLst/>
        </a:prstGeom>
        <a:solidFill>
          <a:schemeClr val="accent2">
            <a:hueOff val="-909602"/>
            <a:satOff val="-52455"/>
            <a:lumOff val="5392"/>
            <a:alphaOff val="0"/>
          </a:schemeClr>
        </a:solidFill>
        <a:ln w="25400" cap="flat" cmpd="sng" algn="ctr">
          <a:solidFill>
            <a:schemeClr val="accent2">
              <a:hueOff val="-909602"/>
              <a:satOff val="-52455"/>
              <a:lumOff val="539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A8B18A-13FE-4CDD-B91C-23A73FF41824}">
      <dsp:nvSpPr>
        <dsp:cNvPr id="0" name=""/>
        <dsp:cNvSpPr/>
      </dsp:nvSpPr>
      <dsp:spPr>
        <a:xfrm>
          <a:off x="0" y="3072555"/>
          <a:ext cx="6291714" cy="6143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600" b="1" kern="1200"/>
            <a:t>🔹 Logs de negocio</a:t>
          </a:r>
          <a:endParaRPr lang="en-US" sz="2600" kern="1200"/>
        </a:p>
      </dsp:txBody>
      <dsp:txXfrm>
        <a:off x="0" y="3072555"/>
        <a:ext cx="6291714" cy="614376"/>
      </dsp:txXfrm>
    </dsp:sp>
    <dsp:sp modelId="{2180F16A-7798-4241-B21B-A44A27D96E81}">
      <dsp:nvSpPr>
        <dsp:cNvPr id="0" name=""/>
        <dsp:cNvSpPr/>
      </dsp:nvSpPr>
      <dsp:spPr>
        <a:xfrm>
          <a:off x="0" y="3686931"/>
          <a:ext cx="6291714" cy="0"/>
        </a:xfrm>
        <a:prstGeom prst="line">
          <a:avLst/>
        </a:prstGeom>
        <a:solidFill>
          <a:schemeClr val="accent2">
            <a:hueOff val="-1091522"/>
            <a:satOff val="-62946"/>
            <a:lumOff val="6471"/>
            <a:alphaOff val="0"/>
          </a:schemeClr>
        </a:solidFill>
        <a:ln w="25400" cap="flat" cmpd="sng" algn="ctr">
          <a:solidFill>
            <a:schemeClr val="accent2">
              <a:hueOff val="-1091522"/>
              <a:satOff val="-62946"/>
              <a:lumOff val="647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E5FF4B-D09B-4876-B388-0FC2F739BA37}">
      <dsp:nvSpPr>
        <dsp:cNvPr id="0" name=""/>
        <dsp:cNvSpPr/>
      </dsp:nvSpPr>
      <dsp:spPr>
        <a:xfrm>
          <a:off x="0" y="3686931"/>
          <a:ext cx="6291714" cy="6143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600" kern="1200"/>
            <a:t>“Usuario creó cuenta” </a:t>
          </a:r>
          <a:endParaRPr lang="en-US" sz="2600" kern="1200"/>
        </a:p>
      </dsp:txBody>
      <dsp:txXfrm>
        <a:off x="0" y="3686931"/>
        <a:ext cx="6291714" cy="614376"/>
      </dsp:txXfrm>
    </dsp:sp>
    <dsp:sp modelId="{E4BB4BD4-69D6-4C9B-8CEB-7BE8F95E86D0}">
      <dsp:nvSpPr>
        <dsp:cNvPr id="0" name=""/>
        <dsp:cNvSpPr/>
      </dsp:nvSpPr>
      <dsp:spPr>
        <a:xfrm>
          <a:off x="0" y="4301307"/>
          <a:ext cx="6291714" cy="0"/>
        </a:xfrm>
        <a:prstGeom prst="line">
          <a:avLst/>
        </a:prstGeom>
        <a:solidFill>
          <a:schemeClr val="accent2">
            <a:hueOff val="-1273443"/>
            <a:satOff val="-73437"/>
            <a:lumOff val="7549"/>
            <a:alphaOff val="0"/>
          </a:schemeClr>
        </a:solidFill>
        <a:ln w="25400" cap="flat" cmpd="sng" algn="ctr">
          <a:solidFill>
            <a:schemeClr val="accent2">
              <a:hueOff val="-1273443"/>
              <a:satOff val="-73437"/>
              <a:lumOff val="754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1CE232-BFE1-4A5F-9080-BCEE109C852D}">
      <dsp:nvSpPr>
        <dsp:cNvPr id="0" name=""/>
        <dsp:cNvSpPr/>
      </dsp:nvSpPr>
      <dsp:spPr>
        <a:xfrm>
          <a:off x="0" y="4301307"/>
          <a:ext cx="6291714" cy="6143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600" kern="1200"/>
            <a:t>“Pago rechazado” </a:t>
          </a:r>
          <a:endParaRPr lang="en-US" sz="2600" kern="1200"/>
        </a:p>
      </dsp:txBody>
      <dsp:txXfrm>
        <a:off x="0" y="4301307"/>
        <a:ext cx="6291714" cy="614376"/>
      </dsp:txXfrm>
    </dsp:sp>
    <dsp:sp modelId="{94C2442E-D6C4-48AD-9C7B-5267112208F6}">
      <dsp:nvSpPr>
        <dsp:cNvPr id="0" name=""/>
        <dsp:cNvSpPr/>
      </dsp:nvSpPr>
      <dsp:spPr>
        <a:xfrm>
          <a:off x="0" y="4915683"/>
          <a:ext cx="6291714" cy="0"/>
        </a:xfrm>
        <a:prstGeom prst="line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2540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BAEA62-949C-488E-8B51-79E2FCDECB12}">
      <dsp:nvSpPr>
        <dsp:cNvPr id="0" name=""/>
        <dsp:cNvSpPr/>
      </dsp:nvSpPr>
      <dsp:spPr>
        <a:xfrm>
          <a:off x="0" y="4915683"/>
          <a:ext cx="6291714" cy="6143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600" kern="1200"/>
            <a:t>“Pedido completado”</a:t>
          </a:r>
          <a:endParaRPr lang="en-US" sz="2600" kern="1200"/>
        </a:p>
      </dsp:txBody>
      <dsp:txXfrm>
        <a:off x="0" y="4915683"/>
        <a:ext cx="6291714" cy="61437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EC21B8-C3C1-4966-AD4C-7C1F73D87D98}">
      <dsp:nvSpPr>
        <dsp:cNvPr id="0" name=""/>
        <dsp:cNvSpPr/>
      </dsp:nvSpPr>
      <dsp:spPr>
        <a:xfrm>
          <a:off x="0" y="675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70A756-7413-409F-9622-2FB2DFCEF306}">
      <dsp:nvSpPr>
        <dsp:cNvPr id="0" name=""/>
        <dsp:cNvSpPr/>
      </dsp:nvSpPr>
      <dsp:spPr>
        <a:xfrm>
          <a:off x="0" y="675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GT" sz="3400" b="0" i="0" kern="1200" baseline="0"/>
            <a:t>Formato JSON </a:t>
          </a:r>
          <a:endParaRPr lang="en-US" sz="3400" kern="1200"/>
        </a:p>
      </dsp:txBody>
      <dsp:txXfrm>
        <a:off x="0" y="675"/>
        <a:ext cx="6900512" cy="790684"/>
      </dsp:txXfrm>
    </dsp:sp>
    <dsp:sp modelId="{8D463E83-7B52-418E-936A-FB2CC81D6DB6}">
      <dsp:nvSpPr>
        <dsp:cNvPr id="0" name=""/>
        <dsp:cNvSpPr/>
      </dsp:nvSpPr>
      <dsp:spPr>
        <a:xfrm>
          <a:off x="0" y="791359"/>
          <a:ext cx="690051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44493A-2C4B-4A24-A9BB-39BDC9A3BB1C}">
      <dsp:nvSpPr>
        <dsp:cNvPr id="0" name=""/>
        <dsp:cNvSpPr/>
      </dsp:nvSpPr>
      <dsp:spPr>
        <a:xfrm>
          <a:off x="0" y="791359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GT" sz="3400" b="0" i="0" kern="1200" baseline="0"/>
            <a:t>Campos consistentes </a:t>
          </a:r>
          <a:endParaRPr lang="en-US" sz="3400" kern="1200"/>
        </a:p>
      </dsp:txBody>
      <dsp:txXfrm>
        <a:off x="0" y="791359"/>
        <a:ext cx="6900512" cy="790684"/>
      </dsp:txXfrm>
    </dsp:sp>
    <dsp:sp modelId="{70C4921F-7BC4-4A21-BDF3-52AA030CD095}">
      <dsp:nvSpPr>
        <dsp:cNvPr id="0" name=""/>
        <dsp:cNvSpPr/>
      </dsp:nvSpPr>
      <dsp:spPr>
        <a:xfrm>
          <a:off x="0" y="1582044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E96C19-2280-44BB-8CA1-1D44A840B376}">
      <dsp:nvSpPr>
        <dsp:cNvPr id="0" name=""/>
        <dsp:cNvSpPr/>
      </dsp:nvSpPr>
      <dsp:spPr>
        <a:xfrm>
          <a:off x="0" y="1582044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GT" sz="3400" b="0" i="0" kern="1200" baseline="0"/>
            <a:t>Fácil de indexar (ej: Elasticsearch) </a:t>
          </a:r>
          <a:endParaRPr lang="en-US" sz="3400" kern="1200"/>
        </a:p>
      </dsp:txBody>
      <dsp:txXfrm>
        <a:off x="0" y="1582044"/>
        <a:ext cx="6900512" cy="790684"/>
      </dsp:txXfrm>
    </dsp:sp>
    <dsp:sp modelId="{A3351C2B-9947-47D8-B50B-E00ECD3ED9B1}">
      <dsp:nvSpPr>
        <dsp:cNvPr id="0" name=""/>
        <dsp:cNvSpPr/>
      </dsp:nvSpPr>
      <dsp:spPr>
        <a:xfrm>
          <a:off x="0" y="2372728"/>
          <a:ext cx="6900512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B648FC-14CF-4996-BD33-C0F6CB4527DF}">
      <dsp:nvSpPr>
        <dsp:cNvPr id="0" name=""/>
        <dsp:cNvSpPr/>
      </dsp:nvSpPr>
      <dsp:spPr>
        <a:xfrm>
          <a:off x="0" y="2372728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GT" sz="3400" kern="1200"/>
            <a:t>Beneficios:</a:t>
          </a:r>
          <a:endParaRPr lang="en-US" sz="3400" kern="1200"/>
        </a:p>
      </dsp:txBody>
      <dsp:txXfrm>
        <a:off x="0" y="2372728"/>
        <a:ext cx="6900512" cy="790684"/>
      </dsp:txXfrm>
    </dsp:sp>
    <dsp:sp modelId="{64009AEC-4C9D-4320-8071-DEA405E28011}">
      <dsp:nvSpPr>
        <dsp:cNvPr id="0" name=""/>
        <dsp:cNvSpPr/>
      </dsp:nvSpPr>
      <dsp:spPr>
        <a:xfrm>
          <a:off x="0" y="3163412"/>
          <a:ext cx="6900512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62FC9D-B05E-48A6-8CA2-3F4F1C024548}">
      <dsp:nvSpPr>
        <dsp:cNvPr id="0" name=""/>
        <dsp:cNvSpPr/>
      </dsp:nvSpPr>
      <dsp:spPr>
        <a:xfrm>
          <a:off x="0" y="3163412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GT" sz="3400" kern="1200"/>
            <a:t>Filtrar rápido </a:t>
          </a:r>
          <a:endParaRPr lang="en-US" sz="3400" kern="1200"/>
        </a:p>
      </dsp:txBody>
      <dsp:txXfrm>
        <a:off x="0" y="3163412"/>
        <a:ext cx="6900512" cy="790684"/>
      </dsp:txXfrm>
    </dsp:sp>
    <dsp:sp modelId="{97B0C55B-6782-497A-A217-B7D7B91FC818}">
      <dsp:nvSpPr>
        <dsp:cNvPr id="0" name=""/>
        <dsp:cNvSpPr/>
      </dsp:nvSpPr>
      <dsp:spPr>
        <a:xfrm>
          <a:off x="0" y="3954096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4566D2-F729-4250-A7A7-8BD19323E89C}">
      <dsp:nvSpPr>
        <dsp:cNvPr id="0" name=""/>
        <dsp:cNvSpPr/>
      </dsp:nvSpPr>
      <dsp:spPr>
        <a:xfrm>
          <a:off x="0" y="3954096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GT" sz="3400" kern="1200"/>
            <a:t>Hacer dashboards </a:t>
          </a:r>
          <a:endParaRPr lang="en-US" sz="3400" kern="1200"/>
        </a:p>
      </dsp:txBody>
      <dsp:txXfrm>
        <a:off x="0" y="3954096"/>
        <a:ext cx="6900512" cy="790684"/>
      </dsp:txXfrm>
    </dsp:sp>
    <dsp:sp modelId="{F9C3110E-D293-4B42-8895-82DDC514CDB1}">
      <dsp:nvSpPr>
        <dsp:cNvPr id="0" name=""/>
        <dsp:cNvSpPr/>
      </dsp:nvSpPr>
      <dsp:spPr>
        <a:xfrm>
          <a:off x="0" y="4744781"/>
          <a:ext cx="690051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D39D1C-B478-4723-9F6F-FFE1B2C99875}">
      <dsp:nvSpPr>
        <dsp:cNvPr id="0" name=""/>
        <dsp:cNvSpPr/>
      </dsp:nvSpPr>
      <dsp:spPr>
        <a:xfrm>
          <a:off x="0" y="4744781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GT" sz="3400" kern="1200"/>
            <a:t>Correlacionar eventos</a:t>
          </a:r>
          <a:endParaRPr lang="en-US" sz="3400" kern="1200"/>
        </a:p>
      </dsp:txBody>
      <dsp:txXfrm>
        <a:off x="0" y="4744781"/>
        <a:ext cx="6900512" cy="7906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64afea4f63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6" name="Google Shape;86;g364afea4f6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GT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5" name="Google Shape;10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GT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Enunciado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Hc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dudas</a:t>
            </a:r>
            <a:endParaRPr/>
          </a:p>
        </p:txBody>
      </p:sp>
      <p:sp>
        <p:nvSpPr>
          <p:cNvPr id="106" name="Google Shape;106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7" name="Google Shape;16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48584de576676619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5" name="Google Shape;175;g48584de576676619_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DevOps se define como una metodología que ha venido a revolucionar el marco de desarrollo de aplicaciones, gracias a la aplicación de diferentes prácticas y herramientas de automatización que permiten producir </a:t>
            </a:r>
            <a:r>
              <a:rPr lang="en-US" sz="12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software 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más rápido. Además de lo mencionado, esta metodología permite la unificación de Desarrollo y Operaciones, lo que facilita el trabajo y la distribución la infraestructura aplicativa.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6" name="Google Shape;176;g48584de576676619_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DevOps se define como una metodología que ha venido a revolucionar el marco de desarrollo de aplicaciones, gracias a la aplicación de diferentes prácticas y herramientas de automatización que permiten producir </a:t>
            </a:r>
            <a:r>
              <a:rPr lang="en-US" sz="12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software 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más rápido. Además de lo mencionado, esta metodología permite la unificación de Desarrollo y Operaciones, lo que facilita el trabajo y la distribución la infraestructura aplicativa.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5" name="Google Shape;185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2" name="Google Shape;19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48584de576676619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g48584de576676619_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DevOps se define como una metodología que ha venido a revolucionar el marco de desarrollo de aplicaciones, gracias a la aplicación de diferentes prácticas y herramientas de automatización que permiten producir </a:t>
            </a:r>
            <a:r>
              <a:rPr lang="en-US" sz="12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software 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más rápido. Además de lo mencionado, esta metodología permite la unificación de Desarrollo y Operaciones, lo que facilita el trabajo y la distribución la infraestructura aplicativa.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1" name="Google Shape;201;g48584de576676619_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d46eea4f4d_0_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9" name="Google Shape;209;g2d46eea4f4d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2d46eea4f4d_0_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7" name="Google Shape;217;g2d46eea4f4d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3" name="Google Shape;22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2d4c469d57e_0_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3" name="Google Shape;233;g2d4c469d57e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d46eea4f4d_0_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9" name="Google Shape;239;g2d46eea4f4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d4c469d57e_0_10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7" name="Google Shape;247;g2d4c469d57e_0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d4c469d57e_0_1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5" name="Google Shape;255;g2d4c469d57e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2d4c469d57e_0_1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3" name="Google Shape;263;g2d4c469d57e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2d4c469d57e_0_1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1" name="Google Shape;271;g2d4c469d57e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2d4c469d57e_0_1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9" name="Google Shape;279;g2d4c469d57e_0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0" name="Google Shape;22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GT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2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2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2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5" name="Google Shape;65;p2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6" name="Google Shape;66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2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3" name="Google Shape;73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7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8"/>
          <p:cNvSpPr txBox="1">
            <a:spLocks noGrp="1"/>
          </p:cNvSpPr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8"/>
          <p:cNvSpPr txBox="1">
            <a:spLocks noGrp="1"/>
          </p:cNvSpPr>
          <p:nvPr>
            <p:ph type="body" idx="1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Título y objeto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39375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</p:sldLayoutIdLst>
  <p:transition spd="slow">
    <p:wipe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telemetry.io/docs/what-is-opentelemetry/" TargetMode="External"/><Relationship Id="rId2" Type="http://schemas.openxmlformats.org/officeDocument/2006/relationships/hyperlink" Target="https://www.google.com/search?q=OpenTelemetry&amp;oq=Que+es+ope&amp;gs_lcrp=EgZjaHJvbWUqDAgAEAAYQxiABBiKBTIMCAAQABhDGIAEGIoFMgcIARAAGIAEMgcIAhAAGIAEMgcIAxAAGIAEMgcIBBAAGIAEMgcIBRAAGIAEMgcIBhAAGIAEMgcIBxAAGIAEMgcICBAAGIAEMgcICRAAGIAE0gEIMzQxNmowajeoAgCwAgA&amp;sourceid=chrome&amp;ie=UTF-8&amp;mstk=AUtExfC2-wUvFEzJuKHdAmXqazya9buzoyIR0Hh8mycuFlpkX81lLva4B_FcHv42oy_uSlo5NYei117VaCJfhbDnMwrP1TqQosmnlu8FF4vjWiYW9x2VHZvxNwcWE_MXdJZccX6_DW30H4_8huHedEXp7m9DFjq2JTCU1sHio8dU8F7YyyxKz9dyKvID781bLhYheAaNM2wym_SWSZV_KGJ5vYL83RvycSb2kR6mqfg7rXQriAg7_vX-E64OHBK8iNHfUtaJbFUT6opAp80QywF7jbFo&amp;csui=3&amp;ved=2ahUKEwjz_d3b6-GTAxWsSTABHYj1Ho8QgK4QegQIARAB" TargetMode="Externa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cloud.google.com/learn/what-is-opentelemetry?hl=es-419" TargetMode="Externa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svg"/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g364afea4f63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g364afea4f63_0_0"/>
          <p:cNvSpPr/>
          <p:nvPr/>
        </p:nvSpPr>
        <p:spPr>
          <a:xfrm>
            <a:off x="2325912" y="3974253"/>
            <a:ext cx="4910000" cy="483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algn="ctr">
              <a:buSzPts val="2600"/>
            </a:pPr>
            <a:r>
              <a:rPr lang="es-GT" sz="1733" dirty="0">
                <a:latin typeface="Calibri"/>
                <a:ea typeface="Calibri"/>
                <a:cs typeface="Calibri"/>
                <a:sym typeface="Calibri"/>
              </a:rPr>
              <a:t>Kevin Raúl Pozuelos Estrada</a:t>
            </a:r>
          </a:p>
        </p:txBody>
      </p:sp>
      <p:sp>
        <p:nvSpPr>
          <p:cNvPr id="90" name="Google Shape;90;g364afea4f63_0_0"/>
          <p:cNvSpPr/>
          <p:nvPr/>
        </p:nvSpPr>
        <p:spPr>
          <a:xfrm>
            <a:off x="1323637" y="3116227"/>
            <a:ext cx="7811264" cy="483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algn="ctr">
              <a:buSzPts val="3100"/>
            </a:pPr>
            <a:r>
              <a:rPr lang="es-GT" sz="2067" dirty="0">
                <a:latin typeface="Calibri"/>
                <a:ea typeface="Calibri"/>
                <a:cs typeface="Calibri"/>
                <a:sym typeface="Calibri"/>
              </a:rPr>
              <a:t>Software Avanzado </a:t>
            </a:r>
            <a:r>
              <a:rPr lang="es-GT" sz="2067" dirty="0" err="1">
                <a:latin typeface="Calibri"/>
                <a:ea typeface="Calibri"/>
                <a:cs typeface="Calibri"/>
                <a:sym typeface="Calibri"/>
              </a:rPr>
              <a:t>Seccion</a:t>
            </a:r>
            <a:r>
              <a:rPr lang="es-GT" sz="2067" dirty="0">
                <a:latin typeface="Calibri"/>
                <a:ea typeface="Calibri"/>
                <a:cs typeface="Calibri"/>
                <a:sym typeface="Calibri"/>
              </a:rPr>
              <a:t> B</a:t>
            </a:r>
          </a:p>
        </p:txBody>
      </p:sp>
      <p:sp>
        <p:nvSpPr>
          <p:cNvPr id="2" name="Google Shape;90;g364afea4f63_0_0">
            <a:extLst>
              <a:ext uri="{FF2B5EF4-FFF2-40B4-BE49-F238E27FC236}">
                <a16:creationId xmlns:a16="http://schemas.microsoft.com/office/drawing/2014/main" id="{AA80F5D4-5F81-3DA5-7699-90AF77AA0920}"/>
              </a:ext>
            </a:extLst>
          </p:cNvPr>
          <p:cNvSpPr/>
          <p:nvPr/>
        </p:nvSpPr>
        <p:spPr>
          <a:xfrm>
            <a:off x="9134901" y="1296527"/>
            <a:ext cx="2875129" cy="523174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algn="ctr">
              <a:buSzPts val="3100"/>
            </a:pPr>
            <a:r>
              <a:rPr lang="es-GT" sz="2067" dirty="0">
                <a:latin typeface="Calibri"/>
                <a:ea typeface="Calibri"/>
                <a:cs typeface="Calibri"/>
                <a:sym typeface="Calibri"/>
              </a:rPr>
              <a:t>9/04/2026</a:t>
            </a:r>
          </a:p>
        </p:txBody>
      </p:sp>
      <p:sp>
        <p:nvSpPr>
          <p:cNvPr id="3" name="Google Shape;90;g364afea4f63_0_0">
            <a:extLst>
              <a:ext uri="{FF2B5EF4-FFF2-40B4-BE49-F238E27FC236}">
                <a16:creationId xmlns:a16="http://schemas.microsoft.com/office/drawing/2014/main" id="{5D6A39ED-BAEA-CDC0-8EF8-624CF982507D}"/>
              </a:ext>
            </a:extLst>
          </p:cNvPr>
          <p:cNvSpPr/>
          <p:nvPr/>
        </p:nvSpPr>
        <p:spPr>
          <a:xfrm>
            <a:off x="9134901" y="1819701"/>
            <a:ext cx="2875129" cy="523174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algn="ctr">
              <a:buSzPts val="3100"/>
            </a:pPr>
            <a:r>
              <a:rPr lang="es-GT" sz="2067" dirty="0">
                <a:latin typeface="Calibri"/>
                <a:ea typeface="Calibri"/>
                <a:cs typeface="Calibri"/>
                <a:sym typeface="Calibri"/>
              </a:rPr>
              <a:t>17:20</a:t>
            </a:r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/>
          <p:cNvGrpSpPr/>
          <p:nvPr/>
        </p:nvGrpSpPr>
        <p:grpSpPr>
          <a:xfrm>
            <a:off x="434496" y="2583898"/>
            <a:ext cx="3075701" cy="563590"/>
            <a:chOff x="0" y="-76200"/>
            <a:chExt cx="1964221" cy="359923"/>
          </a:xfrm>
        </p:grpSpPr>
        <p:sp>
          <p:nvSpPr>
            <p:cNvPr id="108" name="Google Shape;108;p2"/>
            <p:cNvSpPr/>
            <p:nvPr/>
          </p:nvSpPr>
          <p:spPr>
            <a:xfrm>
              <a:off x="0" y="0"/>
              <a:ext cx="1964221" cy="283723"/>
            </a:xfrm>
            <a:custGeom>
              <a:avLst/>
              <a:gdLst/>
              <a:ahLst/>
              <a:cxnLst/>
              <a:rect l="l" t="t" r="r" b="b"/>
              <a:pathLst>
                <a:path w="1964221" h="283723" extrusionOk="0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s-GT" sz="933" dirty="0"/>
            </a:p>
          </p:txBody>
        </p:sp>
        <p:sp>
          <p:nvSpPr>
            <p:cNvPr id="109" name="Google Shape;109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algn="ctr">
                <a:lnSpc>
                  <a:spcPct val="148017"/>
                </a:lnSpc>
                <a:buSzPts val="2799"/>
              </a:pPr>
              <a:r>
                <a:rPr lang="es-GT" sz="1866" dirty="0"/>
                <a:t>Dudas Iniciales</a:t>
              </a:r>
              <a:endParaRPr lang="es-GT" sz="933" dirty="0"/>
            </a:p>
          </p:txBody>
        </p:sp>
      </p:grpSp>
      <p:sp>
        <p:nvSpPr>
          <p:cNvPr id="110" name="Google Shape;110;p2"/>
          <p:cNvSpPr/>
          <p:nvPr/>
        </p:nvSpPr>
        <p:spPr>
          <a:xfrm>
            <a:off x="585766" y="2737906"/>
            <a:ext cx="302239" cy="366729"/>
          </a:xfrm>
          <a:custGeom>
            <a:avLst/>
            <a:gdLst/>
            <a:ahLst/>
            <a:cxnLst/>
            <a:rect l="l" t="t" r="r" b="b"/>
            <a:pathLst>
              <a:path w="453358" h="550094" extrusionOk="0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 sz="933" dirty="0"/>
          </a:p>
        </p:txBody>
      </p:sp>
      <p:grpSp>
        <p:nvGrpSpPr>
          <p:cNvPr id="111" name="Google Shape;111;p2"/>
          <p:cNvGrpSpPr/>
          <p:nvPr/>
        </p:nvGrpSpPr>
        <p:grpSpPr>
          <a:xfrm>
            <a:off x="1244656" y="1586934"/>
            <a:ext cx="2743460" cy="1037656"/>
            <a:chOff x="0" y="-76200"/>
            <a:chExt cx="1083836" cy="409938"/>
          </a:xfrm>
        </p:grpSpPr>
        <p:sp>
          <p:nvSpPr>
            <p:cNvPr id="112" name="Google Shape;112;p2"/>
            <p:cNvSpPr/>
            <p:nvPr/>
          </p:nvSpPr>
          <p:spPr>
            <a:xfrm>
              <a:off x="0" y="0"/>
              <a:ext cx="1083836" cy="333738"/>
            </a:xfrm>
            <a:custGeom>
              <a:avLst/>
              <a:gdLst/>
              <a:ahLst/>
              <a:cxnLst/>
              <a:rect l="l" t="t" r="r" b="b"/>
              <a:pathLst>
                <a:path w="1083836" h="333738" extrusionOk="0">
                  <a:moveTo>
                    <a:pt x="880636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880636" y="333738"/>
                  </a:lnTo>
                  <a:lnTo>
                    <a:pt x="1083836" y="166869"/>
                  </a:lnTo>
                  <a:lnTo>
                    <a:pt x="880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s-GT" sz="933" dirty="0"/>
            </a:p>
          </p:txBody>
        </p:sp>
        <p:sp>
          <p:nvSpPr>
            <p:cNvPr id="113" name="Google Shape;113;p2"/>
            <p:cNvSpPr txBox="1"/>
            <p:nvPr/>
          </p:nvSpPr>
          <p:spPr>
            <a:xfrm>
              <a:off x="0" y="-76200"/>
              <a:ext cx="969536" cy="4099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algn="ctr">
                <a:lnSpc>
                  <a:spcPct val="148017"/>
                </a:lnSpc>
                <a:buSzPts val="2799"/>
              </a:pPr>
              <a:r>
                <a:rPr lang="es-GT" sz="1866" dirty="0"/>
                <a:t>RECORDATORIOS</a:t>
              </a:r>
              <a:endParaRPr lang="es-GT" sz="933" dirty="0"/>
            </a:p>
          </p:txBody>
        </p:sp>
      </p:grpSp>
      <p:sp>
        <p:nvSpPr>
          <p:cNvPr id="114" name="Google Shape;114;p2"/>
          <p:cNvSpPr/>
          <p:nvPr/>
        </p:nvSpPr>
        <p:spPr>
          <a:xfrm>
            <a:off x="434499" y="1864102"/>
            <a:ext cx="502595" cy="581952"/>
          </a:xfrm>
          <a:custGeom>
            <a:avLst/>
            <a:gdLst/>
            <a:ahLst/>
            <a:cxnLst/>
            <a:rect l="l" t="t" r="r" b="b"/>
            <a:pathLst>
              <a:path w="753892" h="872928" extrusionOk="0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 sz="933" dirty="0"/>
          </a:p>
        </p:txBody>
      </p:sp>
      <p:sp>
        <p:nvSpPr>
          <p:cNvPr id="115" name="Google Shape;115;p2"/>
          <p:cNvSpPr txBox="1"/>
          <p:nvPr/>
        </p:nvSpPr>
        <p:spPr>
          <a:xfrm>
            <a:off x="434500" y="327267"/>
            <a:ext cx="3996139" cy="1474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5000"/>
              </a:lnSpc>
              <a:buSzPts val="15000"/>
            </a:pPr>
            <a:r>
              <a:rPr lang="es-GT" sz="8334" dirty="0">
                <a:solidFill>
                  <a:srgbClr val="131416"/>
                </a:solidFill>
                <a:latin typeface="Pacifico"/>
                <a:ea typeface="Pacifico"/>
                <a:cs typeface="Pacifico"/>
                <a:sym typeface="Pacifico"/>
              </a:rPr>
              <a:t>Agenda</a:t>
            </a:r>
            <a:endParaRPr lang="es-GT" sz="800" dirty="0">
              <a:latin typeface="Pacifico"/>
              <a:ea typeface="Pacifico"/>
              <a:cs typeface="Pacifico"/>
              <a:sym typeface="Pacifico"/>
            </a:endParaRPr>
          </a:p>
        </p:txBody>
      </p:sp>
      <p:sp>
        <p:nvSpPr>
          <p:cNvPr id="118" name="Google Shape;118;p2"/>
          <p:cNvSpPr/>
          <p:nvPr/>
        </p:nvSpPr>
        <p:spPr>
          <a:xfrm>
            <a:off x="7826537" y="2155078"/>
            <a:ext cx="3569097" cy="844775"/>
          </a:xfrm>
          <a:custGeom>
            <a:avLst/>
            <a:gdLst/>
            <a:ahLst/>
            <a:cxnLst/>
            <a:rect l="l" t="t" r="r" b="b"/>
            <a:pathLst>
              <a:path w="1410014" h="333738" extrusionOk="0">
                <a:moveTo>
                  <a:pt x="1206814" y="0"/>
                </a:moveTo>
                <a:lnTo>
                  <a:pt x="0" y="0"/>
                </a:lnTo>
                <a:lnTo>
                  <a:pt x="0" y="333738"/>
                </a:lnTo>
                <a:lnTo>
                  <a:pt x="1206814" y="333738"/>
                </a:lnTo>
                <a:lnTo>
                  <a:pt x="1410014" y="166869"/>
                </a:lnTo>
                <a:lnTo>
                  <a:pt x="120681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s-GT" sz="933" dirty="0"/>
          </a:p>
        </p:txBody>
      </p:sp>
      <p:grpSp>
        <p:nvGrpSpPr>
          <p:cNvPr id="123" name="Google Shape;123;p2"/>
          <p:cNvGrpSpPr/>
          <p:nvPr/>
        </p:nvGrpSpPr>
        <p:grpSpPr>
          <a:xfrm>
            <a:off x="127937" y="3182223"/>
            <a:ext cx="3464777" cy="563590"/>
            <a:chOff x="0" y="-72964"/>
            <a:chExt cx="2212695" cy="359923"/>
          </a:xfrm>
        </p:grpSpPr>
        <p:sp>
          <p:nvSpPr>
            <p:cNvPr id="124" name="Google Shape;124;p2"/>
            <p:cNvSpPr/>
            <p:nvPr/>
          </p:nvSpPr>
          <p:spPr>
            <a:xfrm>
              <a:off x="0" y="0"/>
              <a:ext cx="1964221" cy="283723"/>
            </a:xfrm>
            <a:custGeom>
              <a:avLst/>
              <a:gdLst/>
              <a:ahLst/>
              <a:cxnLst/>
              <a:rect l="l" t="t" r="r" b="b"/>
              <a:pathLst>
                <a:path w="1964221" h="283723" extrusionOk="0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s-GT" sz="933" dirty="0"/>
            </a:p>
          </p:txBody>
        </p:sp>
        <p:sp>
          <p:nvSpPr>
            <p:cNvPr id="125" name="Google Shape;125;p2"/>
            <p:cNvSpPr txBox="1"/>
            <p:nvPr/>
          </p:nvSpPr>
          <p:spPr>
            <a:xfrm>
              <a:off x="362774" y="-72964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algn="ctr">
                <a:lnSpc>
                  <a:spcPct val="148017"/>
                </a:lnSpc>
                <a:buSzPts val="2799"/>
              </a:pPr>
              <a:r>
                <a:rPr lang="es-GT" sz="1866" dirty="0"/>
                <a:t>Anuncios Generales</a:t>
              </a:r>
              <a:endParaRPr lang="es-GT" sz="933" dirty="0"/>
            </a:p>
          </p:txBody>
        </p:sp>
      </p:grpSp>
      <p:grpSp>
        <p:nvGrpSpPr>
          <p:cNvPr id="129" name="Google Shape;129;p2"/>
          <p:cNvGrpSpPr/>
          <p:nvPr/>
        </p:nvGrpSpPr>
        <p:grpSpPr>
          <a:xfrm>
            <a:off x="332837" y="3820929"/>
            <a:ext cx="3087870" cy="610838"/>
            <a:chOff x="0" y="0"/>
            <a:chExt cx="1971992" cy="390097"/>
          </a:xfrm>
        </p:grpSpPr>
        <p:sp>
          <p:nvSpPr>
            <p:cNvPr id="130" name="Google Shape;130;p2"/>
            <p:cNvSpPr/>
            <p:nvPr/>
          </p:nvSpPr>
          <p:spPr>
            <a:xfrm>
              <a:off x="0" y="0"/>
              <a:ext cx="1964221" cy="283723"/>
            </a:xfrm>
            <a:custGeom>
              <a:avLst/>
              <a:gdLst/>
              <a:ahLst/>
              <a:cxnLst/>
              <a:rect l="l" t="t" r="r" b="b"/>
              <a:pathLst>
                <a:path w="1964221" h="283723" extrusionOk="0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s-GT" sz="933" dirty="0"/>
            </a:p>
          </p:txBody>
        </p:sp>
        <p:sp>
          <p:nvSpPr>
            <p:cNvPr id="131" name="Google Shape;131;p2"/>
            <p:cNvSpPr txBox="1"/>
            <p:nvPr/>
          </p:nvSpPr>
          <p:spPr>
            <a:xfrm>
              <a:off x="122071" y="30174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algn="ctr">
                <a:lnSpc>
                  <a:spcPct val="148017"/>
                </a:lnSpc>
                <a:buSzPts val="2799"/>
              </a:pPr>
              <a:r>
                <a:rPr lang="en-US" sz="2000" dirty="0">
                  <a:solidFill>
                    <a:schemeClr val="tx1"/>
                  </a:solidFill>
                </a:rPr>
                <a:t>Monitorization</a:t>
              </a:r>
              <a:endParaRPr lang="es-GT" sz="933" dirty="0">
                <a:solidFill>
                  <a:schemeClr val="tx1"/>
                </a:solidFill>
              </a:endParaRPr>
            </a:p>
          </p:txBody>
        </p:sp>
      </p:grpSp>
      <p:sp>
        <p:nvSpPr>
          <p:cNvPr id="135" name="Google Shape;135;p2"/>
          <p:cNvSpPr/>
          <p:nvPr/>
        </p:nvSpPr>
        <p:spPr>
          <a:xfrm>
            <a:off x="585766" y="3326466"/>
            <a:ext cx="302239" cy="366729"/>
          </a:xfrm>
          <a:custGeom>
            <a:avLst/>
            <a:gdLst/>
            <a:ahLst/>
            <a:cxnLst/>
            <a:rect l="l" t="t" r="r" b="b"/>
            <a:pathLst>
              <a:path w="453358" h="550094" extrusionOk="0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 sz="933" dirty="0"/>
          </a:p>
        </p:txBody>
      </p:sp>
      <p:sp>
        <p:nvSpPr>
          <p:cNvPr id="137" name="Google Shape;137;p2"/>
          <p:cNvSpPr/>
          <p:nvPr/>
        </p:nvSpPr>
        <p:spPr>
          <a:xfrm>
            <a:off x="585766" y="3955056"/>
            <a:ext cx="302239" cy="366729"/>
          </a:xfrm>
          <a:custGeom>
            <a:avLst/>
            <a:gdLst/>
            <a:ahLst/>
            <a:cxnLst/>
            <a:rect l="l" t="t" r="r" b="b"/>
            <a:pathLst>
              <a:path w="453358" h="550094" extrusionOk="0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 sz="933" dirty="0"/>
          </a:p>
        </p:txBody>
      </p:sp>
      <p:grpSp>
        <p:nvGrpSpPr>
          <p:cNvPr id="10" name="Google Shape;132;p2">
            <a:extLst>
              <a:ext uri="{FF2B5EF4-FFF2-40B4-BE49-F238E27FC236}">
                <a16:creationId xmlns:a16="http://schemas.microsoft.com/office/drawing/2014/main" id="{DB5BB7A4-AE5E-86F8-4B7F-CEE5EE26A0E6}"/>
              </a:ext>
            </a:extLst>
          </p:cNvPr>
          <p:cNvGrpSpPr/>
          <p:nvPr/>
        </p:nvGrpSpPr>
        <p:grpSpPr>
          <a:xfrm>
            <a:off x="523984" y="4748297"/>
            <a:ext cx="6212094" cy="1355459"/>
            <a:chOff x="-2002980" y="-581908"/>
            <a:chExt cx="3967201" cy="865631"/>
          </a:xfrm>
        </p:grpSpPr>
        <p:sp>
          <p:nvSpPr>
            <p:cNvPr id="11" name="Google Shape;133;p2">
              <a:extLst>
                <a:ext uri="{FF2B5EF4-FFF2-40B4-BE49-F238E27FC236}">
                  <a16:creationId xmlns:a16="http://schemas.microsoft.com/office/drawing/2014/main" id="{F01663B2-C686-2FF3-A923-B7E76CB920D4}"/>
                </a:ext>
              </a:extLst>
            </p:cNvPr>
            <p:cNvSpPr/>
            <p:nvPr/>
          </p:nvSpPr>
          <p:spPr>
            <a:xfrm>
              <a:off x="0" y="0"/>
              <a:ext cx="1964221" cy="283723"/>
            </a:xfrm>
            <a:custGeom>
              <a:avLst/>
              <a:gdLst/>
              <a:ahLst/>
              <a:cxnLst/>
              <a:rect l="l" t="t" r="r" b="b"/>
              <a:pathLst>
                <a:path w="1964221" h="283723" extrusionOk="0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s-GT" sz="933" dirty="0"/>
            </a:p>
          </p:txBody>
        </p:sp>
        <p:sp>
          <p:nvSpPr>
            <p:cNvPr id="12" name="Google Shape;134;p2">
              <a:extLst>
                <a:ext uri="{FF2B5EF4-FFF2-40B4-BE49-F238E27FC236}">
                  <a16:creationId xmlns:a16="http://schemas.microsoft.com/office/drawing/2014/main" id="{4673B32B-14F2-36D6-8FDF-88189ED3BF90}"/>
                </a:ext>
              </a:extLst>
            </p:cNvPr>
            <p:cNvSpPr txBox="1"/>
            <p:nvPr/>
          </p:nvSpPr>
          <p:spPr>
            <a:xfrm>
              <a:off x="-2002980" y="-581908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algn="ctr">
                <a:lnSpc>
                  <a:spcPct val="148017"/>
                </a:lnSpc>
                <a:buSzPts val="2799"/>
              </a:pPr>
              <a:r>
                <a:rPr lang="es-GT" sz="1866" dirty="0"/>
                <a:t>Dudas Finales</a:t>
              </a:r>
              <a:endParaRPr lang="es-GT" sz="933" dirty="0"/>
            </a:p>
          </p:txBody>
        </p:sp>
      </p:grpSp>
      <p:sp>
        <p:nvSpPr>
          <p:cNvPr id="13" name="Google Shape;138;p2">
            <a:extLst>
              <a:ext uri="{FF2B5EF4-FFF2-40B4-BE49-F238E27FC236}">
                <a16:creationId xmlns:a16="http://schemas.microsoft.com/office/drawing/2014/main" id="{DB9B4FB8-5289-6F72-4D0C-D213312F8747}"/>
              </a:ext>
            </a:extLst>
          </p:cNvPr>
          <p:cNvSpPr/>
          <p:nvPr/>
        </p:nvSpPr>
        <p:spPr>
          <a:xfrm>
            <a:off x="555893" y="4846728"/>
            <a:ext cx="302239" cy="366729"/>
          </a:xfrm>
          <a:custGeom>
            <a:avLst/>
            <a:gdLst/>
            <a:ahLst/>
            <a:cxnLst/>
            <a:rect l="l" t="t" r="r" b="b"/>
            <a:pathLst>
              <a:path w="453358" h="550094" extrusionOk="0">
                <a:moveTo>
                  <a:pt x="0" y="0"/>
                </a:moveTo>
                <a:lnTo>
                  <a:pt x="453359" y="0"/>
                </a:lnTo>
                <a:lnTo>
                  <a:pt x="453359" y="550095"/>
                </a:lnTo>
                <a:lnTo>
                  <a:pt x="0" y="5500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 sz="933" dirty="0"/>
          </a:p>
        </p:txBody>
      </p: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/>
          <p:cNvSpPr/>
          <p:nvPr/>
        </p:nvSpPr>
        <p:spPr>
          <a:xfrm>
            <a:off x="0" y="-1"/>
            <a:ext cx="12191695" cy="68520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-4253" y="34854"/>
            <a:ext cx="121917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6549203" y="2681111"/>
            <a:ext cx="4806000" cy="12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US" sz="8800" dirty="0">
                <a:solidFill>
                  <a:schemeClr val="dk2"/>
                </a:solidFill>
              </a:rPr>
              <a:t>Dudas</a:t>
            </a:r>
            <a:endParaRPr sz="8800" dirty="0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US" sz="8800" dirty="0">
                <a:solidFill>
                  <a:schemeClr val="dk2"/>
                </a:solidFill>
              </a:rPr>
              <a:t>Fase 3</a:t>
            </a:r>
            <a:endParaRPr dirty="0"/>
          </a:p>
        </p:txBody>
      </p:sp>
      <p:pic>
        <p:nvPicPr>
          <p:cNvPr id="111" name="Google Shape;111;p4" descr="Maestr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 extrusionOk="0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  <a:noFill/>
          <a:ln>
            <a:noFill/>
          </a:ln>
        </p:spPr>
      </p:pic>
      <p:grpSp>
        <p:nvGrpSpPr>
          <p:cNvPr id="112" name="Google Shape;112;p4"/>
          <p:cNvGrpSpPr/>
          <p:nvPr/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13" name="Google Shape;113;p4"/>
            <p:cNvSpPr/>
            <p:nvPr/>
          </p:nvSpPr>
          <p:spPr>
            <a:xfrm flipH="1">
              <a:off x="305" y="34854"/>
              <a:ext cx="6028697" cy="6817170"/>
            </a:xfrm>
            <a:custGeom>
              <a:avLst/>
              <a:gdLst/>
              <a:ahLst/>
              <a:cxnLst/>
              <a:rect l="l" t="t" r="r" b="b"/>
              <a:pathLst>
                <a:path w="6028697" h="6817170" extrusionOk="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019"/>
                  </a:srgbClr>
                </a:gs>
                <a:gs pos="2000">
                  <a:srgbClr val="FFFFFF">
                    <a:alpha val="9019"/>
                  </a:srgbClr>
                </a:gs>
                <a:gs pos="16000">
                  <a:srgbClr val="70AD47">
                    <a:alpha val="9019"/>
                  </a:srgbClr>
                </a:gs>
                <a:gs pos="85000">
                  <a:srgbClr val="4472C4">
                    <a:alpha val="9019"/>
                  </a:srgbClr>
                </a:gs>
                <a:gs pos="100000">
                  <a:srgbClr val="FFFFFF">
                    <a:alpha val="9019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4"/>
            <p:cNvSpPr/>
            <p:nvPr/>
          </p:nvSpPr>
          <p:spPr>
            <a:xfrm flipH="1">
              <a:off x="305" y="1"/>
              <a:ext cx="6165116" cy="6858001"/>
            </a:xfrm>
            <a:custGeom>
              <a:avLst/>
              <a:gdLst/>
              <a:ahLst/>
              <a:cxnLst/>
              <a:rect l="l" t="t" r="r" b="b"/>
              <a:pathLst>
                <a:path w="6264586" h="6858001" extrusionOk="0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019"/>
                  </a:srgbClr>
                </a:gs>
                <a:gs pos="2000">
                  <a:srgbClr val="FFFFFF">
                    <a:alpha val="9019"/>
                  </a:srgbClr>
                </a:gs>
                <a:gs pos="16000">
                  <a:srgbClr val="70AD47">
                    <a:alpha val="9019"/>
                  </a:srgbClr>
                </a:gs>
                <a:gs pos="85000">
                  <a:srgbClr val="4472C4">
                    <a:alpha val="9019"/>
                  </a:srgbClr>
                </a:gs>
                <a:gs pos="100000">
                  <a:srgbClr val="FFFFFF">
                    <a:alpha val="9019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4"/>
            <p:cNvSpPr/>
            <p:nvPr/>
          </p:nvSpPr>
          <p:spPr>
            <a:xfrm flipH="1">
              <a:off x="305" y="-5977"/>
              <a:ext cx="6238675" cy="6858001"/>
            </a:xfrm>
            <a:custGeom>
              <a:avLst/>
              <a:gdLst/>
              <a:ahLst/>
              <a:cxnLst/>
              <a:rect l="l" t="t" r="r" b="b"/>
              <a:pathLst>
                <a:path w="6264586" h="6858001" extrusionOk="0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019"/>
                  </a:srgbClr>
                </a:gs>
                <a:gs pos="2000">
                  <a:srgbClr val="FFFFFF">
                    <a:alpha val="9019"/>
                  </a:srgbClr>
                </a:gs>
                <a:gs pos="16000">
                  <a:srgbClr val="70AD47">
                    <a:alpha val="9019"/>
                  </a:srgbClr>
                </a:gs>
                <a:gs pos="85000">
                  <a:srgbClr val="4472C4">
                    <a:alpha val="9019"/>
                  </a:srgbClr>
                </a:gs>
                <a:gs pos="100000">
                  <a:srgbClr val="FFFFFF">
                    <a:alpha val="9019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6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 txBox="1"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lang="en-US" sz="5400" b="1"/>
              <a:t>Monitoring &amp; Operate en DevOps</a:t>
            </a:r>
            <a:endParaRPr sz="5400"/>
          </a:p>
        </p:txBody>
      </p:sp>
      <p:sp>
        <p:nvSpPr>
          <p:cNvPr id="171" name="Google Shape;171;p6"/>
          <p:cNvSpPr/>
          <p:nvPr/>
        </p:nvSpPr>
        <p:spPr>
          <a:xfrm>
            <a:off x="572493" y="1681544"/>
            <a:ext cx="10972800" cy="18288"/>
          </a:xfrm>
          <a:custGeom>
            <a:avLst/>
            <a:gdLst/>
            <a:ahLst/>
            <a:cxnLst/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2941"/>
            </a:schemeClr>
          </a:solidFill>
          <a:ln w="44450" cap="rnd" cmpd="sng">
            <a:solidFill>
              <a:schemeClr val="accent2">
                <a:alpha val="72941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2" name="Google Shape;172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56250" y="2106375"/>
            <a:ext cx="7832151" cy="3916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48584de576676619_4"/>
          <p:cNvSpPr/>
          <p:nvPr/>
        </p:nvSpPr>
        <p:spPr>
          <a:xfrm>
            <a:off x="0" y="0"/>
            <a:ext cx="12189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g48584de576676619_4"/>
          <p:cNvSpPr txBox="1">
            <a:spLocks noGrp="1"/>
          </p:cNvSpPr>
          <p:nvPr>
            <p:ph type="title"/>
          </p:nvPr>
        </p:nvSpPr>
        <p:spPr>
          <a:xfrm>
            <a:off x="640080" y="329184"/>
            <a:ext cx="6894600" cy="17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lang="en-US" sz="5400"/>
              <a:t>Monitoring en Devops</a:t>
            </a:r>
            <a:endParaRPr/>
          </a:p>
        </p:txBody>
      </p:sp>
      <p:sp>
        <p:nvSpPr>
          <p:cNvPr id="180" name="Google Shape;180;g48584de576676619_4"/>
          <p:cNvSpPr/>
          <p:nvPr/>
        </p:nvSpPr>
        <p:spPr>
          <a:xfrm>
            <a:off x="758952" y="2395728"/>
            <a:ext cx="4243589" cy="18288"/>
          </a:xfrm>
          <a:custGeom>
            <a:avLst/>
            <a:gdLst/>
            <a:ahLst/>
            <a:cxnLst/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g48584de576676619_4"/>
          <p:cNvSpPr txBox="1">
            <a:spLocks noGrp="1"/>
          </p:cNvSpPr>
          <p:nvPr>
            <p:ph type="body" idx="1"/>
          </p:nvPr>
        </p:nvSpPr>
        <p:spPr>
          <a:xfrm>
            <a:off x="640080" y="2706624"/>
            <a:ext cx="6894600" cy="348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6008"/>
              <a:buFont typeface="Arial"/>
              <a:buNone/>
            </a:pPr>
            <a:r>
              <a:rPr lang="en-US" sz="4229"/>
              <a:t>En DevOps, el monitoring (monitoreo) se refiere a la práctica de supervisar continuamente aplicaciones, servicios e infraestructuras en producción. Su objetivo principal es asegurar que los sistemas funcionen de manera óptima y estén disponibles para los usuarios finales</a:t>
            </a:r>
            <a:endParaRPr sz="4229"/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35338"/>
              <a:buNone/>
            </a:pPr>
            <a:endParaRPr/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630"/>
              <a:buNone/>
            </a:pPr>
            <a:endParaRPr/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2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5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758952" y="2395728"/>
            <a:ext cx="4243589" cy="18288"/>
          </a:xfrm>
          <a:custGeom>
            <a:avLst/>
            <a:gdLst/>
            <a:ahLst/>
            <a:cxnLst/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9" name="Google Shape;189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1075" y="528325"/>
            <a:ext cx="10836075" cy="5910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7"/>
          <p:cNvSpPr/>
          <p:nvPr/>
        </p:nvSpPr>
        <p:spPr>
          <a:xfrm>
            <a:off x="-30575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>
            <a:spLocks noGrp="1"/>
          </p:cNvSpPr>
          <p:nvPr>
            <p:ph type="title"/>
          </p:nvPr>
        </p:nvSpPr>
        <p:spPr>
          <a:xfrm>
            <a:off x="316700" y="639200"/>
            <a:ext cx="6552300" cy="36417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Calibri"/>
              <a:buNone/>
            </a:pPr>
            <a:r>
              <a:rPr lang="en-US" sz="5600"/>
              <a:t>Caracteristicas </a:t>
            </a:r>
            <a:endParaRPr sz="56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Calibri"/>
              <a:buNone/>
            </a:pPr>
            <a:r>
              <a:rPr lang="en-US" sz="5600"/>
              <a:t>Principales</a:t>
            </a:r>
            <a:endParaRPr sz="5600"/>
          </a:p>
        </p:txBody>
      </p:sp>
      <p:sp>
        <p:nvSpPr>
          <p:cNvPr id="196" name="Google Shape;196;p7"/>
          <p:cNvSpPr/>
          <p:nvPr/>
        </p:nvSpPr>
        <p:spPr>
          <a:xfrm>
            <a:off x="643278" y="4409267"/>
            <a:ext cx="3255095" cy="18288"/>
          </a:xfrm>
          <a:custGeom>
            <a:avLst/>
            <a:gdLst/>
            <a:ahLst/>
            <a:cxnLst/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 txBox="1"/>
          <p:nvPr/>
        </p:nvSpPr>
        <p:spPr>
          <a:xfrm>
            <a:off x="6967200" y="1474250"/>
            <a:ext cx="4433700" cy="27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Recolección de métricas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Alertas y notificaciones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Analisis de Logs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Dashboards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Ajustes y optimizacion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48584de576676619_13"/>
          <p:cNvSpPr/>
          <p:nvPr/>
        </p:nvSpPr>
        <p:spPr>
          <a:xfrm>
            <a:off x="0" y="0"/>
            <a:ext cx="12189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48584de576676619_13"/>
          <p:cNvSpPr txBox="1">
            <a:spLocks noGrp="1"/>
          </p:cNvSpPr>
          <p:nvPr>
            <p:ph type="title"/>
          </p:nvPr>
        </p:nvSpPr>
        <p:spPr>
          <a:xfrm>
            <a:off x="640080" y="329184"/>
            <a:ext cx="6894600" cy="17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lang="en-US" sz="5400"/>
              <a:t>Operate en Devops</a:t>
            </a:r>
            <a:endParaRPr/>
          </a:p>
        </p:txBody>
      </p:sp>
      <p:sp>
        <p:nvSpPr>
          <p:cNvPr id="205" name="Google Shape;205;g48584de576676619_13"/>
          <p:cNvSpPr/>
          <p:nvPr/>
        </p:nvSpPr>
        <p:spPr>
          <a:xfrm>
            <a:off x="758952" y="2395728"/>
            <a:ext cx="4243589" cy="18288"/>
          </a:xfrm>
          <a:custGeom>
            <a:avLst/>
            <a:gdLst/>
            <a:ahLst/>
            <a:cxnLst/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g48584de576676619_13"/>
          <p:cNvSpPr txBox="1">
            <a:spLocks noGrp="1"/>
          </p:cNvSpPr>
          <p:nvPr>
            <p:ph type="body" idx="1"/>
          </p:nvPr>
        </p:nvSpPr>
        <p:spPr>
          <a:xfrm>
            <a:off x="640080" y="2706624"/>
            <a:ext cx="6894600" cy="348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/>
              <a:t>Se refiere a las actividades y prácticas relacionadas con la gestión y mantenimiento de los sistemas y aplicaciones en producción. Este aspecto es crucial para garantizar que los servicios sean estables, escalables y estén disponibles para los usuarios finales.</a:t>
            </a:r>
            <a:endParaRPr sz="2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d46eea4f4d_0_3"/>
          <p:cNvSpPr/>
          <p:nvPr/>
        </p:nvSpPr>
        <p:spPr>
          <a:xfrm>
            <a:off x="-30575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g2d46eea4f4d_0_3"/>
          <p:cNvSpPr>
            <a:spLocks noGrp="1"/>
          </p:cNvSpPr>
          <p:nvPr>
            <p:ph type="title"/>
          </p:nvPr>
        </p:nvSpPr>
        <p:spPr>
          <a:xfrm>
            <a:off x="316700" y="639200"/>
            <a:ext cx="6552300" cy="36417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Calibri"/>
              <a:buNone/>
            </a:pPr>
            <a:r>
              <a:rPr lang="en-US" sz="5600"/>
              <a:t>Caracteristicas </a:t>
            </a:r>
            <a:endParaRPr sz="56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Calibri"/>
              <a:buNone/>
            </a:pPr>
            <a:r>
              <a:rPr lang="en-US" sz="5600"/>
              <a:t>Principales</a:t>
            </a:r>
            <a:endParaRPr sz="5600"/>
          </a:p>
        </p:txBody>
      </p:sp>
      <p:sp>
        <p:nvSpPr>
          <p:cNvPr id="213" name="Google Shape;213;g2d46eea4f4d_0_3"/>
          <p:cNvSpPr/>
          <p:nvPr/>
        </p:nvSpPr>
        <p:spPr>
          <a:xfrm>
            <a:off x="643278" y="4409267"/>
            <a:ext cx="3255095" cy="18288"/>
          </a:xfrm>
          <a:custGeom>
            <a:avLst/>
            <a:gdLst/>
            <a:ahLst/>
            <a:cxnLst/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g2d46eea4f4d_0_3"/>
          <p:cNvSpPr txBox="1"/>
          <p:nvPr/>
        </p:nvSpPr>
        <p:spPr>
          <a:xfrm>
            <a:off x="6967200" y="1474250"/>
            <a:ext cx="4433700" cy="40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Gestion de infraestructura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Despliegues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Mantenimiento y actualizaciones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Escalabilidad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Gestion de incidentes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Automatizacion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Documentacion y procedimientos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d46eea4f4d_0_10"/>
          <p:cNvSpPr/>
          <p:nvPr/>
        </p:nvSpPr>
        <p:spPr>
          <a:xfrm>
            <a:off x="-30575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0" name="Google Shape;220;g2d46eea4f4d_0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2475" y="86450"/>
            <a:ext cx="8550574" cy="6530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9"/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 txBox="1"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60"/>
              <a:buFont typeface="Calibri"/>
              <a:buNone/>
            </a:pPr>
            <a:r>
              <a:rPr lang="en-US" sz="2960">
                <a:solidFill>
                  <a:srgbClr val="FFFFFF"/>
                </a:solidFill>
              </a:rPr>
              <a:t>“Lo que no se define no se puede medir. Lo que no se mide, no se puede mejorar. Lo que no se mejora, se degrada siempre”</a:t>
            </a:r>
            <a:endParaRPr sz="2960">
              <a:solidFill>
                <a:srgbClr val="FFFFFF"/>
              </a:solidFill>
            </a:endParaRPr>
          </a:p>
        </p:txBody>
      </p:sp>
      <p:sp>
        <p:nvSpPr>
          <p:cNvPr id="228" name="Google Shape;228;p9"/>
          <p:cNvSpPr/>
          <p:nvPr/>
        </p:nvSpPr>
        <p:spPr>
          <a:xfrm rot="-1790889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noFill/>
          <a:ln w="127000" cap="rnd" cmpd="sng">
            <a:solidFill>
              <a:schemeClr val="accent4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 txBox="1">
            <a:spLocks noGrp="1"/>
          </p:cNvSpPr>
          <p:nvPr>
            <p:ph type="body" idx="1"/>
          </p:nvPr>
        </p:nvSpPr>
        <p:spPr>
          <a:xfrm>
            <a:off x="5062453" y="4474433"/>
            <a:ext cx="5536500" cy="39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Frase de William Thomson Kelvin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d4c469d57e_0_5"/>
          <p:cNvSpPr/>
          <p:nvPr/>
        </p:nvSpPr>
        <p:spPr>
          <a:xfrm>
            <a:off x="-30575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6" name="Google Shape;236;g2d4c469d57e_0_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0719" y="0"/>
            <a:ext cx="9910564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2d46eea4f4d_0_18"/>
          <p:cNvSpPr/>
          <p:nvPr/>
        </p:nvSpPr>
        <p:spPr>
          <a:xfrm>
            <a:off x="-30575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g2d46eea4f4d_0_18"/>
          <p:cNvSpPr>
            <a:spLocks noGrp="1"/>
          </p:cNvSpPr>
          <p:nvPr>
            <p:ph type="title"/>
          </p:nvPr>
        </p:nvSpPr>
        <p:spPr>
          <a:xfrm>
            <a:off x="-1005325" y="618925"/>
            <a:ext cx="6552300" cy="36417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Calibri"/>
              <a:buNone/>
            </a:pPr>
            <a:r>
              <a:rPr lang="en-US" sz="5600"/>
              <a:t>Herramientas</a:t>
            </a:r>
            <a:endParaRPr sz="5600"/>
          </a:p>
        </p:txBody>
      </p:sp>
      <p:sp>
        <p:nvSpPr>
          <p:cNvPr id="243" name="Google Shape;243;g2d46eea4f4d_0_18"/>
          <p:cNvSpPr/>
          <p:nvPr/>
        </p:nvSpPr>
        <p:spPr>
          <a:xfrm>
            <a:off x="3" y="3877567"/>
            <a:ext cx="3255095" cy="18288"/>
          </a:xfrm>
          <a:custGeom>
            <a:avLst/>
            <a:gdLst/>
            <a:ahLst/>
            <a:cxnLst/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4" name="Google Shape;244;g2d46eea4f4d_0_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0149" y="161900"/>
            <a:ext cx="7308974" cy="624547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d4c469d57e_0_109"/>
          <p:cNvSpPr/>
          <p:nvPr/>
        </p:nvSpPr>
        <p:spPr>
          <a:xfrm>
            <a:off x="-30575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g2d4c469d57e_0_109"/>
          <p:cNvSpPr>
            <a:spLocks noGrp="1"/>
          </p:cNvSpPr>
          <p:nvPr>
            <p:ph type="title"/>
          </p:nvPr>
        </p:nvSpPr>
        <p:spPr>
          <a:xfrm>
            <a:off x="-1005325" y="618925"/>
            <a:ext cx="6552300" cy="36417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Calibri"/>
              <a:buNone/>
            </a:pPr>
            <a:r>
              <a:rPr lang="en-US" sz="5600"/>
              <a:t>ELK Stack</a:t>
            </a:r>
            <a:endParaRPr sz="5600"/>
          </a:p>
        </p:txBody>
      </p:sp>
      <p:sp>
        <p:nvSpPr>
          <p:cNvPr id="251" name="Google Shape;251;g2d4c469d57e_0_109"/>
          <p:cNvSpPr/>
          <p:nvPr/>
        </p:nvSpPr>
        <p:spPr>
          <a:xfrm>
            <a:off x="3" y="3877567"/>
            <a:ext cx="3255095" cy="18288"/>
          </a:xfrm>
          <a:custGeom>
            <a:avLst/>
            <a:gdLst/>
            <a:ahLst/>
            <a:cxnLst/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2" name="Google Shape;252;g2d4c469d57e_0_10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7725" y="2001850"/>
            <a:ext cx="7380750" cy="246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d4c469d57e_0_126"/>
          <p:cNvSpPr/>
          <p:nvPr/>
        </p:nvSpPr>
        <p:spPr>
          <a:xfrm>
            <a:off x="-30575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g2d4c469d57e_0_126"/>
          <p:cNvSpPr>
            <a:spLocks noGrp="1"/>
          </p:cNvSpPr>
          <p:nvPr>
            <p:ph type="title"/>
          </p:nvPr>
        </p:nvSpPr>
        <p:spPr>
          <a:xfrm>
            <a:off x="-1005325" y="618925"/>
            <a:ext cx="6552300" cy="36417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Calibri"/>
              <a:buNone/>
            </a:pPr>
            <a:r>
              <a:rPr lang="en-US" sz="5600" dirty="0"/>
              <a:t>Logstash</a:t>
            </a:r>
            <a:endParaRPr sz="5600" dirty="0"/>
          </a:p>
        </p:txBody>
      </p:sp>
      <p:sp>
        <p:nvSpPr>
          <p:cNvPr id="259" name="Google Shape;259;g2d4c469d57e_0_126"/>
          <p:cNvSpPr/>
          <p:nvPr/>
        </p:nvSpPr>
        <p:spPr>
          <a:xfrm>
            <a:off x="3" y="3877567"/>
            <a:ext cx="3255095" cy="18288"/>
          </a:xfrm>
          <a:custGeom>
            <a:avLst/>
            <a:gdLst/>
            <a:ahLst/>
            <a:cxnLst/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g2d4c469d57e_0_126"/>
          <p:cNvSpPr txBox="1"/>
          <p:nvPr/>
        </p:nvSpPr>
        <p:spPr>
          <a:xfrm>
            <a:off x="4989650" y="2043750"/>
            <a:ext cx="5967900" cy="23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 una herramienta de ingesta de datos y procesamiento de eventos. Se utiliza principalmente para recolectar, transformar y enviar datos a diferentes destinos, como Elasticsearch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d4c469d57e_0_134"/>
          <p:cNvSpPr/>
          <p:nvPr/>
        </p:nvSpPr>
        <p:spPr>
          <a:xfrm>
            <a:off x="-30575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g2d4c469d57e_0_134"/>
          <p:cNvSpPr>
            <a:spLocks noGrp="1"/>
          </p:cNvSpPr>
          <p:nvPr>
            <p:ph type="title"/>
          </p:nvPr>
        </p:nvSpPr>
        <p:spPr>
          <a:xfrm>
            <a:off x="-1005325" y="618925"/>
            <a:ext cx="6552300" cy="36417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Calibri"/>
              <a:buNone/>
            </a:pPr>
            <a:r>
              <a:rPr lang="en-US" sz="5600"/>
              <a:t>Elasticsearch</a:t>
            </a:r>
            <a:endParaRPr sz="5600"/>
          </a:p>
        </p:txBody>
      </p:sp>
      <p:sp>
        <p:nvSpPr>
          <p:cNvPr id="267" name="Google Shape;267;g2d4c469d57e_0_134"/>
          <p:cNvSpPr/>
          <p:nvPr/>
        </p:nvSpPr>
        <p:spPr>
          <a:xfrm>
            <a:off x="3" y="3877567"/>
            <a:ext cx="3255095" cy="18288"/>
          </a:xfrm>
          <a:custGeom>
            <a:avLst/>
            <a:gdLst/>
            <a:ahLst/>
            <a:cxnLst/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g2d4c469d57e_0_134"/>
          <p:cNvSpPr txBox="1"/>
          <p:nvPr/>
        </p:nvSpPr>
        <p:spPr>
          <a:xfrm>
            <a:off x="4989650" y="2043750"/>
            <a:ext cx="5967900" cy="27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 un motor de búsqueda y análisis basado en Lucene, diseñado para manejar grandes volúmenes de datos de manera rápida y escalable. Se utiliza comúnmente para almacenar, buscar y analizar datos en tiempo real.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2d4c469d57e_0_117"/>
          <p:cNvSpPr/>
          <p:nvPr/>
        </p:nvSpPr>
        <p:spPr>
          <a:xfrm>
            <a:off x="-30575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g2d4c469d57e_0_117"/>
          <p:cNvSpPr>
            <a:spLocks noGrp="1"/>
          </p:cNvSpPr>
          <p:nvPr>
            <p:ph type="title"/>
          </p:nvPr>
        </p:nvSpPr>
        <p:spPr>
          <a:xfrm>
            <a:off x="-1005325" y="618925"/>
            <a:ext cx="6552300" cy="36417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Calibri"/>
              <a:buNone/>
            </a:pPr>
            <a:r>
              <a:rPr lang="en-US" sz="5600"/>
              <a:t>Kibana</a:t>
            </a:r>
            <a:endParaRPr sz="5600"/>
          </a:p>
        </p:txBody>
      </p:sp>
      <p:sp>
        <p:nvSpPr>
          <p:cNvPr id="275" name="Google Shape;275;g2d4c469d57e_0_117"/>
          <p:cNvSpPr/>
          <p:nvPr/>
        </p:nvSpPr>
        <p:spPr>
          <a:xfrm>
            <a:off x="3" y="3877567"/>
            <a:ext cx="3255095" cy="18288"/>
          </a:xfrm>
          <a:custGeom>
            <a:avLst/>
            <a:gdLst/>
            <a:ahLst/>
            <a:cxnLst/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g2d4c469d57e_0_117"/>
          <p:cNvSpPr txBox="1"/>
          <p:nvPr/>
        </p:nvSpPr>
        <p:spPr>
          <a:xfrm>
            <a:off x="4989650" y="2043750"/>
            <a:ext cx="5967900" cy="27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Herramienta de visualización de datos que se utiliza principalmente con Elasticsearch. Permite a los usuarios explorar, visualizar y analizar datos almacenados en Elasticsearch a través de una interfaz gráfica intuitiva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B609D68-BD49-B1AF-18E2-E34659F86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s-ES" sz="3400" b="1">
                <a:solidFill>
                  <a:srgbClr val="FFFFFF"/>
                </a:solidFill>
              </a:rPr>
              <a:t>Observabilidad Unificada con OpenTelemetry y Grafana LGTM</a:t>
            </a:r>
            <a:br>
              <a:rPr lang="es-ES" sz="3400" b="1">
                <a:solidFill>
                  <a:srgbClr val="FFFFFF"/>
                </a:solidFill>
              </a:rPr>
            </a:br>
            <a:endParaRPr lang="es-GT" sz="3400">
              <a:solidFill>
                <a:srgbClr val="FFFFFF"/>
              </a:solidFill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998D8EF-8758-66EC-FAB9-A11184B4B2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s-ES" sz="1900" b="1" dirty="0"/>
              <a:t>El problema de la caja negra:</a:t>
            </a:r>
            <a:r>
              <a:rPr lang="es-ES" sz="1900" dirty="0"/>
              <a:t> Análisis de por qué un sistema distribuido sin </a:t>
            </a:r>
            <a:r>
              <a:rPr lang="es-ES" sz="1900" dirty="0" err="1"/>
              <a:t>observabilidad</a:t>
            </a:r>
            <a:r>
              <a:rPr lang="es-ES" sz="1900" dirty="0"/>
              <a:t> es imposible de mantener en producción.</a:t>
            </a:r>
          </a:p>
          <a:p>
            <a:r>
              <a:rPr lang="es-ES" sz="1900" b="1" dirty="0" err="1"/>
              <a:t>OpenTelemetry</a:t>
            </a:r>
            <a:r>
              <a:rPr lang="es-ES" sz="1900" b="1" dirty="0"/>
              <a:t>:</a:t>
            </a:r>
            <a:r>
              <a:rPr lang="es-ES" sz="1900" dirty="0"/>
              <a:t> Integración del estándar de la industria para exportar métricas, trazas y logs desde todos los microservicios de forma unificada.</a:t>
            </a:r>
          </a:p>
          <a:p>
            <a:r>
              <a:rPr lang="es-ES" sz="1900" b="1" dirty="0" err="1"/>
              <a:t>Stack</a:t>
            </a:r>
            <a:r>
              <a:rPr lang="es-ES" sz="1900" b="1" dirty="0"/>
              <a:t> </a:t>
            </a:r>
            <a:r>
              <a:rPr lang="es-ES" sz="1900" b="1" dirty="0" err="1"/>
              <a:t>Grafana</a:t>
            </a:r>
            <a:r>
              <a:rPr lang="es-ES" sz="1900" b="1" dirty="0"/>
              <a:t> LGTM:</a:t>
            </a:r>
            <a:r>
              <a:rPr lang="es-ES" sz="1900" dirty="0"/>
              <a:t> Despliegue del </a:t>
            </a:r>
            <a:r>
              <a:rPr lang="es-ES" sz="1900" dirty="0" err="1"/>
              <a:t>stack</a:t>
            </a:r>
            <a:r>
              <a:rPr lang="es-ES" sz="1900" dirty="0"/>
              <a:t> completo — Loki para logs, Tempo para trazas distribuidas y </a:t>
            </a:r>
            <a:r>
              <a:rPr lang="es-ES" sz="1900" dirty="0" err="1"/>
              <a:t>Prometheus</a:t>
            </a:r>
            <a:r>
              <a:rPr lang="es-ES" sz="1900" dirty="0"/>
              <a:t> para métricas.</a:t>
            </a:r>
          </a:p>
          <a:p>
            <a:r>
              <a:rPr lang="es-ES" sz="1900" b="1" dirty="0"/>
              <a:t>Correlación de logs con Trace ID:</a:t>
            </a:r>
            <a:r>
              <a:rPr lang="es-ES" sz="1900" dirty="0"/>
              <a:t> Inyección de identificadores únicos en el patrón de </a:t>
            </a:r>
            <a:r>
              <a:rPr lang="es-ES" sz="1900" dirty="0" err="1"/>
              <a:t>logging</a:t>
            </a:r>
            <a:r>
              <a:rPr lang="es-ES" sz="1900" dirty="0"/>
              <a:t> para vincular eventos de consola con trazas distribuidas.</a:t>
            </a:r>
          </a:p>
          <a:p>
            <a:r>
              <a:rPr lang="es-ES" sz="1900" b="1" dirty="0"/>
              <a:t>El puente </a:t>
            </a:r>
            <a:r>
              <a:rPr lang="es-ES" sz="1900" b="1" dirty="0" err="1"/>
              <a:t>Logback-OpenTelemetry</a:t>
            </a:r>
            <a:r>
              <a:rPr lang="es-ES" sz="1900" b="1" dirty="0"/>
              <a:t>:</a:t>
            </a:r>
            <a:r>
              <a:rPr lang="es-ES" sz="1900" dirty="0"/>
              <a:t> Implementación del </a:t>
            </a:r>
            <a:r>
              <a:rPr lang="es-ES" sz="1900" dirty="0" err="1"/>
              <a:t>InstallOpenTelemetryAppender</a:t>
            </a:r>
            <a:r>
              <a:rPr lang="es-ES" sz="1900" dirty="0"/>
              <a:t> para redirigir el flujo de logs de consola hacia Loki.</a:t>
            </a:r>
          </a:p>
          <a:p>
            <a:r>
              <a:rPr lang="es-ES" sz="1900" b="1" dirty="0"/>
              <a:t>Análisis visual en </a:t>
            </a:r>
            <a:r>
              <a:rPr lang="es-ES" sz="1900" b="1" dirty="0" err="1"/>
              <a:t>Grafana</a:t>
            </a:r>
            <a:r>
              <a:rPr lang="es-ES" sz="1900" b="1" dirty="0"/>
              <a:t>:</a:t>
            </a:r>
            <a:r>
              <a:rPr lang="es-ES" sz="1900" dirty="0"/>
              <a:t> Monitoreo del sistema bajo carga real cruzando métricas, trazas y logs en un solo panel.</a:t>
            </a:r>
          </a:p>
          <a:p>
            <a:endParaRPr lang="es-GT" sz="1900" dirty="0"/>
          </a:p>
        </p:txBody>
      </p:sp>
    </p:spTree>
    <p:extLst>
      <p:ext uri="{BB962C8B-B14F-4D97-AF65-F5344CB8AC3E}">
        <p14:creationId xmlns:p14="http://schemas.microsoft.com/office/powerpoint/2010/main" val="41280158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EAD89E9-0D5D-2001-23BD-B2E775372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ct val="0"/>
              </a:spcBef>
            </a:pPr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Monitorear VS Observar 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BDA88D4-1185-1F1E-8681-86E57AFECA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923046"/>
            <a:ext cx="10905066" cy="3898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2780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10620CC-71BE-C4A8-E06E-B7B22986B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GT" sz="4000">
                <a:solidFill>
                  <a:srgbClr val="FFFFFF"/>
                </a:solidFill>
              </a:rPr>
              <a:t>¿Qué es OpenTelemetry?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4523F46-4CF6-8AFA-CF79-BD8B6814BB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s-ES" sz="200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OpenTelemetry</a:t>
            </a:r>
            <a:r>
              <a:rPr lang="es-ES" sz="2000"/>
              <a:t> (o OTel) es un framework de código abierto y estándar de la industria, parte de la </a:t>
            </a:r>
            <a:r>
              <a:rPr lang="es-ES" sz="200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Cloud Native Computing Foundation (CNCF)</a:t>
            </a:r>
            <a:r>
              <a:rPr lang="es-ES" sz="2000"/>
              <a:t>. Permite generar, recopilar y exportar datos de telemetría (métricas, trazas y logs) de aplicaciones e infraestructura para su observabilidad, de manera agnóstica a cualquier proveedor. Facilita entender el rendimiento del sistema mediante el recolector de OpenTelemetry para procesar y enviar datos a múltiples plataformas.</a:t>
            </a:r>
            <a:endParaRPr lang="es-GT" sz="2000"/>
          </a:p>
        </p:txBody>
      </p:sp>
    </p:spTree>
    <p:extLst>
      <p:ext uri="{BB962C8B-B14F-4D97-AF65-F5344CB8AC3E}">
        <p14:creationId xmlns:p14="http://schemas.microsoft.com/office/powerpoint/2010/main" val="33633778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635DD61-8BC4-00A5-3710-76881B9E6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s-GT" sz="3700" b="1">
                <a:solidFill>
                  <a:srgbClr val="FFFFFF"/>
                </a:solidFill>
              </a:rPr>
              <a:t>Características y beneficios principales:</a:t>
            </a:r>
            <a:endParaRPr lang="es-GT" sz="3700">
              <a:solidFill>
                <a:srgbClr val="FFFFFF"/>
              </a:solidFill>
            </a:endParaRP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7708537-9AF5-1C98-7370-E8F1848D5E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s-ES" sz="2000" b="1"/>
              <a:t>Unificación:</a:t>
            </a:r>
            <a:r>
              <a:rPr lang="es-ES" sz="2000"/>
              <a:t> Reúne tres señales clave de observabilidad: </a:t>
            </a:r>
            <a:r>
              <a:rPr lang="es-ES" sz="2000" b="1"/>
              <a:t>trazas</a:t>
            </a:r>
            <a:r>
              <a:rPr lang="es-ES" sz="2000"/>
              <a:t> (flujo de peticiones), </a:t>
            </a:r>
            <a:r>
              <a:rPr lang="es-ES" sz="2000" b="1"/>
              <a:t>métricas</a:t>
            </a:r>
            <a:r>
              <a:rPr lang="es-ES" sz="2000"/>
              <a:t> (datos numéricos) y </a:t>
            </a:r>
            <a:r>
              <a:rPr lang="es-ES" sz="2000" b="1"/>
              <a:t>logs</a:t>
            </a:r>
            <a:r>
              <a:rPr lang="es-ES" sz="2000"/>
              <a:t> (eventos), correlacionándolas para una visión integral.</a:t>
            </a:r>
          </a:p>
          <a:p>
            <a:r>
              <a:rPr lang="es-ES" sz="2000" b="1"/>
              <a:t>Neutralidad:</a:t>
            </a:r>
            <a:r>
              <a:rPr lang="es-ES" sz="2000"/>
              <a:t> Al ser un estándar abierto, evita la dependencia de un único proveedor de monitoreo.</a:t>
            </a:r>
          </a:p>
          <a:p>
            <a:r>
              <a:rPr lang="es-ES" sz="2000" b="1"/>
              <a:t>Versatilidad:</a:t>
            </a:r>
            <a:r>
              <a:rPr lang="es-ES" sz="2000"/>
              <a:t> Compatible con la mayoría de los lenguajes de programación y herramientas de observabilidad, incluyendo </a:t>
            </a:r>
            <a:r>
              <a:rPr lang="es-ES" sz="2000">
                <a:hlinkClick r:id="rId2"/>
              </a:rPr>
              <a:t>Google Cloud Observability</a:t>
            </a:r>
            <a:r>
              <a:rPr lang="es-ES" sz="2000"/>
              <a:t>.</a:t>
            </a:r>
          </a:p>
          <a:p>
            <a:r>
              <a:rPr lang="es-ES" sz="2000" b="1"/>
              <a:t>Instrumentación:</a:t>
            </a:r>
            <a:r>
              <a:rPr lang="es-ES" sz="2000"/>
              <a:t> Permite la instrumentación automática (sin cambiar código) y manual.</a:t>
            </a:r>
          </a:p>
          <a:p>
            <a:r>
              <a:rPr lang="es-ES" sz="2000" b="1"/>
              <a:t>Origen:</a:t>
            </a:r>
            <a:r>
              <a:rPr lang="es-ES" sz="2000"/>
              <a:t> Surgió de la fusión de los proyectos OpenTracing y OpenCensus. </a:t>
            </a:r>
          </a:p>
          <a:p>
            <a:endParaRPr lang="es-GT" sz="2000"/>
          </a:p>
        </p:txBody>
      </p:sp>
    </p:spTree>
    <p:extLst>
      <p:ext uri="{BB962C8B-B14F-4D97-AF65-F5344CB8AC3E}">
        <p14:creationId xmlns:p14="http://schemas.microsoft.com/office/powerpoint/2010/main" val="7143988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7C6DC1B-5383-1FA8-47BC-8F49026D2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s-GT" sz="4000" b="1">
                <a:solidFill>
                  <a:srgbClr val="FFFFFF"/>
                </a:solidFill>
              </a:rPr>
              <a:t>Componentes clave:</a:t>
            </a:r>
            <a:endParaRPr lang="es-GT" sz="4000">
              <a:solidFill>
                <a:srgbClr val="FFFFFF"/>
              </a:solidFill>
            </a:endParaRPr>
          </a:p>
        </p:txBody>
      </p:sp>
      <p:graphicFrame>
        <p:nvGraphicFramePr>
          <p:cNvPr id="5" name="Marcador de texto 2">
            <a:extLst>
              <a:ext uri="{FF2B5EF4-FFF2-40B4-BE49-F238E27FC236}">
                <a16:creationId xmlns:a16="http://schemas.microsoft.com/office/drawing/2014/main" id="{520E40B5-0F97-DA7D-D0F0-D4474F0E571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62547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053928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F1C3A47-D75B-4736-3957-75383E9DF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GT" sz="4000" b="1">
                <a:solidFill>
                  <a:srgbClr val="FFFFFF"/>
                </a:solidFill>
              </a:rPr>
              <a:t>¿Para qué se utiliza?</a:t>
            </a:r>
            <a:endParaRPr lang="es-GT" sz="4000">
              <a:solidFill>
                <a:srgbClr val="FFFFFF"/>
              </a:solidFill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594037C-A43F-171B-2E1D-CB7F71FBED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s-ES" sz="2000" dirty="0"/>
              <a:t>Se usa principalmente para supervisar aplicaciones nativas de la nube (como microservicios), resolver problemas de rendimiento, analizar el comportamiento del sistema distribuido y mejorar la eficiencia en el uso de recursos.</a:t>
            </a:r>
            <a:endParaRPr lang="es-GT" sz="2000" dirty="0"/>
          </a:p>
        </p:txBody>
      </p:sp>
    </p:spTree>
    <p:extLst>
      <p:ext uri="{BB962C8B-B14F-4D97-AF65-F5344CB8AC3E}">
        <p14:creationId xmlns:p14="http://schemas.microsoft.com/office/powerpoint/2010/main" val="24164409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483AFAC-E3DA-1A27-85D5-725C5999F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ct val="0"/>
              </a:spcBef>
            </a:pPr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Actuador vs OpenTelemetry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983B5C5-CE23-8D0F-433B-CA4C6466A2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2522824"/>
            <a:ext cx="10905066" cy="2699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5721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D55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3699030-1A94-8A7D-4F69-9660FBA3E6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915922"/>
            <a:ext cx="10905066" cy="3026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3293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2A846DE-16FA-4404-F35A-4EDE77E538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6966" y="457200"/>
            <a:ext cx="8198068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2600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073016-B734-483B-8953-5BADEE145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0"/>
            <a:ext cx="8157458" cy="6858000"/>
          </a:xfrm>
          <a:prstGeom prst="rect">
            <a:avLst/>
          </a:prstGeom>
          <a:gradFill>
            <a:gsLst>
              <a:gs pos="2000">
                <a:schemeClr val="accent1"/>
              </a:gs>
              <a:gs pos="78000">
                <a:schemeClr val="accent1">
                  <a:lumMod val="50000"/>
                </a:schemeClr>
              </a:gs>
              <a:gs pos="100000">
                <a:srgbClr val="000000">
                  <a:alpha val="85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0A7EAB6-59D3-4325-8DE6-E0CA4009C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4537" y="1839884"/>
            <a:ext cx="8157460" cy="5017687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30000"/>
                </a:schemeClr>
              </a:gs>
              <a:gs pos="100000">
                <a:srgbClr val="000000">
                  <a:alpha val="44000"/>
                </a:srgb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63179" y="-33131"/>
            <a:ext cx="6857999" cy="6923403"/>
          </a:xfrm>
          <a:prstGeom prst="rect">
            <a:avLst/>
          </a:prstGeom>
          <a:gradFill>
            <a:gsLst>
              <a:gs pos="56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EC3C65F-D8B3-AC3C-C895-5870EB3545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02996"/>
            <a:ext cx="11277600" cy="4652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0922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F35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DE13BC8-EB8A-2E27-22CF-3905AE3EF7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648209"/>
            <a:ext cx="10905066" cy="5561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9493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D5D3192-5F4F-D02B-F381-26B855F2B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s-GT" sz="4000">
                <a:solidFill>
                  <a:srgbClr val="FFFFFF"/>
                </a:solidFill>
              </a:rPr>
              <a:t>Logging</a:t>
            </a:r>
          </a:p>
        </p:txBody>
      </p:sp>
      <p:graphicFrame>
        <p:nvGraphicFramePr>
          <p:cNvPr id="5" name="Marcador de texto 2">
            <a:extLst>
              <a:ext uri="{FF2B5EF4-FFF2-40B4-BE49-F238E27FC236}">
                <a16:creationId xmlns:a16="http://schemas.microsoft.com/office/drawing/2014/main" id="{0D62A6E1-4640-B171-EBC8-D136086B3AC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65144995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472151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12467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58C1136-994B-D064-8341-8C33B5E63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es-GT">
                <a:solidFill>
                  <a:srgbClr val="FFFFFF"/>
                </a:solidFill>
              </a:rPr>
              <a:t>Tipos de logs</a:t>
            </a:r>
          </a:p>
        </p:txBody>
      </p:sp>
      <p:graphicFrame>
        <p:nvGraphicFramePr>
          <p:cNvPr id="5" name="Marcador de texto 2">
            <a:extLst>
              <a:ext uri="{FF2B5EF4-FFF2-40B4-BE49-F238E27FC236}">
                <a16:creationId xmlns:a16="http://schemas.microsoft.com/office/drawing/2014/main" id="{00F693D4-5343-2D64-78F8-BB46D681FA8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2217310"/>
              </p:ext>
            </p:extLst>
          </p:nvPr>
        </p:nvGraphicFramePr>
        <p:xfrm>
          <a:off x="5207640" y="643466"/>
          <a:ext cx="6291714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826400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DA61EEE-F6A6-1B42-04A5-3041A5DAC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s-GT" sz="4600"/>
              <a:t>Logging estructurado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4CD2C33B-1D79-5465-26C7-0B3F0E55E6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82639073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316027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C82E465-19FF-D8BE-A66D-3084461D8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7101" y="735283"/>
            <a:ext cx="4978399" cy="3165045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</a:pPr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Los logs no son para </a:t>
            </a:r>
            <a:r>
              <a:rPr lang="en-US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escribir</a:t>
            </a:r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código</a:t>
            </a:r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… son para </a:t>
            </a:r>
            <a:r>
              <a:rPr lang="en-US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entender</a:t>
            </a:r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sistemas</a:t>
            </a:r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.</a:t>
            </a:r>
          </a:p>
        </p:txBody>
      </p:sp>
      <p:pic>
        <p:nvPicPr>
          <p:cNvPr id="7" name="Graphic 6" descr="Programador">
            <a:extLst>
              <a:ext uri="{FF2B5EF4-FFF2-40B4-BE49-F238E27FC236}">
                <a16:creationId xmlns:a16="http://schemas.microsoft.com/office/drawing/2014/main" id="{ECC38732-ADF9-6DDA-BB84-23E9B477F7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7549" y="2776619"/>
            <a:ext cx="1289051" cy="1289051"/>
          </a:xfrm>
          <a:prstGeom prst="rect">
            <a:avLst/>
          </a:prstGeom>
        </p:spPr>
      </p:pic>
      <p:pic>
        <p:nvPicPr>
          <p:cNvPr id="9" name="Graphic 8" descr="Programador">
            <a:extLst>
              <a:ext uri="{FF2B5EF4-FFF2-40B4-BE49-F238E27FC236}">
                <a16:creationId xmlns:a16="http://schemas.microsoft.com/office/drawing/2014/main" id="{F33B0F43-4F35-4B17-84CB-CAA3B13DBC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07815" y="716407"/>
            <a:ext cx="5411343" cy="541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5243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d4c469d57e_0_142"/>
          <p:cNvSpPr/>
          <p:nvPr/>
        </p:nvSpPr>
        <p:spPr>
          <a:xfrm>
            <a:off x="-30575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2" name="Google Shape;282;g2d4c469d57e_0_1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9032" y="57150"/>
            <a:ext cx="9753600" cy="680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9"/>
          <p:cNvSpPr txBox="1"/>
          <p:nvPr/>
        </p:nvSpPr>
        <p:spPr>
          <a:xfrm>
            <a:off x="3047997" y="3450703"/>
            <a:ext cx="5772600" cy="1952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>
              <a:lnSpc>
                <a:spcPct val="104000"/>
              </a:lnSpc>
              <a:buSzPts val="6099"/>
            </a:pPr>
            <a:r>
              <a:rPr lang="es-GT" sz="4066" dirty="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¡GRACIAS POR SU  ATENCIÓN!</a:t>
            </a:r>
            <a:endParaRPr lang="es-GT" sz="933" dirty="0">
              <a:latin typeface="Impact"/>
              <a:ea typeface="Impact"/>
              <a:cs typeface="Impact"/>
              <a:sym typeface="Impact"/>
            </a:endParaRPr>
          </a:p>
          <a:p>
            <a:pPr algn="just">
              <a:lnSpc>
                <a:spcPct val="104000"/>
              </a:lnSpc>
              <a:buSzPts val="6099"/>
            </a:pPr>
            <a:endParaRPr lang="es-GT" sz="4066" dirty="0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5176909" y="397733"/>
            <a:ext cx="1838179" cy="2513980"/>
          </a:xfrm>
          <a:custGeom>
            <a:avLst/>
            <a:gdLst/>
            <a:ahLst/>
            <a:cxnLst/>
            <a:rect l="l" t="t" r="r" b="b"/>
            <a:pathLst>
              <a:path w="2757268" h="3770970" extrusionOk="0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 sz="933" dirty="0"/>
          </a:p>
        </p:txBody>
      </p:sp>
      <p:sp>
        <p:nvSpPr>
          <p:cNvPr id="224" name="Google Shape;224;p9"/>
          <p:cNvSpPr txBox="1"/>
          <p:nvPr/>
        </p:nvSpPr>
        <p:spPr>
          <a:xfrm>
            <a:off x="1607399" y="5266490"/>
            <a:ext cx="8977203" cy="60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48000"/>
              </a:lnSpc>
              <a:buSzPts val="2000"/>
            </a:pPr>
            <a:r>
              <a:rPr lang="es-GT" sz="1333" dirty="0">
                <a:solidFill>
                  <a:srgbClr val="131416"/>
                </a:solidFill>
              </a:rPr>
              <a:t>RECUERDA QUE TENEMOS NUESTRO FORO SEMANAL DONDE PUEDES CONSULTAR CUALQUIER DUDA QUE TE SURJA EN LA SEMANA</a:t>
            </a:r>
            <a:endParaRPr lang="es-GT" sz="933" dirty="0"/>
          </a:p>
        </p:txBody>
      </p:sp>
    </p:spTree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</TotalTime>
  <Words>1040</Words>
  <Application>Microsoft Office PowerPoint</Application>
  <PresentationFormat>Panorámica</PresentationFormat>
  <Paragraphs>104</Paragraphs>
  <Slides>34</Slides>
  <Notes>19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34</vt:i4>
      </vt:variant>
    </vt:vector>
  </HeadingPairs>
  <TitlesOfParts>
    <vt:vector size="39" baseType="lpstr">
      <vt:lpstr>Arial</vt:lpstr>
      <vt:lpstr>Calibri</vt:lpstr>
      <vt:lpstr>Impact</vt:lpstr>
      <vt:lpstr>Pacifico</vt:lpstr>
      <vt:lpstr>Office Theme</vt:lpstr>
      <vt:lpstr>Presentación de PowerPoint</vt:lpstr>
      <vt:lpstr>Presentación de PowerPoint</vt:lpstr>
      <vt:lpstr>Dudas Fase 3</vt:lpstr>
      <vt:lpstr>Monitoring &amp; Operate en DevOps</vt:lpstr>
      <vt:lpstr>Monitoring en Devops</vt:lpstr>
      <vt:lpstr>Presentación de PowerPoint</vt:lpstr>
      <vt:lpstr>Caracteristicas  Principales</vt:lpstr>
      <vt:lpstr>Operate en Devops</vt:lpstr>
      <vt:lpstr>Caracteristicas  Principales</vt:lpstr>
      <vt:lpstr>Presentación de PowerPoint</vt:lpstr>
      <vt:lpstr>“Lo que no se define no se puede medir. Lo que no se mide, no se puede mejorar. Lo que no se mejora, se degrada siempre”</vt:lpstr>
      <vt:lpstr>Presentación de PowerPoint</vt:lpstr>
      <vt:lpstr>Herramientas</vt:lpstr>
      <vt:lpstr>ELK Stack</vt:lpstr>
      <vt:lpstr>Logstash</vt:lpstr>
      <vt:lpstr>Elasticsearch</vt:lpstr>
      <vt:lpstr>Kibana</vt:lpstr>
      <vt:lpstr>Observabilidad Unificada con OpenTelemetry y Grafana LGTM </vt:lpstr>
      <vt:lpstr>Monitorear VS Observar </vt:lpstr>
      <vt:lpstr>¿Qué es OpenTelemetry?</vt:lpstr>
      <vt:lpstr>Características y beneficios principales:</vt:lpstr>
      <vt:lpstr>Componentes clave:</vt:lpstr>
      <vt:lpstr>¿Para qué se utiliza?</vt:lpstr>
      <vt:lpstr>Actuador vs OpenTelemetry</vt:lpstr>
      <vt:lpstr>Presentación de PowerPoint</vt:lpstr>
      <vt:lpstr>Presentación de PowerPoint</vt:lpstr>
      <vt:lpstr>Presentación de PowerPoint</vt:lpstr>
      <vt:lpstr>Presentación de PowerPoint</vt:lpstr>
      <vt:lpstr>Logging</vt:lpstr>
      <vt:lpstr>Tipos de logs</vt:lpstr>
      <vt:lpstr>Logging estructurado</vt:lpstr>
      <vt:lpstr>Los logs no son para escribir código… son para entender sistemas.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Kevin Pozuelos</dc:creator>
  <cp:lastModifiedBy>Kevin Pozuelos</cp:lastModifiedBy>
  <cp:revision>8</cp:revision>
  <dcterms:created xsi:type="dcterms:W3CDTF">2021-01-24T02:47:27Z</dcterms:created>
  <dcterms:modified xsi:type="dcterms:W3CDTF">2026-04-10T01:00:40Z</dcterms:modified>
</cp:coreProperties>
</file>