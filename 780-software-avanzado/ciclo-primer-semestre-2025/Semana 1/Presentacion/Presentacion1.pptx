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Lobster"/>
      <p:regular r:id="rId15"/>
    </p:embeddedFont>
    <p:embeddedFont>
      <p:font typeface="Pacifico"/>
      <p:regular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jUfJ246VPbgNlnvvkq5PxjGAB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bster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1" sz="5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87405" y="3915649"/>
            <a:ext cx="12375000" cy="15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 la 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979082" y="7426039"/>
            <a:ext cx="328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2"/>
          <p:cNvSpPr txBox="1"/>
          <p:nvPr/>
        </p:nvSpPr>
        <p:spPr>
          <a:xfrm>
            <a:off x="7087316" y="629513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5539160" y="4652327"/>
            <a:ext cx="720968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Indica la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3"/>
          <p:cNvSpPr txBox="1"/>
          <p:nvPr/>
        </p:nvSpPr>
        <p:spPr>
          <a:xfrm>
            <a:off x="14046211" y="6528182"/>
            <a:ext cx="3428436" cy="312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el programa del curso encontraras la competencia o competencias que debe cumplir el curso que estas impartiendo.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Colocala(s) en este apartado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14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aplicacion que vallan de acuerdo a los temas vistos (comprension y aplicacion)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6212437" y="3860833"/>
            <a:ext cx="6911332" cy="165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Aca se colocaran conceptos cortos  pero fundamentales para el tema visto.  (analisis y sintesis)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6"/>
          <p:cNvSpPr txBox="1"/>
          <p:nvPr/>
        </p:nvSpPr>
        <p:spPr>
          <a:xfrm>
            <a:off x="14141311" y="6315059"/>
            <a:ext cx="3238236" cy="316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 puntos clave de tu presentación, que consideres serán de ayuda para tus estudiantes. Enfocados a retener de mejor manera la información que les deseas transmitir (cortos pero certeros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116331" y="2896179"/>
            <a:ext cx="6911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en una educación por competencias enseñamos valores indica ejemplos prácticos  desde lo aprendido como van los valores aplicados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7"/>
          <p:cNvSpPr txBox="1"/>
          <p:nvPr/>
        </p:nvSpPr>
        <p:spPr>
          <a:xfrm>
            <a:off x="14252781" y="6573512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Nuestra casa de estudios cuenta con valores como Excelencia, Compromiso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Responsabilidad, Ética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Integridad, trata de relacionarlos a los temas que estas impartiendo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10447200" y="2896175"/>
            <a:ext cx="669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práctica, menos teoría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Hablar de valores puede ser aburrido si solo se queda en definiciones. Mejor usa casos reales, dinámicas, debates, videos, juegos de rol o storytelling.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056656" y="6413479"/>
            <a:ext cx="69114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 que momento indicar los valores: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inicio de la clase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Durante la exposicion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final de la clas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8"/>
          <p:cNvSpPr txBox="1"/>
          <p:nvPr/>
        </p:nvSpPr>
        <p:spPr>
          <a:xfrm>
            <a:off x="14236857" y="6780527"/>
            <a:ext cx="3238236" cy="211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la referencias que apliquen de aquel materia, bibliográfico o paginas de internet del cual te has basado para generar tu presentación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