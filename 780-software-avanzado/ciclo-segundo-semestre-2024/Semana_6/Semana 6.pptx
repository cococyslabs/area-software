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25379"/>
            <a:ext cx="7627382" cy="2950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Kubernetes: El futuro de la orquestación de contenedores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58309" y="4401026"/>
            <a:ext cx="762738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Kubernetes, también conocido como K8s, es un sistema de orquestación de código abierto que automatiza la implementación, el escalado y la gestión de aplicaciones en contenedores. Es una herramienta poderosa que permite a las organizaciones construir y desplegar aplicaciones de manera eficiente y confiable, adaptándose a las necesidades cambiantes del negocio.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6741200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29" y="6748820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3128" y="6725007"/>
            <a:ext cx="479369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2675" y="577572"/>
            <a:ext cx="7791450" cy="1271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Comprende los conceptos clave de Kubernetes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62675" y="2355771"/>
            <a:ext cx="434697" cy="434697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26029" y="2420541"/>
            <a:ext cx="107990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790611" y="2355771"/>
            <a:ext cx="254258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Clústeres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90611" y="2789515"/>
            <a:ext cx="3171230" cy="30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clúster de Kubernetes es un conjunto de nodos (servidores) que trabajan en conjunto para ejecutar aplicaciones en contenedores. Estos nodos se dividen en un nodo maestro, que controla y coordina el clúster, y nodos trabajadores, que ejecutan las cargas de trabajo.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5079" y="2355771"/>
            <a:ext cx="434697" cy="434697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87000" y="2420541"/>
            <a:ext cx="17085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783014" y="2355771"/>
            <a:ext cx="254258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Pods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783014" y="2789515"/>
            <a:ext cx="3171230" cy="278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pod es la unidad básica de ejecución en Kubernetes. Representa uno o más contenedores estrechamente relacionados que comparten recursos, como almacenamiento y red. Los pods son administrados y programados por el clúster de Kubernetes.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62675" y="6290905"/>
            <a:ext cx="434697" cy="434697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97573" y="6355675"/>
            <a:ext cx="16478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790611" y="6290905"/>
            <a:ext cx="254258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Servicios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790611" y="6724650"/>
            <a:ext cx="7163514" cy="92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servicios de Kubernetes proporcionan una abstracción de red que permite el acceso a los pods. Esto permite que las aplicaciones se comuniquen con otros recursos del clúster de manera fiable y escalable.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43645"/>
            <a:ext cx="77267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Instala y despliega Kubernetes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978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Minikube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370659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Minikube es una herramienta que te permite ejecutar un clúster de Kubernetes de un solo nodo en tu computadora local. Es ideal para aprender y probar Kubernetes de manera sencilla.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27978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K3s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370659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K3s es una distribución ligera y optimizada de Kubernetes, diseñada para entornos con recursos limitados, como edge computing o IoT. Es fácil de instalar y mantener, lo que lo convierte en una opción atractiva para entornos de producción.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27978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Kubernetes en la nube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370659"/>
            <a:ext cx="4018359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mayoría de los proveedores de servicios en la nube, como AWS, Google Cloud y Microsoft Azure, ofrecen servicios gestionados de Kubernetes. Esto permite a las organizaciones aprovechar las ventajas de Kubernetes sin tener que administrar la infraestructura subyacente.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3621" y="493633"/>
            <a:ext cx="7889558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¿Cómo trabajan los Pods, Servicios y Deployments?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71034" y="1941671"/>
            <a:ext cx="22860" cy="5794177"/>
          </a:xfrm>
          <a:prstGeom prst="roundRect">
            <a:avLst>
              <a:gd name="adj" fmla="val 705668"/>
            </a:avLst>
          </a:prstGeom>
          <a:solidFill>
            <a:srgbClr val="C1C3D0"/>
          </a:solidFill>
          <a:ln/>
        </p:spPr>
      </p:sp>
      <p:sp>
        <p:nvSpPr>
          <p:cNvPr id="5" name="Shape 2"/>
          <p:cNvSpPr/>
          <p:nvPr/>
        </p:nvSpPr>
        <p:spPr>
          <a:xfrm>
            <a:off x="6561237" y="2333387"/>
            <a:ext cx="627221" cy="22860"/>
          </a:xfrm>
          <a:prstGeom prst="roundRect">
            <a:avLst>
              <a:gd name="adj" fmla="val 705668"/>
            </a:avLst>
          </a:prstGeom>
          <a:solidFill>
            <a:srgbClr val="C1C3D0"/>
          </a:solidFill>
          <a:ln/>
        </p:spPr>
      </p:sp>
      <p:sp>
        <p:nvSpPr>
          <p:cNvPr id="6" name="Shape 3"/>
          <p:cNvSpPr/>
          <p:nvPr/>
        </p:nvSpPr>
        <p:spPr>
          <a:xfrm>
            <a:off x="6180832" y="2143244"/>
            <a:ext cx="403265" cy="403265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4450" dist="21590" dir="13500000">
              <a:srgbClr val="ffffff">
                <a:alpha val="7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32280" y="2203371"/>
            <a:ext cx="10025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68183" y="2120860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Pods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368183" y="2523172"/>
            <a:ext cx="6634996" cy="86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pods son los bloques de construcción básicos de Kubernetes. Contienen uno o más contenedores estrechamente relacionados y comparten recursos como almacenamiento y red.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61237" y="4133374"/>
            <a:ext cx="627221" cy="22860"/>
          </a:xfrm>
          <a:prstGeom prst="roundRect">
            <a:avLst>
              <a:gd name="adj" fmla="val 705668"/>
            </a:avLst>
          </a:prstGeom>
          <a:solidFill>
            <a:srgbClr val="C1C3D0"/>
          </a:solidFill>
          <a:ln/>
        </p:spPr>
      </p:sp>
      <p:sp>
        <p:nvSpPr>
          <p:cNvPr id="11" name="Shape 8"/>
          <p:cNvSpPr/>
          <p:nvPr/>
        </p:nvSpPr>
        <p:spPr>
          <a:xfrm>
            <a:off x="6180832" y="3943231"/>
            <a:ext cx="403265" cy="403265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4450" dist="21590" dir="13500000">
              <a:srgbClr val="ffffff">
                <a:alpha val="7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3228" y="4003358"/>
            <a:ext cx="15847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68183" y="3920847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Servicios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368183" y="4323159"/>
            <a:ext cx="6634996" cy="114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servicios proporcionan una capa de abstracción de red que expone los pods a la red interna o externa del clúster. Esto permite que las aplicaciones se comuniquen con otros recursos del clúster de manera fiable y escalable.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61237" y="6220063"/>
            <a:ext cx="627221" cy="22860"/>
          </a:xfrm>
          <a:prstGeom prst="roundRect">
            <a:avLst>
              <a:gd name="adj" fmla="val 705668"/>
            </a:avLst>
          </a:prstGeom>
          <a:solidFill>
            <a:srgbClr val="C1C3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180832" y="6029920"/>
            <a:ext cx="403265" cy="403265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4450" dist="21590" dir="13500000">
              <a:srgbClr val="ffffff">
                <a:alpha val="7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5967" y="6090047"/>
            <a:ext cx="152876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368183" y="6007537"/>
            <a:ext cx="235839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Deployments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368183" y="6409849"/>
            <a:ext cx="6634996" cy="1146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deployments definen el estado deseado de una aplicación, como el número de réplicas, la imagen del contenedor y otras configuraciones. Kubernetes se encarga de mantener el estado deseado, creando y actualizando pods según sea necesario.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93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63" y="3343632"/>
            <a:ext cx="12283678" cy="656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Configura tus aplicaciones con ConfigMaps y Secrets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98063" y="4298871"/>
            <a:ext cx="6517481" cy="3080147"/>
          </a:xfrm>
          <a:prstGeom prst="roundRect">
            <a:avLst>
              <a:gd name="adj" fmla="val 582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97493" y="4498300"/>
            <a:ext cx="262437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ConfigMaps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97493" y="4945975"/>
            <a:ext cx="6118622" cy="223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ConfigMaps son objetos de Kubernetes que almacenan datos de configuración en pares clave-valor. Pueden contener cualquier tipo de datos, como archivos de propiedades, archivos YAML o archivos de configuración. Los ConfigMaps permiten separar la configuración de la imagen del contenedor, lo que facilita la portabilidad y la reutilización de las aplicaciones.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4974" y="4298871"/>
            <a:ext cx="6517481" cy="3080147"/>
          </a:xfrm>
          <a:prstGeom prst="roundRect">
            <a:avLst>
              <a:gd name="adj" fmla="val 5828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9530" dist="2413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14404" y="4498300"/>
            <a:ext cx="2624376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Secrets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614404" y="4945975"/>
            <a:ext cx="6118622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Secrets son objetos de Kubernetes que almacenan datos confidenciales, como contraseñas, claves de API o tokens. Kubernetes maneja de manera segura el almacenamiento y la distribución de estos datos sensibles, lo que ayuda a proteger la información crítica de la aplicación.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796" y="516374"/>
            <a:ext cx="7832408" cy="123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Gestiona el almacenamiento en Kubernetes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6" y="2030135"/>
            <a:ext cx="936903" cy="19942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73687" y="2217420"/>
            <a:ext cx="263663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Volúmenes Persistentes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873687" y="2637949"/>
            <a:ext cx="6614517" cy="119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Volúmenes Persistentes (PV) representan recursos de almacenamiento provistos por el administrador del clúster. Pueden ser proporcionados por proveedores de almacenamiento como NFS, iSCSI o CloudProvider.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" y="4024432"/>
            <a:ext cx="936903" cy="199429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73687" y="4211717"/>
            <a:ext cx="4675108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Reclamaciones de Volúmenes Persistentes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873687" y="4632246"/>
            <a:ext cx="6614517" cy="119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Reclamaciones de Volúmenes Persistentes (PVC) son solicitudes de almacenamiento realizadas por los usuarios. Kubernetes asigna automáticamente un PV a un PVC, proporcionando a los pods acceso a almacenamiento duradero.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6" y="6018728"/>
            <a:ext cx="936903" cy="16944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73687" y="6206014"/>
            <a:ext cx="2465665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Pods y Aplicaciones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873687" y="6626543"/>
            <a:ext cx="6614517" cy="89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pods pueden montar PVCs para acceder al almacenamiento persistente, lo que les permite mantener datos más allá del ciclo de vida del pod.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5054" y="945833"/>
            <a:ext cx="7790736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 y Autoscala tus aplicaciones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054" y="1847255"/>
            <a:ext cx="470416" cy="4704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5054" y="2505789"/>
            <a:ext cx="3527346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HPA (Horizontal Pod Autoscaler)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145054" y="2928223"/>
            <a:ext cx="3772138" cy="1505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HPA monitorea y ajusta automáticamente el número de réplicas de un deployment basándose en la utilización de la CPU u otros métricas.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489" y="1847255"/>
            <a:ext cx="470416" cy="4704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99489" y="2505789"/>
            <a:ext cx="3252073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VPA (Vertical Pod Autoscaler)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0199489" y="2928223"/>
            <a:ext cx="3772257" cy="1505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VPA ajusta automáticamente los recursos (CPU, memoria) asignados a los pods en función de la utilización real, lo que garantiza un uso óptimo de los recursos.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054" y="4998363"/>
            <a:ext cx="470416" cy="4704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5054" y="5656898"/>
            <a:ext cx="2476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Escalado Programado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145054" y="6079331"/>
            <a:ext cx="3772138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 también permite escalar aplicaciones de acuerdo a un horario predefinido, lo que es útil para manejar cargas de trabajo previsibles.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489" y="4998363"/>
            <a:ext cx="470416" cy="4704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99489" y="5656898"/>
            <a:ext cx="2476262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Escalado Manual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0199489" y="6079331"/>
            <a:ext cx="3772257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Además del autoscalado, los operadores pueden escalar manualmente las aplicaciones mediante la modificación de los recursos de los deployments.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50112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¡Kubernetes es el futuro de la orquestación de contenedores!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708797"/>
            <a:ext cx="131137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 es una herramienta poderosa que transforma la forma en que las organizaciones construyen, despliegan y gestionan aplicaciones. Al automatizar tareas como el escalado, la resiliencia y la gestión del ciclo de vida, Kubernetes libera a los equipos de desarrollo y operaciones para que puedan centrarse en la innovación y el valor del negocio.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992648"/>
            <a:ext cx="131137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medida que la adopción de contenedores y microservicios continúa creciendo, Kubernetes se está convirtiendo rápidamente en el estándar de facto para la orquestación de cargas de trabajo en contenedores. Su robustez, escalabilidad y flexibilidad lo convierten en la elección ideal para empresas de todos los tamaños que buscan agilidad, eficiencia y escalabilidad en sus entornos de TI.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457" y="1029533"/>
            <a:ext cx="6927652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Próximos pasos con Kubernetes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34457" y="2124551"/>
            <a:ext cx="416600" cy="416600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90905" y="2186583"/>
            <a:ext cx="10358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736199" y="2124551"/>
            <a:ext cx="291774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Obtén experiencia práctica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736199" y="2540079"/>
            <a:ext cx="3229689" cy="26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 Minikube o K3s en tu computadora y comienza a experimentar con la creación de pods, servicios y deployments. Practica la configuración de aplicaciones con ConfigMaps y Secrets, y la gestión del almacenamiento con Persistent Volumes.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0151031" y="2124551"/>
            <a:ext cx="416600" cy="416600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77475" y="2186583"/>
            <a:ext cx="16371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752773" y="2124551"/>
            <a:ext cx="2802969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Amplía tus conocimientos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752773" y="2540079"/>
            <a:ext cx="3229689" cy="20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 recursos como la documentación oficial de Kubernetes, tutorials en línea y libros. Aprende sobre conceptos avanzados como el autoscalado, la gestión de la configuración y la seguridad en Kubernetes.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34457" y="5599509"/>
            <a:ext cx="416600" cy="416600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5720" dist="22860" dir="13500000">
              <a:srgbClr val="fffff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759" y="5661541"/>
            <a:ext cx="157877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736199" y="5599509"/>
            <a:ext cx="2714030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Certifícate como experto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736199" y="6015037"/>
            <a:ext cx="7246144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Considera obtener la certificación de Kubernetes, como el Certified Kubernetes Administrator (CKA) o el Certified Kubernetes Application Developer (CKAD). Estas acreditaciones demuestran tu dominio de la plataforma y te ayudarán a destacar en el mercado laboral.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21086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¡Empieza tu viaje con Kubernetes hoy!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2961203"/>
            <a:ext cx="762738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Kubernetes es una tecnología emocionante que está transformando la forma en que las organizaciones desarrollan, despliegan y gestionan aplicaciones. Al aprovechar sus capacidades de orquestación de contenedores, podrás liberar a tus equipos de las tareas repetitivas y centrarte en la innovación que impulsa el éxito de tu negocio.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285184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¡Empieza hoy mismo a explorar Kubernetes y descubre cómo puede ayudarte a llevar tus aplicaciones al siguiente nivel! Con la flexibilidad, escalabilidad y robustez que ofrece, Kubernetes se está convirtiendo rápidamente en el estándar de facto para la orquestación de cargas de trabajo en contenedores.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2024-10-27T17:20:18Z</dcterms:created>
  <dcterms:modified xsi:type="dcterms:W3CDTF">2024-10-27T17:20:18Z</dcterms:modified>
</cp:coreProperties>
</file>