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Instrument Sans Semi Bold"/>
      <p:regular r:id="rId15"/>
    </p:embeddedFont>
    <p:embeddedFont>
      <p:font typeface="Instrument Sans Semi Bold"/>
      <p:regular r:id="rId16"/>
    </p:embeddedFon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1464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DevOps: Testing &amp; Entrega Continua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21124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práctica del DevOps es fundamental para lograr una entrega continua de software de alta calidad. Este proceso involucra la automatización de la compilación, las pruebas y el despliegue de aplicaciones.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934908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D8997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6304" y="6067544"/>
            <a:ext cx="137874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5918002"/>
            <a:ext cx="328255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por Diego Molina Roldan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Compilación Automatizada de Aplicaciones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24625" y="2645569"/>
            <a:ext cx="127992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Configuración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Establecer un entorno de compilación estandarizado y reproducible.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6526" y="4489013"/>
            <a:ext cx="18419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Automatización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Implementar herramientas de automatización para compilar el código fuente.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8C9CF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954" y="6332458"/>
            <a:ext cx="19145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Validación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Integrar pruebas unitarias y de integración en el pipeline de compilación.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59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Creación de Artefactos de Compilación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Paquetes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7385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Compilar el código fuente en paquetes distribuibles, como .zip, .tar.gz o .deb.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Binarios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738563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Generar archivos ejecutables listos para su implementación.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Imágenes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337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Empaquetar aplicaciones en imágenes de contenedor, como Docker, para una entrega ágil.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3294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Almacenamiento de Artefactos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Artifactory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Repositorio de artefactos de código abierto que admite diversos formatos.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Nexus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Plataforma de gestión de artefactos que permite un almacenamiento seguro y escalable.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Trazabilidad, seguridad, redundancia y facilidad de acceso a los artefactos.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82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Builds Reproducibles y Caching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3099" y="3386138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Reproducibilidad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Garantizar que las compilaciones se generen de manera consistente y predecible.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5844" y="3386138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Caching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Almacenar en caché las salidas de compilación para acelerar los ciclos de desarrollo.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251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357" y="5810131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72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21553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Reducir el tiempo de compilación, facilitar la depuración y garantizar la coherencia.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Integración de Pruebas Unitarias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Definición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Crear casos de prueba unitaria que validen el comportamiento de los componentes.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Ejecución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Integrar las pruebas unitarias en el pipeline de compilación para validar cada cambio.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Retroalimentación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Obtener informes de pruebas y métricas de cobertura para identificar y corregir errores.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393" y="551617"/>
            <a:ext cx="7740015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Beneficios de la Entrega Continua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93" y="2106216"/>
            <a:ext cx="501372" cy="5013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8393" y="2808089"/>
            <a:ext cx="2507337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Rapidez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188393" y="3241715"/>
            <a:ext cx="774001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Tiempos de lanzamiento más cortos y ciclos de retroalimentación más rápidos.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93" y="4164449"/>
            <a:ext cx="501372" cy="5013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8393" y="4866323"/>
            <a:ext cx="2507337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Calidad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188393" y="5299948"/>
            <a:ext cx="774001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Menor número de defectos gracias a las pruebas automatizadas.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93" y="6222683"/>
            <a:ext cx="501372" cy="5013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8393" y="6924556"/>
            <a:ext cx="2507337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Eficiencia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188393" y="7358182"/>
            <a:ext cx="7740015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Optimización de recursos y reducción de costos operativos.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654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Recomendaciones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9499" y="2854523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769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Adopción gradual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259931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Implementar el DevOps de manera incremental, adaptándolo a las necesidades del equipo.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244" y="2854523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769513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Capacitación continua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614261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Fomentar el aprendizaje y la mejora continua de habilidades técnicas y de proceso.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6757" y="5632847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547836"/>
            <a:ext cx="29969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Colaboración y cultura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03825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Promover una cultura de equipo y comunicación abierta entre desarrolladores y operaciones.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2024-11-04T08:39:34Z</dcterms:created>
  <dcterms:modified xsi:type="dcterms:W3CDTF">2024-11-04T08:39:34Z</dcterms:modified>
</cp:coreProperties>
</file>