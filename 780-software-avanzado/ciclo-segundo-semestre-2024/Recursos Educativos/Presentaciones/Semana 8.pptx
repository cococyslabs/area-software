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Nunito Semi Bold"/>
      <p:regular r:id="rId16"/>
    </p:embeddedFon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PT Sans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367909"/>
            <a:ext cx="7468553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50"/>
              </a:lnSpc>
              <a:buNone/>
            </a:pPr>
            <a:r>
              <a:rPr lang="en-US" sz="6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DevOps: Planificación y Codificación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37724" y="4641533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 esta presentación exploraremos los conceptos clave de DevOps, desde la gestión de versiones hasta la automatización de procesos, con el objetivo de mejorar la eficiencia y la calidad del desarrollo de software.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6460688"/>
            <a:ext cx="382905" cy="382905"/>
          </a:xfrm>
          <a:prstGeom prst="roundRect">
            <a:avLst>
              <a:gd name="adj" fmla="val 23878209"/>
            </a:avLst>
          </a:prstGeom>
          <a:solidFill>
            <a:srgbClr val="D8997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8216" y="6603325"/>
            <a:ext cx="121801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PT Sans Medium" pitchFamily="34" charset="0"/>
                <a:ea typeface="PT Sans Medium" pitchFamily="34" charset="-122"/>
                <a:cs typeface="PT Sans Medium" pitchFamily="34" charset="-120"/>
              </a:rPr>
              <a:t>DR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340287" y="6442829"/>
            <a:ext cx="3165872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por Diego Molina Roldan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693" y="635794"/>
            <a:ext cx="7582614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Gestión de versiones con Git y GitFlow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1100018" y="2282428"/>
            <a:ext cx="30480" cy="5311259"/>
          </a:xfrm>
          <a:prstGeom prst="roundRect">
            <a:avLst>
              <a:gd name="adj" fmla="val 1097757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335703" y="2768918"/>
            <a:ext cx="780693" cy="30480"/>
          </a:xfrm>
          <a:prstGeom prst="roundRect">
            <a:avLst>
              <a:gd name="adj" fmla="val 1097757"/>
            </a:avLst>
          </a:prstGeom>
          <a:solidFill>
            <a:srgbClr val="2D4DF2"/>
          </a:solidFill>
          <a:ln/>
        </p:spPr>
      </p:sp>
      <p:sp>
        <p:nvSpPr>
          <p:cNvPr id="6" name="Shape 3"/>
          <p:cNvSpPr/>
          <p:nvPr/>
        </p:nvSpPr>
        <p:spPr>
          <a:xfrm>
            <a:off x="864334" y="2533293"/>
            <a:ext cx="501848" cy="501848"/>
          </a:xfrm>
          <a:prstGeom prst="roundRect">
            <a:avLst>
              <a:gd name="adj" fmla="val 66673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0782" y="2626757"/>
            <a:ext cx="18895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342078" y="2505432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Repositorios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342078" y="2967276"/>
            <a:ext cx="6021229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Utilizar Git para administrar el código fuente de manera centralizada y colaborativa.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35703" y="4613672"/>
            <a:ext cx="780693" cy="30480"/>
          </a:xfrm>
          <a:prstGeom prst="roundRect">
            <a:avLst>
              <a:gd name="adj" fmla="val 1097757"/>
            </a:avLst>
          </a:prstGeom>
          <a:solidFill>
            <a:srgbClr val="018CE1"/>
          </a:solidFill>
          <a:ln/>
        </p:spPr>
      </p:sp>
      <p:sp>
        <p:nvSpPr>
          <p:cNvPr id="11" name="Shape 8"/>
          <p:cNvSpPr/>
          <p:nvPr/>
        </p:nvSpPr>
        <p:spPr>
          <a:xfrm>
            <a:off x="864334" y="4378047"/>
            <a:ext cx="501848" cy="501848"/>
          </a:xfrm>
          <a:prstGeom prst="roundRect">
            <a:avLst>
              <a:gd name="adj" fmla="val 66673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0782" y="4471511"/>
            <a:ext cx="18895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342078" y="4350187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Ramas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342078" y="4812030"/>
            <a:ext cx="6021229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Implementar GitFlow para un flujo de trabajo de ramificación estructurado y eficiente.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35703" y="6458426"/>
            <a:ext cx="780693" cy="30480"/>
          </a:xfrm>
          <a:prstGeom prst="roundRect">
            <a:avLst>
              <a:gd name="adj" fmla="val 1097757"/>
            </a:avLst>
          </a:prstGeom>
          <a:solidFill>
            <a:srgbClr val="DA33BF"/>
          </a:solidFill>
          <a:ln/>
        </p:spPr>
      </p:sp>
      <p:sp>
        <p:nvSpPr>
          <p:cNvPr id="16" name="Shape 13"/>
          <p:cNvSpPr/>
          <p:nvPr/>
        </p:nvSpPr>
        <p:spPr>
          <a:xfrm>
            <a:off x="864334" y="6222802"/>
            <a:ext cx="501848" cy="501848"/>
          </a:xfrm>
          <a:prstGeom prst="roundRect">
            <a:avLst>
              <a:gd name="adj" fmla="val 66673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0782" y="6316266"/>
            <a:ext cx="18895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342078" y="6194941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Merge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342078" y="6656784"/>
            <a:ext cx="6021229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Integrar cambios de manera controlada y con trazabilidad a través de solicitudes de extracción (pull requests).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1018151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Backlog de producto y planificación ágil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Backlog de producto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Mantener un registro unificado de requisitos, funcionalidades y mejoras solicitadas por los usuarios.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Planificación ágil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Utilizar metodologías ágiles como Scrum para priorizar y organizar el trabajo de manera adaptativa.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Trazabilidad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37935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Vincular el código con las historias de usuario y las tareas del backlog.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693" y="635794"/>
            <a:ext cx="7582614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Pipeline de desarrollo: Continuous Integration (CI)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1100018" y="2282428"/>
            <a:ext cx="30480" cy="5311259"/>
          </a:xfrm>
          <a:prstGeom prst="roundRect">
            <a:avLst>
              <a:gd name="adj" fmla="val 1097757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335703" y="2768918"/>
            <a:ext cx="780693" cy="30480"/>
          </a:xfrm>
          <a:prstGeom prst="roundRect">
            <a:avLst>
              <a:gd name="adj" fmla="val 1097757"/>
            </a:avLst>
          </a:prstGeom>
          <a:solidFill>
            <a:srgbClr val="2D4DF2"/>
          </a:solidFill>
          <a:ln/>
        </p:spPr>
      </p:sp>
      <p:sp>
        <p:nvSpPr>
          <p:cNvPr id="6" name="Shape 3"/>
          <p:cNvSpPr/>
          <p:nvPr/>
        </p:nvSpPr>
        <p:spPr>
          <a:xfrm>
            <a:off x="864334" y="2533293"/>
            <a:ext cx="501848" cy="501848"/>
          </a:xfrm>
          <a:prstGeom prst="roundRect">
            <a:avLst>
              <a:gd name="adj" fmla="val 66673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0782" y="2626757"/>
            <a:ext cx="18895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342078" y="2505432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Integración continua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342078" y="2967276"/>
            <a:ext cx="6021229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Automatizar la compilación, prueba y validación del código a medida que se confirman los cambios.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35703" y="4613672"/>
            <a:ext cx="780693" cy="30480"/>
          </a:xfrm>
          <a:prstGeom prst="roundRect">
            <a:avLst>
              <a:gd name="adj" fmla="val 1097757"/>
            </a:avLst>
          </a:prstGeom>
          <a:solidFill>
            <a:srgbClr val="018CE1"/>
          </a:solidFill>
          <a:ln/>
        </p:spPr>
      </p:sp>
      <p:sp>
        <p:nvSpPr>
          <p:cNvPr id="11" name="Shape 8"/>
          <p:cNvSpPr/>
          <p:nvPr/>
        </p:nvSpPr>
        <p:spPr>
          <a:xfrm>
            <a:off x="864334" y="4378047"/>
            <a:ext cx="501848" cy="501848"/>
          </a:xfrm>
          <a:prstGeom prst="roundRect">
            <a:avLst>
              <a:gd name="adj" fmla="val 66673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0782" y="4471511"/>
            <a:ext cx="18895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342078" y="4350187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Entrega continua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342078" y="4812030"/>
            <a:ext cx="6021229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Implementar un flujo de trabajo que permita la distribución automática de software a los entornos de prueba y producción.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35703" y="6458426"/>
            <a:ext cx="780693" cy="30480"/>
          </a:xfrm>
          <a:prstGeom prst="roundRect">
            <a:avLst>
              <a:gd name="adj" fmla="val 1097757"/>
            </a:avLst>
          </a:prstGeom>
          <a:solidFill>
            <a:srgbClr val="DA33BF"/>
          </a:solidFill>
          <a:ln/>
        </p:spPr>
      </p:sp>
      <p:sp>
        <p:nvSpPr>
          <p:cNvPr id="16" name="Shape 13"/>
          <p:cNvSpPr/>
          <p:nvPr/>
        </p:nvSpPr>
        <p:spPr>
          <a:xfrm>
            <a:off x="864334" y="6222802"/>
            <a:ext cx="501848" cy="501848"/>
          </a:xfrm>
          <a:prstGeom prst="roundRect">
            <a:avLst>
              <a:gd name="adj" fmla="val 66673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0782" y="6316266"/>
            <a:ext cx="18895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342078" y="6194941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Monitoreo y métricas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342078" y="6656784"/>
            <a:ext cx="6021229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Recopilar y analizar datos clave sobre el rendimiento y la calidad del proceso de desarrollo.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404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3317" y="3588306"/>
            <a:ext cx="12983766" cy="138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Automatización de builds con Jenkins/Travis/GitLab CI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23317" y="5589389"/>
            <a:ext cx="529233" cy="529233"/>
          </a:xfrm>
          <a:prstGeom prst="roundRect">
            <a:avLst>
              <a:gd name="adj" fmla="val 66674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8219" y="5687973"/>
            <a:ext cx="199311" cy="332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87698" y="5589389"/>
            <a:ext cx="3406735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Integración de herramientas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587698" y="6422231"/>
            <a:ext cx="3406735" cy="112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Configurar e integrar herramientas de CI/CD como Jenkins, Travis CI o GitLab CI.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29582" y="5589389"/>
            <a:ext cx="529233" cy="529233"/>
          </a:xfrm>
          <a:prstGeom prst="roundRect">
            <a:avLst>
              <a:gd name="adj" fmla="val 66674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484" y="5687973"/>
            <a:ext cx="199311" cy="332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93963" y="5589389"/>
            <a:ext cx="2851904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Definición de pipelines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993963" y="6076355"/>
            <a:ext cx="3406735" cy="1505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Crear scripts y archivos de configuración para automatizar el flujo de trabajo de construcción y despliegue.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9635847" y="5589389"/>
            <a:ext cx="529233" cy="529233"/>
          </a:xfrm>
          <a:prstGeom prst="roundRect">
            <a:avLst>
              <a:gd name="adj" fmla="val 66674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00749" y="5687973"/>
            <a:ext cx="199311" cy="332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0400228" y="5589389"/>
            <a:ext cx="3124557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Notificaciones y métricas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400228" y="6076355"/>
            <a:ext cx="3406735" cy="112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Obtener información en tiempo real sobre el estado de las compilaciones y los despliegues.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35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4594" y="619244"/>
            <a:ext cx="7567612" cy="198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Automatización de dependencias (npm, pip, Maven)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74594" y="2943701"/>
            <a:ext cx="3671292" cy="2762964"/>
          </a:xfrm>
          <a:prstGeom prst="roundRect">
            <a:avLst>
              <a:gd name="adj" fmla="val 12226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2601" y="3191708"/>
            <a:ext cx="2649379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Gestión de paquetes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522601" y="3657838"/>
            <a:ext cx="3175278" cy="1800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Utilizar gestores de paquetes como npm, pip o Maven para controlar e instalar las bibliotecas y frameworks requeridos.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033" y="2943701"/>
            <a:ext cx="3671292" cy="2762964"/>
          </a:xfrm>
          <a:prstGeom prst="roundRect">
            <a:avLst>
              <a:gd name="adj" fmla="val 12226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19040" y="3191708"/>
            <a:ext cx="2649379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Automatización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419040" y="3657838"/>
            <a:ext cx="3175278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Integrar la gestión de dependencias en los procesos de CI/CD para mantener un entorno de desarrollo consistente.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4594" y="5931813"/>
            <a:ext cx="7567612" cy="1682472"/>
          </a:xfrm>
          <a:prstGeom prst="roundRect">
            <a:avLst>
              <a:gd name="adj" fmla="val 20078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2601" y="6179820"/>
            <a:ext cx="2649379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Seguridad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522601" y="6645950"/>
            <a:ext cx="7071598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Monitorear y actualizar las dependencias para mitigar vulnerabilidades y mantener la seguridad del software.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8884" y="646271"/>
            <a:ext cx="7499033" cy="1382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Beneficios de la implementación de DevOps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884" y="2381250"/>
            <a:ext cx="587454" cy="5874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08884" y="3203615"/>
            <a:ext cx="276498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Velocidad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308884" y="3690104"/>
            <a:ext cx="3573304" cy="751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Entrega más rápida de nuevas funcionalidades y actualizaciones.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612" y="2381250"/>
            <a:ext cx="587454" cy="5874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34612" y="3203615"/>
            <a:ext cx="276498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Calidad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0234612" y="3690104"/>
            <a:ext cx="3573304" cy="751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Mejora de la estabilidad y confiabilidad del software.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884" y="5147072"/>
            <a:ext cx="587454" cy="5874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8884" y="5969437"/>
            <a:ext cx="276498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Colaboración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6308884" y="6455926"/>
            <a:ext cx="3573304" cy="112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Mayor comunicación y alineación entre equipos de desarrollo y operaciones.</a:t>
            </a:r>
            <a:endParaRPr lang="en-US" sz="1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612" y="5147072"/>
            <a:ext cx="587454" cy="5874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34612" y="5969437"/>
            <a:ext cx="276498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Ahorro de costos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234612" y="6455926"/>
            <a:ext cx="3573304" cy="112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Reducción de los gastos asociados con el mantenimiento y las interrupciones.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9421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Casos de éxito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965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Netflix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187785"/>
            <a:ext cx="39285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Implementación de DevOps para mejorar la escalabilidad y la resiliencia de su plataforma de streaming.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5965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Spotify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187785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Uso de prácticas DevOps para lograr lanzamientos más frecuentes y una mejor experiencia de usuario.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5965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Amazon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187785"/>
            <a:ext cx="39285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Adopción de DevOps para agilizar el desarrollo y la entrega de nuevas funcionalidades en sus servicios en la nube.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10803"/>
            <a:ext cx="647199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Recomendaciones finales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24" y="1773793"/>
            <a:ext cx="1196816" cy="19150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79913" y="201310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Cultura colaborativa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879913" y="2508647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Fomentar una mentalidad de trabajo en equipo y una estrecha colaboración entre desarrollo y operaciones.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24" y="3688794"/>
            <a:ext cx="1196816" cy="19150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79913" y="3928110"/>
            <a:ext cx="306407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Automatización integral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879913" y="4423648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Automatizar todos los procesos posibles, desde la compilación hasta el despliegue y el monitoreo.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5603796"/>
            <a:ext cx="1196816" cy="19150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79913" y="58431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Mejora continua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879913" y="6338649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Medir el rendimiento, identificar áreas de mejora y aplicar ajustes de manera iterativa.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2024-11-04T08:31:10Z</dcterms:created>
  <dcterms:modified xsi:type="dcterms:W3CDTF">2024-11-04T08:31:10Z</dcterms:modified>
</cp:coreProperties>
</file>