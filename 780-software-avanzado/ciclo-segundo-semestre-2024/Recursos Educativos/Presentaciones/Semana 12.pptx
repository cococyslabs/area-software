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1618178"/>
            <a:ext cx="4919305" cy="49931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551742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DevOps: Release &amp; Deploy</a:t>
            </a:r>
            <a:endParaRPr lang="en-US" sz="6150" dirty="0"/>
          </a:p>
        </p:txBody>
      </p:sp>
      <p:sp>
        <p:nvSpPr>
          <p:cNvPr id="5" name="Text 1"/>
          <p:cNvSpPr/>
          <p:nvPr/>
        </p:nvSpPr>
        <p:spPr>
          <a:xfrm>
            <a:off x="793790" y="3848338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Etapa del ciclo devops que se encarga de compilar &amp; liberar al entorno seleccionado la solucion creada, todo esto de forma automatizada. Esta etapa asegura que el software compilado se implemente de manera automática y eficiente en el entorno seleccionado. Además, abarca la ejecución de pruebas y la gestión de versiones del software durante el proceso de implementación.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6297811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D8997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06304" y="6430447"/>
            <a:ext cx="137874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270040" y="6280904"/>
            <a:ext cx="328255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por Diego Molina Roldan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225" y="283488"/>
            <a:ext cx="2271951" cy="2268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732133"/>
            <a:ext cx="83453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Automatización de despliegues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83099" y="5121235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1530906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Pipelines de CI/CD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552664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Automatizar los pasos de construcción, prueba e implementación para una entrega continua y confiable.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77339" y="5121235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954078" y="5036225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Herramientas de orquestación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54078" y="588097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Utilizar herramientas como Jenkins, GitLab CI/CD o GitHub Actions para ejecutar y coordinar los despliegues.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50362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96701" y="5121235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10377249" y="5036225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Integración con infraestructura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0377249" y="5880973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Conectar los procesos de despliegue con la infraestructura de nube para una implementación sin problemas.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6839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Estrategias de despliegue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Blue-Green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Mantener dos entornos idénticos, alternando entre ellos para un despliegue sin interrupciones.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Canary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Implementar cambios gradualmente en un subconjunto de usuarios antes de la implementación completa.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Rolling Updates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Actualizar los componentes de la aplicación en incrementos, manteniendo la disponibilidad general.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511" y="2256592"/>
            <a:ext cx="4935260" cy="37179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Despliegues seguros y reversión</a:t>
            </a:r>
            <a:endParaRPr lang="en-US" sz="4300" dirty="0"/>
          </a:p>
        </p:txBody>
      </p:sp>
      <p:sp>
        <p:nvSpPr>
          <p:cNvPr id="5" name="Shape 1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6" name="Shape 2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7" name="Shape 3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8225" y="2645569"/>
            <a:ext cx="127992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exhaustivas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Ejecutar pruebas unitarias, de integración y de extremo a extremo para garantizar la calidad.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12" name="Shape 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10126" y="4489013"/>
            <a:ext cx="18419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3149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Entornos de reserva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Mantener un entorno de reserva listo para una reversión rápida en caso de ser necesario.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17" name="Shape 13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6554" y="6332458"/>
            <a:ext cx="19145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2314932" y="6222206"/>
            <a:ext cx="308133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Monitorización y alertas</a:t>
            </a:r>
            <a:endParaRPr lang="en-US" sz="2150" dirty="0"/>
          </a:p>
        </p:txBody>
      </p:sp>
      <p:sp>
        <p:nvSpPr>
          <p:cNvPr id="20" name="Text 16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Implementar un sólido sistema de monitorización y alerta para detectar problemas de forma proactiva.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863" y="2801064"/>
            <a:ext cx="5004673" cy="26274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4370" y="684609"/>
            <a:ext cx="4966454" cy="60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Despliegue en la nube</a:t>
            </a:r>
            <a:endParaRPr lang="en-US" sz="37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575673"/>
            <a:ext cx="481608" cy="4816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74370" y="2249924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AWS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674370" y="2666524"/>
            <a:ext cx="7795260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Servicios de nube pública que facilitan el despliegue y la gestión de la infraestructura.</a:t>
            </a:r>
            <a:endParaRPr lang="en-US" sz="15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3552706"/>
            <a:ext cx="481608" cy="4816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74370" y="4226957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Azure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674370" y="4643557"/>
            <a:ext cx="7795260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Plataforma en la nube de Microsoft con herramientas y servicios integrados para el despliegue.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837873"/>
            <a:ext cx="481608" cy="481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74370" y="6512123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Cloud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674370" y="6928723"/>
            <a:ext cx="7795260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Ofrece una amplia gama de servicios y soluciones para facilitar el despliegue y la escalabilidad.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2915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481" y="272891"/>
            <a:ext cx="3881438" cy="2183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4143" y="3504962"/>
            <a:ext cx="7310318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Infraestructura como código</a:t>
            </a:r>
            <a:endParaRPr lang="en-US" sz="42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43" y="4514731"/>
            <a:ext cx="4367332" cy="87332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82385" y="5715476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Terraform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982385" y="6187559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declarar y gestionar la infraestructura de nube de forma programática y reproducible.</a:t>
            </a:r>
            <a:endParaRPr lang="en-US" sz="17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475" y="4514731"/>
            <a:ext cx="4367332" cy="87332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349716" y="5715476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Ansible</a:t>
            </a:r>
            <a:endParaRPr lang="en-US" sz="2100" dirty="0"/>
          </a:p>
        </p:txBody>
      </p:sp>
      <p:sp>
        <p:nvSpPr>
          <p:cNvPr id="10" name="Text 4"/>
          <p:cNvSpPr/>
          <p:nvPr/>
        </p:nvSpPr>
        <p:spPr>
          <a:xfrm>
            <a:off x="5349716" y="6187559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Automatiza la configuración y el aprovisionamiento de servidores y aplicaciones de manera declarativa.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806" y="4514731"/>
            <a:ext cx="4367332" cy="87332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17048" y="5715476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GitOps</a:t>
            </a:r>
            <a:endParaRPr lang="en-US" sz="2100" dirty="0"/>
          </a:p>
        </p:txBody>
      </p:sp>
      <p:sp>
        <p:nvSpPr>
          <p:cNvPr id="13" name="Text 6"/>
          <p:cNvSpPr/>
          <p:nvPr/>
        </p:nvSpPr>
        <p:spPr>
          <a:xfrm>
            <a:off x="9717048" y="6187559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Utiliza las mismas prácticas de control de versiones y automatización para la infraestructura.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058" y="923211"/>
            <a:ext cx="4932164" cy="63831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5930" y="792242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Beneficios de la automatización</a:t>
            </a:r>
            <a:endParaRPr lang="en-US" sz="4350" dirty="0"/>
          </a:p>
        </p:txBody>
      </p:sp>
      <p:sp>
        <p:nvSpPr>
          <p:cNvPr id="5" name="Shape 1"/>
          <p:cNvSpPr/>
          <p:nvPr/>
        </p:nvSpPr>
        <p:spPr>
          <a:xfrm>
            <a:off x="775930" y="2510195"/>
            <a:ext cx="3685223" cy="2703314"/>
          </a:xfrm>
          <a:prstGeom prst="roundRect">
            <a:avLst>
              <a:gd name="adj" fmla="val 344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05245" y="2739509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Rapidez y eficiencia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005245" y="3218974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despliegues automatizados son más rápidos y confiables, reduciendo el tiempo de comercialización.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682847" y="2510195"/>
            <a:ext cx="3685223" cy="2703314"/>
          </a:xfrm>
          <a:prstGeom prst="roundRect">
            <a:avLst>
              <a:gd name="adj" fmla="val 344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12162" y="2739509"/>
            <a:ext cx="3226594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Confiabilidad y consistencia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4912162" y="3565446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procesos repetibles y automatizados eliminan errores humanos y garantizan despliegues coherentes.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75930" y="5435203"/>
            <a:ext cx="3685223" cy="2002155"/>
          </a:xfrm>
          <a:prstGeom prst="roundRect">
            <a:avLst>
              <a:gd name="adj" fmla="val 465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05245" y="566451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Reducción de costos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1005245" y="6143982"/>
            <a:ext cx="3226594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automatización disminuye el esfuerzo manual y los errores, lo que se traduce en ahorros.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682847" y="5435203"/>
            <a:ext cx="3685223" cy="2002155"/>
          </a:xfrm>
          <a:prstGeom prst="roundRect">
            <a:avLst>
              <a:gd name="adj" fmla="val 465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12162" y="5664518"/>
            <a:ext cx="301716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Escalabilidad y agilidad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4912162" y="6143982"/>
            <a:ext cx="3226594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infraestructura como código facilita la expansión y adaptación a nuevos requisitos.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163" y="283488"/>
            <a:ext cx="4024074" cy="7662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43903"/>
            <a:ext cx="6408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Retos y consideraciones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0479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83099" y="2133005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1530906" y="204799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Complejidad creciente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2892743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medida que las aplicaciones se vuelven más complejas, los despliegues también se vuelven más desafiantes.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20479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45844" y="2133005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422583" y="204799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Seguridad y cumplimiento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2583" y="2892743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Garantizar que los despliegues cumplan con las políticas de seguridad y regulaciones aplicables.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1892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357" y="5274231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1530906" y="518922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Integración de herramientas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530906" y="603396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Asegurar una integración fluida entre las diferentes herramientas y plataformas utilizadas.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4685467" y="51892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35962" y="5274231"/>
            <a:ext cx="20931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5"/>
          <p:cNvSpPr/>
          <p:nvPr/>
        </p:nvSpPr>
        <p:spPr>
          <a:xfrm>
            <a:off x="5422583" y="518922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Resistencia a los cambios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422583" y="603396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Vencer la inercia y la resistencia cultural dentro de la organización para adoptar nuevos procesos.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21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97" y="1614607"/>
            <a:ext cx="5003006" cy="50030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63270" y="531852"/>
            <a:ext cx="4835128" cy="60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Buenas prácticas</a:t>
            </a:r>
            <a:endParaRPr lang="en-US" sz="3800" dirty="0"/>
          </a:p>
        </p:txBody>
      </p:sp>
      <p:sp>
        <p:nvSpPr>
          <p:cNvPr id="5" name="Shape 1"/>
          <p:cNvSpPr/>
          <p:nvPr/>
        </p:nvSpPr>
        <p:spPr>
          <a:xfrm>
            <a:off x="6441877" y="1426250"/>
            <a:ext cx="22860" cy="6274118"/>
          </a:xfrm>
          <a:prstGeom prst="roundRect">
            <a:avLst>
              <a:gd name="adj" fmla="val 355340"/>
            </a:avLst>
          </a:prstGeom>
          <a:solidFill>
            <a:srgbClr val="C8C9CF"/>
          </a:solidFill>
          <a:ln/>
        </p:spPr>
      </p:sp>
      <p:sp>
        <p:nvSpPr>
          <p:cNvPr id="6" name="Shape 2"/>
          <p:cNvSpPr/>
          <p:nvPr/>
        </p:nvSpPr>
        <p:spPr>
          <a:xfrm>
            <a:off x="6647974" y="1849874"/>
            <a:ext cx="676870" cy="22860"/>
          </a:xfrm>
          <a:prstGeom prst="roundRect">
            <a:avLst>
              <a:gd name="adj" fmla="val 355340"/>
            </a:avLst>
          </a:prstGeom>
          <a:solidFill>
            <a:srgbClr val="C8C9CF"/>
          </a:solidFill>
          <a:ln/>
        </p:spPr>
      </p:sp>
      <p:sp>
        <p:nvSpPr>
          <p:cNvPr id="7" name="Shape 3"/>
          <p:cNvSpPr/>
          <p:nvPr/>
        </p:nvSpPr>
        <p:spPr>
          <a:xfrm>
            <a:off x="6235779" y="1643777"/>
            <a:ext cx="435054" cy="43505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97109" y="1716167"/>
            <a:ext cx="1122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7517011" y="1619607"/>
            <a:ext cx="293060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Automatización completa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517011" y="2037755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Automatizar todos los pasos del proceso de despliegue, desde la construcción hasta la implementación.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647974" y="3466743"/>
            <a:ext cx="676870" cy="22860"/>
          </a:xfrm>
          <a:prstGeom prst="roundRect">
            <a:avLst>
              <a:gd name="adj" fmla="val 355340"/>
            </a:avLst>
          </a:prstGeom>
          <a:solidFill>
            <a:srgbClr val="C8C9CF"/>
          </a:solidFill>
          <a:ln/>
        </p:spPr>
      </p:sp>
      <p:sp>
        <p:nvSpPr>
          <p:cNvPr id="12" name="Shape 8"/>
          <p:cNvSpPr/>
          <p:nvPr/>
        </p:nvSpPr>
        <p:spPr>
          <a:xfrm>
            <a:off x="6235779" y="3260646"/>
            <a:ext cx="435054" cy="43505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72463" y="3333036"/>
            <a:ext cx="161568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7517011" y="3236476"/>
            <a:ext cx="2871192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y monitorización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517011" y="3654623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Implementar un sólido plan de pruebas y monitorización para detectar problemas de forma temprana.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647974" y="5083612"/>
            <a:ext cx="676870" cy="22860"/>
          </a:xfrm>
          <a:prstGeom prst="roundRect">
            <a:avLst>
              <a:gd name="adj" fmla="val 355340"/>
            </a:avLst>
          </a:prstGeom>
          <a:solidFill>
            <a:srgbClr val="C8C9CF"/>
          </a:solidFill>
          <a:ln/>
        </p:spPr>
      </p:sp>
      <p:sp>
        <p:nvSpPr>
          <p:cNvPr id="17" name="Shape 13"/>
          <p:cNvSpPr/>
          <p:nvPr/>
        </p:nvSpPr>
        <p:spPr>
          <a:xfrm>
            <a:off x="6235779" y="4877514"/>
            <a:ext cx="435054" cy="43505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69248" y="4949904"/>
            <a:ext cx="167997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7517011" y="4853345"/>
            <a:ext cx="3287435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Implementación incremental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7517011" y="5271492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Adoptar estrategias de despliegue graduales como Blue-Green o Canary para reducir el riesgo.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647974" y="6700480"/>
            <a:ext cx="676870" cy="22860"/>
          </a:xfrm>
          <a:prstGeom prst="roundRect">
            <a:avLst>
              <a:gd name="adj" fmla="val 355340"/>
            </a:avLst>
          </a:prstGeom>
          <a:solidFill>
            <a:srgbClr val="C8C9CF"/>
          </a:solidFill>
          <a:ln/>
        </p:spPr>
      </p:sp>
      <p:sp>
        <p:nvSpPr>
          <p:cNvPr id="22" name="Shape 18"/>
          <p:cNvSpPr/>
          <p:nvPr/>
        </p:nvSpPr>
        <p:spPr>
          <a:xfrm>
            <a:off x="6235779" y="6494383"/>
            <a:ext cx="435054" cy="43505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64010" y="6566773"/>
            <a:ext cx="178475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0"/>
          <p:cNvSpPr/>
          <p:nvPr/>
        </p:nvSpPr>
        <p:spPr>
          <a:xfrm>
            <a:off x="7517011" y="6470213"/>
            <a:ext cx="3507819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Documentación y capacitación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7517011" y="6888361"/>
            <a:ext cx="6436519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Mantener una documentación clara y capacitar al equipo para garantizar una transición fluida.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2202418"/>
            <a:ext cx="4919305" cy="38247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1471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Conclusiones y próximos pasos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90489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automatización de despliegues y la adopción de estrategias DevOps son fundamentales para aumentar la agilidad, la confiabilidad y la eficiencia de los procesos de entrega de software. Al aprovechar herramientas, plataformas y mejores prácticas, las organizaciones pueden optimizar sus flujos de trabajo y adaptarse mejor a los desafíos futuros.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2024-11-04T09:28:25Z</dcterms:created>
  <dcterms:modified xsi:type="dcterms:W3CDTF">2024-11-04T09:28:25Z</dcterms:modified>
</cp:coreProperties>
</file>