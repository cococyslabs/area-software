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Semi Bold"/>
      <p:regular r:id="rId19"/>
    </p:embeddedFont>
    <p:embeddedFont>
      <p:font typeface="Instrument Sans Semi Bold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  <p:embeddedFont>
      <p:font typeface="Instrument Sans Medium"/>
      <p:regular r:id="rId23"/>
    </p:embeddedFont>
    <p:embeddedFont>
      <p:font typeface="Instrument Sans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85204"/>
            <a:ext cx="75564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DevOps: Testing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390358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 testing en DevOps es crucial para garantizar la calidad del software. Integra pruebas automatizadas en el ciclo de desarrollo continuo. Esto mejora la eficiencia y reduce errores en producción.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264348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D8997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6304" y="5396984"/>
            <a:ext cx="137874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3C383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270040" y="5247442"/>
            <a:ext cx="328255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por Diego Molina Roldan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75816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Tipos de pruebas en DevOps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Pruebas Unitarias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Verifican el funcionamiento de componentes individuales del código. Son rápidas y se ejecutan frecuentemente durante el desarrollo.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30689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Pruebas de Integración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Evalúan la interacción entre diferentes módulos o servicios. Aseguran que los componentes funcionen correctamente juntos.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Pruebas End-to-End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Simulan escenarios de usuario reales. Verifican el funcionamiento del sistema completo desde la interfaz hasta la base de datos.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42586"/>
            <a:ext cx="74858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Pruebas Unitarias en Detalle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94667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9499" y="3031688"/>
            <a:ext cx="1316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2946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Aislamiento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437096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 centran en probar una única función o método. Utilizan mocks para simular dependencias externas.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294667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2244" y="3031688"/>
            <a:ext cx="18954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2946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Rapidez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437096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 ejecutan en milisegundos. Permiten feedback inmediato durante el desarrollo.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37067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36757" y="5455682"/>
            <a:ext cx="19704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370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Cobertura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5861090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Buscan cubrir todos los caminos posibles del código. Incluyen casos de éxito y error.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5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6991" y="2995017"/>
            <a:ext cx="8971717" cy="613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Pruebas de Integración en Profundidad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969883" y="3902750"/>
            <a:ext cx="22860" cy="3785354"/>
          </a:xfrm>
          <a:prstGeom prst="roundRect">
            <a:avLst>
              <a:gd name="adj" fmla="val 360644"/>
            </a:avLst>
          </a:prstGeom>
          <a:solidFill>
            <a:srgbClr val="C8C9CF"/>
          </a:solidFill>
          <a:ln/>
        </p:spPr>
      </p:sp>
      <p:sp>
        <p:nvSpPr>
          <p:cNvPr id="5" name="Shape 2"/>
          <p:cNvSpPr/>
          <p:nvPr/>
        </p:nvSpPr>
        <p:spPr>
          <a:xfrm>
            <a:off x="1179255" y="4332803"/>
            <a:ext cx="686991" cy="22860"/>
          </a:xfrm>
          <a:prstGeom prst="roundRect">
            <a:avLst>
              <a:gd name="adj" fmla="val 360644"/>
            </a:avLst>
          </a:prstGeom>
          <a:solidFill>
            <a:srgbClr val="C8C9CF"/>
          </a:solidFill>
          <a:ln/>
        </p:spPr>
      </p:sp>
      <p:sp>
        <p:nvSpPr>
          <p:cNvPr id="6" name="Shape 3"/>
          <p:cNvSpPr/>
          <p:nvPr/>
        </p:nvSpPr>
        <p:spPr>
          <a:xfrm>
            <a:off x="760512" y="4123492"/>
            <a:ext cx="441603" cy="441603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24342" y="4197072"/>
            <a:ext cx="113943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2060853" y="4098965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Preparación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060853" y="4523423"/>
            <a:ext cx="11882557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Configuración del entorno de pruebas. Puede incluir bases de datos de prueba y servicios simulados.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79255" y="5659993"/>
            <a:ext cx="686991" cy="22860"/>
          </a:xfrm>
          <a:prstGeom prst="roundRect">
            <a:avLst>
              <a:gd name="adj" fmla="val 360644"/>
            </a:avLst>
          </a:prstGeom>
          <a:solidFill>
            <a:srgbClr val="C8C9CF"/>
          </a:solidFill>
          <a:ln/>
        </p:spPr>
      </p:sp>
      <p:sp>
        <p:nvSpPr>
          <p:cNvPr id="11" name="Shape 8"/>
          <p:cNvSpPr/>
          <p:nvPr/>
        </p:nvSpPr>
        <p:spPr>
          <a:xfrm>
            <a:off x="760512" y="5450681"/>
            <a:ext cx="441603" cy="441603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9339" y="5524262"/>
            <a:ext cx="163949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2060853" y="5426154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Ejecución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060853" y="5850612"/>
            <a:ext cx="11882557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Realización de llamadas entre módulos. Verificación de la correcta transmisión y procesamiento de datos.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179255" y="6987183"/>
            <a:ext cx="686991" cy="22860"/>
          </a:xfrm>
          <a:prstGeom prst="roundRect">
            <a:avLst>
              <a:gd name="adj" fmla="val 360644"/>
            </a:avLst>
          </a:prstGeom>
          <a:solidFill>
            <a:srgbClr val="C8C9CF"/>
          </a:solidFill>
          <a:ln/>
        </p:spPr>
      </p:sp>
      <p:sp>
        <p:nvSpPr>
          <p:cNvPr id="16" name="Shape 13"/>
          <p:cNvSpPr/>
          <p:nvPr/>
        </p:nvSpPr>
        <p:spPr>
          <a:xfrm>
            <a:off x="760512" y="6777871"/>
            <a:ext cx="441603" cy="441603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005" y="6851452"/>
            <a:ext cx="170497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2060853" y="6753344"/>
            <a:ext cx="245364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Verificación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060853" y="7177802"/>
            <a:ext cx="11882557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Comprobación de resultados esperados. Análisis de logs y estados del sistema tras la interacción.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1034" y="660797"/>
            <a:ext cx="7841933" cy="1162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Automatización de Pruebas con Frameworks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34" y="2102287"/>
            <a:ext cx="465058" cy="4650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1034" y="2753320"/>
            <a:ext cx="2325410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JUnit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51034" y="3155513"/>
            <a:ext cx="784193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Framework de pruebas para Java. Ampliamente utilizado en proyectos empresariales y de Android.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34" y="4308872"/>
            <a:ext cx="465058" cy="4650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1034" y="4959906"/>
            <a:ext cx="2325410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Mocha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51034" y="5362099"/>
            <a:ext cx="784193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Framework flexible para JavaScript. Soporta pruebas asíncronas y reportes detallados.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34" y="6217801"/>
            <a:ext cx="465058" cy="4650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1034" y="6868835"/>
            <a:ext cx="2325410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Jest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51034" y="7271028"/>
            <a:ext cx="784193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Desarrollado por Facebook. Optimizado para proyectos React y enfocado en la simplicidad.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81268"/>
            <a:ext cx="101511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Pruebas Continuas en el Pipeline de CI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530209"/>
            <a:ext cx="4347567" cy="9072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0604" y="57776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Commit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020604" y="6268045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Ejecución de pruebas unitarias. Verificación rápida de cambios recientes.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357" y="4530209"/>
            <a:ext cx="4347567" cy="9072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68171" y="57776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Build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368171" y="6268045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Pruebas de integración. Asegura compatibilidad entre componentes actualizados.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8924" y="4530209"/>
            <a:ext cx="4347567" cy="9072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7776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Pre-Deploy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15738" y="6268045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Pruebas end-to-end. Validación final antes de la implementación.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02499"/>
            <a:ext cx="120097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Pruebas de Seguridad Automatizadas (SAST)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851440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5085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Análisis Estático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5576292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Examina el código fuente sin ejecutarlo. Identifica vulnerabilidades potenciales como inyecciones SQL.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4851440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1396" y="5085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Integración CI/CD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1396" y="5576292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 ejecuta automáticamente en cada commit. Previene la introducción de nuevas vulnerabilidades.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4851440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4568" y="5085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Reportes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4568" y="557629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 informes detallados de vulnerabilidades. Prioriza problemas según su severidad.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8987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Pruebas de Carga y Rendimiento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647599"/>
            <a:ext cx="7556421" cy="2692003"/>
          </a:xfrm>
          <a:prstGeom prst="roundRect">
            <a:avLst>
              <a:gd name="adj" fmla="val 353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87810" y="3655219"/>
            <a:ext cx="7540347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515457" y="3798927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Herramienta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032438" y="3798927"/>
            <a:ext cx="20519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Características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1545610" y="3798927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Uso Típico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287810" y="4305538"/>
            <a:ext cx="7540347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515457" y="4449247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JMeter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032438" y="4449247"/>
            <a:ext cx="205192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Interfaz gráfica, extensible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1545610" y="4449247"/>
            <a:ext cx="20557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Pruebas de carga web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7810" y="5318760"/>
            <a:ext cx="7540347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515457" y="5462468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Gatling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032438" y="5462468"/>
            <a:ext cx="205192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Basado en código, alta concurrencia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1545610" y="5462468"/>
            <a:ext cx="20557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Simulación de tráfico masivo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TDD y BDD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43191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Test-Driven Development (TDD)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Escribir pruebas antes del código. Ciclo: rojo (falla), verde (pasa), refactorizar.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50771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Behaviour-Driven Development (BDD)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Enfoque en el comportamiento del sistema. Usa lenguaje natural para describir pruebas.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79684"/>
            <a:ext cx="69488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Recomendaciones Finales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58377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3099" y="2668786"/>
            <a:ext cx="1316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5837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Cultura de Calidad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074194"/>
            <a:ext cx="29277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Fomentar la responsabilidad compartida en la calidad del software. Involucrar a todo el equipo en las pruebas.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258377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5844" y="2668786"/>
            <a:ext cx="18954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2583775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Automatización Progresiva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428524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Comenzar con pruebas críticas. Aumentar gradualmente la cobertura de pruebas automatizadas.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73357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0357" y="5818584"/>
            <a:ext cx="19704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7335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Mejora Continua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223992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Revisar y actualizar regularmente la estrategia de pruebas. Adaptar a nuevas tecnologías y metodologías.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2024-11-04T08:46:19Z</dcterms:created>
  <dcterms:modified xsi:type="dcterms:W3CDTF">2024-11-04T08:46:19Z</dcterms:modified>
</cp:coreProperties>
</file>