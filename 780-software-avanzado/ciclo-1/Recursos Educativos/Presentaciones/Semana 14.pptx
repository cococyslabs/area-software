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06987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DevOps: Monitoreo y Registro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88180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monitoreo y el registro son pilares fundamentales en el enfoque DevOps, permitiendo rastrear el rendimiento, solucionar problemas y mejorar continuamente los procesos.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624256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6250186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6225659"/>
            <a:ext cx="240291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por Diego Molina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474952"/>
            <a:ext cx="4919305" cy="327957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111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Introducción a DevSecOps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31239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6" name="Text 2"/>
          <p:cNvSpPr/>
          <p:nvPr/>
        </p:nvSpPr>
        <p:spPr>
          <a:xfrm>
            <a:off x="972979" y="3208973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3"/>
          <p:cNvSpPr/>
          <p:nvPr/>
        </p:nvSpPr>
        <p:spPr>
          <a:xfrm>
            <a:off x="1530906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Seguridad Integrada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530906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DevSecOps incorpora procesos de seguridad desde el inicio del ciclo de vida del software.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467" y="31239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0" name="Text 6"/>
          <p:cNvSpPr/>
          <p:nvPr/>
        </p:nvSpPr>
        <p:spPr>
          <a:xfrm>
            <a:off x="4835843" y="3208973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5422583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Cultura de Colaboración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22583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Equipos de desarrollo, operaciones y seguridad trabajan juntos de manera proactiva.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9022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4" name="Text 10"/>
          <p:cNvSpPr/>
          <p:nvPr/>
        </p:nvSpPr>
        <p:spPr>
          <a:xfrm>
            <a:off x="944166" y="5987296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1"/>
          <p:cNvSpPr/>
          <p:nvPr/>
        </p:nvSpPr>
        <p:spPr>
          <a:xfrm>
            <a:off x="1530906" y="5902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Automatización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530906" y="639270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seguridad se automatiza para reducir errores humanos y aumentar la eficiencia.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551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Integración de Seguridad en el Ciclo de Vida del Software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Planificación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118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requisitos de seguridad y diseñar controles desde el inicio.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Desarrollo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75118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Ejecutar análisis de código y pruebas de penetración para detectar vulnerabilidades.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Despliegue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75118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Escanear imágenes de contenedores y gestionar secretos de manera segura.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1808798"/>
            <a:ext cx="4919305" cy="46118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91678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Análisis Estático y Dinámico de Código (SAST, DAST)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3383280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6" name="Text 2"/>
          <p:cNvSpPr/>
          <p:nvPr/>
        </p:nvSpPr>
        <p:spPr>
          <a:xfrm>
            <a:off x="1020604" y="3610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SAST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4100512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Análisis estático del código fuente para encontrar defectos de seguridad.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685467" y="3383280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9" name="Text 5"/>
          <p:cNvSpPr/>
          <p:nvPr/>
        </p:nvSpPr>
        <p:spPr>
          <a:xfrm>
            <a:off x="4912281" y="3610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912281" y="4100512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Pruebas de seguridad dinámicas sobre la aplicación en ejecución.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5642848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2" name="Text 8"/>
          <p:cNvSpPr/>
          <p:nvPr/>
        </p:nvSpPr>
        <p:spPr>
          <a:xfrm>
            <a:off x="1020604" y="5869662"/>
            <a:ext cx="31083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Integración Continua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20604" y="6360081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Automatizar estos análisis en el pipeline de CI/CD para identificar problemas a tiempo.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493" y="757595"/>
            <a:ext cx="7663815" cy="132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Gestión de Vulnerabilidades y Parches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493" y="2396609"/>
            <a:ext cx="1057394" cy="16917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01069" y="2608064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Identificación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601069" y="3065264"/>
            <a:ext cx="6289238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Detectar vulnerabilidades en el código y las dependencias.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493" y="4088368"/>
            <a:ext cx="1057394" cy="16917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01069" y="4299823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Priorización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601069" y="4757023"/>
            <a:ext cx="6289238" cy="676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Evaluar riesgos y determinar qué vulnerabilidades deben corregirse primero.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493" y="5780127"/>
            <a:ext cx="1057394" cy="169175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01069" y="5991582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Remediación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601069" y="6448782"/>
            <a:ext cx="6289238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Aplicar parches y actualizaciones de forma rápida y eficiente.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2881"/>
            <a:ext cx="113027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Escaneo de Imágenes de Contenedores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051822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Clair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336030"/>
            <a:ext cx="63512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Herramienta de código abierto para analizar vulnerabilidades en imágenes de contenedores.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21" y="505182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85221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Trivy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485221" y="6336030"/>
            <a:ext cx="63513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Escáner simple e integral de vulnerabilidades para contenedores.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7038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Gestión de Secretos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Vault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Herramienta de gestión de secretos que ofrece un almacén seguro y con acceso controlado.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31843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AWS Secrets Manager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Servicio de AWS para almacenar y recuperar secretos de forma segura.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1525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Métricas e Indicadores Clave de Rendimiento (KPIs)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83690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6459379" y="3921919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836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Disponibilidad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4327327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Medir el tiempo de actividad y la confiabilidad de los sistemas.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83690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10322243" y="3921919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836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Eficiencia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4327327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Monitorear la velocidad y la calidad de los despliegues.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89799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3" name="Text 10"/>
          <p:cNvSpPr/>
          <p:nvPr/>
        </p:nvSpPr>
        <p:spPr>
          <a:xfrm>
            <a:off x="6430566" y="5983010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89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Seguridad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38841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Seguir indicadores como vulnerabilidades corregidas y amenazas mitigadas.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Registros y Análisis de Eventos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name="adj" fmla="val 108513"/>
            </a:avLst>
          </a:prstGeom>
          <a:solidFill>
            <a:srgbClr val="D0CED9"/>
          </a:solidFill>
          <a:ln/>
        </p:spPr>
      </p:sp>
      <p:sp>
        <p:nvSpPr>
          <p:cNvPr id="5" name="Shape 2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name="adj" fmla="val 108513"/>
            </a:avLst>
          </a:prstGeom>
          <a:solidFill>
            <a:srgbClr val="D0CED9"/>
          </a:solidFill>
          <a:ln/>
        </p:spPr>
      </p:sp>
      <p:sp>
        <p:nvSpPr>
          <p:cNvPr id="6" name="Shape 3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7" name="Text 4"/>
          <p:cNvSpPr/>
          <p:nvPr/>
        </p:nvSpPr>
        <p:spPr>
          <a:xfrm>
            <a:off x="6514862" y="2645569"/>
            <a:ext cx="14751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013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Recopilación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Consolidar registros de diferentes fuentes en una plataforma centralizada.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name="adj" fmla="val 108513"/>
            </a:avLst>
          </a:prstGeom>
          <a:solidFill>
            <a:srgbClr val="D0CED9"/>
          </a:solidFill>
          <a:ln/>
        </p:spPr>
      </p:sp>
      <p:sp>
        <p:nvSpPr>
          <p:cNvPr id="11" name="Shape 8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2" name="Text 9"/>
          <p:cNvSpPr/>
          <p:nvPr/>
        </p:nvSpPr>
        <p:spPr>
          <a:xfrm>
            <a:off x="6486763" y="4489013"/>
            <a:ext cx="203716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01332" y="437876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Análisis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herramientas de análisis para identificar patrones y tendencias.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name="adj" fmla="val 108513"/>
            </a:avLst>
          </a:prstGeom>
          <a:solidFill>
            <a:srgbClr val="D0CED9"/>
          </a:solidFill>
          <a:ln/>
        </p:spPr>
      </p:sp>
      <p:sp>
        <p:nvSpPr>
          <p:cNvPr id="16" name="Shape 13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7" name="Text 14"/>
          <p:cNvSpPr/>
          <p:nvPr/>
        </p:nvSpPr>
        <p:spPr>
          <a:xfrm>
            <a:off x="6486763" y="6332458"/>
            <a:ext cx="203716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01332" y="6222206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Visualización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tableros de control y reportes para comprender mejor el rendimiento.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Conclusión y Llamado a la Acción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monitoreo y el registro son cruciales para mantener la calidad, seguridad y mejora continua en entornos DevOps. Adopta estas prácticas para optimizar tus procesos y entregar software de manera más eficiente y confiable.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2024-11-04T15:35:37Z</dcterms:created>
  <dcterms:modified xsi:type="dcterms:W3CDTF">2024-11-04T15:35:37Z</dcterms:modified>
</cp:coreProperties>
</file>