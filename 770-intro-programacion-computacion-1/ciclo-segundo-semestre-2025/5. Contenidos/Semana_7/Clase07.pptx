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y="6858000" cx="12192000"/>
  <p:notesSz cx="6858000" cy="9144000"/>
  <p:embeddedFontLst>
    <p:embeddedFont>
      <p:font typeface="Inter"/>
      <p:regular r:id="rId39"/>
      <p:bold r:id="rId40"/>
      <p:italic r:id="rId41"/>
      <p:boldItalic r:id="rId42"/>
    </p:embeddedFont>
    <p:embeddedFont>
      <p:font typeface="Open Sans"/>
      <p:bold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5" roundtripDataSignature="AMtx7mjUGhk0slEa/kkJKoC8+67C0Vmo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Inter-bold.fntdata"/><Relationship Id="rId20" Type="http://schemas.openxmlformats.org/officeDocument/2006/relationships/slide" Target="slides/slide16.xml"/><Relationship Id="rId42" Type="http://schemas.openxmlformats.org/officeDocument/2006/relationships/font" Target="fonts/Inter-boldItalic.fntdata"/><Relationship Id="rId41" Type="http://schemas.openxmlformats.org/officeDocument/2006/relationships/font" Target="fonts/Inter-italic.fntdata"/><Relationship Id="rId22" Type="http://schemas.openxmlformats.org/officeDocument/2006/relationships/slide" Target="slides/slide18.xml"/><Relationship Id="rId44" Type="http://schemas.openxmlformats.org/officeDocument/2006/relationships/font" Target="fonts/OpenSans-boldItalic.fntdata"/><Relationship Id="rId21" Type="http://schemas.openxmlformats.org/officeDocument/2006/relationships/slide" Target="slides/slide17.xml"/><Relationship Id="rId43" Type="http://schemas.openxmlformats.org/officeDocument/2006/relationships/font" Target="fonts/OpenSans-bold.fntdata"/><Relationship Id="rId24" Type="http://schemas.openxmlformats.org/officeDocument/2006/relationships/slide" Target="slides/slide20.xml"/><Relationship Id="rId23" Type="http://schemas.openxmlformats.org/officeDocument/2006/relationships/slide" Target="slides/slide19.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font" Target="fonts/Inter-regular.fntdata"/><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6"/>
          <p:cNvSpPr txBox="1"/>
          <p:nvPr>
            <p:ph idx="10" type="dt"/>
          </p:nvPr>
        </p:nvSpPr>
        <p:spPr>
          <a:xfrm rot="5400000">
            <a:off x="10477379" y="4629744"/>
            <a:ext cx="265350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6"/>
          <p:cNvSpPr txBox="1"/>
          <p:nvPr>
            <p:ph idx="11" type="ftr"/>
          </p:nvPr>
        </p:nvSpPr>
        <p:spPr>
          <a:xfrm>
            <a:off x="8610602" y="6318446"/>
            <a:ext cx="274319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6"/>
          <p:cNvSpPr txBox="1"/>
          <p:nvPr>
            <p:ph idx="12" type="sldNum"/>
          </p:nvPr>
        </p:nvSpPr>
        <p:spPr>
          <a:xfrm>
            <a:off x="11353800" y="6318446"/>
            <a:ext cx="61569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7"/>
          <p:cNvSpPr/>
          <p:nvPr/>
        </p:nvSpPr>
        <p:spPr>
          <a:xfrm>
            <a:off x="5796401" y="3378954"/>
            <a:ext cx="6394567" cy="3479046"/>
          </a:xfrm>
          <a:custGeom>
            <a:rect b="b" l="l" r="r" t="t"/>
            <a:pathLst>
              <a:path extrusionOk="0" h="3479046" w="6394567">
                <a:moveTo>
                  <a:pt x="5171297" y="284"/>
                </a:moveTo>
                <a:cubicBezTo>
                  <a:pt x="5607674" y="7531"/>
                  <a:pt x="6039042" y="153650"/>
                  <a:pt x="6394290" y="430072"/>
                </a:cubicBezTo>
                <a:lnTo>
                  <a:pt x="6394567" y="430316"/>
                </a:lnTo>
                <a:lnTo>
                  <a:pt x="6394567"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a:gradFill>
            <a:gsLst>
              <a:gs pos="0">
                <a:schemeClr val="lt2"/>
              </a:gs>
              <a:gs pos="39000">
                <a:schemeClr val="lt2"/>
              </a:gs>
              <a:gs pos="100000">
                <a:srgbClr val="F08D7D"/>
              </a:gs>
            </a:gsLst>
            <a:lin ang="1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 name="Google Shape;17;p37"/>
          <p:cNvSpPr txBox="1"/>
          <p:nvPr>
            <p:ph type="ctrTitle"/>
          </p:nvPr>
        </p:nvSpPr>
        <p:spPr>
          <a:xfrm>
            <a:off x="1066801" y="1122363"/>
            <a:ext cx="6211185" cy="230524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7"/>
          <p:cNvSpPr txBox="1"/>
          <p:nvPr>
            <p:ph idx="1" type="subTitle"/>
          </p:nvPr>
        </p:nvSpPr>
        <p:spPr>
          <a:xfrm>
            <a:off x="1066802" y="3549048"/>
            <a:ext cx="5029198" cy="1956278"/>
          </a:xfrm>
          <a:prstGeom prst="rect">
            <a:avLst/>
          </a:prstGeom>
          <a:noFill/>
          <a:ln>
            <a:noFill/>
          </a:ln>
        </p:spPr>
        <p:txBody>
          <a:bodyPr anchorCtr="0" anchor="t" bIns="45700" lIns="91425" spcFirstLastPara="1" rIns="91425" wrap="square" tIns="45700">
            <a:normAutofit/>
          </a:bodyPr>
          <a:lstStyle>
            <a:lvl1pPr lvl="0" algn="l">
              <a:lnSpc>
                <a:spcPct val="120000"/>
              </a:lnSpc>
              <a:spcBef>
                <a:spcPts val="1000"/>
              </a:spcBef>
              <a:spcAft>
                <a:spcPts val="0"/>
              </a:spcAft>
              <a:buClr>
                <a:schemeClr val="dk1"/>
              </a:buClr>
              <a:buSzPts val="2000"/>
              <a:buNone/>
              <a:defRPr sz="2000"/>
            </a:lvl1pPr>
            <a:lvl2pPr lvl="1" algn="ctr">
              <a:lnSpc>
                <a:spcPct val="120000"/>
              </a:lnSpc>
              <a:spcBef>
                <a:spcPts val="500"/>
              </a:spcBef>
              <a:spcAft>
                <a:spcPts val="0"/>
              </a:spcAft>
              <a:buClr>
                <a:schemeClr val="dk1"/>
              </a:buClr>
              <a:buSzPts val="2000"/>
              <a:buNone/>
              <a:defRPr sz="2000"/>
            </a:lvl2pPr>
            <a:lvl3pPr lvl="2" algn="ctr">
              <a:lnSpc>
                <a:spcPct val="120000"/>
              </a:lnSpc>
              <a:spcBef>
                <a:spcPts val="500"/>
              </a:spcBef>
              <a:spcAft>
                <a:spcPts val="0"/>
              </a:spcAft>
              <a:buClr>
                <a:schemeClr val="dk1"/>
              </a:buClr>
              <a:buSzPts val="1800"/>
              <a:buNone/>
              <a:defRPr sz="1800"/>
            </a:lvl3pPr>
            <a:lvl4pPr lvl="3" algn="ctr">
              <a:lnSpc>
                <a:spcPct val="120000"/>
              </a:lnSpc>
              <a:spcBef>
                <a:spcPts val="500"/>
              </a:spcBef>
              <a:spcAft>
                <a:spcPts val="0"/>
              </a:spcAft>
              <a:buClr>
                <a:schemeClr val="dk1"/>
              </a:buClr>
              <a:buSzPts val="1600"/>
              <a:buNone/>
              <a:defRPr sz="1600"/>
            </a:lvl4pPr>
            <a:lvl5pPr lvl="4" algn="ctr">
              <a:lnSpc>
                <a:spcPct val="12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37"/>
          <p:cNvSpPr txBox="1"/>
          <p:nvPr>
            <p:ph idx="10" type="dt"/>
          </p:nvPr>
        </p:nvSpPr>
        <p:spPr>
          <a:xfrm rot="5400000">
            <a:off x="10477379" y="4629744"/>
            <a:ext cx="265350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7"/>
          <p:cNvSpPr txBox="1"/>
          <p:nvPr>
            <p:ph idx="11" type="ftr"/>
          </p:nvPr>
        </p:nvSpPr>
        <p:spPr>
          <a:xfrm>
            <a:off x="8610602" y="6318446"/>
            <a:ext cx="274319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7"/>
          <p:cNvSpPr txBox="1"/>
          <p:nvPr>
            <p:ph idx="12" type="sldNum"/>
          </p:nvPr>
        </p:nvSpPr>
        <p:spPr>
          <a:xfrm>
            <a:off x="11353800" y="6318446"/>
            <a:ext cx="61569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38"/>
          <p:cNvSpPr txBox="1"/>
          <p:nvPr>
            <p:ph type="title"/>
          </p:nvPr>
        </p:nvSpPr>
        <p:spPr>
          <a:xfrm>
            <a:off x="1066800" y="936841"/>
            <a:ext cx="8886884" cy="95366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8"/>
          <p:cNvSpPr txBox="1"/>
          <p:nvPr>
            <p:ph idx="1" type="body"/>
          </p:nvPr>
        </p:nvSpPr>
        <p:spPr>
          <a:xfrm>
            <a:off x="1069848" y="2139696"/>
            <a:ext cx="8883836" cy="3677683"/>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38"/>
          <p:cNvSpPr txBox="1"/>
          <p:nvPr>
            <p:ph idx="10" type="dt"/>
          </p:nvPr>
        </p:nvSpPr>
        <p:spPr>
          <a:xfrm rot="5400000">
            <a:off x="10477379" y="4629744"/>
            <a:ext cx="265350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8"/>
          <p:cNvSpPr txBox="1"/>
          <p:nvPr>
            <p:ph idx="11" type="ftr"/>
          </p:nvPr>
        </p:nvSpPr>
        <p:spPr>
          <a:xfrm>
            <a:off x="8610602" y="6318446"/>
            <a:ext cx="274319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8"/>
          <p:cNvSpPr txBox="1"/>
          <p:nvPr>
            <p:ph idx="12" type="sldNum"/>
          </p:nvPr>
        </p:nvSpPr>
        <p:spPr>
          <a:xfrm>
            <a:off x="11353800" y="6318446"/>
            <a:ext cx="61569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39"/>
          <p:cNvSpPr/>
          <p:nvPr/>
        </p:nvSpPr>
        <p:spPr>
          <a:xfrm>
            <a:off x="6284115" y="3378954"/>
            <a:ext cx="5907885" cy="3479046"/>
          </a:xfrm>
          <a:custGeom>
            <a:rect b="b" l="l" r="r" t="t"/>
            <a:pathLst>
              <a:path extrusionOk="0" h="3479046" w="5907885">
                <a:moveTo>
                  <a:pt x="5171297" y="284"/>
                </a:moveTo>
                <a:cubicBezTo>
                  <a:pt x="5389485" y="3908"/>
                  <a:pt x="5606422" y="42249"/>
                  <a:pt x="5813217" y="114238"/>
                </a:cubicBezTo>
                <a:lnTo>
                  <a:pt x="5907885" y="151524"/>
                </a:lnTo>
                <a:lnTo>
                  <a:pt x="5907885"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a:gradFill>
            <a:gsLst>
              <a:gs pos="0">
                <a:schemeClr val="lt2"/>
              </a:gs>
              <a:gs pos="23000">
                <a:schemeClr val="lt2"/>
              </a:gs>
              <a:gs pos="100000">
                <a:srgbClr val="F08D7D"/>
              </a:gs>
            </a:gsLst>
            <a:lin ang="4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 name="Google Shape;30;p39"/>
          <p:cNvSpPr/>
          <p:nvPr/>
        </p:nvSpPr>
        <p:spPr>
          <a:xfrm rot="10800000">
            <a:off x="0" y="0"/>
            <a:ext cx="2923855" cy="1479128"/>
          </a:xfrm>
          <a:custGeom>
            <a:rect b="b" l="l" r="r" t="t"/>
            <a:pathLst>
              <a:path extrusionOk="0" h="1479128" w="2923855">
                <a:moveTo>
                  <a:pt x="2923855" y="1479128"/>
                </a:moveTo>
                <a:lnTo>
                  <a:pt x="0" y="1479128"/>
                </a:lnTo>
                <a:lnTo>
                  <a:pt x="1368245" y="405504"/>
                </a:lnTo>
                <a:lnTo>
                  <a:pt x="1410727" y="373857"/>
                </a:lnTo>
                <a:cubicBezTo>
                  <a:pt x="1742357" y="139664"/>
                  <a:pt x="2122368" y="17528"/>
                  <a:pt x="2503486" y="1756"/>
                </a:cubicBezTo>
                <a:cubicBezTo>
                  <a:pt x="2543187" y="114"/>
                  <a:pt x="2582898" y="-375"/>
                  <a:pt x="2622568" y="284"/>
                </a:cubicBezTo>
                <a:cubicBezTo>
                  <a:pt x="2677115" y="1190"/>
                  <a:pt x="2731584" y="4266"/>
                  <a:pt x="2785835" y="9494"/>
                </a:cubicBezTo>
                <a:lnTo>
                  <a:pt x="2923855" y="28352"/>
                </a:lnTo>
                <a:close/>
              </a:path>
            </a:pathLst>
          </a:custGeom>
          <a:gradFill>
            <a:gsLst>
              <a:gs pos="0">
                <a:schemeClr val="lt2"/>
              </a:gs>
              <a:gs pos="33000">
                <a:schemeClr val="lt2"/>
              </a:gs>
              <a:gs pos="100000">
                <a:srgbClr val="F08D7D"/>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 name="Google Shape;31;p39"/>
          <p:cNvSpPr txBox="1"/>
          <p:nvPr>
            <p:ph type="title"/>
          </p:nvPr>
        </p:nvSpPr>
        <p:spPr>
          <a:xfrm>
            <a:off x="1066800" y="1709738"/>
            <a:ext cx="6455434" cy="298127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800"/>
              <a:buFont typeface="Arial"/>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39"/>
          <p:cNvSpPr txBox="1"/>
          <p:nvPr>
            <p:ph idx="1" type="body"/>
          </p:nvPr>
        </p:nvSpPr>
        <p:spPr>
          <a:xfrm>
            <a:off x="1066800" y="4759252"/>
            <a:ext cx="5397260" cy="95574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000"/>
              <a:buNone/>
              <a:defRPr sz="2000">
                <a:solidFill>
                  <a:schemeClr val="dk1"/>
                </a:solidFill>
              </a:defRPr>
            </a:lvl1pPr>
            <a:lvl2pPr indent="-228600" lvl="1" marL="914400" algn="l">
              <a:lnSpc>
                <a:spcPct val="120000"/>
              </a:lnSpc>
              <a:spcBef>
                <a:spcPts val="500"/>
              </a:spcBef>
              <a:spcAft>
                <a:spcPts val="0"/>
              </a:spcAft>
              <a:buClr>
                <a:srgbClr val="888888"/>
              </a:buClr>
              <a:buSzPts val="2000"/>
              <a:buNone/>
              <a:defRPr sz="2000">
                <a:solidFill>
                  <a:srgbClr val="888888"/>
                </a:solidFill>
              </a:defRPr>
            </a:lvl2pPr>
            <a:lvl3pPr indent="-228600" lvl="2" marL="1371600" algn="l">
              <a:lnSpc>
                <a:spcPct val="120000"/>
              </a:lnSpc>
              <a:spcBef>
                <a:spcPts val="500"/>
              </a:spcBef>
              <a:spcAft>
                <a:spcPts val="0"/>
              </a:spcAft>
              <a:buClr>
                <a:srgbClr val="888888"/>
              </a:buClr>
              <a:buSzPts val="1800"/>
              <a:buNone/>
              <a:defRPr sz="1800">
                <a:solidFill>
                  <a:srgbClr val="888888"/>
                </a:solidFill>
              </a:defRPr>
            </a:lvl3pPr>
            <a:lvl4pPr indent="-228600" lvl="3" marL="1828800" algn="l">
              <a:lnSpc>
                <a:spcPct val="120000"/>
              </a:lnSpc>
              <a:spcBef>
                <a:spcPts val="500"/>
              </a:spcBef>
              <a:spcAft>
                <a:spcPts val="0"/>
              </a:spcAft>
              <a:buClr>
                <a:srgbClr val="888888"/>
              </a:buClr>
              <a:buSzPts val="1600"/>
              <a:buNone/>
              <a:defRPr sz="1600">
                <a:solidFill>
                  <a:srgbClr val="888888"/>
                </a:solidFill>
              </a:defRPr>
            </a:lvl4pPr>
            <a:lvl5pPr indent="-228600" lvl="4" marL="2286000" algn="l">
              <a:lnSpc>
                <a:spcPct val="12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3" name="Google Shape;33;p39"/>
          <p:cNvSpPr txBox="1"/>
          <p:nvPr>
            <p:ph idx="10" type="dt"/>
          </p:nvPr>
        </p:nvSpPr>
        <p:spPr>
          <a:xfrm rot="5400000">
            <a:off x="10477379" y="4629744"/>
            <a:ext cx="265350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9"/>
          <p:cNvSpPr txBox="1"/>
          <p:nvPr>
            <p:ph idx="11" type="ftr"/>
          </p:nvPr>
        </p:nvSpPr>
        <p:spPr>
          <a:xfrm>
            <a:off x="8610602" y="6318446"/>
            <a:ext cx="274319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9"/>
          <p:cNvSpPr txBox="1"/>
          <p:nvPr>
            <p:ph idx="12" type="sldNum"/>
          </p:nvPr>
        </p:nvSpPr>
        <p:spPr>
          <a:xfrm>
            <a:off x="11353800" y="6318446"/>
            <a:ext cx="61569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40"/>
          <p:cNvSpPr txBox="1"/>
          <p:nvPr>
            <p:ph type="title"/>
          </p:nvPr>
        </p:nvSpPr>
        <p:spPr>
          <a:xfrm>
            <a:off x="1066799" y="936841"/>
            <a:ext cx="10092477" cy="95366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40"/>
          <p:cNvSpPr txBox="1"/>
          <p:nvPr>
            <p:ph idx="1" type="body"/>
          </p:nvPr>
        </p:nvSpPr>
        <p:spPr>
          <a:xfrm>
            <a:off x="1066800" y="2117341"/>
            <a:ext cx="4809482" cy="3760123"/>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40"/>
          <p:cNvSpPr txBox="1"/>
          <p:nvPr>
            <p:ph idx="2" type="body"/>
          </p:nvPr>
        </p:nvSpPr>
        <p:spPr>
          <a:xfrm>
            <a:off x="6349795" y="2117341"/>
            <a:ext cx="4809482" cy="3760123"/>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40"/>
          <p:cNvSpPr txBox="1"/>
          <p:nvPr>
            <p:ph idx="10" type="dt"/>
          </p:nvPr>
        </p:nvSpPr>
        <p:spPr>
          <a:xfrm rot="5400000">
            <a:off x="10477379" y="4629744"/>
            <a:ext cx="265350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40"/>
          <p:cNvSpPr txBox="1"/>
          <p:nvPr>
            <p:ph idx="11" type="ftr"/>
          </p:nvPr>
        </p:nvSpPr>
        <p:spPr>
          <a:xfrm>
            <a:off x="8610602" y="6318446"/>
            <a:ext cx="274319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0"/>
          <p:cNvSpPr txBox="1"/>
          <p:nvPr>
            <p:ph idx="12" type="sldNum"/>
          </p:nvPr>
        </p:nvSpPr>
        <p:spPr>
          <a:xfrm>
            <a:off x="11353800" y="6318446"/>
            <a:ext cx="61569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41"/>
          <p:cNvSpPr txBox="1"/>
          <p:nvPr>
            <p:ph type="title"/>
          </p:nvPr>
        </p:nvSpPr>
        <p:spPr>
          <a:xfrm>
            <a:off x="1066800" y="963283"/>
            <a:ext cx="10096500" cy="91600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41"/>
          <p:cNvSpPr txBox="1"/>
          <p:nvPr>
            <p:ph idx="1" type="body"/>
          </p:nvPr>
        </p:nvSpPr>
        <p:spPr>
          <a:xfrm>
            <a:off x="1066801" y="1879287"/>
            <a:ext cx="4739628" cy="582117"/>
          </a:xfrm>
          <a:prstGeom prst="rect">
            <a:avLst/>
          </a:prstGeom>
          <a:noFill/>
          <a:ln>
            <a:noFill/>
          </a:ln>
        </p:spPr>
        <p:txBody>
          <a:bodyPr anchorCtr="0" anchor="b" bIns="45700" lIns="91425" spcFirstLastPara="1" rIns="91425" wrap="square" tIns="45700">
            <a:noAutofit/>
          </a:bodyPr>
          <a:lstStyle>
            <a:lvl1pPr indent="-228600" lvl="0" marL="457200" algn="l">
              <a:lnSpc>
                <a:spcPct val="120000"/>
              </a:lnSpc>
              <a:spcBef>
                <a:spcPts val="1000"/>
              </a:spcBef>
              <a:spcAft>
                <a:spcPts val="0"/>
              </a:spcAft>
              <a:buClr>
                <a:schemeClr val="dk1"/>
              </a:buClr>
              <a:buSzPts val="1400"/>
              <a:buNone/>
              <a:defRPr b="1" sz="1400" cap="none"/>
            </a:lvl1pPr>
            <a:lvl2pPr indent="-228600" lvl="1" marL="914400" algn="l">
              <a:lnSpc>
                <a:spcPct val="120000"/>
              </a:lnSpc>
              <a:spcBef>
                <a:spcPts val="500"/>
              </a:spcBef>
              <a:spcAft>
                <a:spcPts val="0"/>
              </a:spcAft>
              <a:buClr>
                <a:schemeClr val="dk1"/>
              </a:buClr>
              <a:buSzPts val="2000"/>
              <a:buNone/>
              <a:defRPr b="1" sz="2000"/>
            </a:lvl2pPr>
            <a:lvl3pPr indent="-228600" lvl="2" marL="1371600" algn="l">
              <a:lnSpc>
                <a:spcPct val="120000"/>
              </a:lnSpc>
              <a:spcBef>
                <a:spcPts val="500"/>
              </a:spcBef>
              <a:spcAft>
                <a:spcPts val="0"/>
              </a:spcAft>
              <a:buClr>
                <a:schemeClr val="dk1"/>
              </a:buClr>
              <a:buSzPts val="1800"/>
              <a:buNone/>
              <a:defRPr b="1" sz="1800"/>
            </a:lvl3pPr>
            <a:lvl4pPr indent="-228600" lvl="3" marL="1828800" algn="l">
              <a:lnSpc>
                <a:spcPct val="120000"/>
              </a:lnSpc>
              <a:spcBef>
                <a:spcPts val="500"/>
              </a:spcBef>
              <a:spcAft>
                <a:spcPts val="0"/>
              </a:spcAft>
              <a:buClr>
                <a:schemeClr val="dk1"/>
              </a:buClr>
              <a:buSzPts val="1600"/>
              <a:buNone/>
              <a:defRPr b="1" sz="1600"/>
            </a:lvl4pPr>
            <a:lvl5pPr indent="-228600" lvl="4" marL="2286000" algn="l">
              <a:lnSpc>
                <a:spcPct val="12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41"/>
          <p:cNvSpPr txBox="1"/>
          <p:nvPr>
            <p:ph idx="2" type="body"/>
          </p:nvPr>
        </p:nvSpPr>
        <p:spPr>
          <a:xfrm>
            <a:off x="1066801" y="2505075"/>
            <a:ext cx="4739628" cy="3389642"/>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41"/>
          <p:cNvSpPr txBox="1"/>
          <p:nvPr>
            <p:ph idx="3" type="body"/>
          </p:nvPr>
        </p:nvSpPr>
        <p:spPr>
          <a:xfrm>
            <a:off x="6400330" y="1879287"/>
            <a:ext cx="4762970" cy="582117"/>
          </a:xfrm>
          <a:prstGeom prst="rect">
            <a:avLst/>
          </a:prstGeom>
          <a:noFill/>
          <a:ln>
            <a:noFill/>
          </a:ln>
        </p:spPr>
        <p:txBody>
          <a:bodyPr anchorCtr="0" anchor="b" bIns="45700" lIns="91425" spcFirstLastPara="1" rIns="91425" wrap="square" tIns="45700">
            <a:noAutofit/>
          </a:bodyPr>
          <a:lstStyle>
            <a:lvl1pPr indent="-228600" lvl="0" marL="457200" algn="l">
              <a:lnSpc>
                <a:spcPct val="120000"/>
              </a:lnSpc>
              <a:spcBef>
                <a:spcPts val="1000"/>
              </a:spcBef>
              <a:spcAft>
                <a:spcPts val="0"/>
              </a:spcAft>
              <a:buClr>
                <a:schemeClr val="dk1"/>
              </a:buClr>
              <a:buSzPts val="1400"/>
              <a:buNone/>
              <a:defRPr b="1" sz="1400" cap="none"/>
            </a:lvl1pPr>
            <a:lvl2pPr indent="-228600" lvl="1" marL="914400" algn="l">
              <a:lnSpc>
                <a:spcPct val="120000"/>
              </a:lnSpc>
              <a:spcBef>
                <a:spcPts val="500"/>
              </a:spcBef>
              <a:spcAft>
                <a:spcPts val="0"/>
              </a:spcAft>
              <a:buClr>
                <a:schemeClr val="dk1"/>
              </a:buClr>
              <a:buSzPts val="2000"/>
              <a:buNone/>
              <a:defRPr b="1" sz="2000"/>
            </a:lvl2pPr>
            <a:lvl3pPr indent="-228600" lvl="2" marL="1371600" algn="l">
              <a:lnSpc>
                <a:spcPct val="120000"/>
              </a:lnSpc>
              <a:spcBef>
                <a:spcPts val="500"/>
              </a:spcBef>
              <a:spcAft>
                <a:spcPts val="0"/>
              </a:spcAft>
              <a:buClr>
                <a:schemeClr val="dk1"/>
              </a:buClr>
              <a:buSzPts val="1800"/>
              <a:buNone/>
              <a:defRPr b="1" sz="1800"/>
            </a:lvl3pPr>
            <a:lvl4pPr indent="-228600" lvl="3" marL="1828800" algn="l">
              <a:lnSpc>
                <a:spcPct val="120000"/>
              </a:lnSpc>
              <a:spcBef>
                <a:spcPts val="500"/>
              </a:spcBef>
              <a:spcAft>
                <a:spcPts val="0"/>
              </a:spcAft>
              <a:buClr>
                <a:schemeClr val="dk1"/>
              </a:buClr>
              <a:buSzPts val="1600"/>
              <a:buNone/>
              <a:defRPr b="1" sz="1600"/>
            </a:lvl4pPr>
            <a:lvl5pPr indent="-228600" lvl="4" marL="2286000" algn="l">
              <a:lnSpc>
                <a:spcPct val="12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41"/>
          <p:cNvSpPr txBox="1"/>
          <p:nvPr>
            <p:ph idx="4" type="body"/>
          </p:nvPr>
        </p:nvSpPr>
        <p:spPr>
          <a:xfrm>
            <a:off x="6400330" y="2505075"/>
            <a:ext cx="4762970" cy="3389642"/>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41"/>
          <p:cNvSpPr txBox="1"/>
          <p:nvPr>
            <p:ph idx="10" type="dt"/>
          </p:nvPr>
        </p:nvSpPr>
        <p:spPr>
          <a:xfrm rot="5400000">
            <a:off x="10477379" y="4629744"/>
            <a:ext cx="265350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41"/>
          <p:cNvSpPr txBox="1"/>
          <p:nvPr>
            <p:ph idx="11" type="ftr"/>
          </p:nvPr>
        </p:nvSpPr>
        <p:spPr>
          <a:xfrm>
            <a:off x="8610602" y="6318446"/>
            <a:ext cx="274319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1"/>
          <p:cNvSpPr txBox="1"/>
          <p:nvPr>
            <p:ph idx="12" type="sldNum"/>
          </p:nvPr>
        </p:nvSpPr>
        <p:spPr>
          <a:xfrm>
            <a:off x="11353800" y="6318446"/>
            <a:ext cx="61569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42"/>
          <p:cNvSpPr txBox="1"/>
          <p:nvPr>
            <p:ph type="title"/>
          </p:nvPr>
        </p:nvSpPr>
        <p:spPr>
          <a:xfrm>
            <a:off x="1066800" y="1357223"/>
            <a:ext cx="8886884" cy="104307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42"/>
          <p:cNvSpPr txBox="1"/>
          <p:nvPr>
            <p:ph idx="10" type="dt"/>
          </p:nvPr>
        </p:nvSpPr>
        <p:spPr>
          <a:xfrm rot="5400000">
            <a:off x="10477379" y="4629744"/>
            <a:ext cx="265350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2"/>
          <p:cNvSpPr txBox="1"/>
          <p:nvPr>
            <p:ph idx="11" type="ftr"/>
          </p:nvPr>
        </p:nvSpPr>
        <p:spPr>
          <a:xfrm>
            <a:off x="8610602" y="6318446"/>
            <a:ext cx="274319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2"/>
          <p:cNvSpPr txBox="1"/>
          <p:nvPr>
            <p:ph idx="12" type="sldNum"/>
          </p:nvPr>
        </p:nvSpPr>
        <p:spPr>
          <a:xfrm>
            <a:off x="11353800" y="6318446"/>
            <a:ext cx="61569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43"/>
          <p:cNvSpPr txBox="1"/>
          <p:nvPr>
            <p:ph type="title"/>
          </p:nvPr>
        </p:nvSpPr>
        <p:spPr>
          <a:xfrm>
            <a:off x="1066800" y="770626"/>
            <a:ext cx="3705225" cy="128677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43"/>
          <p:cNvSpPr txBox="1"/>
          <p:nvPr>
            <p:ph idx="1" type="body"/>
          </p:nvPr>
        </p:nvSpPr>
        <p:spPr>
          <a:xfrm>
            <a:off x="5183188" y="1075426"/>
            <a:ext cx="5980112" cy="4768371"/>
          </a:xfrm>
          <a:prstGeom prst="rect">
            <a:avLst/>
          </a:prstGeom>
          <a:noFill/>
          <a:ln>
            <a:noFill/>
          </a:ln>
        </p:spPr>
        <p:txBody>
          <a:bodyPr anchorCtr="0" anchor="t" bIns="45700" lIns="91425" spcFirstLastPara="1" rIns="91425" wrap="square" tIns="45700">
            <a:normAutofit/>
          </a:bodyPr>
          <a:lstStyle>
            <a:lvl1pPr indent="-431800" lvl="0" marL="457200" algn="l">
              <a:lnSpc>
                <a:spcPct val="120000"/>
              </a:lnSpc>
              <a:spcBef>
                <a:spcPts val="1000"/>
              </a:spcBef>
              <a:spcAft>
                <a:spcPts val="0"/>
              </a:spcAft>
              <a:buClr>
                <a:schemeClr val="dk1"/>
              </a:buClr>
              <a:buSzPts val="3200"/>
              <a:buChar char="•"/>
              <a:defRPr sz="3200"/>
            </a:lvl1pPr>
            <a:lvl2pPr indent="-406400" lvl="1" marL="914400" algn="l">
              <a:lnSpc>
                <a:spcPct val="120000"/>
              </a:lnSpc>
              <a:spcBef>
                <a:spcPts val="500"/>
              </a:spcBef>
              <a:spcAft>
                <a:spcPts val="0"/>
              </a:spcAft>
              <a:buClr>
                <a:schemeClr val="dk1"/>
              </a:buClr>
              <a:buSzPts val="2800"/>
              <a:buChar char="–"/>
              <a:defRPr sz="2800"/>
            </a:lvl2pPr>
            <a:lvl3pPr indent="-381000" lvl="2" marL="1371600" algn="l">
              <a:lnSpc>
                <a:spcPct val="120000"/>
              </a:lnSpc>
              <a:spcBef>
                <a:spcPts val="500"/>
              </a:spcBef>
              <a:spcAft>
                <a:spcPts val="0"/>
              </a:spcAft>
              <a:buClr>
                <a:schemeClr val="dk1"/>
              </a:buClr>
              <a:buSzPts val="2400"/>
              <a:buChar char="•"/>
              <a:defRPr sz="2400"/>
            </a:lvl3pPr>
            <a:lvl4pPr indent="-355600" lvl="3" marL="1828800" algn="l">
              <a:lnSpc>
                <a:spcPct val="120000"/>
              </a:lnSpc>
              <a:spcBef>
                <a:spcPts val="500"/>
              </a:spcBef>
              <a:spcAft>
                <a:spcPts val="0"/>
              </a:spcAft>
              <a:buClr>
                <a:schemeClr val="dk1"/>
              </a:buClr>
              <a:buSzPts val="2000"/>
              <a:buChar char="–"/>
              <a:defRPr sz="2000"/>
            </a:lvl4pPr>
            <a:lvl5pPr indent="-355600" lvl="4" marL="2286000" algn="l">
              <a:lnSpc>
                <a:spcPct val="12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0" name="Google Shape;60;p43"/>
          <p:cNvSpPr txBox="1"/>
          <p:nvPr>
            <p:ph idx="2" type="body"/>
          </p:nvPr>
        </p:nvSpPr>
        <p:spPr>
          <a:xfrm>
            <a:off x="1066800" y="2057400"/>
            <a:ext cx="3705225"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600"/>
              <a:buNone/>
              <a:defRPr sz="1600"/>
            </a:lvl1pPr>
            <a:lvl2pPr indent="-228600" lvl="1" marL="914400" algn="l">
              <a:lnSpc>
                <a:spcPct val="120000"/>
              </a:lnSpc>
              <a:spcBef>
                <a:spcPts val="500"/>
              </a:spcBef>
              <a:spcAft>
                <a:spcPts val="0"/>
              </a:spcAft>
              <a:buClr>
                <a:schemeClr val="dk1"/>
              </a:buClr>
              <a:buSzPts val="1400"/>
              <a:buNone/>
              <a:defRPr sz="1400"/>
            </a:lvl2pPr>
            <a:lvl3pPr indent="-228600" lvl="2" marL="1371600" algn="l">
              <a:lnSpc>
                <a:spcPct val="120000"/>
              </a:lnSpc>
              <a:spcBef>
                <a:spcPts val="500"/>
              </a:spcBef>
              <a:spcAft>
                <a:spcPts val="0"/>
              </a:spcAft>
              <a:buClr>
                <a:schemeClr val="dk1"/>
              </a:buClr>
              <a:buSzPts val="1200"/>
              <a:buNone/>
              <a:defRPr sz="1200"/>
            </a:lvl3pPr>
            <a:lvl4pPr indent="-228600" lvl="3" marL="1828800" algn="l">
              <a:lnSpc>
                <a:spcPct val="120000"/>
              </a:lnSpc>
              <a:spcBef>
                <a:spcPts val="500"/>
              </a:spcBef>
              <a:spcAft>
                <a:spcPts val="0"/>
              </a:spcAft>
              <a:buClr>
                <a:schemeClr val="dk1"/>
              </a:buClr>
              <a:buSzPts val="1000"/>
              <a:buNone/>
              <a:defRPr sz="1000"/>
            </a:lvl4pPr>
            <a:lvl5pPr indent="-228600" lvl="4" marL="2286000" algn="l">
              <a:lnSpc>
                <a:spcPct val="12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 name="Google Shape;61;p43"/>
          <p:cNvSpPr txBox="1"/>
          <p:nvPr>
            <p:ph idx="10" type="dt"/>
          </p:nvPr>
        </p:nvSpPr>
        <p:spPr>
          <a:xfrm rot="5400000">
            <a:off x="10477379" y="4629744"/>
            <a:ext cx="265350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3"/>
          <p:cNvSpPr txBox="1"/>
          <p:nvPr>
            <p:ph idx="11" type="ftr"/>
          </p:nvPr>
        </p:nvSpPr>
        <p:spPr>
          <a:xfrm>
            <a:off x="8610602" y="6318446"/>
            <a:ext cx="274319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3"/>
          <p:cNvSpPr txBox="1"/>
          <p:nvPr>
            <p:ph idx="12" type="sldNum"/>
          </p:nvPr>
        </p:nvSpPr>
        <p:spPr>
          <a:xfrm>
            <a:off x="11353800" y="6318446"/>
            <a:ext cx="61569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44"/>
          <p:cNvSpPr txBox="1"/>
          <p:nvPr>
            <p:ph type="title"/>
          </p:nvPr>
        </p:nvSpPr>
        <p:spPr>
          <a:xfrm>
            <a:off x="1066800" y="782128"/>
            <a:ext cx="3705225" cy="127527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44"/>
          <p:cNvSpPr/>
          <p:nvPr>
            <p:ph idx="2" type="pic"/>
          </p:nvPr>
        </p:nvSpPr>
        <p:spPr>
          <a:xfrm>
            <a:off x="5183188" y="1143000"/>
            <a:ext cx="5980112" cy="4572000"/>
          </a:xfrm>
          <a:prstGeom prst="rect">
            <a:avLst/>
          </a:prstGeom>
          <a:noFill/>
          <a:ln>
            <a:noFill/>
          </a:ln>
        </p:spPr>
      </p:sp>
      <p:sp>
        <p:nvSpPr>
          <p:cNvPr id="67" name="Google Shape;67;p44"/>
          <p:cNvSpPr txBox="1"/>
          <p:nvPr>
            <p:ph idx="1" type="body"/>
          </p:nvPr>
        </p:nvSpPr>
        <p:spPr>
          <a:xfrm>
            <a:off x="1066800" y="2057400"/>
            <a:ext cx="3705225" cy="36576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600"/>
              <a:buNone/>
              <a:defRPr sz="1600"/>
            </a:lvl1pPr>
            <a:lvl2pPr indent="-228600" lvl="1" marL="914400" algn="l">
              <a:lnSpc>
                <a:spcPct val="120000"/>
              </a:lnSpc>
              <a:spcBef>
                <a:spcPts val="500"/>
              </a:spcBef>
              <a:spcAft>
                <a:spcPts val="0"/>
              </a:spcAft>
              <a:buClr>
                <a:schemeClr val="dk1"/>
              </a:buClr>
              <a:buSzPts val="1400"/>
              <a:buNone/>
              <a:defRPr sz="1400"/>
            </a:lvl2pPr>
            <a:lvl3pPr indent="-228600" lvl="2" marL="1371600" algn="l">
              <a:lnSpc>
                <a:spcPct val="120000"/>
              </a:lnSpc>
              <a:spcBef>
                <a:spcPts val="500"/>
              </a:spcBef>
              <a:spcAft>
                <a:spcPts val="0"/>
              </a:spcAft>
              <a:buClr>
                <a:schemeClr val="dk1"/>
              </a:buClr>
              <a:buSzPts val="1200"/>
              <a:buNone/>
              <a:defRPr sz="1200"/>
            </a:lvl3pPr>
            <a:lvl4pPr indent="-228600" lvl="3" marL="1828800" algn="l">
              <a:lnSpc>
                <a:spcPct val="120000"/>
              </a:lnSpc>
              <a:spcBef>
                <a:spcPts val="500"/>
              </a:spcBef>
              <a:spcAft>
                <a:spcPts val="0"/>
              </a:spcAft>
              <a:buClr>
                <a:schemeClr val="dk1"/>
              </a:buClr>
              <a:buSzPts val="1000"/>
              <a:buNone/>
              <a:defRPr sz="1000"/>
            </a:lvl4pPr>
            <a:lvl5pPr indent="-228600" lvl="4" marL="2286000" algn="l">
              <a:lnSpc>
                <a:spcPct val="12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8" name="Google Shape;68;p44"/>
          <p:cNvSpPr txBox="1"/>
          <p:nvPr>
            <p:ph idx="10" type="dt"/>
          </p:nvPr>
        </p:nvSpPr>
        <p:spPr>
          <a:xfrm rot="5400000">
            <a:off x="10477379" y="4629744"/>
            <a:ext cx="265350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44"/>
          <p:cNvSpPr txBox="1"/>
          <p:nvPr>
            <p:ph idx="11" type="ftr"/>
          </p:nvPr>
        </p:nvSpPr>
        <p:spPr>
          <a:xfrm>
            <a:off x="8610602" y="6318446"/>
            <a:ext cx="274319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4"/>
          <p:cNvSpPr txBox="1"/>
          <p:nvPr>
            <p:ph idx="12" type="sldNum"/>
          </p:nvPr>
        </p:nvSpPr>
        <p:spPr>
          <a:xfrm>
            <a:off x="11353800" y="6318446"/>
            <a:ext cx="61569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45"/>
          <p:cNvSpPr txBox="1"/>
          <p:nvPr>
            <p:ph type="title"/>
          </p:nvPr>
        </p:nvSpPr>
        <p:spPr>
          <a:xfrm>
            <a:off x="1066800" y="936841"/>
            <a:ext cx="10239338" cy="95366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45"/>
          <p:cNvSpPr txBox="1"/>
          <p:nvPr>
            <p:ph idx="1" type="body"/>
          </p:nvPr>
        </p:nvSpPr>
        <p:spPr>
          <a:xfrm rot="5400000">
            <a:off x="4350676" y="-1141132"/>
            <a:ext cx="3677683" cy="1023933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45"/>
          <p:cNvSpPr txBox="1"/>
          <p:nvPr>
            <p:ph idx="10" type="dt"/>
          </p:nvPr>
        </p:nvSpPr>
        <p:spPr>
          <a:xfrm rot="5400000">
            <a:off x="10477379" y="4629744"/>
            <a:ext cx="265350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45"/>
          <p:cNvSpPr txBox="1"/>
          <p:nvPr>
            <p:ph idx="11" type="ftr"/>
          </p:nvPr>
        </p:nvSpPr>
        <p:spPr>
          <a:xfrm>
            <a:off x="8610602" y="6318446"/>
            <a:ext cx="274319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5"/>
          <p:cNvSpPr txBox="1"/>
          <p:nvPr>
            <p:ph idx="12" type="sldNum"/>
          </p:nvPr>
        </p:nvSpPr>
        <p:spPr>
          <a:xfrm>
            <a:off x="11353800" y="6318446"/>
            <a:ext cx="61569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7" name="Shape 77"/>
        <p:cNvGrpSpPr/>
        <p:nvPr/>
      </p:nvGrpSpPr>
      <p:grpSpPr>
        <a:xfrm>
          <a:off x="0" y="0"/>
          <a:ext cx="0" cy="0"/>
          <a:chOff x="0" y="0"/>
          <a:chExt cx="0" cy="0"/>
        </a:xfrm>
      </p:grpSpPr>
      <p:sp>
        <p:nvSpPr>
          <p:cNvPr id="78" name="Google Shape;78;p46"/>
          <p:cNvSpPr txBox="1"/>
          <p:nvPr>
            <p:ph type="title"/>
          </p:nvPr>
        </p:nvSpPr>
        <p:spPr>
          <a:xfrm rot="5400000">
            <a:off x="7782463" y="2143664"/>
            <a:ext cx="4633823" cy="250884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46"/>
          <p:cNvSpPr txBox="1"/>
          <p:nvPr>
            <p:ph idx="1" type="body"/>
          </p:nvPr>
        </p:nvSpPr>
        <p:spPr>
          <a:xfrm rot="5400000">
            <a:off x="2502739" y="-354761"/>
            <a:ext cx="4633823" cy="75057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46"/>
          <p:cNvSpPr txBox="1"/>
          <p:nvPr>
            <p:ph idx="10" type="dt"/>
          </p:nvPr>
        </p:nvSpPr>
        <p:spPr>
          <a:xfrm rot="5400000">
            <a:off x="10477379" y="4629744"/>
            <a:ext cx="265350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46"/>
          <p:cNvSpPr txBox="1"/>
          <p:nvPr>
            <p:ph idx="11" type="ftr"/>
          </p:nvPr>
        </p:nvSpPr>
        <p:spPr>
          <a:xfrm>
            <a:off x="8610602" y="6318446"/>
            <a:ext cx="274319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6"/>
          <p:cNvSpPr txBox="1"/>
          <p:nvPr>
            <p:ph idx="12" type="sldNum"/>
          </p:nvPr>
        </p:nvSpPr>
        <p:spPr>
          <a:xfrm>
            <a:off x="11353800" y="6318446"/>
            <a:ext cx="61569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5"/>
          <p:cNvSpPr txBox="1"/>
          <p:nvPr>
            <p:ph type="title"/>
          </p:nvPr>
        </p:nvSpPr>
        <p:spPr>
          <a:xfrm>
            <a:off x="1066800" y="936841"/>
            <a:ext cx="8886884" cy="953669"/>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5"/>
          <p:cNvSpPr txBox="1"/>
          <p:nvPr>
            <p:ph idx="1" type="body"/>
          </p:nvPr>
        </p:nvSpPr>
        <p:spPr>
          <a:xfrm>
            <a:off x="1069848" y="2139696"/>
            <a:ext cx="8883836" cy="3677683"/>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20000"/>
              </a:lnSpc>
              <a:spcBef>
                <a:spcPts val="10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30200" lvl="1" marL="914400" marR="0" rtl="0" algn="l">
              <a:lnSpc>
                <a:spcPct val="12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04800" lvl="3" marL="1828800" marR="0" rtl="0" algn="l">
              <a:lnSpc>
                <a:spcPct val="12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lnSpc>
                <a:spcPct val="12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35"/>
          <p:cNvSpPr txBox="1"/>
          <p:nvPr>
            <p:ph idx="10" type="dt"/>
          </p:nvPr>
        </p:nvSpPr>
        <p:spPr>
          <a:xfrm rot="5400000">
            <a:off x="10477379" y="4629744"/>
            <a:ext cx="2653508"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35"/>
          <p:cNvSpPr txBox="1"/>
          <p:nvPr>
            <p:ph idx="11" type="ftr"/>
          </p:nvPr>
        </p:nvSpPr>
        <p:spPr>
          <a:xfrm>
            <a:off x="8610602" y="6318446"/>
            <a:ext cx="2743198"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35"/>
          <p:cNvSpPr txBox="1"/>
          <p:nvPr>
            <p:ph idx="12" type="sldNum"/>
          </p:nvPr>
        </p:nvSpPr>
        <p:spPr>
          <a:xfrm>
            <a:off x="11353800" y="6318446"/>
            <a:ext cx="615696"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600" u="none" cap="none" strike="noStrike">
                <a:solidFill>
                  <a:schemeClr val="dk1"/>
                </a:solidFill>
                <a:latin typeface="Arial"/>
                <a:ea typeface="Arial"/>
                <a:cs typeface="Arial"/>
                <a:sym typeface="Arial"/>
              </a:defRPr>
            </a:lvl1pPr>
            <a:lvl2pPr indent="0" lvl="1" marL="0" marR="0" rtl="0" algn="r">
              <a:spcBef>
                <a:spcPts val="0"/>
              </a:spcBef>
              <a:buNone/>
              <a:defRPr b="1" i="0" sz="1600" u="none" cap="none" strike="noStrike">
                <a:solidFill>
                  <a:schemeClr val="dk1"/>
                </a:solidFill>
                <a:latin typeface="Arial"/>
                <a:ea typeface="Arial"/>
                <a:cs typeface="Arial"/>
                <a:sym typeface="Arial"/>
              </a:defRPr>
            </a:lvl2pPr>
            <a:lvl3pPr indent="0" lvl="2" marL="0" marR="0" rtl="0" algn="r">
              <a:spcBef>
                <a:spcPts val="0"/>
              </a:spcBef>
              <a:buNone/>
              <a:defRPr b="1" i="0" sz="1600" u="none" cap="none" strike="noStrike">
                <a:solidFill>
                  <a:schemeClr val="dk1"/>
                </a:solidFill>
                <a:latin typeface="Arial"/>
                <a:ea typeface="Arial"/>
                <a:cs typeface="Arial"/>
                <a:sym typeface="Arial"/>
              </a:defRPr>
            </a:lvl3pPr>
            <a:lvl4pPr indent="0" lvl="3" marL="0" marR="0" rtl="0" algn="r">
              <a:spcBef>
                <a:spcPts val="0"/>
              </a:spcBef>
              <a:buNone/>
              <a:defRPr b="1" i="0" sz="1600" u="none" cap="none" strike="noStrike">
                <a:solidFill>
                  <a:schemeClr val="dk1"/>
                </a:solidFill>
                <a:latin typeface="Arial"/>
                <a:ea typeface="Arial"/>
                <a:cs typeface="Arial"/>
                <a:sym typeface="Arial"/>
              </a:defRPr>
            </a:lvl4pPr>
            <a:lvl5pPr indent="0" lvl="4" marL="0" marR="0" rtl="0" algn="r">
              <a:spcBef>
                <a:spcPts val="0"/>
              </a:spcBef>
              <a:buNone/>
              <a:defRPr b="1" i="0" sz="1600" u="none" cap="none" strike="noStrike">
                <a:solidFill>
                  <a:schemeClr val="dk1"/>
                </a:solidFill>
                <a:latin typeface="Arial"/>
                <a:ea typeface="Arial"/>
                <a:cs typeface="Arial"/>
                <a:sym typeface="Arial"/>
              </a:defRPr>
            </a:lvl5pPr>
            <a:lvl6pPr indent="0" lvl="5" marL="0" marR="0" rtl="0" algn="r">
              <a:spcBef>
                <a:spcPts val="0"/>
              </a:spcBef>
              <a:buNone/>
              <a:defRPr b="1" i="0" sz="1600" u="none" cap="none" strike="noStrike">
                <a:solidFill>
                  <a:schemeClr val="dk1"/>
                </a:solidFill>
                <a:latin typeface="Arial"/>
                <a:ea typeface="Arial"/>
                <a:cs typeface="Arial"/>
                <a:sym typeface="Arial"/>
              </a:defRPr>
            </a:lvl6pPr>
            <a:lvl7pPr indent="0" lvl="6" marL="0" marR="0" rtl="0" algn="r">
              <a:spcBef>
                <a:spcPts val="0"/>
              </a:spcBef>
              <a:buNone/>
              <a:defRPr b="1" i="0" sz="1600" u="none" cap="none" strike="noStrike">
                <a:solidFill>
                  <a:schemeClr val="dk1"/>
                </a:solidFill>
                <a:latin typeface="Arial"/>
                <a:ea typeface="Arial"/>
                <a:cs typeface="Arial"/>
                <a:sym typeface="Arial"/>
              </a:defRPr>
            </a:lvl7pPr>
            <a:lvl8pPr indent="0" lvl="7" marL="0" marR="0" rtl="0" algn="r">
              <a:spcBef>
                <a:spcPts val="0"/>
              </a:spcBef>
              <a:buNone/>
              <a:defRPr b="1" i="0" sz="1600" u="none" cap="none" strike="noStrike">
                <a:solidFill>
                  <a:schemeClr val="dk1"/>
                </a:solidFill>
                <a:latin typeface="Arial"/>
                <a:ea typeface="Arial"/>
                <a:cs typeface="Arial"/>
                <a:sym typeface="Arial"/>
              </a:defRPr>
            </a:lvl8pPr>
            <a:lvl9pPr indent="0" lvl="8" marL="0" marR="0" rtl="0" algn="r">
              <a:spcBef>
                <a:spcPts val="0"/>
              </a:spcBef>
              <a:buNone/>
              <a:defRPr b="1" i="0" sz="16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0.png"/><Relationship Id="rId4" Type="http://schemas.openxmlformats.org/officeDocument/2006/relationships/image" Target="../media/image17.png"/><Relationship Id="rId5"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
          <p:cNvSpPr/>
          <p:nvPr/>
        </p:nvSpPr>
        <p:spPr>
          <a:xfrm>
            <a:off x="8360873" y="0"/>
            <a:ext cx="3831127" cy="1141187"/>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8" name="Google Shape;88;p1"/>
          <p:cNvSpPr txBox="1"/>
          <p:nvPr/>
        </p:nvSpPr>
        <p:spPr>
          <a:xfrm>
            <a:off x="708869" y="5246417"/>
            <a:ext cx="10628944" cy="537840"/>
          </a:xfrm>
          <a:prstGeom prst="rect">
            <a:avLst/>
          </a:prstGeom>
          <a:noFill/>
          <a:ln>
            <a:noFill/>
          </a:ln>
        </p:spPr>
        <p:txBody>
          <a:bodyPr anchorCtr="0" anchor="t" bIns="0" lIns="0" spcFirstLastPara="1" rIns="0" wrap="square" tIns="0">
            <a:spAutoFit/>
          </a:bodyPr>
          <a:lstStyle/>
          <a:p>
            <a:pPr indent="0" lvl="0" marL="0" marR="0" rtl="0" algn="l">
              <a:lnSpc>
                <a:spcPct val="140079"/>
              </a:lnSpc>
              <a:spcBef>
                <a:spcPts val="0"/>
              </a:spcBef>
              <a:spcAft>
                <a:spcPts val="0"/>
              </a:spcAft>
              <a:buNone/>
            </a:pPr>
            <a:r>
              <a:rPr b="1" lang="en-US" sz="3266">
                <a:solidFill>
                  <a:srgbClr val="131416"/>
                </a:solidFill>
                <a:latin typeface="Open Sans"/>
                <a:ea typeface="Open Sans"/>
                <a:cs typeface="Open Sans"/>
                <a:sym typeface="Open Sans"/>
              </a:rPr>
              <a:t>Introducción a la Programación y Computación 1</a:t>
            </a:r>
            <a:endParaRPr/>
          </a:p>
        </p:txBody>
      </p:sp>
      <p:sp>
        <p:nvSpPr>
          <p:cNvPr id="89" name="Google Shape;89;p1"/>
          <p:cNvSpPr txBox="1"/>
          <p:nvPr/>
        </p:nvSpPr>
        <p:spPr>
          <a:xfrm>
            <a:off x="220145" y="1763819"/>
            <a:ext cx="11751711" cy="1006238"/>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1" lang="en-US" sz="6134">
                <a:solidFill>
                  <a:srgbClr val="131416"/>
                </a:solidFill>
                <a:latin typeface="Open Sans"/>
                <a:ea typeface="Open Sans"/>
                <a:cs typeface="Open Sans"/>
                <a:sym typeface="Open Sans"/>
              </a:rPr>
              <a:t>Conceptos y Pilares de POO</a:t>
            </a:r>
            <a:endParaRPr b="1" sz="6134">
              <a:solidFill>
                <a:srgbClr val="131416"/>
              </a:solidFill>
              <a:latin typeface="Open Sans"/>
              <a:ea typeface="Open Sans"/>
              <a:cs typeface="Open Sans"/>
              <a:sym typeface="Open Sans"/>
            </a:endParaRPr>
          </a:p>
        </p:txBody>
      </p:sp>
      <p:sp>
        <p:nvSpPr>
          <p:cNvPr id="90" name="Google Shape;90;p1"/>
          <p:cNvSpPr txBox="1"/>
          <p:nvPr/>
        </p:nvSpPr>
        <p:spPr>
          <a:xfrm>
            <a:off x="708869" y="5830168"/>
            <a:ext cx="7652004" cy="276358"/>
          </a:xfrm>
          <a:prstGeom prst="rect">
            <a:avLst/>
          </a:prstGeom>
          <a:noFill/>
          <a:ln>
            <a:noFill/>
          </a:ln>
        </p:spPr>
        <p:txBody>
          <a:bodyPr anchorCtr="0" anchor="t" bIns="0" lIns="0" spcFirstLastPara="1" rIns="0" wrap="square" tIns="0">
            <a:spAutoFit/>
          </a:bodyPr>
          <a:lstStyle/>
          <a:p>
            <a:pPr indent="0" lvl="0" marL="0" marR="0" rtl="0" algn="l">
              <a:lnSpc>
                <a:spcPct val="140036"/>
              </a:lnSpc>
              <a:spcBef>
                <a:spcPts val="0"/>
              </a:spcBef>
              <a:spcAft>
                <a:spcPts val="0"/>
              </a:spcAft>
              <a:buNone/>
            </a:pPr>
            <a:r>
              <a:rPr b="1" lang="en-US" sz="1666">
                <a:solidFill>
                  <a:srgbClr val="131416"/>
                </a:solidFill>
                <a:latin typeface="Open Sans"/>
                <a:ea typeface="Open Sans"/>
                <a:cs typeface="Open Sans"/>
                <a:sym typeface="Open Sans"/>
              </a:rPr>
              <a:t>Escuela de Ingenieria de Ciencias Y Sistemas</a:t>
            </a:r>
            <a:endParaRPr/>
          </a:p>
        </p:txBody>
      </p:sp>
      <p:sp>
        <p:nvSpPr>
          <p:cNvPr id="91" name="Google Shape;91;p1"/>
          <p:cNvSpPr txBox="1"/>
          <p:nvPr/>
        </p:nvSpPr>
        <p:spPr>
          <a:xfrm>
            <a:off x="685800" y="6140450"/>
            <a:ext cx="7496666" cy="276358"/>
          </a:xfrm>
          <a:prstGeom prst="rect">
            <a:avLst/>
          </a:prstGeom>
          <a:noFill/>
          <a:ln>
            <a:noFill/>
          </a:ln>
        </p:spPr>
        <p:txBody>
          <a:bodyPr anchorCtr="0" anchor="t" bIns="0" lIns="0" spcFirstLastPara="1" rIns="0" wrap="square" tIns="0">
            <a:spAutoFit/>
          </a:bodyPr>
          <a:lstStyle/>
          <a:p>
            <a:pPr indent="0" lvl="0" marL="0" marR="0" rtl="0" algn="l">
              <a:lnSpc>
                <a:spcPct val="140036"/>
              </a:lnSpc>
              <a:spcBef>
                <a:spcPts val="0"/>
              </a:spcBef>
              <a:spcAft>
                <a:spcPts val="0"/>
              </a:spcAft>
              <a:buNone/>
            </a:pPr>
            <a:r>
              <a:rPr b="1" lang="en-US" sz="1666">
                <a:solidFill>
                  <a:srgbClr val="131416"/>
                </a:solidFill>
                <a:latin typeface="Open Sans"/>
                <a:ea typeface="Open Sans"/>
                <a:cs typeface="Open Sans"/>
                <a:sym typeface="Open Sans"/>
              </a:rPr>
              <a:t>Facultad de Ingenieria</a:t>
            </a:r>
            <a:endParaRPr/>
          </a:p>
        </p:txBody>
      </p:sp>
      <p:sp>
        <p:nvSpPr>
          <p:cNvPr id="92" name="Google Shape;92;p1"/>
          <p:cNvSpPr txBox="1"/>
          <p:nvPr/>
        </p:nvSpPr>
        <p:spPr>
          <a:xfrm>
            <a:off x="685800" y="6390217"/>
            <a:ext cx="8081128" cy="276358"/>
          </a:xfrm>
          <a:prstGeom prst="rect">
            <a:avLst/>
          </a:prstGeom>
          <a:noFill/>
          <a:ln>
            <a:noFill/>
          </a:ln>
        </p:spPr>
        <p:txBody>
          <a:bodyPr anchorCtr="0" anchor="t" bIns="0" lIns="0" spcFirstLastPara="1" rIns="0" wrap="square" tIns="0">
            <a:spAutoFit/>
          </a:bodyPr>
          <a:lstStyle/>
          <a:p>
            <a:pPr indent="0" lvl="0" marL="0" marR="0" rtl="0" algn="l">
              <a:lnSpc>
                <a:spcPct val="140036"/>
              </a:lnSpc>
              <a:spcBef>
                <a:spcPts val="0"/>
              </a:spcBef>
              <a:spcAft>
                <a:spcPts val="0"/>
              </a:spcAft>
              <a:buNone/>
            </a:pPr>
            <a:r>
              <a:rPr b="1" lang="en-US" sz="1666">
                <a:solidFill>
                  <a:srgbClr val="131416"/>
                </a:solidFill>
                <a:latin typeface="Open Sans"/>
                <a:ea typeface="Open Sans"/>
                <a:cs typeface="Open Sans"/>
                <a:sym typeface="Open Sans"/>
              </a:rPr>
              <a:t>Universidad de San Carlos de Guatemala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 name="Shape 96"/>
        <p:cNvGrpSpPr/>
        <p:nvPr/>
      </p:nvGrpSpPr>
      <p:grpSpPr>
        <a:xfrm>
          <a:off x="0" y="0"/>
          <a:ext cx="0" cy="0"/>
          <a:chOff x="0" y="0"/>
          <a:chExt cx="0" cy="0"/>
        </a:xfrm>
      </p:grpSpPr>
      <p:sp>
        <p:nvSpPr>
          <p:cNvPr id="97" name="Google Shape;97;p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8" name="Google Shape;98;p2"/>
          <p:cNvSpPr txBox="1"/>
          <p:nvPr>
            <p:ph type="ctrTitle"/>
          </p:nvPr>
        </p:nvSpPr>
        <p:spPr>
          <a:xfrm>
            <a:off x="6095999" y="907577"/>
            <a:ext cx="5067299" cy="170943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Arial"/>
              <a:buNone/>
            </a:pPr>
            <a:r>
              <a:rPr lang="en-US" sz="4800"/>
              <a:t>Agenda</a:t>
            </a:r>
            <a:endParaRPr/>
          </a:p>
        </p:txBody>
      </p:sp>
      <p:sp>
        <p:nvSpPr>
          <p:cNvPr id="99" name="Google Shape;99;p2"/>
          <p:cNvSpPr txBox="1"/>
          <p:nvPr>
            <p:ph idx="1" type="subTitle"/>
          </p:nvPr>
        </p:nvSpPr>
        <p:spPr>
          <a:xfrm>
            <a:off x="6096000" y="2736850"/>
            <a:ext cx="5067300" cy="2978150"/>
          </a:xfrm>
          <a:prstGeom prst="rect">
            <a:avLst/>
          </a:prstGeom>
          <a:noFill/>
          <a:ln>
            <a:noFill/>
          </a:ln>
        </p:spPr>
        <p:txBody>
          <a:bodyPr anchorCtr="0" anchor="b" bIns="45700" lIns="91425" spcFirstLastPara="1" rIns="91425" wrap="square" tIns="45700">
            <a:normAutofit/>
          </a:bodyPr>
          <a:lstStyle/>
          <a:p>
            <a:pPr indent="0" lvl="0" marL="0" rtl="0" algn="l">
              <a:lnSpc>
                <a:spcPct val="110000"/>
              </a:lnSpc>
              <a:spcBef>
                <a:spcPts val="0"/>
              </a:spcBef>
              <a:spcAft>
                <a:spcPts val="0"/>
              </a:spcAft>
              <a:buClr>
                <a:schemeClr val="dk1"/>
              </a:buClr>
              <a:buSzPts val="1300"/>
              <a:buNone/>
            </a:pPr>
            <a:r>
              <a:rPr lang="en-US" sz="1300"/>
              <a:t>Concepto de abstracción y clasificación</a:t>
            </a:r>
            <a:endParaRPr sz="1300"/>
          </a:p>
          <a:p>
            <a:pPr indent="0" lvl="0" marL="0" rtl="0" algn="l">
              <a:lnSpc>
                <a:spcPct val="110000"/>
              </a:lnSpc>
              <a:spcBef>
                <a:spcPts val="1000"/>
              </a:spcBef>
              <a:spcAft>
                <a:spcPts val="0"/>
              </a:spcAft>
              <a:buClr>
                <a:schemeClr val="dk1"/>
              </a:buClr>
              <a:buSzPts val="1300"/>
              <a:buNone/>
            </a:pPr>
            <a:r>
              <a:rPr lang="en-US" sz="1300"/>
              <a:t>Clases y objetos</a:t>
            </a:r>
            <a:endParaRPr sz="1300"/>
          </a:p>
          <a:p>
            <a:pPr indent="0" lvl="0" marL="0" rtl="0" algn="l">
              <a:lnSpc>
                <a:spcPct val="110000"/>
              </a:lnSpc>
              <a:spcBef>
                <a:spcPts val="1000"/>
              </a:spcBef>
              <a:spcAft>
                <a:spcPts val="0"/>
              </a:spcAft>
              <a:buClr>
                <a:schemeClr val="dk1"/>
              </a:buClr>
              <a:buSzPts val="1300"/>
              <a:buNone/>
            </a:pPr>
            <a:r>
              <a:rPr lang="en-US" sz="1300"/>
              <a:t>Mensajes y métodos</a:t>
            </a:r>
            <a:endParaRPr sz="1300"/>
          </a:p>
          <a:p>
            <a:pPr indent="0" lvl="0" marL="0" rtl="0" algn="l">
              <a:lnSpc>
                <a:spcPct val="110000"/>
              </a:lnSpc>
              <a:spcBef>
                <a:spcPts val="1000"/>
              </a:spcBef>
              <a:spcAft>
                <a:spcPts val="0"/>
              </a:spcAft>
              <a:buClr>
                <a:schemeClr val="dk1"/>
              </a:buClr>
              <a:buSzPts val="1300"/>
              <a:buNone/>
            </a:pPr>
            <a:r>
              <a:rPr lang="en-US" sz="1300"/>
              <a:t>Pilares de POO: Abstracción, Encapsulamiento, Polimorfismo, Herencia</a:t>
            </a:r>
            <a:endParaRPr sz="1300"/>
          </a:p>
          <a:p>
            <a:pPr indent="0" lvl="0" marL="0" rtl="0" algn="l">
              <a:lnSpc>
                <a:spcPct val="110000"/>
              </a:lnSpc>
              <a:spcBef>
                <a:spcPts val="1000"/>
              </a:spcBef>
              <a:spcAft>
                <a:spcPts val="0"/>
              </a:spcAft>
              <a:buClr>
                <a:schemeClr val="dk1"/>
              </a:buClr>
              <a:buSzPts val="1300"/>
              <a:buNone/>
            </a:pPr>
            <a:r>
              <a:rPr lang="en-US" sz="1300"/>
              <a:t>Los miembros de una clase</a:t>
            </a:r>
            <a:endParaRPr sz="1300"/>
          </a:p>
          <a:p>
            <a:pPr indent="0" lvl="0" marL="0" rtl="0" algn="l">
              <a:lnSpc>
                <a:spcPct val="110000"/>
              </a:lnSpc>
              <a:spcBef>
                <a:spcPts val="1000"/>
              </a:spcBef>
              <a:spcAft>
                <a:spcPts val="0"/>
              </a:spcAft>
              <a:buClr>
                <a:schemeClr val="dk1"/>
              </a:buClr>
              <a:buSzPts val="1300"/>
              <a:buNone/>
            </a:pPr>
            <a:r>
              <a:rPr lang="en-US" sz="1300"/>
              <a:t>Atributos y métodos (operaciones)</a:t>
            </a:r>
            <a:endParaRPr/>
          </a:p>
          <a:p>
            <a:pPr indent="0" lvl="0" marL="0" rtl="0" algn="l">
              <a:lnSpc>
                <a:spcPct val="110000"/>
              </a:lnSpc>
              <a:spcBef>
                <a:spcPts val="1000"/>
              </a:spcBef>
              <a:spcAft>
                <a:spcPts val="0"/>
              </a:spcAft>
              <a:buClr>
                <a:schemeClr val="dk1"/>
              </a:buClr>
              <a:buSzPts val="1300"/>
              <a:buNone/>
            </a:pPr>
            <a:r>
              <a:rPr lang="en-US" sz="1300"/>
              <a:t>Constructores y Destructores</a:t>
            </a:r>
            <a:endParaRPr sz="1300"/>
          </a:p>
          <a:p>
            <a:pPr indent="0" lvl="0" marL="0" rtl="0" algn="l">
              <a:lnSpc>
                <a:spcPct val="110000"/>
              </a:lnSpc>
              <a:spcBef>
                <a:spcPts val="1000"/>
              </a:spcBef>
              <a:spcAft>
                <a:spcPts val="0"/>
              </a:spcAft>
              <a:buClr>
                <a:schemeClr val="dk1"/>
              </a:buClr>
              <a:buSzPts val="1300"/>
              <a:buNone/>
            </a:pPr>
            <a:r>
              <a:rPr lang="en-US" sz="1300"/>
              <a:t>Modificadores de visibilidad: Privado, Público, Protegido</a:t>
            </a:r>
            <a:endParaRPr b="1" sz="1300"/>
          </a:p>
        </p:txBody>
      </p:sp>
      <p:pic>
        <p:nvPicPr>
          <p:cNvPr id="100" name="Google Shape;100;p2"/>
          <p:cNvPicPr preferRelativeResize="0"/>
          <p:nvPr/>
        </p:nvPicPr>
        <p:blipFill rotWithShape="1">
          <a:blip r:embed="rId3">
            <a:alphaModFix/>
          </a:blip>
          <a:srcRect b="-3" l="0" r="-3" t="3278"/>
          <a:stretch/>
        </p:blipFill>
        <p:spPr>
          <a:xfrm>
            <a:off x="-2380" y="-17766"/>
            <a:ext cx="6394567" cy="3479045"/>
          </a:xfrm>
          <a:custGeom>
            <a:rect b="b" l="l" r="r" t="t"/>
            <a:pathLst>
              <a:path extrusionOk="0" h="3479045" w="6394567">
                <a:moveTo>
                  <a:pt x="0" y="0"/>
                </a:moveTo>
                <a:lnTo>
                  <a:pt x="6394567" y="0"/>
                </a:lnTo>
                <a:lnTo>
                  <a:pt x="2477593" y="3073542"/>
                </a:lnTo>
                <a:lnTo>
                  <a:pt x="2435111" y="3105189"/>
                </a:lnTo>
                <a:cubicBezTo>
                  <a:pt x="2103481" y="3339382"/>
                  <a:pt x="1723470" y="3461518"/>
                  <a:pt x="1342352" y="3477290"/>
                </a:cubicBezTo>
                <a:cubicBezTo>
                  <a:pt x="1302651" y="3478932"/>
                  <a:pt x="1262940" y="3479421"/>
                  <a:pt x="1223270" y="3478762"/>
                </a:cubicBezTo>
                <a:cubicBezTo>
                  <a:pt x="786893" y="3471515"/>
                  <a:pt x="355525" y="3325396"/>
                  <a:pt x="277" y="3048974"/>
                </a:cubicBezTo>
                <a:lnTo>
                  <a:pt x="0" y="3048730"/>
                </a:lnTo>
                <a:close/>
              </a:path>
            </a:pathLst>
          </a:cu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sp>
        <p:nvSpPr>
          <p:cNvPr id="105" name="Google Shape;105;p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6" name="Google Shape;106;p3"/>
          <p:cNvSpPr txBox="1"/>
          <p:nvPr>
            <p:ph type="title"/>
          </p:nvPr>
        </p:nvSpPr>
        <p:spPr>
          <a:xfrm>
            <a:off x="1066800" y="1142999"/>
            <a:ext cx="4173416" cy="12572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5192D"/>
              </a:buClr>
              <a:buSzPts val="3200"/>
              <a:buFont typeface="Arial"/>
              <a:buNone/>
            </a:pPr>
            <a:r>
              <a:rPr b="1" i="0" lang="en-US">
                <a:solidFill>
                  <a:srgbClr val="05192D"/>
                </a:solidFill>
                <a:latin typeface="Arial"/>
                <a:ea typeface="Arial"/>
                <a:cs typeface="Arial"/>
                <a:sym typeface="Arial"/>
              </a:rPr>
              <a:t>Abstracción</a:t>
            </a:r>
            <a:endParaRPr/>
          </a:p>
        </p:txBody>
      </p:sp>
      <p:sp>
        <p:nvSpPr>
          <p:cNvPr id="107" name="Google Shape;107;p3"/>
          <p:cNvSpPr txBox="1"/>
          <p:nvPr>
            <p:ph idx="1" type="body"/>
          </p:nvPr>
        </p:nvSpPr>
        <p:spPr>
          <a:xfrm>
            <a:off x="1066797" y="2736850"/>
            <a:ext cx="4173415" cy="2978152"/>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20000"/>
              </a:lnSpc>
              <a:spcBef>
                <a:spcPts val="0"/>
              </a:spcBef>
              <a:spcAft>
                <a:spcPts val="0"/>
              </a:spcAft>
              <a:buClr>
                <a:schemeClr val="dk1"/>
              </a:buClr>
              <a:buSzPct val="100000"/>
              <a:buNone/>
            </a:pPr>
            <a:r>
              <a:rPr lang="en-US"/>
              <a:t>La abstracción en Java es un concepto fundamental de la Programación Orientada a Objetos (POO) que se centra en ocultar los complejos detalles de implementación y mostrar sólo las características esenciales de un objeto. Ayuda a reducir la complejidad y el esfuerzo de programación al proporcionar una separación clara entre las propiedades abstractas y los detalles de implementación.</a:t>
            </a:r>
            <a:endParaRPr/>
          </a:p>
        </p:txBody>
      </p:sp>
      <p:sp>
        <p:nvSpPr>
          <p:cNvPr id="108" name="Google Shape;108;p3"/>
          <p:cNvSpPr txBox="1"/>
          <p:nvPr/>
        </p:nvSpPr>
        <p:spPr>
          <a:xfrm>
            <a:off x="6647150" y="2736850"/>
            <a:ext cx="4282200" cy="3350400"/>
          </a:xfrm>
          <a:prstGeom prst="rect">
            <a:avLst/>
          </a:prstGeom>
          <a:noFill/>
          <a:ln>
            <a:noFill/>
          </a:ln>
        </p:spPr>
        <p:txBody>
          <a:bodyPr anchorCtr="0" anchor="t" bIns="45700" lIns="91425" spcFirstLastPara="1" rIns="91425" wrap="square" tIns="45700">
            <a:normAutofit fontScale="77500"/>
          </a:bodyPr>
          <a:lstStyle/>
          <a:p>
            <a:pPr indent="-220027" lvl="0" marL="228600" marR="0" rtl="0" algn="l">
              <a:lnSpc>
                <a:spcPct val="120000"/>
              </a:lnSpc>
              <a:spcBef>
                <a:spcPts val="0"/>
              </a:spcBef>
              <a:spcAft>
                <a:spcPts val="0"/>
              </a:spcAft>
              <a:buClr>
                <a:schemeClr val="dk1"/>
              </a:buClr>
              <a:buSzPct val="100000"/>
              <a:buFont typeface="Arial"/>
              <a:buChar char="•"/>
            </a:pPr>
            <a:r>
              <a:rPr b="1" i="0" lang="en-US" sz="1800">
                <a:solidFill>
                  <a:schemeClr val="dk1"/>
                </a:solidFill>
                <a:latin typeface="Arial"/>
                <a:ea typeface="Arial"/>
                <a:cs typeface="Arial"/>
                <a:sym typeface="Arial"/>
              </a:rPr>
              <a:t>Simplificación</a:t>
            </a:r>
            <a:r>
              <a:rPr b="0" i="0" lang="en-US" sz="1800">
                <a:solidFill>
                  <a:schemeClr val="dk1"/>
                </a:solidFill>
                <a:latin typeface="Arial"/>
                <a:ea typeface="Arial"/>
                <a:cs typeface="Arial"/>
                <a:sym typeface="Arial"/>
              </a:rPr>
              <a:t>: La abstracción permite a los desarrolladores trabajar con sistemas complejos simplificando las interacciones con ellos.</a:t>
            </a:r>
            <a:endParaRPr/>
          </a:p>
          <a:p>
            <a:pPr indent="-220027" lvl="0" marL="228600" marR="0" rtl="0" algn="l">
              <a:lnSpc>
                <a:spcPct val="120000"/>
              </a:lnSpc>
              <a:spcBef>
                <a:spcPts val="1900"/>
              </a:spcBef>
              <a:spcAft>
                <a:spcPts val="0"/>
              </a:spcAft>
              <a:buClr>
                <a:schemeClr val="dk1"/>
              </a:buClr>
              <a:buSzPct val="100000"/>
              <a:buFont typeface="Arial"/>
              <a:buChar char="•"/>
            </a:pPr>
            <a:r>
              <a:rPr b="1" i="0" lang="en-US" sz="1800">
                <a:solidFill>
                  <a:schemeClr val="dk1"/>
                </a:solidFill>
                <a:latin typeface="Arial"/>
                <a:ea typeface="Arial"/>
                <a:cs typeface="Arial"/>
                <a:sym typeface="Arial"/>
              </a:rPr>
              <a:t>Reutilización del código</a:t>
            </a:r>
            <a:r>
              <a:rPr b="0" i="0" lang="en-US" sz="1800">
                <a:solidFill>
                  <a:schemeClr val="dk1"/>
                </a:solidFill>
                <a:latin typeface="Arial"/>
                <a:ea typeface="Arial"/>
                <a:cs typeface="Arial"/>
                <a:sym typeface="Arial"/>
              </a:rPr>
              <a:t>: Al definir interfaces comunes, la abstracción fomenta la reutilización del código en diferentes implementaciones.</a:t>
            </a:r>
            <a:endParaRPr/>
          </a:p>
          <a:p>
            <a:pPr indent="-220027" lvl="0" marL="228600" marR="0" rtl="0" algn="l">
              <a:lnSpc>
                <a:spcPct val="120000"/>
              </a:lnSpc>
              <a:spcBef>
                <a:spcPts val="1900"/>
              </a:spcBef>
              <a:spcAft>
                <a:spcPts val="0"/>
              </a:spcAft>
              <a:buClr>
                <a:schemeClr val="dk1"/>
              </a:buClr>
              <a:buSzPct val="100000"/>
              <a:buFont typeface="Arial"/>
              <a:buChar char="•"/>
            </a:pPr>
            <a:r>
              <a:rPr b="1" i="0" lang="en-US" sz="1800">
                <a:solidFill>
                  <a:schemeClr val="dk1"/>
                </a:solidFill>
                <a:latin typeface="Arial"/>
                <a:ea typeface="Arial"/>
                <a:cs typeface="Arial"/>
                <a:sym typeface="Arial"/>
              </a:rPr>
              <a:t>Seguridad mejorada</a:t>
            </a:r>
            <a:r>
              <a:rPr b="0" i="0" lang="en-US" sz="1800">
                <a:solidFill>
                  <a:schemeClr val="dk1"/>
                </a:solidFill>
                <a:latin typeface="Arial"/>
                <a:ea typeface="Arial"/>
                <a:cs typeface="Arial"/>
                <a:sym typeface="Arial"/>
              </a:rPr>
              <a:t>: Oculta los detalles internos de implementación, protegiendo así el código de accesos y modificaciones no autorizados.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 name="Shape 112"/>
        <p:cNvGrpSpPr/>
        <p:nvPr/>
      </p:nvGrpSpPr>
      <p:grpSpPr>
        <a:xfrm>
          <a:off x="0" y="0"/>
          <a:ext cx="0" cy="0"/>
          <a:chOff x="0" y="0"/>
          <a:chExt cx="0" cy="0"/>
        </a:xfrm>
      </p:grpSpPr>
      <p:sp>
        <p:nvSpPr>
          <p:cNvPr id="113" name="Google Shape;113;p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4" name="Google Shape;114;p4"/>
          <p:cNvSpPr txBox="1"/>
          <p:nvPr>
            <p:ph type="title"/>
          </p:nvPr>
        </p:nvSpPr>
        <p:spPr>
          <a:xfrm>
            <a:off x="1066800" y="1142999"/>
            <a:ext cx="4173416" cy="12572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b="1" i="0" lang="en-US">
                <a:latin typeface="Arial"/>
                <a:ea typeface="Arial"/>
                <a:cs typeface="Arial"/>
                <a:sym typeface="Arial"/>
              </a:rPr>
              <a:t>Clasificación</a:t>
            </a:r>
            <a:endParaRPr/>
          </a:p>
        </p:txBody>
      </p:sp>
      <p:sp>
        <p:nvSpPr>
          <p:cNvPr id="115" name="Google Shape;115;p4"/>
          <p:cNvSpPr txBox="1"/>
          <p:nvPr>
            <p:ph idx="1" type="body"/>
          </p:nvPr>
        </p:nvSpPr>
        <p:spPr>
          <a:xfrm>
            <a:off x="1066797" y="2736850"/>
            <a:ext cx="4173415" cy="2978152"/>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1800"/>
              <a:buNone/>
            </a:pPr>
            <a:r>
              <a:rPr lang="en-US"/>
              <a:t>La clasificación es el proceso de organizar objetos en clases basadas en sus características comunes. Es decir, se crean clases para agrupar comportamientos y atributos similares.</a:t>
            </a:r>
            <a:endParaRPr/>
          </a:p>
        </p:txBody>
      </p:sp>
      <p:pic>
        <p:nvPicPr>
          <p:cNvPr descr="Conceptos de objetos y clases en Java. Definición de instancia. Ejemplos  básicos y prácticos. (CU00619B)" id="116" name="Google Shape;116;p4"/>
          <p:cNvPicPr preferRelativeResize="0"/>
          <p:nvPr/>
        </p:nvPicPr>
        <p:blipFill rotWithShape="1">
          <a:blip r:embed="rId3">
            <a:alphaModFix/>
          </a:blip>
          <a:srcRect b="0" l="0" r="0" t="0"/>
          <a:stretch/>
        </p:blipFill>
        <p:spPr>
          <a:xfrm>
            <a:off x="6096000" y="2186835"/>
            <a:ext cx="4953000" cy="245021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0" name="Shape 120"/>
        <p:cNvGrpSpPr/>
        <p:nvPr/>
      </p:nvGrpSpPr>
      <p:grpSpPr>
        <a:xfrm>
          <a:off x="0" y="0"/>
          <a:ext cx="0" cy="0"/>
          <a:chOff x="0" y="0"/>
          <a:chExt cx="0" cy="0"/>
        </a:xfrm>
      </p:grpSpPr>
      <p:sp>
        <p:nvSpPr>
          <p:cNvPr id="121" name="Google Shape;121;p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2" name="Google Shape;122;p5"/>
          <p:cNvSpPr txBox="1"/>
          <p:nvPr>
            <p:ph type="title"/>
          </p:nvPr>
        </p:nvSpPr>
        <p:spPr>
          <a:xfrm>
            <a:off x="1066800" y="1142999"/>
            <a:ext cx="4173416" cy="12572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lang="en-US"/>
              <a:t>Clase</a:t>
            </a:r>
            <a:endParaRPr/>
          </a:p>
        </p:txBody>
      </p:sp>
      <p:sp>
        <p:nvSpPr>
          <p:cNvPr id="123" name="Google Shape;123;p5"/>
          <p:cNvSpPr txBox="1"/>
          <p:nvPr>
            <p:ph idx="1" type="body"/>
          </p:nvPr>
        </p:nvSpPr>
        <p:spPr>
          <a:xfrm>
            <a:off x="1066797" y="2736850"/>
            <a:ext cx="4173415" cy="2978152"/>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1800"/>
              <a:buNone/>
            </a:pPr>
            <a:r>
              <a:rPr lang="en-US"/>
              <a:t>Una clase es un elemento de la programación orientada a objetos que actúa como una plantilla y va a definir las características y comportamientos de una entidad.</a:t>
            </a:r>
            <a:endParaRPr/>
          </a:p>
        </p:txBody>
      </p:sp>
      <p:pic>
        <p:nvPicPr>
          <p:cNvPr descr="Clases y Objetos | Aprendiendo Arduino" id="124" name="Google Shape;124;p5"/>
          <p:cNvPicPr preferRelativeResize="0"/>
          <p:nvPr/>
        </p:nvPicPr>
        <p:blipFill rotWithShape="1">
          <a:blip r:embed="rId3">
            <a:alphaModFix/>
          </a:blip>
          <a:srcRect b="2" l="0" r="5093" t="0"/>
          <a:stretch/>
        </p:blipFill>
        <p:spPr>
          <a:xfrm>
            <a:off x="6096000" y="1345479"/>
            <a:ext cx="4953000" cy="413292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 name="Shape 128"/>
        <p:cNvGrpSpPr/>
        <p:nvPr/>
      </p:nvGrpSpPr>
      <p:grpSpPr>
        <a:xfrm>
          <a:off x="0" y="0"/>
          <a:ext cx="0" cy="0"/>
          <a:chOff x="0" y="0"/>
          <a:chExt cx="0" cy="0"/>
        </a:xfrm>
      </p:grpSpPr>
      <p:sp>
        <p:nvSpPr>
          <p:cNvPr id="129" name="Google Shape;129;p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0" name="Google Shape;130;p6"/>
          <p:cNvSpPr txBox="1"/>
          <p:nvPr>
            <p:ph type="title"/>
          </p:nvPr>
        </p:nvSpPr>
        <p:spPr>
          <a:xfrm>
            <a:off x="7239000" y="1143000"/>
            <a:ext cx="3924299" cy="161229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lang="en-US"/>
              <a:t>Clase Abstracta</a:t>
            </a:r>
            <a:endParaRPr/>
          </a:p>
        </p:txBody>
      </p:sp>
      <p:pic>
        <p:nvPicPr>
          <p:cNvPr descr="Clases abstractas e interfaces - ppt descargar" id="131" name="Google Shape;131;p6"/>
          <p:cNvPicPr preferRelativeResize="0"/>
          <p:nvPr/>
        </p:nvPicPr>
        <p:blipFill rotWithShape="1">
          <a:blip r:embed="rId3">
            <a:alphaModFix/>
          </a:blip>
          <a:srcRect b="10176" l="11228" r="10562" t="25403"/>
          <a:stretch/>
        </p:blipFill>
        <p:spPr>
          <a:xfrm>
            <a:off x="1028701" y="1759103"/>
            <a:ext cx="5406218" cy="3339793"/>
          </a:xfrm>
          <a:prstGeom prst="rect">
            <a:avLst/>
          </a:prstGeom>
          <a:noFill/>
          <a:ln>
            <a:noFill/>
          </a:ln>
        </p:spPr>
      </p:pic>
      <p:sp>
        <p:nvSpPr>
          <p:cNvPr id="132" name="Google Shape;132;p6"/>
          <p:cNvSpPr txBox="1"/>
          <p:nvPr>
            <p:ph idx="1" type="body"/>
          </p:nvPr>
        </p:nvSpPr>
        <p:spPr>
          <a:xfrm>
            <a:off x="7239000" y="2736850"/>
            <a:ext cx="3924299" cy="297815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1800"/>
              <a:buNone/>
            </a:pPr>
            <a:r>
              <a:rPr lang="en-US"/>
              <a:t>Las clases abstractas son aquellas que dejan sin implementar algunos miembros o todos ellos para que las clases derivadas puedan proporcionar las implementaciones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 name="Shape 136"/>
        <p:cNvGrpSpPr/>
        <p:nvPr/>
      </p:nvGrpSpPr>
      <p:grpSpPr>
        <a:xfrm>
          <a:off x="0" y="0"/>
          <a:ext cx="0" cy="0"/>
          <a:chOff x="0" y="0"/>
          <a:chExt cx="0" cy="0"/>
        </a:xfrm>
      </p:grpSpPr>
      <p:sp>
        <p:nvSpPr>
          <p:cNvPr id="137" name="Google Shape;137;p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8" name="Google Shape;138;p7"/>
          <p:cNvSpPr txBox="1"/>
          <p:nvPr>
            <p:ph type="title"/>
          </p:nvPr>
        </p:nvSpPr>
        <p:spPr>
          <a:xfrm>
            <a:off x="1066800" y="1142999"/>
            <a:ext cx="4173416" cy="12572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lang="en-US"/>
              <a:t>Interfaz</a:t>
            </a:r>
            <a:endParaRPr/>
          </a:p>
        </p:txBody>
      </p:sp>
      <p:sp>
        <p:nvSpPr>
          <p:cNvPr id="139" name="Google Shape;139;p7"/>
          <p:cNvSpPr txBox="1"/>
          <p:nvPr>
            <p:ph idx="1" type="body"/>
          </p:nvPr>
        </p:nvSpPr>
        <p:spPr>
          <a:xfrm>
            <a:off x="1066797" y="2736850"/>
            <a:ext cx="4173415" cy="2978152"/>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1800"/>
              <a:buNone/>
            </a:pPr>
            <a:r>
              <a:rPr lang="en-US"/>
              <a:t>Una interfaz es un medio común para que los objetos no relacionados se comuniquen entre sí. Estas son definiciones de métodos y valores sobre los cuales los objetos están de acuerdo para cooperar.</a:t>
            </a:r>
            <a:endParaRPr/>
          </a:p>
        </p:txBody>
      </p:sp>
      <p:pic>
        <p:nvPicPr>
          <p:cNvPr descr="Para qué sirven las interfaces Java. Implementar una interfaz del API.  Ventajas y ejemplos básicos. (CU00697B)" id="140" name="Google Shape;140;p7"/>
          <p:cNvPicPr preferRelativeResize="0"/>
          <p:nvPr/>
        </p:nvPicPr>
        <p:blipFill rotWithShape="1">
          <a:blip r:embed="rId3">
            <a:alphaModFix/>
          </a:blip>
          <a:srcRect b="0" l="0" r="0" t="0"/>
          <a:stretch/>
        </p:blipFill>
        <p:spPr>
          <a:xfrm>
            <a:off x="6096000" y="2123780"/>
            <a:ext cx="4953000" cy="257632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 name="Shape 144"/>
        <p:cNvGrpSpPr/>
        <p:nvPr/>
      </p:nvGrpSpPr>
      <p:grpSpPr>
        <a:xfrm>
          <a:off x="0" y="0"/>
          <a:ext cx="0" cy="0"/>
          <a:chOff x="0" y="0"/>
          <a:chExt cx="0" cy="0"/>
        </a:xfrm>
      </p:grpSpPr>
      <p:sp>
        <p:nvSpPr>
          <p:cNvPr id="145" name="Google Shape;145;p8"/>
          <p:cNvSpPr txBox="1"/>
          <p:nvPr>
            <p:ph type="title"/>
          </p:nvPr>
        </p:nvSpPr>
        <p:spPr>
          <a:xfrm>
            <a:off x="1066800" y="1335509"/>
            <a:ext cx="4766932" cy="31515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Arial"/>
              <a:buNone/>
            </a:pPr>
            <a:r>
              <a:rPr lang="en-US" sz="4800"/>
              <a:t>¿Qué contiene una clase?</a:t>
            </a:r>
            <a:endParaRPr/>
          </a:p>
        </p:txBody>
      </p:sp>
      <p:sp>
        <p:nvSpPr>
          <p:cNvPr id="146" name="Google Shape;146;p8"/>
          <p:cNvSpPr txBox="1"/>
          <p:nvPr>
            <p:ph idx="1" type="body"/>
          </p:nvPr>
        </p:nvSpPr>
        <p:spPr>
          <a:xfrm>
            <a:off x="6487297" y="0"/>
            <a:ext cx="5429699" cy="3479661"/>
          </a:xfrm>
          <a:prstGeom prst="rect">
            <a:avLst/>
          </a:prstGeom>
          <a:noFill/>
          <a:ln>
            <a:noFill/>
          </a:ln>
        </p:spPr>
        <p:txBody>
          <a:bodyPr anchorCtr="0" anchor="b"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1800"/>
              <a:buChar char="•"/>
            </a:pPr>
            <a:r>
              <a:rPr b="0" i="0" lang="en-US">
                <a:latin typeface="Open Sans"/>
                <a:ea typeface="Open Sans"/>
                <a:cs typeface="Open Sans"/>
                <a:sym typeface="Open Sans"/>
              </a:rPr>
              <a:t>Los miembros de una clase son un conjunto de elementos que definen a los objetos (atributos ó propiedades), así como los comportamientos o funciones (métodos) que maneja el objeto.</a:t>
            </a:r>
            <a:br>
              <a:rPr lang="en-US"/>
            </a:br>
            <a:r>
              <a:rPr b="0" i="0" lang="en-US">
                <a:latin typeface="Open Sans"/>
                <a:ea typeface="Open Sans"/>
                <a:cs typeface="Open Sans"/>
                <a:sym typeface="Open Sans"/>
              </a:rPr>
              <a:t>Entonces tenemos que una clase es la estructura de un objeto, es decir, la definición de todos los elementos de que está hecho un objeto.</a:t>
            </a:r>
            <a:endParaRPr/>
          </a:p>
        </p:txBody>
      </p:sp>
      <p:sp>
        <p:nvSpPr>
          <p:cNvPr id="147" name="Google Shape;147;p8"/>
          <p:cNvSpPr txBox="1"/>
          <p:nvPr/>
        </p:nvSpPr>
        <p:spPr>
          <a:xfrm>
            <a:off x="6487298" y="4318120"/>
            <a:ext cx="5704702" cy="2083579"/>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20000"/>
              </a:lnSpc>
              <a:spcBef>
                <a:spcPts val="0"/>
              </a:spcBef>
              <a:spcAft>
                <a:spcPts val="0"/>
              </a:spcAft>
              <a:buClr>
                <a:schemeClr val="dk1"/>
              </a:buClr>
              <a:buSzPts val="1800"/>
              <a:buFont typeface="Arial"/>
              <a:buChar char="•"/>
            </a:pPr>
            <a:r>
              <a:rPr b="0" i="0" lang="en-US" sz="1800">
                <a:solidFill>
                  <a:schemeClr val="dk1"/>
                </a:solidFill>
                <a:latin typeface="Open Sans"/>
                <a:ea typeface="Open Sans"/>
                <a:cs typeface="Open Sans"/>
                <a:sym typeface="Open Sans"/>
              </a:rPr>
              <a:t>Los atributos se declaran de la siguiente forma:</a:t>
            </a:r>
            <a:endParaRPr sz="1800">
              <a:solidFill>
                <a:schemeClr val="dk1"/>
              </a:solidFill>
              <a:latin typeface="Arial"/>
              <a:ea typeface="Arial"/>
              <a:cs typeface="Arial"/>
              <a:sym typeface="Arial"/>
            </a:endParaRPr>
          </a:p>
        </p:txBody>
      </p:sp>
      <p:pic>
        <p:nvPicPr>
          <p:cNvPr descr="Sintaxis 2 Programación Orientada a Objetos" id="148" name="Google Shape;148;p8"/>
          <p:cNvPicPr preferRelativeResize="0"/>
          <p:nvPr/>
        </p:nvPicPr>
        <p:blipFill rotWithShape="1">
          <a:blip r:embed="rId3">
            <a:alphaModFix/>
          </a:blip>
          <a:srcRect b="0" l="0" r="0" t="0"/>
          <a:stretch/>
        </p:blipFill>
        <p:spPr>
          <a:xfrm>
            <a:off x="6951303" y="5168279"/>
            <a:ext cx="3810000" cy="1257300"/>
          </a:xfrm>
          <a:prstGeom prst="rect">
            <a:avLst/>
          </a:prstGeom>
          <a:noFill/>
          <a:ln>
            <a:noFill/>
          </a:ln>
        </p:spPr>
      </p:pic>
      <p:sp>
        <p:nvSpPr>
          <p:cNvPr id="149" name="Google Shape;149;p8"/>
          <p:cNvSpPr txBox="1"/>
          <p:nvPr/>
        </p:nvSpPr>
        <p:spPr>
          <a:xfrm>
            <a:off x="275003" y="3773380"/>
            <a:ext cx="5558729" cy="2083579"/>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20000"/>
              </a:lnSpc>
              <a:spcBef>
                <a:spcPts val="0"/>
              </a:spcBef>
              <a:spcAft>
                <a:spcPts val="0"/>
              </a:spcAft>
              <a:buClr>
                <a:schemeClr val="dk1"/>
              </a:buClr>
              <a:buSzPts val="1800"/>
              <a:buFont typeface="Arial"/>
              <a:buChar char="•"/>
            </a:pPr>
            <a:r>
              <a:rPr b="0" i="0" lang="en-US" sz="1800">
                <a:solidFill>
                  <a:schemeClr val="dk1"/>
                </a:solidFill>
                <a:latin typeface="Open Sans"/>
                <a:ea typeface="Open Sans"/>
                <a:cs typeface="Open Sans"/>
                <a:sym typeface="Open Sans"/>
              </a:rPr>
              <a:t>Los métodos de una clase se declaran de la siguiente forma:</a:t>
            </a:r>
            <a:endParaRPr sz="1800">
              <a:solidFill>
                <a:schemeClr val="dk1"/>
              </a:solidFill>
              <a:latin typeface="Arial"/>
              <a:ea typeface="Arial"/>
              <a:cs typeface="Arial"/>
              <a:sym typeface="Arial"/>
            </a:endParaRPr>
          </a:p>
        </p:txBody>
      </p:sp>
      <p:pic>
        <p:nvPicPr>
          <p:cNvPr descr="Sintaxis 3 Programación Orientada a Objetos" id="150" name="Google Shape;150;p8"/>
          <p:cNvPicPr preferRelativeResize="0"/>
          <p:nvPr/>
        </p:nvPicPr>
        <p:blipFill rotWithShape="1">
          <a:blip r:embed="rId4">
            <a:alphaModFix/>
          </a:blip>
          <a:srcRect b="0" l="0" r="0" t="0"/>
          <a:stretch/>
        </p:blipFill>
        <p:spPr>
          <a:xfrm>
            <a:off x="1066800" y="4487044"/>
            <a:ext cx="3810000" cy="2209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4" name="Shape 154"/>
        <p:cNvGrpSpPr/>
        <p:nvPr/>
      </p:nvGrpSpPr>
      <p:grpSpPr>
        <a:xfrm>
          <a:off x="0" y="0"/>
          <a:ext cx="0" cy="0"/>
          <a:chOff x="0" y="0"/>
          <a:chExt cx="0" cy="0"/>
        </a:xfrm>
      </p:grpSpPr>
      <p:sp>
        <p:nvSpPr>
          <p:cNvPr id="155" name="Google Shape;155;p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6" name="Google Shape;156;p9"/>
          <p:cNvSpPr txBox="1"/>
          <p:nvPr>
            <p:ph type="title"/>
          </p:nvPr>
        </p:nvSpPr>
        <p:spPr>
          <a:xfrm>
            <a:off x="1066800" y="1142999"/>
            <a:ext cx="4173416" cy="12572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lang="en-US"/>
              <a:t>Objeto</a:t>
            </a:r>
            <a:endParaRPr/>
          </a:p>
        </p:txBody>
      </p:sp>
      <p:sp>
        <p:nvSpPr>
          <p:cNvPr id="157" name="Google Shape;157;p9"/>
          <p:cNvSpPr txBox="1"/>
          <p:nvPr>
            <p:ph idx="1" type="body"/>
          </p:nvPr>
        </p:nvSpPr>
        <p:spPr>
          <a:xfrm>
            <a:off x="1066797" y="2736850"/>
            <a:ext cx="4173415" cy="2978152"/>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1800"/>
              <a:buNone/>
            </a:pPr>
            <a:r>
              <a:rPr lang="en-US"/>
              <a:t>Representa alguna entidad de la vida real, es decir, alguno de los objetos únicos que pertenecen al problema con el que nos estamos enfrentando, y con el que podemos interactuar.</a:t>
            </a:r>
            <a:endParaRPr/>
          </a:p>
        </p:txBody>
      </p:sp>
      <p:pic>
        <p:nvPicPr>
          <p:cNvPr id="158" name="Google Shape;158;p9"/>
          <p:cNvPicPr preferRelativeResize="0"/>
          <p:nvPr/>
        </p:nvPicPr>
        <p:blipFill rotWithShape="1">
          <a:blip r:embed="rId3">
            <a:alphaModFix/>
          </a:blip>
          <a:srcRect b="0" l="0" r="343" t="0"/>
          <a:stretch/>
        </p:blipFill>
        <p:spPr>
          <a:xfrm>
            <a:off x="6096000" y="2014114"/>
            <a:ext cx="4953000" cy="279565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2" name="Shape 162"/>
        <p:cNvGrpSpPr/>
        <p:nvPr/>
      </p:nvGrpSpPr>
      <p:grpSpPr>
        <a:xfrm>
          <a:off x="0" y="0"/>
          <a:ext cx="0" cy="0"/>
          <a:chOff x="0" y="0"/>
          <a:chExt cx="0" cy="0"/>
        </a:xfrm>
      </p:grpSpPr>
      <p:sp>
        <p:nvSpPr>
          <p:cNvPr id="163" name="Google Shape;163;p1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4" name="Google Shape;164;p10"/>
          <p:cNvSpPr txBox="1"/>
          <p:nvPr>
            <p:ph type="title"/>
          </p:nvPr>
        </p:nvSpPr>
        <p:spPr>
          <a:xfrm>
            <a:off x="7239000" y="1143000"/>
            <a:ext cx="3924299" cy="161229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lang="en-US"/>
              <a:t>Objeto</a:t>
            </a:r>
            <a:endParaRPr/>
          </a:p>
        </p:txBody>
      </p:sp>
      <p:pic>
        <p:nvPicPr>
          <p:cNvPr descr="apuntes:objetos [Programación]" id="165" name="Google Shape;165;p10"/>
          <p:cNvPicPr preferRelativeResize="0"/>
          <p:nvPr/>
        </p:nvPicPr>
        <p:blipFill rotWithShape="1">
          <a:blip r:embed="rId3">
            <a:alphaModFix/>
          </a:blip>
          <a:srcRect b="0" l="0" r="0" t="0"/>
          <a:stretch/>
        </p:blipFill>
        <p:spPr>
          <a:xfrm>
            <a:off x="1028701" y="1536823"/>
            <a:ext cx="5406218" cy="3784352"/>
          </a:xfrm>
          <a:prstGeom prst="rect">
            <a:avLst/>
          </a:prstGeom>
          <a:noFill/>
          <a:ln>
            <a:noFill/>
          </a:ln>
        </p:spPr>
      </p:pic>
      <p:sp>
        <p:nvSpPr>
          <p:cNvPr id="166" name="Google Shape;166;p10"/>
          <p:cNvSpPr txBox="1"/>
          <p:nvPr>
            <p:ph idx="1" type="body"/>
          </p:nvPr>
        </p:nvSpPr>
        <p:spPr>
          <a:xfrm>
            <a:off x="7239000" y="2736850"/>
            <a:ext cx="3924299" cy="2978150"/>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Clr>
                <a:schemeClr val="dk1"/>
              </a:buClr>
              <a:buSzPts val="1400"/>
              <a:buFont typeface="Noto Sans Symbols"/>
              <a:buChar char="⮚"/>
            </a:pPr>
            <a:r>
              <a:rPr lang="en-US" sz="1400"/>
              <a:t>Atributos: Son las características individuales que diferencian un objeto de otro y determinan su apariencia, estado u otras cualidades.</a:t>
            </a:r>
            <a:endParaRPr/>
          </a:p>
          <a:p>
            <a:pPr indent="-228600" lvl="0" marL="228600" rtl="0" algn="l">
              <a:lnSpc>
                <a:spcPct val="110000"/>
              </a:lnSpc>
              <a:spcBef>
                <a:spcPts val="1000"/>
              </a:spcBef>
              <a:spcAft>
                <a:spcPts val="0"/>
              </a:spcAft>
              <a:buClr>
                <a:schemeClr val="dk1"/>
              </a:buClr>
              <a:buSzPts val="1400"/>
              <a:buFont typeface="Noto Sans Symbols"/>
              <a:buChar char="⮚"/>
            </a:pPr>
            <a:r>
              <a:rPr lang="en-US" sz="1400"/>
              <a:t>Métodos: Son funciones o procedimientos que se definen dentro de una clase y se utiliza para representar el comportamiento de un objeto</a:t>
            </a:r>
            <a:endParaRPr/>
          </a:p>
          <a:p>
            <a:pPr indent="-228600" lvl="0" marL="228600" rtl="0" algn="l">
              <a:lnSpc>
                <a:spcPct val="110000"/>
              </a:lnSpc>
              <a:spcBef>
                <a:spcPts val="1000"/>
              </a:spcBef>
              <a:spcAft>
                <a:spcPts val="0"/>
              </a:spcAft>
              <a:buClr>
                <a:schemeClr val="dk1"/>
              </a:buClr>
              <a:buSzPts val="1400"/>
              <a:buFont typeface="Noto Sans Symbols"/>
              <a:buChar char="⮚"/>
            </a:pPr>
            <a:r>
              <a:rPr lang="en-US" sz="1400"/>
              <a:t>Constructor: Es una subrutina cuya misión es inicializar un objeto de una clase.</a:t>
            </a:r>
            <a:endParaRPr/>
          </a:p>
          <a:p>
            <a:pPr indent="-139700" lvl="0" marL="228600" rtl="0" algn="l">
              <a:lnSpc>
                <a:spcPct val="110000"/>
              </a:lnSpc>
              <a:spcBef>
                <a:spcPts val="1000"/>
              </a:spcBef>
              <a:spcAft>
                <a:spcPts val="0"/>
              </a:spcAft>
              <a:buClr>
                <a:schemeClr val="dk1"/>
              </a:buClr>
              <a:buSzPts val="1400"/>
              <a:buFont typeface="Noto Sans Symbols"/>
              <a:buNone/>
            </a:pPr>
            <a:r>
              <a:t/>
            </a:r>
            <a:endParaRPr sz="1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0" name="Shape 170"/>
        <p:cNvGrpSpPr/>
        <p:nvPr/>
      </p:nvGrpSpPr>
      <p:grpSpPr>
        <a:xfrm>
          <a:off x="0" y="0"/>
          <a:ext cx="0" cy="0"/>
          <a:chOff x="0" y="0"/>
          <a:chExt cx="0" cy="0"/>
        </a:xfrm>
      </p:grpSpPr>
      <p:sp>
        <p:nvSpPr>
          <p:cNvPr id="171" name="Google Shape;171;p1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2" name="Google Shape;172;p11"/>
          <p:cNvSpPr txBox="1"/>
          <p:nvPr>
            <p:ph type="title"/>
          </p:nvPr>
        </p:nvSpPr>
        <p:spPr>
          <a:xfrm>
            <a:off x="1066800" y="1142999"/>
            <a:ext cx="4173416" cy="12572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lang="en-US"/>
              <a:t>Mensajes</a:t>
            </a:r>
            <a:endParaRPr/>
          </a:p>
        </p:txBody>
      </p:sp>
      <p:sp>
        <p:nvSpPr>
          <p:cNvPr id="173" name="Google Shape;173;p11"/>
          <p:cNvSpPr txBox="1"/>
          <p:nvPr>
            <p:ph idx="1" type="body"/>
          </p:nvPr>
        </p:nvSpPr>
        <p:spPr>
          <a:xfrm>
            <a:off x="1066797" y="2736850"/>
            <a:ext cx="4173415" cy="2978152"/>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1800"/>
              <a:buNone/>
            </a:pPr>
            <a:r>
              <a:rPr lang="en-US"/>
              <a:t>Los objetos interactúan enviándose mensajes unos a otros. Tras la recepción de un mensaje el objeto actuará. La acción puede ser el envío de otros mensajes, el cambio de su estado, o la ejecución de cualquier otra tarea que se requiera que haga el objeto.</a:t>
            </a:r>
            <a:endParaRPr/>
          </a:p>
        </p:txBody>
      </p:sp>
      <p:pic>
        <p:nvPicPr>
          <p:cNvPr descr="Métodos y mensajes entre objetos" id="174" name="Google Shape;174;p11"/>
          <p:cNvPicPr preferRelativeResize="0"/>
          <p:nvPr/>
        </p:nvPicPr>
        <p:blipFill rotWithShape="1">
          <a:blip r:embed="rId3">
            <a:alphaModFix/>
          </a:blip>
          <a:srcRect b="0" l="0" r="0" t="0"/>
          <a:stretch/>
        </p:blipFill>
        <p:spPr>
          <a:xfrm>
            <a:off x="6096000" y="1263577"/>
            <a:ext cx="4953000" cy="42967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8" name="Shape 178"/>
        <p:cNvGrpSpPr/>
        <p:nvPr/>
      </p:nvGrpSpPr>
      <p:grpSpPr>
        <a:xfrm>
          <a:off x="0" y="0"/>
          <a:ext cx="0" cy="0"/>
          <a:chOff x="0" y="0"/>
          <a:chExt cx="0" cy="0"/>
        </a:xfrm>
      </p:grpSpPr>
      <p:sp>
        <p:nvSpPr>
          <p:cNvPr id="179" name="Google Shape;179;p12"/>
          <p:cNvSpPr txBox="1"/>
          <p:nvPr>
            <p:ph type="title"/>
          </p:nvPr>
        </p:nvSpPr>
        <p:spPr>
          <a:xfrm>
            <a:off x="7239000" y="1143000"/>
            <a:ext cx="3924299" cy="161229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lang="en-US"/>
              <a:t>Métodos</a:t>
            </a:r>
            <a:endParaRPr/>
          </a:p>
        </p:txBody>
      </p:sp>
      <p:sp>
        <p:nvSpPr>
          <p:cNvPr id="180" name="Google Shape;180;p12"/>
          <p:cNvSpPr txBox="1"/>
          <p:nvPr>
            <p:ph idx="1" type="body"/>
          </p:nvPr>
        </p:nvSpPr>
        <p:spPr>
          <a:xfrm>
            <a:off x="7239000" y="2736850"/>
            <a:ext cx="3924299" cy="297815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1800"/>
              <a:buNone/>
            </a:pPr>
            <a:r>
              <a:rPr lang="en-US"/>
              <a:t>Un método se implementa en una clase, y determina cómo tiene que actuar el objeto cuando recibe un mensaje.</a:t>
            </a:r>
            <a:endParaRPr/>
          </a:p>
        </p:txBody>
      </p:sp>
      <p:pic>
        <p:nvPicPr>
          <p:cNvPr descr="PPT - INTRODUCCIÓN AL LENGUAJE JAVA PowerPoint Presentation, free download  - ID:1207342" id="181" name="Google Shape;181;p12"/>
          <p:cNvPicPr preferRelativeResize="0"/>
          <p:nvPr/>
        </p:nvPicPr>
        <p:blipFill rotWithShape="1">
          <a:blip r:embed="rId3">
            <a:alphaModFix/>
          </a:blip>
          <a:srcRect b="3956" l="0" r="0" t="8891"/>
          <a:stretch/>
        </p:blipFill>
        <p:spPr>
          <a:xfrm>
            <a:off x="1028701" y="1762125"/>
            <a:ext cx="5406218" cy="3533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5" name="Shape 185"/>
        <p:cNvGrpSpPr/>
        <p:nvPr/>
      </p:nvGrpSpPr>
      <p:grpSpPr>
        <a:xfrm>
          <a:off x="0" y="0"/>
          <a:ext cx="0" cy="0"/>
          <a:chOff x="0" y="0"/>
          <a:chExt cx="0" cy="0"/>
        </a:xfrm>
      </p:grpSpPr>
      <p:sp>
        <p:nvSpPr>
          <p:cNvPr id="186" name="Google Shape;186;p13"/>
          <p:cNvSpPr txBox="1"/>
          <p:nvPr>
            <p:ph type="title"/>
          </p:nvPr>
        </p:nvSpPr>
        <p:spPr>
          <a:xfrm>
            <a:off x="1066801" y="1142999"/>
            <a:ext cx="3402256" cy="271422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Inter"/>
              <a:buNone/>
            </a:pPr>
            <a:r>
              <a:rPr b="1" i="0" lang="en-US">
                <a:latin typeface="Inter"/>
                <a:ea typeface="Inter"/>
                <a:cs typeface="Inter"/>
                <a:sym typeface="Inter"/>
              </a:rPr>
              <a:t>Métodos sin retorno</a:t>
            </a:r>
            <a:endParaRPr/>
          </a:p>
        </p:txBody>
      </p:sp>
      <p:sp>
        <p:nvSpPr>
          <p:cNvPr id="187" name="Google Shape;187;p13"/>
          <p:cNvSpPr txBox="1"/>
          <p:nvPr>
            <p:ph idx="1" type="body"/>
          </p:nvPr>
        </p:nvSpPr>
        <p:spPr>
          <a:xfrm>
            <a:off x="5595192" y="3921617"/>
            <a:ext cx="5506514" cy="1834325"/>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1800"/>
              <a:buNone/>
            </a:pPr>
            <a:r>
              <a:rPr b="0" i="0" lang="en-US">
                <a:latin typeface="Inter"/>
                <a:ea typeface="Inter"/>
                <a:cs typeface="Inter"/>
                <a:sym typeface="Inter"/>
              </a:rPr>
              <a:t>Estos métodos son aquellos que no devuelven ningún valor. Se utilizan principalmente para ejecutar un conjunto de instrucciones o modificar el estado de un objeto.</a:t>
            </a:r>
            <a:endParaRPr/>
          </a:p>
        </p:txBody>
      </p:sp>
      <p:pic>
        <p:nvPicPr>
          <p:cNvPr id="188" name="Google Shape;188;p13"/>
          <p:cNvPicPr preferRelativeResize="0"/>
          <p:nvPr/>
        </p:nvPicPr>
        <p:blipFill rotWithShape="1">
          <a:blip r:embed="rId3">
            <a:alphaModFix/>
          </a:blip>
          <a:srcRect b="0" l="0" r="0" t="0"/>
          <a:stretch/>
        </p:blipFill>
        <p:spPr>
          <a:xfrm>
            <a:off x="5656785" y="2133721"/>
            <a:ext cx="5506514" cy="157539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2" name="Shape 192"/>
        <p:cNvGrpSpPr/>
        <p:nvPr/>
      </p:nvGrpSpPr>
      <p:grpSpPr>
        <a:xfrm>
          <a:off x="0" y="0"/>
          <a:ext cx="0" cy="0"/>
          <a:chOff x="0" y="0"/>
          <a:chExt cx="0" cy="0"/>
        </a:xfrm>
      </p:grpSpPr>
      <p:sp>
        <p:nvSpPr>
          <p:cNvPr id="193" name="Google Shape;193;p1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4" name="Google Shape;194;p14"/>
          <p:cNvSpPr txBox="1"/>
          <p:nvPr>
            <p:ph type="title"/>
          </p:nvPr>
        </p:nvSpPr>
        <p:spPr>
          <a:xfrm>
            <a:off x="1066801" y="1142999"/>
            <a:ext cx="3402256" cy="271422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Inter"/>
              <a:buNone/>
            </a:pPr>
            <a:r>
              <a:rPr b="1" i="0" lang="en-US">
                <a:latin typeface="Inter"/>
                <a:ea typeface="Inter"/>
                <a:cs typeface="Inter"/>
                <a:sym typeface="Inter"/>
              </a:rPr>
              <a:t>Métodos con retorno</a:t>
            </a:r>
            <a:endParaRPr/>
          </a:p>
        </p:txBody>
      </p:sp>
      <p:pic>
        <p:nvPicPr>
          <p:cNvPr id="195" name="Google Shape;195;p14"/>
          <p:cNvPicPr preferRelativeResize="0"/>
          <p:nvPr/>
        </p:nvPicPr>
        <p:blipFill rotWithShape="1">
          <a:blip r:embed="rId3">
            <a:alphaModFix/>
          </a:blip>
          <a:srcRect b="0" l="0" r="0" t="0"/>
          <a:stretch/>
        </p:blipFill>
        <p:spPr>
          <a:xfrm>
            <a:off x="5656785" y="1841409"/>
            <a:ext cx="5506514" cy="1867705"/>
          </a:xfrm>
          <a:prstGeom prst="rect">
            <a:avLst/>
          </a:prstGeom>
          <a:noFill/>
          <a:ln>
            <a:noFill/>
          </a:ln>
        </p:spPr>
      </p:pic>
      <p:sp>
        <p:nvSpPr>
          <p:cNvPr id="196" name="Google Shape;196;p14"/>
          <p:cNvSpPr txBox="1"/>
          <p:nvPr>
            <p:ph idx="1" type="body"/>
          </p:nvPr>
        </p:nvSpPr>
        <p:spPr>
          <a:xfrm>
            <a:off x="5595192" y="3921617"/>
            <a:ext cx="5506514" cy="1834325"/>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1800"/>
              <a:buNone/>
            </a:pPr>
            <a:r>
              <a:rPr b="0" i="0" lang="en-US">
                <a:latin typeface="Inter"/>
                <a:ea typeface="Inter"/>
                <a:cs typeface="Inter"/>
                <a:sym typeface="Inter"/>
              </a:rPr>
              <a:t>Estos métodos devuelven un valor después de su ejecución. Este valor puede ser de cualquier tipo de dato válido en Java, como enteros, cadenas de texto, booleanos, entre otros. Por ejemplo, el resultado de una operación aritmética: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0" name="Shape 200"/>
        <p:cNvGrpSpPr/>
        <p:nvPr/>
      </p:nvGrpSpPr>
      <p:grpSpPr>
        <a:xfrm>
          <a:off x="0" y="0"/>
          <a:ext cx="0" cy="0"/>
          <a:chOff x="0" y="0"/>
          <a:chExt cx="0" cy="0"/>
        </a:xfrm>
      </p:grpSpPr>
      <p:sp>
        <p:nvSpPr>
          <p:cNvPr id="201" name="Google Shape;201;p15"/>
          <p:cNvSpPr txBox="1"/>
          <p:nvPr>
            <p:ph type="title"/>
          </p:nvPr>
        </p:nvSpPr>
        <p:spPr>
          <a:xfrm>
            <a:off x="1066801" y="1142999"/>
            <a:ext cx="3402256" cy="271422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Inter"/>
              <a:buNone/>
            </a:pPr>
            <a:r>
              <a:rPr b="1" i="0" lang="en-US">
                <a:latin typeface="Inter"/>
                <a:ea typeface="Inter"/>
                <a:cs typeface="Inter"/>
                <a:sym typeface="Inter"/>
              </a:rPr>
              <a:t>Métodos estáticos</a:t>
            </a:r>
            <a:endParaRPr/>
          </a:p>
        </p:txBody>
      </p:sp>
      <p:sp>
        <p:nvSpPr>
          <p:cNvPr id="202" name="Google Shape;202;p15"/>
          <p:cNvSpPr txBox="1"/>
          <p:nvPr>
            <p:ph idx="1" type="body"/>
          </p:nvPr>
        </p:nvSpPr>
        <p:spPr>
          <a:xfrm>
            <a:off x="5595192" y="3921617"/>
            <a:ext cx="5506514" cy="1834325"/>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1800"/>
              <a:buNone/>
            </a:pPr>
            <a:r>
              <a:rPr b="0" i="0" lang="en-US">
                <a:latin typeface="Inter"/>
                <a:ea typeface="Inter"/>
                <a:cs typeface="Inter"/>
                <a:sym typeface="Inter"/>
              </a:rPr>
              <a:t>Los métodos estáticos están asociados a la clase en lugar de una instancia de la clase. Estos métodos se pueden invocar directamente sin la necesidad de crear un objeto.</a:t>
            </a:r>
            <a:endParaRPr/>
          </a:p>
        </p:txBody>
      </p:sp>
      <p:pic>
        <p:nvPicPr>
          <p:cNvPr id="203" name="Google Shape;203;p15"/>
          <p:cNvPicPr preferRelativeResize="0"/>
          <p:nvPr/>
        </p:nvPicPr>
        <p:blipFill rotWithShape="1">
          <a:blip r:embed="rId3">
            <a:alphaModFix/>
          </a:blip>
          <a:srcRect b="0" l="0" r="0" t="0"/>
          <a:stretch/>
        </p:blipFill>
        <p:spPr>
          <a:xfrm>
            <a:off x="5656785" y="2838275"/>
            <a:ext cx="5506514" cy="87083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7" name="Shape 207"/>
        <p:cNvGrpSpPr/>
        <p:nvPr/>
      </p:nvGrpSpPr>
      <p:grpSpPr>
        <a:xfrm>
          <a:off x="0" y="0"/>
          <a:ext cx="0" cy="0"/>
          <a:chOff x="0" y="0"/>
          <a:chExt cx="0" cy="0"/>
        </a:xfrm>
      </p:grpSpPr>
      <p:sp>
        <p:nvSpPr>
          <p:cNvPr id="208" name="Google Shape;208;p1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9" name="Google Shape;209;p16"/>
          <p:cNvSpPr txBox="1"/>
          <p:nvPr>
            <p:ph type="title"/>
          </p:nvPr>
        </p:nvSpPr>
        <p:spPr>
          <a:xfrm>
            <a:off x="1066801" y="1142999"/>
            <a:ext cx="3402256" cy="271422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Inter"/>
              <a:buNone/>
            </a:pPr>
            <a:r>
              <a:rPr b="1" i="0" lang="en-US">
                <a:latin typeface="Inter"/>
                <a:ea typeface="Inter"/>
                <a:cs typeface="Inter"/>
                <a:sym typeface="Inter"/>
              </a:rPr>
              <a:t>Declaración de métodos</a:t>
            </a:r>
            <a:endParaRPr/>
          </a:p>
        </p:txBody>
      </p:sp>
      <p:pic>
        <p:nvPicPr>
          <p:cNvPr id="210" name="Google Shape;210;p16"/>
          <p:cNvPicPr preferRelativeResize="0"/>
          <p:nvPr/>
        </p:nvPicPr>
        <p:blipFill rotWithShape="1">
          <a:blip r:embed="rId3">
            <a:alphaModFix/>
          </a:blip>
          <a:srcRect b="0" l="0" r="0" t="0"/>
          <a:stretch/>
        </p:blipFill>
        <p:spPr>
          <a:xfrm>
            <a:off x="5656785" y="2717941"/>
            <a:ext cx="5506514" cy="991172"/>
          </a:xfrm>
          <a:prstGeom prst="rect">
            <a:avLst/>
          </a:prstGeom>
          <a:noFill/>
          <a:ln>
            <a:noFill/>
          </a:ln>
        </p:spPr>
      </p:pic>
      <p:sp>
        <p:nvSpPr>
          <p:cNvPr id="211" name="Google Shape;211;p16"/>
          <p:cNvSpPr txBox="1"/>
          <p:nvPr>
            <p:ph idx="1" type="body"/>
          </p:nvPr>
        </p:nvSpPr>
        <p:spPr>
          <a:xfrm>
            <a:off x="5595192" y="3921617"/>
            <a:ext cx="5506514" cy="1834325"/>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1100"/>
              <a:buNone/>
            </a:pPr>
            <a:r>
              <a:rPr b="0" i="0" lang="en-US" sz="1100">
                <a:latin typeface="Inter"/>
                <a:ea typeface="Inter"/>
                <a:cs typeface="Inter"/>
                <a:sym typeface="Inter"/>
              </a:rPr>
              <a:t>Para declarar un método, debemos especificar el tipo de dato que devolverá (si es que devuelve algún valor), seguido del nombre del método y los parámetros que recibe (si los tiene). El cuerpo del método contiene el código a ejecutar y, finalmente, se utiliza la palabra clave return para devolver un resultado, en aquellos métodos con valores de retorno.</a:t>
            </a:r>
            <a:endParaRPr/>
          </a:p>
          <a:p>
            <a:pPr indent="0" lvl="0" marL="0" rtl="0" algn="l">
              <a:lnSpc>
                <a:spcPct val="110000"/>
              </a:lnSpc>
              <a:spcBef>
                <a:spcPts val="1000"/>
              </a:spcBef>
              <a:spcAft>
                <a:spcPts val="0"/>
              </a:spcAft>
              <a:buClr>
                <a:schemeClr val="dk1"/>
              </a:buClr>
              <a:buSzPts val="1100"/>
              <a:buNone/>
            </a:pPr>
            <a:r>
              <a:rPr b="0" i="0" lang="en-US" sz="1100">
                <a:latin typeface="Inter"/>
                <a:ea typeface="Inter"/>
                <a:cs typeface="Inter"/>
                <a:sym typeface="Inter"/>
              </a:rPr>
              <a:t>En el caso de métodos que no devuelven nada y que no admiten parámetros, debemos poner la clase reservada void al comienzo de la declaración del método, la estructura es la siguiente: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5" name="Shape 215"/>
        <p:cNvGrpSpPr/>
        <p:nvPr/>
      </p:nvGrpSpPr>
      <p:grpSpPr>
        <a:xfrm>
          <a:off x="0" y="0"/>
          <a:ext cx="0" cy="0"/>
          <a:chOff x="0" y="0"/>
          <a:chExt cx="0" cy="0"/>
        </a:xfrm>
      </p:grpSpPr>
      <p:sp>
        <p:nvSpPr>
          <p:cNvPr id="216" name="Google Shape;216;p1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7" name="Google Shape;217;p17"/>
          <p:cNvSpPr txBox="1"/>
          <p:nvPr>
            <p:ph type="title"/>
          </p:nvPr>
        </p:nvSpPr>
        <p:spPr>
          <a:xfrm>
            <a:off x="1066801" y="1142999"/>
            <a:ext cx="3402256" cy="271422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Inter"/>
              <a:buNone/>
            </a:pPr>
            <a:r>
              <a:rPr b="1" i="0" lang="en-US">
                <a:latin typeface="Inter"/>
                <a:ea typeface="Inter"/>
                <a:cs typeface="Inter"/>
                <a:sym typeface="Inter"/>
              </a:rPr>
              <a:t>Llamada de métodos</a:t>
            </a:r>
            <a:endParaRPr/>
          </a:p>
        </p:txBody>
      </p:sp>
      <p:pic>
        <p:nvPicPr>
          <p:cNvPr id="218" name="Google Shape;218;p17"/>
          <p:cNvPicPr preferRelativeResize="0"/>
          <p:nvPr/>
        </p:nvPicPr>
        <p:blipFill rotWithShape="1">
          <a:blip r:embed="rId3">
            <a:alphaModFix/>
          </a:blip>
          <a:srcRect b="0" l="0" r="0" t="0"/>
          <a:stretch/>
        </p:blipFill>
        <p:spPr>
          <a:xfrm>
            <a:off x="5656785" y="2719073"/>
            <a:ext cx="5506514" cy="990041"/>
          </a:xfrm>
          <a:prstGeom prst="rect">
            <a:avLst/>
          </a:prstGeom>
          <a:noFill/>
          <a:ln>
            <a:noFill/>
          </a:ln>
        </p:spPr>
      </p:pic>
      <p:sp>
        <p:nvSpPr>
          <p:cNvPr id="219" name="Google Shape;219;p17"/>
          <p:cNvSpPr txBox="1"/>
          <p:nvPr>
            <p:ph idx="1" type="body"/>
          </p:nvPr>
        </p:nvSpPr>
        <p:spPr>
          <a:xfrm>
            <a:off x="5595192" y="3921617"/>
            <a:ext cx="5506514" cy="1834325"/>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1800"/>
              <a:buChar char="•"/>
            </a:pPr>
            <a:r>
              <a:rPr b="0" i="0" lang="en-US">
                <a:latin typeface="Inter"/>
                <a:ea typeface="Inter"/>
                <a:cs typeface="Inter"/>
                <a:sym typeface="Inter"/>
              </a:rPr>
              <a:t>Una vez que hemos declarado un método, podemos llamarlo desde otro lugar de nuestro código. La llamada de un método se realiza utilizando su nombre seguido de paréntesis, y se pueden pasar los argumentos correspondientes si es necesario.</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3" name="Shape 223"/>
        <p:cNvGrpSpPr/>
        <p:nvPr/>
      </p:nvGrpSpPr>
      <p:grpSpPr>
        <a:xfrm>
          <a:off x="0" y="0"/>
          <a:ext cx="0" cy="0"/>
          <a:chOff x="0" y="0"/>
          <a:chExt cx="0" cy="0"/>
        </a:xfrm>
      </p:grpSpPr>
      <p:sp>
        <p:nvSpPr>
          <p:cNvPr id="224" name="Google Shape;224;p1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5" name="Google Shape;225;p18"/>
          <p:cNvSpPr txBox="1"/>
          <p:nvPr>
            <p:ph type="title"/>
          </p:nvPr>
        </p:nvSpPr>
        <p:spPr>
          <a:xfrm>
            <a:off x="1066801" y="1142999"/>
            <a:ext cx="3402256" cy="271422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Inter"/>
              <a:buNone/>
            </a:pPr>
            <a:r>
              <a:rPr b="1" i="0" lang="en-US">
                <a:latin typeface="Inter"/>
                <a:ea typeface="Inter"/>
                <a:cs typeface="Inter"/>
                <a:sym typeface="Inter"/>
              </a:rPr>
              <a:t>Retorno de métodos</a:t>
            </a:r>
            <a:endParaRPr/>
          </a:p>
        </p:txBody>
      </p:sp>
      <p:pic>
        <p:nvPicPr>
          <p:cNvPr id="226" name="Google Shape;226;p18"/>
          <p:cNvPicPr preferRelativeResize="0"/>
          <p:nvPr/>
        </p:nvPicPr>
        <p:blipFill rotWithShape="1">
          <a:blip r:embed="rId3">
            <a:alphaModFix/>
          </a:blip>
          <a:srcRect b="0" l="0" r="0" t="0"/>
          <a:stretch/>
        </p:blipFill>
        <p:spPr>
          <a:xfrm>
            <a:off x="5656785" y="2050719"/>
            <a:ext cx="5506514" cy="1658394"/>
          </a:xfrm>
          <a:prstGeom prst="rect">
            <a:avLst/>
          </a:prstGeom>
          <a:noFill/>
          <a:ln>
            <a:noFill/>
          </a:ln>
        </p:spPr>
      </p:pic>
      <p:sp>
        <p:nvSpPr>
          <p:cNvPr id="227" name="Google Shape;227;p18"/>
          <p:cNvSpPr txBox="1"/>
          <p:nvPr>
            <p:ph idx="1" type="body"/>
          </p:nvPr>
        </p:nvSpPr>
        <p:spPr>
          <a:xfrm>
            <a:off x="5595192" y="3921617"/>
            <a:ext cx="5506514" cy="1834325"/>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1800"/>
              <a:buChar char="•"/>
            </a:pPr>
            <a:r>
              <a:rPr b="0" i="0" lang="en-US">
                <a:latin typeface="Inter"/>
                <a:ea typeface="Inter"/>
                <a:cs typeface="Inter"/>
                <a:sym typeface="Inter"/>
              </a:rPr>
              <a:t>En Java, los métodos con retorno utilizan la palabra clave return para devolver un valor al lugar donde se llaman. El tipo de dato devuelto debe ser coherente con la declaración del método.</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1" name="Shape 231"/>
        <p:cNvGrpSpPr/>
        <p:nvPr/>
      </p:nvGrpSpPr>
      <p:grpSpPr>
        <a:xfrm>
          <a:off x="0" y="0"/>
          <a:ext cx="0" cy="0"/>
          <a:chOff x="0" y="0"/>
          <a:chExt cx="0" cy="0"/>
        </a:xfrm>
      </p:grpSpPr>
      <p:sp>
        <p:nvSpPr>
          <p:cNvPr id="232" name="Google Shape;232;p1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3" name="Google Shape;233;p19"/>
          <p:cNvSpPr txBox="1"/>
          <p:nvPr>
            <p:ph type="title"/>
          </p:nvPr>
        </p:nvSpPr>
        <p:spPr>
          <a:xfrm>
            <a:off x="1066801" y="1142999"/>
            <a:ext cx="3402256" cy="271422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Inter"/>
              <a:buNone/>
            </a:pPr>
            <a:r>
              <a:rPr lang="en-US">
                <a:latin typeface="Inter"/>
                <a:ea typeface="Inter"/>
                <a:cs typeface="Inter"/>
                <a:sym typeface="Inter"/>
              </a:rPr>
              <a:t>P</a:t>
            </a:r>
            <a:r>
              <a:rPr b="1" i="0" lang="en-US">
                <a:latin typeface="Inter"/>
                <a:ea typeface="Inter"/>
                <a:cs typeface="Inter"/>
                <a:sym typeface="Inter"/>
              </a:rPr>
              <a:t>arámetros en Java</a:t>
            </a:r>
            <a:endParaRPr/>
          </a:p>
        </p:txBody>
      </p:sp>
      <p:pic>
        <p:nvPicPr>
          <p:cNvPr id="234" name="Google Shape;234;p19"/>
          <p:cNvPicPr preferRelativeResize="0"/>
          <p:nvPr/>
        </p:nvPicPr>
        <p:blipFill rotWithShape="1">
          <a:blip r:embed="rId3">
            <a:alphaModFix/>
          </a:blip>
          <a:srcRect b="0" l="0" r="0" t="0"/>
          <a:stretch/>
        </p:blipFill>
        <p:spPr>
          <a:xfrm>
            <a:off x="5656785" y="2623323"/>
            <a:ext cx="5506514" cy="1085791"/>
          </a:xfrm>
          <a:prstGeom prst="rect">
            <a:avLst/>
          </a:prstGeom>
          <a:noFill/>
          <a:ln>
            <a:noFill/>
          </a:ln>
        </p:spPr>
      </p:pic>
      <p:sp>
        <p:nvSpPr>
          <p:cNvPr id="235" name="Google Shape;235;p19"/>
          <p:cNvSpPr txBox="1"/>
          <p:nvPr>
            <p:ph idx="1" type="body"/>
          </p:nvPr>
        </p:nvSpPr>
        <p:spPr>
          <a:xfrm>
            <a:off x="5595192" y="3921617"/>
            <a:ext cx="5506514" cy="1834325"/>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Clr>
                <a:schemeClr val="dk1"/>
              </a:buClr>
              <a:buSzPts val="1400"/>
              <a:buChar char="•"/>
            </a:pPr>
            <a:r>
              <a:rPr lang="en-US" sz="1400"/>
              <a:t>En Java, los parámetros son elementos clave que nos permiten recibir información en un método. Son variables que actúan como recipientes para los datos que debemos proporcionar al llamar a un método. Estos parámetros se definen en la declaración del método y especifican el tipo de dato y nombre que se espera recibir.</a:t>
            </a:r>
            <a:endParaRPr sz="1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9" name="Shape 239"/>
        <p:cNvGrpSpPr/>
        <p:nvPr/>
      </p:nvGrpSpPr>
      <p:grpSpPr>
        <a:xfrm>
          <a:off x="0" y="0"/>
          <a:ext cx="0" cy="0"/>
          <a:chOff x="0" y="0"/>
          <a:chExt cx="0" cy="0"/>
        </a:xfrm>
      </p:grpSpPr>
      <p:sp>
        <p:nvSpPr>
          <p:cNvPr id="240" name="Google Shape;240;p2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1" name="Google Shape;241;p20"/>
          <p:cNvSpPr txBox="1"/>
          <p:nvPr>
            <p:ph type="title"/>
          </p:nvPr>
        </p:nvSpPr>
        <p:spPr>
          <a:xfrm>
            <a:off x="1066801" y="1142999"/>
            <a:ext cx="3402256" cy="271422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Inter"/>
              <a:buNone/>
            </a:pPr>
            <a:r>
              <a:rPr b="1" i="0" lang="en-US">
                <a:latin typeface="Inter"/>
                <a:ea typeface="Inter"/>
                <a:cs typeface="Inter"/>
                <a:sym typeface="Inter"/>
              </a:rPr>
              <a:t>Parámetros de valor</a:t>
            </a:r>
            <a:endParaRPr/>
          </a:p>
        </p:txBody>
      </p:sp>
      <p:pic>
        <p:nvPicPr>
          <p:cNvPr id="242" name="Google Shape;242;p20"/>
          <p:cNvPicPr preferRelativeResize="0"/>
          <p:nvPr/>
        </p:nvPicPr>
        <p:blipFill rotWithShape="1">
          <a:blip r:embed="rId3">
            <a:alphaModFix/>
          </a:blip>
          <a:srcRect b="0" l="0" r="0" t="0"/>
          <a:stretch/>
        </p:blipFill>
        <p:spPr>
          <a:xfrm>
            <a:off x="5656785" y="1197697"/>
            <a:ext cx="5506514" cy="2511416"/>
          </a:xfrm>
          <a:prstGeom prst="rect">
            <a:avLst/>
          </a:prstGeom>
          <a:noFill/>
          <a:ln>
            <a:noFill/>
          </a:ln>
        </p:spPr>
      </p:pic>
      <p:sp>
        <p:nvSpPr>
          <p:cNvPr id="243" name="Google Shape;243;p20"/>
          <p:cNvSpPr txBox="1"/>
          <p:nvPr>
            <p:ph idx="1" type="body"/>
          </p:nvPr>
        </p:nvSpPr>
        <p:spPr>
          <a:xfrm>
            <a:off x="5595192" y="3921617"/>
            <a:ext cx="5506514" cy="1834325"/>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Clr>
                <a:schemeClr val="dk1"/>
              </a:buClr>
              <a:buSzPts val="1700"/>
              <a:buChar char="•"/>
            </a:pPr>
            <a:r>
              <a:rPr b="0" i="0" lang="en-US" sz="1700">
                <a:latin typeface="Inter"/>
                <a:ea typeface="Inter"/>
                <a:cs typeface="Inter"/>
                <a:sym typeface="Inter"/>
              </a:rPr>
              <a:t>En Java, los parámetros de valor se utilizan para transmitir información a un método. Cuando se pasa un parámetro de valor a un método, se crea una copia del valor pasado a ese método. Esto significa que cualquier cambio realizado en el parámetro dentro del método no afectará a la variable original fuera del mismo.</a:t>
            </a:r>
            <a:endParaRPr sz="17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7" name="Shape 247"/>
        <p:cNvGrpSpPr/>
        <p:nvPr/>
      </p:nvGrpSpPr>
      <p:grpSpPr>
        <a:xfrm>
          <a:off x="0" y="0"/>
          <a:ext cx="0" cy="0"/>
          <a:chOff x="0" y="0"/>
          <a:chExt cx="0" cy="0"/>
        </a:xfrm>
      </p:grpSpPr>
      <p:sp>
        <p:nvSpPr>
          <p:cNvPr id="248" name="Google Shape;248;p2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9" name="Google Shape;249;p21"/>
          <p:cNvSpPr txBox="1"/>
          <p:nvPr>
            <p:ph type="title"/>
          </p:nvPr>
        </p:nvSpPr>
        <p:spPr>
          <a:xfrm>
            <a:off x="1066801" y="1142999"/>
            <a:ext cx="3402256" cy="271422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Inter"/>
              <a:buNone/>
            </a:pPr>
            <a:r>
              <a:rPr b="1" i="0" lang="en-US">
                <a:latin typeface="Inter"/>
                <a:ea typeface="Inter"/>
                <a:cs typeface="Inter"/>
                <a:sym typeface="Inter"/>
              </a:rPr>
              <a:t>Parámetros de referencia</a:t>
            </a:r>
            <a:endParaRPr/>
          </a:p>
        </p:txBody>
      </p:sp>
      <p:pic>
        <p:nvPicPr>
          <p:cNvPr id="250" name="Google Shape;250;p21"/>
          <p:cNvPicPr preferRelativeResize="0"/>
          <p:nvPr/>
        </p:nvPicPr>
        <p:blipFill rotWithShape="1">
          <a:blip r:embed="rId3">
            <a:alphaModFix/>
          </a:blip>
          <a:srcRect b="0" l="0" r="0" t="0"/>
          <a:stretch/>
        </p:blipFill>
        <p:spPr>
          <a:xfrm>
            <a:off x="5656785" y="1396379"/>
            <a:ext cx="5506514" cy="2312735"/>
          </a:xfrm>
          <a:prstGeom prst="rect">
            <a:avLst/>
          </a:prstGeom>
          <a:noFill/>
          <a:ln>
            <a:noFill/>
          </a:ln>
        </p:spPr>
      </p:pic>
      <p:sp>
        <p:nvSpPr>
          <p:cNvPr id="251" name="Google Shape;251;p21"/>
          <p:cNvSpPr txBox="1"/>
          <p:nvPr>
            <p:ph idx="1" type="body"/>
          </p:nvPr>
        </p:nvSpPr>
        <p:spPr>
          <a:xfrm>
            <a:off x="5595192" y="3921617"/>
            <a:ext cx="5506514" cy="1834325"/>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Clr>
                <a:schemeClr val="dk1"/>
              </a:buClr>
              <a:buSzPts val="1700"/>
              <a:buChar char="•"/>
            </a:pPr>
            <a:r>
              <a:rPr b="0" i="0" lang="en-US" sz="1700">
                <a:latin typeface="Inter"/>
                <a:ea typeface="Inter"/>
                <a:cs typeface="Inter"/>
                <a:sym typeface="Inter"/>
              </a:rPr>
              <a:t>En Java, los parámetros de referencia se utilizan para transmitir información a un método de referencia. Cuando se pasa un parámetro de referencia a un método, se pasa la dirección de memoria del objeto o la referencia al objeto en sí mismo. Esto permite que el método pueda acceder y modificar el estado del objeto original.</a:t>
            </a:r>
            <a:endParaRPr sz="17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5" name="Shape 255"/>
        <p:cNvGrpSpPr/>
        <p:nvPr/>
      </p:nvGrpSpPr>
      <p:grpSpPr>
        <a:xfrm>
          <a:off x="0" y="0"/>
          <a:ext cx="0" cy="0"/>
          <a:chOff x="0" y="0"/>
          <a:chExt cx="0" cy="0"/>
        </a:xfrm>
      </p:grpSpPr>
      <p:sp>
        <p:nvSpPr>
          <p:cNvPr id="256" name="Google Shape;256;p2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7" name="Google Shape;257;p22"/>
          <p:cNvSpPr/>
          <p:nvPr/>
        </p:nvSpPr>
        <p:spPr>
          <a:xfrm flipH="1" rot="10740000">
            <a:off x="-58916" y="-105868"/>
            <a:ext cx="12309832" cy="7069736"/>
          </a:xfrm>
          <a:custGeom>
            <a:rect b="b" l="l" r="r" t="t"/>
            <a:pathLst>
              <a:path extrusionOk="0" h="7069736" w="12309832">
                <a:moveTo>
                  <a:pt x="119689" y="7069736"/>
                </a:moveTo>
                <a:lnTo>
                  <a:pt x="12309832" y="6856956"/>
                </a:lnTo>
                <a:lnTo>
                  <a:pt x="12190143" y="0"/>
                </a:lnTo>
                <a:lnTo>
                  <a:pt x="0" y="212780"/>
                </a:lnTo>
                <a:close/>
              </a:path>
            </a:pathLst>
          </a:custGeom>
          <a:gradFill>
            <a:gsLst>
              <a:gs pos="0">
                <a:schemeClr val="lt2"/>
              </a:gs>
              <a:gs pos="32000">
                <a:schemeClr val="lt2"/>
              </a:gs>
              <a:gs pos="100000">
                <a:srgbClr val="F08D7D"/>
              </a:gs>
            </a:gsLst>
            <a:lin ang="14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8" name="Google Shape;258;p22"/>
          <p:cNvSpPr/>
          <p:nvPr/>
        </p:nvSpPr>
        <p:spPr>
          <a:xfrm>
            <a:off x="792571" y="734156"/>
            <a:ext cx="10617872" cy="53816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9" name="Google Shape;259;p22"/>
          <p:cNvSpPr txBox="1"/>
          <p:nvPr>
            <p:ph type="title"/>
          </p:nvPr>
        </p:nvSpPr>
        <p:spPr>
          <a:xfrm>
            <a:off x="1327918" y="2061769"/>
            <a:ext cx="3019575" cy="27373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sz="2800"/>
              <a:t>Pilares de la Programación Orientada a Objetos</a:t>
            </a:r>
            <a:endParaRPr/>
          </a:p>
        </p:txBody>
      </p:sp>
      <p:grpSp>
        <p:nvGrpSpPr>
          <p:cNvPr id="260" name="Google Shape;260;p22"/>
          <p:cNvGrpSpPr/>
          <p:nvPr/>
        </p:nvGrpSpPr>
        <p:grpSpPr>
          <a:xfrm>
            <a:off x="4677295" y="1389163"/>
            <a:ext cx="6109130" cy="4080612"/>
            <a:chOff x="0" y="0"/>
            <a:chExt cx="6109130" cy="4080612"/>
          </a:xfrm>
        </p:grpSpPr>
        <p:cxnSp>
          <p:nvCxnSpPr>
            <p:cNvPr id="261" name="Google Shape;261;p22"/>
            <p:cNvCxnSpPr/>
            <p:nvPr/>
          </p:nvCxnSpPr>
          <p:spPr>
            <a:xfrm>
              <a:off x="0" y="0"/>
              <a:ext cx="6109130" cy="0"/>
            </a:xfrm>
            <a:prstGeom prst="straightConnector1">
              <a:avLst/>
            </a:prstGeom>
            <a:solidFill>
              <a:srgbClr val="D5144A"/>
            </a:solidFill>
            <a:ln cap="flat" cmpd="sng" w="12700">
              <a:solidFill>
                <a:srgbClr val="D5144A"/>
              </a:solidFill>
              <a:prstDash val="solid"/>
              <a:miter lim="800000"/>
              <a:headEnd len="sm" w="sm" type="none"/>
              <a:tailEnd len="sm" w="sm" type="none"/>
            </a:ln>
          </p:spPr>
        </p:cxnSp>
        <p:sp>
          <p:nvSpPr>
            <p:cNvPr id="262" name="Google Shape;262;p22"/>
            <p:cNvSpPr/>
            <p:nvPr/>
          </p:nvSpPr>
          <p:spPr>
            <a:xfrm>
              <a:off x="0" y="0"/>
              <a:ext cx="6109130" cy="102015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2"/>
            <p:cNvSpPr txBox="1"/>
            <p:nvPr/>
          </p:nvSpPr>
          <p:spPr>
            <a:xfrm>
              <a:off x="0" y="0"/>
              <a:ext cx="6109130" cy="1020153"/>
            </a:xfrm>
            <a:prstGeom prst="rect">
              <a:avLst/>
            </a:prstGeom>
            <a:noFill/>
            <a:ln>
              <a:noFill/>
            </a:ln>
          </p:spPr>
          <p:txBody>
            <a:bodyPr anchorCtr="0" anchor="t" bIns="179050" lIns="179050" spcFirstLastPara="1" rIns="179050" wrap="square" tIns="179050">
              <a:noAutofit/>
            </a:bodyPr>
            <a:lstStyle/>
            <a:p>
              <a:pPr indent="0" lvl="0" marL="0" marR="0" rtl="0" algn="l">
                <a:lnSpc>
                  <a:spcPct val="90000"/>
                </a:lnSpc>
                <a:spcBef>
                  <a:spcPts val="0"/>
                </a:spcBef>
                <a:spcAft>
                  <a:spcPts val="0"/>
                </a:spcAft>
                <a:buClr>
                  <a:schemeClr val="dk1"/>
                </a:buClr>
                <a:buSzPts val="4700"/>
                <a:buFont typeface="Arial"/>
                <a:buNone/>
              </a:pPr>
              <a:r>
                <a:rPr lang="en-US" sz="4700">
                  <a:solidFill>
                    <a:schemeClr val="dk1"/>
                  </a:solidFill>
                  <a:latin typeface="Arial"/>
                  <a:ea typeface="Arial"/>
                  <a:cs typeface="Arial"/>
                  <a:sym typeface="Arial"/>
                </a:rPr>
                <a:t>Abstracción</a:t>
              </a:r>
              <a:endParaRPr sz="4700">
                <a:solidFill>
                  <a:schemeClr val="dk1"/>
                </a:solidFill>
                <a:latin typeface="Arial"/>
                <a:ea typeface="Arial"/>
                <a:cs typeface="Arial"/>
                <a:sym typeface="Arial"/>
              </a:endParaRPr>
            </a:p>
          </p:txBody>
        </p:sp>
        <p:cxnSp>
          <p:nvCxnSpPr>
            <p:cNvPr id="264" name="Google Shape;264;p22"/>
            <p:cNvCxnSpPr/>
            <p:nvPr/>
          </p:nvCxnSpPr>
          <p:spPr>
            <a:xfrm>
              <a:off x="0" y="1020153"/>
              <a:ext cx="6109130" cy="0"/>
            </a:xfrm>
            <a:prstGeom prst="straightConnector1">
              <a:avLst/>
            </a:prstGeom>
            <a:solidFill>
              <a:srgbClr val="E627AC"/>
            </a:solidFill>
            <a:ln cap="flat" cmpd="sng" w="12700">
              <a:solidFill>
                <a:srgbClr val="E627AC"/>
              </a:solidFill>
              <a:prstDash val="solid"/>
              <a:miter lim="800000"/>
              <a:headEnd len="sm" w="sm" type="none"/>
              <a:tailEnd len="sm" w="sm" type="none"/>
            </a:ln>
          </p:spPr>
        </p:cxnSp>
        <p:sp>
          <p:nvSpPr>
            <p:cNvPr id="265" name="Google Shape;265;p22"/>
            <p:cNvSpPr/>
            <p:nvPr/>
          </p:nvSpPr>
          <p:spPr>
            <a:xfrm>
              <a:off x="0" y="1020153"/>
              <a:ext cx="6109130" cy="102015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2"/>
            <p:cNvSpPr txBox="1"/>
            <p:nvPr/>
          </p:nvSpPr>
          <p:spPr>
            <a:xfrm>
              <a:off x="0" y="1020153"/>
              <a:ext cx="6109130" cy="1020153"/>
            </a:xfrm>
            <a:prstGeom prst="rect">
              <a:avLst/>
            </a:prstGeom>
            <a:noFill/>
            <a:ln>
              <a:noFill/>
            </a:ln>
          </p:spPr>
          <p:txBody>
            <a:bodyPr anchorCtr="0" anchor="t" bIns="179050" lIns="179050" spcFirstLastPara="1" rIns="179050" wrap="square" tIns="179050">
              <a:noAutofit/>
            </a:bodyPr>
            <a:lstStyle/>
            <a:p>
              <a:pPr indent="0" lvl="0" marL="0" marR="0" rtl="0" algn="l">
                <a:lnSpc>
                  <a:spcPct val="90000"/>
                </a:lnSpc>
                <a:spcBef>
                  <a:spcPts val="0"/>
                </a:spcBef>
                <a:spcAft>
                  <a:spcPts val="0"/>
                </a:spcAft>
                <a:buClr>
                  <a:schemeClr val="dk1"/>
                </a:buClr>
                <a:buSzPts val="4700"/>
                <a:buFont typeface="Arial"/>
                <a:buNone/>
              </a:pPr>
              <a:r>
                <a:rPr lang="en-US" sz="4700">
                  <a:solidFill>
                    <a:schemeClr val="dk1"/>
                  </a:solidFill>
                  <a:latin typeface="Arial"/>
                  <a:ea typeface="Arial"/>
                  <a:cs typeface="Arial"/>
                  <a:sym typeface="Arial"/>
                </a:rPr>
                <a:t>Encapsulamiento</a:t>
              </a:r>
              <a:endParaRPr sz="4700">
                <a:solidFill>
                  <a:schemeClr val="dk1"/>
                </a:solidFill>
                <a:latin typeface="Arial"/>
                <a:ea typeface="Arial"/>
                <a:cs typeface="Arial"/>
                <a:sym typeface="Arial"/>
              </a:endParaRPr>
            </a:p>
          </p:txBody>
        </p:sp>
        <p:cxnSp>
          <p:nvCxnSpPr>
            <p:cNvPr id="267" name="Google Shape;267;p22"/>
            <p:cNvCxnSpPr/>
            <p:nvPr/>
          </p:nvCxnSpPr>
          <p:spPr>
            <a:xfrm>
              <a:off x="0" y="2040306"/>
              <a:ext cx="6109130" cy="0"/>
            </a:xfrm>
            <a:prstGeom prst="straightConnector1">
              <a:avLst/>
            </a:prstGeom>
            <a:solidFill>
              <a:srgbClr val="C014D5"/>
            </a:solidFill>
            <a:ln cap="flat" cmpd="sng" w="12700">
              <a:solidFill>
                <a:srgbClr val="C014D5"/>
              </a:solidFill>
              <a:prstDash val="solid"/>
              <a:miter lim="800000"/>
              <a:headEnd len="sm" w="sm" type="none"/>
              <a:tailEnd len="sm" w="sm" type="none"/>
            </a:ln>
          </p:spPr>
        </p:cxnSp>
        <p:sp>
          <p:nvSpPr>
            <p:cNvPr id="268" name="Google Shape;268;p22"/>
            <p:cNvSpPr/>
            <p:nvPr/>
          </p:nvSpPr>
          <p:spPr>
            <a:xfrm>
              <a:off x="0" y="2040306"/>
              <a:ext cx="6109130" cy="102015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2"/>
            <p:cNvSpPr txBox="1"/>
            <p:nvPr/>
          </p:nvSpPr>
          <p:spPr>
            <a:xfrm>
              <a:off x="0" y="2040306"/>
              <a:ext cx="6109130" cy="1020153"/>
            </a:xfrm>
            <a:prstGeom prst="rect">
              <a:avLst/>
            </a:prstGeom>
            <a:noFill/>
            <a:ln>
              <a:noFill/>
            </a:ln>
          </p:spPr>
          <p:txBody>
            <a:bodyPr anchorCtr="0" anchor="t" bIns="179050" lIns="179050" spcFirstLastPara="1" rIns="179050" wrap="square" tIns="179050">
              <a:noAutofit/>
            </a:bodyPr>
            <a:lstStyle/>
            <a:p>
              <a:pPr indent="0" lvl="0" marL="0" marR="0" rtl="0" algn="l">
                <a:lnSpc>
                  <a:spcPct val="90000"/>
                </a:lnSpc>
                <a:spcBef>
                  <a:spcPts val="0"/>
                </a:spcBef>
                <a:spcAft>
                  <a:spcPts val="0"/>
                </a:spcAft>
                <a:buClr>
                  <a:schemeClr val="dk1"/>
                </a:buClr>
                <a:buSzPts val="4700"/>
                <a:buFont typeface="Arial"/>
                <a:buNone/>
              </a:pPr>
              <a:r>
                <a:rPr lang="en-US" sz="4700">
                  <a:solidFill>
                    <a:schemeClr val="dk1"/>
                  </a:solidFill>
                  <a:latin typeface="Arial"/>
                  <a:ea typeface="Arial"/>
                  <a:cs typeface="Arial"/>
                  <a:sym typeface="Arial"/>
                </a:rPr>
                <a:t>Polimorfismo</a:t>
              </a:r>
              <a:endParaRPr sz="4700">
                <a:solidFill>
                  <a:schemeClr val="dk1"/>
                </a:solidFill>
                <a:latin typeface="Arial"/>
                <a:ea typeface="Arial"/>
                <a:cs typeface="Arial"/>
                <a:sym typeface="Arial"/>
              </a:endParaRPr>
            </a:p>
          </p:txBody>
        </p:sp>
        <p:cxnSp>
          <p:nvCxnSpPr>
            <p:cNvPr id="270" name="Google Shape;270;p22"/>
            <p:cNvCxnSpPr/>
            <p:nvPr/>
          </p:nvCxnSpPr>
          <p:spPr>
            <a:xfrm>
              <a:off x="0" y="3060459"/>
              <a:ext cx="6109130" cy="0"/>
            </a:xfrm>
            <a:prstGeom prst="straightConnector1">
              <a:avLst/>
            </a:prstGeom>
            <a:solidFill>
              <a:srgbClr val="8327E6"/>
            </a:solidFill>
            <a:ln cap="flat" cmpd="sng" w="12700">
              <a:solidFill>
                <a:srgbClr val="8327E6"/>
              </a:solidFill>
              <a:prstDash val="solid"/>
              <a:miter lim="800000"/>
              <a:headEnd len="sm" w="sm" type="none"/>
              <a:tailEnd len="sm" w="sm" type="none"/>
            </a:ln>
          </p:spPr>
        </p:cxnSp>
        <p:sp>
          <p:nvSpPr>
            <p:cNvPr id="271" name="Google Shape;271;p22"/>
            <p:cNvSpPr/>
            <p:nvPr/>
          </p:nvSpPr>
          <p:spPr>
            <a:xfrm>
              <a:off x="0" y="3060459"/>
              <a:ext cx="6109130" cy="102015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2"/>
            <p:cNvSpPr txBox="1"/>
            <p:nvPr/>
          </p:nvSpPr>
          <p:spPr>
            <a:xfrm>
              <a:off x="0" y="3060459"/>
              <a:ext cx="6109130" cy="1020153"/>
            </a:xfrm>
            <a:prstGeom prst="rect">
              <a:avLst/>
            </a:prstGeom>
            <a:noFill/>
            <a:ln>
              <a:noFill/>
            </a:ln>
          </p:spPr>
          <p:txBody>
            <a:bodyPr anchorCtr="0" anchor="t" bIns="179050" lIns="179050" spcFirstLastPara="1" rIns="179050" wrap="square" tIns="179050">
              <a:noAutofit/>
            </a:bodyPr>
            <a:lstStyle/>
            <a:p>
              <a:pPr indent="0" lvl="0" marL="0" marR="0" rtl="0" algn="l">
                <a:lnSpc>
                  <a:spcPct val="90000"/>
                </a:lnSpc>
                <a:spcBef>
                  <a:spcPts val="0"/>
                </a:spcBef>
                <a:spcAft>
                  <a:spcPts val="0"/>
                </a:spcAft>
                <a:buClr>
                  <a:schemeClr val="dk1"/>
                </a:buClr>
                <a:buSzPts val="4700"/>
                <a:buFont typeface="Arial"/>
                <a:buNone/>
              </a:pPr>
              <a:r>
                <a:rPr lang="en-US" sz="4700">
                  <a:solidFill>
                    <a:schemeClr val="dk1"/>
                  </a:solidFill>
                  <a:latin typeface="Arial"/>
                  <a:ea typeface="Arial"/>
                  <a:cs typeface="Arial"/>
                  <a:sym typeface="Arial"/>
                </a:rPr>
                <a:t>Herencia</a:t>
              </a:r>
              <a:endParaRPr sz="4700">
                <a:solidFill>
                  <a:schemeClr val="dk1"/>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6" name="Shape 276"/>
        <p:cNvGrpSpPr/>
        <p:nvPr/>
      </p:nvGrpSpPr>
      <p:grpSpPr>
        <a:xfrm>
          <a:off x="0" y="0"/>
          <a:ext cx="0" cy="0"/>
          <a:chOff x="0" y="0"/>
          <a:chExt cx="0" cy="0"/>
        </a:xfrm>
      </p:grpSpPr>
      <p:sp>
        <p:nvSpPr>
          <p:cNvPr id="277" name="Google Shape;277;p23"/>
          <p:cNvSpPr txBox="1"/>
          <p:nvPr>
            <p:ph type="title"/>
          </p:nvPr>
        </p:nvSpPr>
        <p:spPr>
          <a:xfrm>
            <a:off x="1066800" y="1142999"/>
            <a:ext cx="4173416" cy="12572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lang="en-US"/>
              <a:t>Abstracción</a:t>
            </a:r>
            <a:endParaRPr/>
          </a:p>
        </p:txBody>
      </p:sp>
      <p:sp>
        <p:nvSpPr>
          <p:cNvPr id="278" name="Google Shape;278;p23"/>
          <p:cNvSpPr txBox="1"/>
          <p:nvPr>
            <p:ph idx="1" type="body"/>
          </p:nvPr>
        </p:nvSpPr>
        <p:spPr>
          <a:xfrm>
            <a:off x="1066798" y="2736850"/>
            <a:ext cx="4013202" cy="2978152"/>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1400"/>
              <a:buNone/>
            </a:pPr>
            <a:r>
              <a:rPr lang="en-US" sz="1400"/>
              <a:t>Por definición, la abstracción es usar cosas simples para representar cosas complejas. En Java, esto se traduce como la creación de objetos, variables y clases para representar código y datos enmascarados. Evita repeticiones y trabajo, así como facilita el entendimiento y la integración.</a:t>
            </a:r>
            <a:endParaRPr/>
          </a:p>
          <a:p>
            <a:pPr indent="0" lvl="0" marL="0" rtl="0" algn="l">
              <a:lnSpc>
                <a:spcPct val="110000"/>
              </a:lnSpc>
              <a:spcBef>
                <a:spcPts val="1000"/>
              </a:spcBef>
              <a:spcAft>
                <a:spcPts val="0"/>
              </a:spcAft>
              <a:buClr>
                <a:schemeClr val="dk1"/>
              </a:buClr>
              <a:buSzPts val="1400"/>
              <a:buNone/>
            </a:pPr>
            <a:r>
              <a:t/>
            </a:r>
            <a:endParaRPr sz="1400"/>
          </a:p>
          <a:p>
            <a:pPr indent="0" lvl="0" marL="0" rtl="0" algn="l">
              <a:lnSpc>
                <a:spcPct val="110000"/>
              </a:lnSpc>
              <a:spcBef>
                <a:spcPts val="1000"/>
              </a:spcBef>
              <a:spcAft>
                <a:spcPts val="0"/>
              </a:spcAft>
              <a:buClr>
                <a:schemeClr val="dk1"/>
              </a:buClr>
              <a:buSzPts val="1400"/>
              <a:buNone/>
            </a:pPr>
            <a:r>
              <a:rPr lang="en-US" sz="1400"/>
              <a:t>En resumen, la abstracción es el proceso de definir los atributos de y métodos de una clase.</a:t>
            </a:r>
            <a:endParaRPr/>
          </a:p>
        </p:txBody>
      </p:sp>
      <p:pic>
        <p:nvPicPr>
          <p:cNvPr descr="Script de ordenador en una pantalla" id="279" name="Google Shape;279;p23"/>
          <p:cNvPicPr preferRelativeResize="0"/>
          <p:nvPr/>
        </p:nvPicPr>
        <p:blipFill rotWithShape="1">
          <a:blip r:embed="rId3">
            <a:alphaModFix/>
          </a:blip>
          <a:srcRect b="-2" l="0" r="32078" t="0"/>
          <a:stretch/>
        </p:blipFill>
        <p:spPr>
          <a:xfrm>
            <a:off x="6120859" y="882650"/>
            <a:ext cx="5184373" cy="509502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3" name="Shape 283"/>
        <p:cNvGrpSpPr/>
        <p:nvPr/>
      </p:nvGrpSpPr>
      <p:grpSpPr>
        <a:xfrm>
          <a:off x="0" y="0"/>
          <a:ext cx="0" cy="0"/>
          <a:chOff x="0" y="0"/>
          <a:chExt cx="0" cy="0"/>
        </a:xfrm>
      </p:grpSpPr>
      <p:sp>
        <p:nvSpPr>
          <p:cNvPr id="284" name="Google Shape;284;p24"/>
          <p:cNvSpPr txBox="1"/>
          <p:nvPr>
            <p:ph type="title"/>
          </p:nvPr>
        </p:nvSpPr>
        <p:spPr>
          <a:xfrm>
            <a:off x="1066800" y="1142999"/>
            <a:ext cx="4173416" cy="12572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lang="en-US"/>
              <a:t>Encapsulamiento</a:t>
            </a:r>
            <a:endParaRPr/>
          </a:p>
        </p:txBody>
      </p:sp>
      <p:sp>
        <p:nvSpPr>
          <p:cNvPr id="285" name="Google Shape;285;p24"/>
          <p:cNvSpPr txBox="1"/>
          <p:nvPr>
            <p:ph idx="1" type="body"/>
          </p:nvPr>
        </p:nvSpPr>
        <p:spPr>
          <a:xfrm>
            <a:off x="1066798" y="2736850"/>
            <a:ext cx="4013202" cy="2978152"/>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1000"/>
              <a:buNone/>
            </a:pPr>
            <a:r>
              <a:rPr lang="en-US" sz="1000"/>
              <a:t>Es la práctica de mantener los campos de una clase ocultos, proveyendo acceso a estos por medio de métodos y funciones públicas. Esto crea barreras protectoras entre los datos y códigos, para la misma clase. Así, los objetos son reutilizables en componentes de código o variables que no permitan acceder a la data de un sistema completo.</a:t>
            </a:r>
            <a:endParaRPr/>
          </a:p>
          <a:p>
            <a:pPr indent="0" lvl="0" marL="0" rtl="0" algn="l">
              <a:lnSpc>
                <a:spcPct val="110000"/>
              </a:lnSpc>
              <a:spcBef>
                <a:spcPts val="1000"/>
              </a:spcBef>
              <a:spcAft>
                <a:spcPts val="0"/>
              </a:spcAft>
              <a:buClr>
                <a:schemeClr val="dk1"/>
              </a:buClr>
              <a:buSzPts val="1000"/>
              <a:buNone/>
            </a:pPr>
            <a:r>
              <a:t/>
            </a:r>
            <a:endParaRPr sz="1000"/>
          </a:p>
          <a:p>
            <a:pPr indent="0" lvl="0" marL="0" rtl="0" algn="l">
              <a:lnSpc>
                <a:spcPct val="110000"/>
              </a:lnSpc>
              <a:spcBef>
                <a:spcPts val="1000"/>
              </a:spcBef>
              <a:spcAft>
                <a:spcPts val="0"/>
              </a:spcAft>
              <a:buClr>
                <a:schemeClr val="dk1"/>
              </a:buClr>
              <a:buSzPts val="1000"/>
              <a:buNone/>
            </a:pPr>
            <a:r>
              <a:rPr lang="en-US" sz="1000"/>
              <a:t>GET (Obtener)</a:t>
            </a:r>
            <a:endParaRPr/>
          </a:p>
          <a:p>
            <a:pPr indent="-228600" lvl="0" marL="228600" rtl="0" algn="l">
              <a:lnSpc>
                <a:spcPct val="110000"/>
              </a:lnSpc>
              <a:spcBef>
                <a:spcPts val="1000"/>
              </a:spcBef>
              <a:spcAft>
                <a:spcPts val="0"/>
              </a:spcAft>
              <a:buClr>
                <a:schemeClr val="dk1"/>
              </a:buClr>
              <a:buSzPts val="1000"/>
              <a:buChar char="•"/>
            </a:pPr>
            <a:r>
              <a:rPr lang="en-US" sz="1000"/>
              <a:t>Es una función la cuál hace que se pueda acceder al atributo de un objeto.</a:t>
            </a:r>
            <a:endParaRPr/>
          </a:p>
          <a:p>
            <a:pPr indent="0" lvl="0" marL="0" rtl="0" algn="l">
              <a:lnSpc>
                <a:spcPct val="110000"/>
              </a:lnSpc>
              <a:spcBef>
                <a:spcPts val="1000"/>
              </a:spcBef>
              <a:spcAft>
                <a:spcPts val="0"/>
              </a:spcAft>
              <a:buClr>
                <a:schemeClr val="dk1"/>
              </a:buClr>
              <a:buSzPts val="1000"/>
              <a:buNone/>
            </a:pPr>
            <a:r>
              <a:rPr lang="en-US" sz="1000"/>
              <a:t>SET (Modificar)</a:t>
            </a:r>
            <a:endParaRPr/>
          </a:p>
          <a:p>
            <a:pPr indent="-228600" lvl="0" marL="228600" rtl="0" algn="l">
              <a:lnSpc>
                <a:spcPct val="110000"/>
              </a:lnSpc>
              <a:spcBef>
                <a:spcPts val="1000"/>
              </a:spcBef>
              <a:spcAft>
                <a:spcPts val="0"/>
              </a:spcAft>
              <a:buClr>
                <a:schemeClr val="dk1"/>
              </a:buClr>
              <a:buSzPts val="1000"/>
              <a:buChar char="•"/>
            </a:pPr>
            <a:r>
              <a:rPr lang="en-US" sz="1000"/>
              <a:t>Es un método que permite cambiar el valor del atributo de un objeto.</a:t>
            </a:r>
            <a:endParaRPr/>
          </a:p>
        </p:txBody>
      </p:sp>
      <p:pic>
        <p:nvPicPr>
          <p:cNvPr descr="Desinfectante para manos en aerosol" id="286" name="Google Shape;286;p24"/>
          <p:cNvPicPr preferRelativeResize="0"/>
          <p:nvPr/>
        </p:nvPicPr>
        <p:blipFill rotWithShape="1">
          <a:blip r:embed="rId3">
            <a:alphaModFix/>
          </a:blip>
          <a:srcRect b="-2" l="3108" r="28969" t="0"/>
          <a:stretch/>
        </p:blipFill>
        <p:spPr>
          <a:xfrm>
            <a:off x="6120859" y="882650"/>
            <a:ext cx="5184373" cy="509502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0" name="Shape 290"/>
        <p:cNvGrpSpPr/>
        <p:nvPr/>
      </p:nvGrpSpPr>
      <p:grpSpPr>
        <a:xfrm>
          <a:off x="0" y="0"/>
          <a:ext cx="0" cy="0"/>
          <a:chOff x="0" y="0"/>
          <a:chExt cx="0" cy="0"/>
        </a:xfrm>
      </p:grpSpPr>
      <p:sp>
        <p:nvSpPr>
          <p:cNvPr id="291" name="Google Shape;291;p25"/>
          <p:cNvSpPr txBox="1"/>
          <p:nvPr>
            <p:ph type="title"/>
          </p:nvPr>
        </p:nvSpPr>
        <p:spPr>
          <a:xfrm>
            <a:off x="1066801" y="784747"/>
            <a:ext cx="3846394" cy="1555842"/>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chemeClr val="dk1"/>
              </a:buClr>
              <a:buSzPts val="3300"/>
              <a:buFont typeface="Arial"/>
              <a:buNone/>
            </a:pPr>
            <a:r>
              <a:rPr lang="en-US" sz="3300"/>
              <a:t>Ejemplo Encapsulamiento</a:t>
            </a:r>
            <a:endParaRPr/>
          </a:p>
        </p:txBody>
      </p:sp>
      <p:pic>
        <p:nvPicPr>
          <p:cNvPr descr="Texto&#10;&#10;Descripción generada automáticamente" id="292" name="Google Shape;292;p25"/>
          <p:cNvPicPr preferRelativeResize="0"/>
          <p:nvPr/>
        </p:nvPicPr>
        <p:blipFill rotWithShape="1">
          <a:blip r:embed="rId3">
            <a:alphaModFix/>
          </a:blip>
          <a:srcRect b="0" l="0" r="10511" t="0"/>
          <a:stretch/>
        </p:blipFill>
        <p:spPr>
          <a:xfrm>
            <a:off x="5540990" y="1050879"/>
            <a:ext cx="3973808" cy="48006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6" name="Shape 296"/>
        <p:cNvGrpSpPr/>
        <p:nvPr/>
      </p:nvGrpSpPr>
      <p:grpSpPr>
        <a:xfrm>
          <a:off x="0" y="0"/>
          <a:ext cx="0" cy="0"/>
          <a:chOff x="0" y="0"/>
          <a:chExt cx="0" cy="0"/>
        </a:xfrm>
      </p:grpSpPr>
      <p:sp>
        <p:nvSpPr>
          <p:cNvPr id="297" name="Google Shape;297;p26"/>
          <p:cNvSpPr txBox="1"/>
          <p:nvPr>
            <p:ph type="title"/>
          </p:nvPr>
        </p:nvSpPr>
        <p:spPr>
          <a:xfrm>
            <a:off x="1987680" y="1143000"/>
            <a:ext cx="7946597" cy="125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lang="en-US"/>
              <a:t>Polimorfismo</a:t>
            </a:r>
            <a:endParaRPr/>
          </a:p>
        </p:txBody>
      </p:sp>
      <p:sp>
        <p:nvSpPr>
          <p:cNvPr id="298" name="Google Shape;298;p26"/>
          <p:cNvSpPr txBox="1"/>
          <p:nvPr>
            <p:ph idx="1" type="body"/>
          </p:nvPr>
        </p:nvSpPr>
        <p:spPr>
          <a:xfrm>
            <a:off x="1987680" y="2411519"/>
            <a:ext cx="5380530" cy="3394641"/>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1100"/>
              <a:buNone/>
            </a:pPr>
            <a:r>
              <a:rPr lang="en-US" sz="1100"/>
              <a:t>El polimorfismo es un principio de POO, el cuál permite que una misma interfaz o método pueda comportarse de diferentes maneras según el objeto que lo implemente. </a:t>
            </a:r>
            <a:endParaRPr/>
          </a:p>
          <a:p>
            <a:pPr indent="0" lvl="0" marL="0" rtl="0" algn="l">
              <a:lnSpc>
                <a:spcPct val="110000"/>
              </a:lnSpc>
              <a:spcBef>
                <a:spcPts val="1000"/>
              </a:spcBef>
              <a:spcAft>
                <a:spcPts val="0"/>
              </a:spcAft>
              <a:buClr>
                <a:schemeClr val="dk1"/>
              </a:buClr>
              <a:buSzPts val="1100"/>
              <a:buNone/>
            </a:pPr>
            <a:r>
              <a:rPr lang="en-US" sz="1100"/>
              <a:t>Existen dos tipos principales:</a:t>
            </a:r>
            <a:endParaRPr/>
          </a:p>
          <a:p>
            <a:pPr indent="-228600" lvl="0" marL="228600" rtl="0" algn="l">
              <a:lnSpc>
                <a:spcPct val="110000"/>
              </a:lnSpc>
              <a:spcBef>
                <a:spcPts val="1000"/>
              </a:spcBef>
              <a:spcAft>
                <a:spcPts val="0"/>
              </a:spcAft>
              <a:buClr>
                <a:schemeClr val="dk1"/>
              </a:buClr>
              <a:buSzPts val="1100"/>
              <a:buChar char="•"/>
            </a:pPr>
            <a:r>
              <a:rPr lang="en-US" sz="1100"/>
              <a:t>Polimorfismo en tiempo de compilación (estático): Se logra mediante sobrecarga de métodos o operadores.</a:t>
            </a:r>
            <a:endParaRPr/>
          </a:p>
          <a:p>
            <a:pPr indent="-228600" lvl="1" marL="548640" rtl="0" algn="l">
              <a:lnSpc>
                <a:spcPct val="110000"/>
              </a:lnSpc>
              <a:spcBef>
                <a:spcPts val="500"/>
              </a:spcBef>
              <a:spcAft>
                <a:spcPts val="0"/>
              </a:spcAft>
              <a:buClr>
                <a:schemeClr val="dk1"/>
              </a:buClr>
              <a:buSzPts val="1100"/>
              <a:buChar char="–"/>
            </a:pPr>
            <a:r>
              <a:rPr lang="en-US" sz="1100"/>
              <a:t>Ejemplo: Un método con el mismo nombre pero diferente cantidad o tipo de parámetros.</a:t>
            </a:r>
            <a:endParaRPr/>
          </a:p>
          <a:p>
            <a:pPr indent="-228600" lvl="0" marL="228600" rtl="0" algn="l">
              <a:lnSpc>
                <a:spcPct val="110000"/>
              </a:lnSpc>
              <a:spcBef>
                <a:spcPts val="1000"/>
              </a:spcBef>
              <a:spcAft>
                <a:spcPts val="0"/>
              </a:spcAft>
              <a:buClr>
                <a:schemeClr val="dk1"/>
              </a:buClr>
              <a:buSzPts val="1100"/>
              <a:buChar char="•"/>
            </a:pPr>
            <a:r>
              <a:rPr lang="en-US" sz="1100"/>
              <a:t>Polimorfismo en tiempo de ejecución (dinámico): Se logra mediante herencia y sobreescritura de métodos, donde una clase hija redefine el comportamiento de un método de su clase base.</a:t>
            </a:r>
            <a:endParaRPr/>
          </a:p>
          <a:p>
            <a:pPr indent="0" lvl="0" marL="0" rtl="0" algn="l">
              <a:lnSpc>
                <a:spcPct val="110000"/>
              </a:lnSpc>
              <a:spcBef>
                <a:spcPts val="1000"/>
              </a:spcBef>
              <a:spcAft>
                <a:spcPts val="0"/>
              </a:spcAft>
              <a:buClr>
                <a:schemeClr val="dk1"/>
              </a:buClr>
              <a:buSzPts val="1100"/>
              <a:buNone/>
            </a:pPr>
            <a:r>
              <a:rPr lang="en-US" sz="1100"/>
              <a:t>El polimorfismo permite escribir código más flexible y reutilizable, dando la opción de tratar objetos de diferentes tipos de manera uniforme.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2" name="Shape 302"/>
        <p:cNvGrpSpPr/>
        <p:nvPr/>
      </p:nvGrpSpPr>
      <p:grpSpPr>
        <a:xfrm>
          <a:off x="0" y="0"/>
          <a:ext cx="0" cy="0"/>
          <a:chOff x="0" y="0"/>
          <a:chExt cx="0" cy="0"/>
        </a:xfrm>
      </p:grpSpPr>
      <p:sp>
        <p:nvSpPr>
          <p:cNvPr id="303" name="Google Shape;303;p27"/>
          <p:cNvSpPr txBox="1"/>
          <p:nvPr>
            <p:ph type="title"/>
          </p:nvPr>
        </p:nvSpPr>
        <p:spPr>
          <a:xfrm>
            <a:off x="1066801" y="784747"/>
            <a:ext cx="3846394" cy="1555842"/>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chemeClr val="dk1"/>
              </a:buClr>
              <a:buSzPts val="2500"/>
              <a:buFont typeface="Arial"/>
              <a:buNone/>
            </a:pPr>
            <a:r>
              <a:rPr lang="en-US" sz="2500"/>
              <a:t>Ejemplo Polimorfismo en tiempo de Compilación</a:t>
            </a:r>
            <a:endParaRPr/>
          </a:p>
        </p:txBody>
      </p:sp>
      <p:pic>
        <p:nvPicPr>
          <p:cNvPr id="304" name="Google Shape;304;p27"/>
          <p:cNvPicPr preferRelativeResize="0"/>
          <p:nvPr/>
        </p:nvPicPr>
        <p:blipFill rotWithShape="1">
          <a:blip r:embed="rId3">
            <a:alphaModFix/>
          </a:blip>
          <a:srcRect b="0" l="0" r="0" t="0"/>
          <a:stretch/>
        </p:blipFill>
        <p:spPr>
          <a:xfrm>
            <a:off x="5540990" y="1050879"/>
            <a:ext cx="5725445" cy="356408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8" name="Shape 308"/>
        <p:cNvGrpSpPr/>
        <p:nvPr/>
      </p:nvGrpSpPr>
      <p:grpSpPr>
        <a:xfrm>
          <a:off x="0" y="0"/>
          <a:ext cx="0" cy="0"/>
          <a:chOff x="0" y="0"/>
          <a:chExt cx="0" cy="0"/>
        </a:xfrm>
      </p:grpSpPr>
      <p:sp>
        <p:nvSpPr>
          <p:cNvPr id="309" name="Google Shape;309;p28"/>
          <p:cNvSpPr txBox="1"/>
          <p:nvPr>
            <p:ph type="title"/>
          </p:nvPr>
        </p:nvSpPr>
        <p:spPr>
          <a:xfrm>
            <a:off x="1066801" y="784747"/>
            <a:ext cx="3846394" cy="1555842"/>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chemeClr val="dk1"/>
              </a:buClr>
              <a:buSzPts val="2800"/>
              <a:buFont typeface="Arial"/>
              <a:buNone/>
            </a:pPr>
            <a:r>
              <a:rPr lang="en-US" sz="2800"/>
              <a:t>Ejemplo Polimorfismo en Tiempo de Ejecución</a:t>
            </a:r>
            <a:endParaRPr/>
          </a:p>
        </p:txBody>
      </p:sp>
      <p:pic>
        <p:nvPicPr>
          <p:cNvPr id="310" name="Google Shape;310;p28"/>
          <p:cNvPicPr preferRelativeResize="0"/>
          <p:nvPr/>
        </p:nvPicPr>
        <p:blipFill rotWithShape="1">
          <a:blip r:embed="rId3">
            <a:alphaModFix/>
          </a:blip>
          <a:srcRect b="0" l="0" r="0" t="0"/>
          <a:stretch/>
        </p:blipFill>
        <p:spPr>
          <a:xfrm>
            <a:off x="5540990" y="1050879"/>
            <a:ext cx="4032504" cy="48006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4" name="Shape 314"/>
        <p:cNvGrpSpPr/>
        <p:nvPr/>
      </p:nvGrpSpPr>
      <p:grpSpPr>
        <a:xfrm>
          <a:off x="0" y="0"/>
          <a:ext cx="0" cy="0"/>
          <a:chOff x="0" y="0"/>
          <a:chExt cx="0" cy="0"/>
        </a:xfrm>
      </p:grpSpPr>
      <p:sp>
        <p:nvSpPr>
          <p:cNvPr id="315" name="Google Shape;315;p29"/>
          <p:cNvSpPr txBox="1"/>
          <p:nvPr>
            <p:ph type="title"/>
          </p:nvPr>
        </p:nvSpPr>
        <p:spPr>
          <a:xfrm>
            <a:off x="1987680" y="1143000"/>
            <a:ext cx="7946597" cy="125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lang="en-US"/>
              <a:t>Herencia</a:t>
            </a:r>
            <a:endParaRPr/>
          </a:p>
        </p:txBody>
      </p:sp>
      <p:sp>
        <p:nvSpPr>
          <p:cNvPr id="316" name="Google Shape;316;p29"/>
          <p:cNvSpPr txBox="1"/>
          <p:nvPr>
            <p:ph idx="1" type="body"/>
          </p:nvPr>
        </p:nvSpPr>
        <p:spPr>
          <a:xfrm>
            <a:off x="1987680" y="2411519"/>
            <a:ext cx="5380530" cy="3394641"/>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1500"/>
              <a:buNone/>
            </a:pPr>
            <a:r>
              <a:rPr lang="en-US" sz="1500"/>
              <a:t>Permite a una clase (llamada clase hija o subclase) heredar propiedades y métodos de otra clase (llamada clase padre o superclase). </a:t>
            </a:r>
            <a:endParaRPr/>
          </a:p>
          <a:p>
            <a:pPr indent="0" lvl="0" marL="0" rtl="0" algn="l">
              <a:lnSpc>
                <a:spcPct val="110000"/>
              </a:lnSpc>
              <a:spcBef>
                <a:spcPts val="1000"/>
              </a:spcBef>
              <a:spcAft>
                <a:spcPts val="0"/>
              </a:spcAft>
              <a:buClr>
                <a:schemeClr val="dk1"/>
              </a:buClr>
              <a:buSzPts val="1500"/>
              <a:buNone/>
            </a:pPr>
            <a:r>
              <a:rPr lang="en-US" sz="1500"/>
              <a:t>Características principales: </a:t>
            </a:r>
            <a:endParaRPr/>
          </a:p>
          <a:p>
            <a:pPr indent="-228600" lvl="0" marL="228600" rtl="0" algn="l">
              <a:lnSpc>
                <a:spcPct val="110000"/>
              </a:lnSpc>
              <a:spcBef>
                <a:spcPts val="1000"/>
              </a:spcBef>
              <a:spcAft>
                <a:spcPts val="0"/>
              </a:spcAft>
              <a:buClr>
                <a:schemeClr val="dk1"/>
              </a:buClr>
              <a:buSzPts val="1500"/>
              <a:buChar char="•"/>
            </a:pPr>
            <a:r>
              <a:rPr lang="en-US" sz="1500"/>
              <a:t>Reutilización de código: La subclase reutiliza atributos y métodos de la superclase.</a:t>
            </a:r>
            <a:endParaRPr/>
          </a:p>
          <a:p>
            <a:pPr indent="-228600" lvl="0" marL="228600" rtl="0" algn="l">
              <a:lnSpc>
                <a:spcPct val="110000"/>
              </a:lnSpc>
              <a:spcBef>
                <a:spcPts val="1000"/>
              </a:spcBef>
              <a:spcAft>
                <a:spcPts val="0"/>
              </a:spcAft>
              <a:buClr>
                <a:schemeClr val="dk1"/>
              </a:buClr>
              <a:buSzPts val="1500"/>
              <a:buChar char="•"/>
            </a:pPr>
            <a:r>
              <a:rPr lang="en-US" sz="1500"/>
              <a:t>Extensibilidad: La subclase puede añadir nuevos atributos y métodos o sobrescribir los existentes de la superclase. </a:t>
            </a:r>
            <a:endParaRPr/>
          </a:p>
          <a:p>
            <a:pPr indent="-228600" lvl="0" marL="228600" rtl="0" algn="l">
              <a:lnSpc>
                <a:spcPct val="110000"/>
              </a:lnSpc>
              <a:spcBef>
                <a:spcPts val="1000"/>
              </a:spcBef>
              <a:spcAft>
                <a:spcPts val="0"/>
              </a:spcAft>
              <a:buClr>
                <a:schemeClr val="dk1"/>
              </a:buClr>
              <a:buSzPts val="1500"/>
              <a:buChar char="•"/>
            </a:pPr>
            <a:r>
              <a:rPr lang="en-US" sz="1500"/>
              <a:t>Relación jerárquica: Representa una relación del tipo "es un" (Gato "es un" Animal).</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0" name="Shape 320"/>
        <p:cNvGrpSpPr/>
        <p:nvPr/>
      </p:nvGrpSpPr>
      <p:grpSpPr>
        <a:xfrm>
          <a:off x="0" y="0"/>
          <a:ext cx="0" cy="0"/>
          <a:chOff x="0" y="0"/>
          <a:chExt cx="0" cy="0"/>
        </a:xfrm>
      </p:grpSpPr>
      <p:sp>
        <p:nvSpPr>
          <p:cNvPr id="321" name="Google Shape;321;p30"/>
          <p:cNvSpPr txBox="1"/>
          <p:nvPr>
            <p:ph type="title"/>
          </p:nvPr>
        </p:nvSpPr>
        <p:spPr>
          <a:xfrm>
            <a:off x="1066801" y="784747"/>
            <a:ext cx="3846394" cy="1555842"/>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chemeClr val="dk1"/>
              </a:buClr>
              <a:buSzPts val="3600"/>
              <a:buFont typeface="Arial"/>
              <a:buNone/>
            </a:pPr>
            <a:r>
              <a:rPr lang="en-US" sz="3600"/>
              <a:t>Ejemplo Herencia</a:t>
            </a:r>
            <a:endParaRPr/>
          </a:p>
        </p:txBody>
      </p:sp>
      <p:pic>
        <p:nvPicPr>
          <p:cNvPr descr="Texto&#10;&#10;Descripción generada automáticamente" id="322" name="Google Shape;322;p30"/>
          <p:cNvPicPr preferRelativeResize="0"/>
          <p:nvPr/>
        </p:nvPicPr>
        <p:blipFill rotWithShape="1">
          <a:blip r:embed="rId3">
            <a:alphaModFix/>
          </a:blip>
          <a:srcRect b="0" l="0" r="11468" t="0"/>
          <a:stretch/>
        </p:blipFill>
        <p:spPr>
          <a:xfrm>
            <a:off x="5540990" y="1050879"/>
            <a:ext cx="3973812" cy="48006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pic>
        <p:nvPicPr>
          <p:cNvPr descr="El lado oscuro de java: diciembre 2013" id="327" name="Google Shape;327;p31"/>
          <p:cNvPicPr preferRelativeResize="0"/>
          <p:nvPr/>
        </p:nvPicPr>
        <p:blipFill rotWithShape="1">
          <a:blip r:embed="rId3">
            <a:alphaModFix/>
          </a:blip>
          <a:srcRect b="0" l="0" r="132" t="0"/>
          <a:stretch/>
        </p:blipFill>
        <p:spPr>
          <a:xfrm>
            <a:off x="6147816" y="10"/>
            <a:ext cx="6044184" cy="6857990"/>
          </a:xfrm>
          <a:prstGeom prst="rect">
            <a:avLst/>
          </a:prstGeom>
          <a:noFill/>
          <a:ln>
            <a:noFill/>
          </a:ln>
        </p:spPr>
      </p:pic>
      <p:sp>
        <p:nvSpPr>
          <p:cNvPr id="328" name="Google Shape;328;p31"/>
          <p:cNvSpPr txBox="1"/>
          <p:nvPr>
            <p:ph type="title"/>
          </p:nvPr>
        </p:nvSpPr>
        <p:spPr>
          <a:xfrm>
            <a:off x="704087" y="909637"/>
            <a:ext cx="4800600" cy="130759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lang="en-US"/>
              <a:t>Constructores</a:t>
            </a:r>
            <a:endParaRPr/>
          </a:p>
        </p:txBody>
      </p:sp>
      <p:sp>
        <p:nvSpPr>
          <p:cNvPr id="329" name="Google Shape;329;p31"/>
          <p:cNvSpPr txBox="1"/>
          <p:nvPr>
            <p:ph idx="1" type="body"/>
          </p:nvPr>
        </p:nvSpPr>
        <p:spPr>
          <a:xfrm>
            <a:off x="704089" y="2221992"/>
            <a:ext cx="4800600" cy="3739896"/>
          </a:xfrm>
          <a:prstGeom prst="rect">
            <a:avLst/>
          </a:prstGeom>
          <a:noFill/>
          <a:ln>
            <a:noFill/>
          </a:ln>
        </p:spPr>
        <p:txBody>
          <a:bodyPr anchorCtr="0" anchor="t" bIns="45700" lIns="91425" spcFirstLastPara="1" rIns="91425" wrap="square" tIns="45700">
            <a:normAutofit/>
          </a:bodyPr>
          <a:lstStyle/>
          <a:p>
            <a:pPr indent="0" lvl="0" marL="0" rtl="0" algn="just">
              <a:lnSpc>
                <a:spcPct val="120000"/>
              </a:lnSpc>
              <a:spcBef>
                <a:spcPts val="0"/>
              </a:spcBef>
              <a:spcAft>
                <a:spcPts val="0"/>
              </a:spcAft>
              <a:buClr>
                <a:schemeClr val="dk1"/>
              </a:buClr>
              <a:buSzPts val="1800"/>
              <a:buNone/>
            </a:pPr>
            <a:r>
              <a:rPr lang="en-US"/>
              <a:t>Un constructor en Java es un método especial que se utiliza para inicializar objetos. Un constructor es llamado cuando un objeto de una clase es instanciado. Se utiliza para asignar valores iniciales a atributos. Los métodos y funciones de un objeto son almacenados en el mismo entorno que la clase, pero son definidos en tiempo de compilación.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2"/>
          <p:cNvSpPr txBox="1"/>
          <p:nvPr>
            <p:ph type="title"/>
          </p:nvPr>
        </p:nvSpPr>
        <p:spPr>
          <a:xfrm>
            <a:off x="1066800" y="936841"/>
            <a:ext cx="8886884" cy="953669"/>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lang="en-US"/>
              <a:t>Destructores</a:t>
            </a:r>
            <a:endParaRPr/>
          </a:p>
        </p:txBody>
      </p:sp>
      <p:sp>
        <p:nvSpPr>
          <p:cNvPr id="335" name="Google Shape;335;p32"/>
          <p:cNvSpPr txBox="1"/>
          <p:nvPr>
            <p:ph idx="1" type="body"/>
          </p:nvPr>
        </p:nvSpPr>
        <p:spPr>
          <a:xfrm>
            <a:off x="1069848" y="2139696"/>
            <a:ext cx="8883836" cy="3677683"/>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1800"/>
              <a:buNone/>
            </a:pPr>
            <a:r>
              <a:rPr lang="en-US"/>
              <a:t>En lenguajes como C++, un destructor es un método especial que se llama automáticamente cuando un objeto deja de existir (por ejemplo, cuando sale del ámbito o se elimina explícitamente). Su propósito principal es liberar recursos asociados al objeto, como memoria dinámica, archivos abiertos, conexiones de red, etc.</a:t>
            </a:r>
            <a:endParaRPr/>
          </a:p>
          <a:p>
            <a:pPr indent="0" lvl="0" marL="0" rtl="0" algn="l">
              <a:lnSpc>
                <a:spcPct val="120000"/>
              </a:lnSpc>
              <a:spcBef>
                <a:spcPts val="1000"/>
              </a:spcBef>
              <a:spcAft>
                <a:spcPts val="0"/>
              </a:spcAft>
              <a:buClr>
                <a:schemeClr val="dk1"/>
              </a:buClr>
              <a:buSzPts val="1800"/>
              <a:buNone/>
            </a:pPr>
            <a:r>
              <a:rPr lang="en-US"/>
              <a:t>En Java, la gestión de memoria está automatizada gracias al Garbage Collector (GC) , que se encarga de liberar la memoria ocupada por objetos que ya no son accesibles. Por esta razón, Java no tiene destructores en el sentido tradicional.</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3"/>
          <p:cNvSpPr txBox="1"/>
          <p:nvPr>
            <p:ph type="title"/>
          </p:nvPr>
        </p:nvSpPr>
        <p:spPr>
          <a:xfrm>
            <a:off x="704088" y="914400"/>
            <a:ext cx="3914776" cy="3977269"/>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lang="en-US"/>
              <a:t>Modificadores de Visibilidad</a:t>
            </a:r>
            <a:endParaRPr/>
          </a:p>
        </p:txBody>
      </p:sp>
      <p:grpSp>
        <p:nvGrpSpPr>
          <p:cNvPr id="341" name="Google Shape;341;p33"/>
          <p:cNvGrpSpPr/>
          <p:nvPr/>
        </p:nvGrpSpPr>
        <p:grpSpPr>
          <a:xfrm>
            <a:off x="5219952" y="724571"/>
            <a:ext cx="6171948" cy="5497756"/>
            <a:chOff x="0" y="671"/>
            <a:chExt cx="6171948" cy="5497756"/>
          </a:xfrm>
        </p:grpSpPr>
        <p:sp>
          <p:nvSpPr>
            <p:cNvPr id="342" name="Google Shape;342;p33"/>
            <p:cNvSpPr/>
            <p:nvPr/>
          </p:nvSpPr>
          <p:spPr>
            <a:xfrm>
              <a:off x="0" y="671"/>
              <a:ext cx="6171948" cy="1570787"/>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3"/>
            <p:cNvSpPr/>
            <p:nvPr/>
          </p:nvSpPr>
          <p:spPr>
            <a:xfrm>
              <a:off x="475163" y="354098"/>
              <a:ext cx="863933" cy="863933"/>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3"/>
            <p:cNvSpPr/>
            <p:nvPr/>
          </p:nvSpPr>
          <p:spPr>
            <a:xfrm>
              <a:off x="1814259" y="671"/>
              <a:ext cx="4357688" cy="157078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3"/>
            <p:cNvSpPr txBox="1"/>
            <p:nvPr/>
          </p:nvSpPr>
          <p:spPr>
            <a:xfrm>
              <a:off x="1814259" y="671"/>
              <a:ext cx="4357688" cy="1570787"/>
            </a:xfrm>
            <a:prstGeom prst="rect">
              <a:avLst/>
            </a:prstGeom>
            <a:noFill/>
            <a:ln>
              <a:noFill/>
            </a:ln>
          </p:spPr>
          <p:txBody>
            <a:bodyPr anchorCtr="0" anchor="ctr" bIns="166225" lIns="166225" spcFirstLastPara="1" rIns="166225" wrap="square" tIns="166225">
              <a:noAutofit/>
            </a:bodyPr>
            <a:lstStyle/>
            <a:p>
              <a:pPr indent="0" lvl="0" marL="0" marR="0" rtl="0" algn="just">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Privado: No se puede accesar fuera de una clase.</a:t>
              </a:r>
              <a:endParaRPr sz="2400">
                <a:solidFill>
                  <a:schemeClr val="dk1"/>
                </a:solidFill>
                <a:latin typeface="Arial"/>
                <a:ea typeface="Arial"/>
                <a:cs typeface="Arial"/>
                <a:sym typeface="Arial"/>
              </a:endParaRPr>
            </a:p>
          </p:txBody>
        </p:sp>
        <p:sp>
          <p:nvSpPr>
            <p:cNvPr id="346" name="Google Shape;346;p33"/>
            <p:cNvSpPr/>
            <p:nvPr/>
          </p:nvSpPr>
          <p:spPr>
            <a:xfrm>
              <a:off x="0" y="1964156"/>
              <a:ext cx="6171948" cy="1570787"/>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3"/>
            <p:cNvSpPr/>
            <p:nvPr/>
          </p:nvSpPr>
          <p:spPr>
            <a:xfrm>
              <a:off x="475163" y="2317583"/>
              <a:ext cx="863933" cy="863933"/>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3"/>
            <p:cNvSpPr/>
            <p:nvPr/>
          </p:nvSpPr>
          <p:spPr>
            <a:xfrm>
              <a:off x="1814259" y="1964156"/>
              <a:ext cx="4357688" cy="157078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3"/>
            <p:cNvSpPr txBox="1"/>
            <p:nvPr/>
          </p:nvSpPr>
          <p:spPr>
            <a:xfrm>
              <a:off x="1814259" y="1964156"/>
              <a:ext cx="4357688" cy="1570787"/>
            </a:xfrm>
            <a:prstGeom prst="rect">
              <a:avLst/>
            </a:prstGeom>
            <a:noFill/>
            <a:ln>
              <a:noFill/>
            </a:ln>
          </p:spPr>
          <p:txBody>
            <a:bodyPr anchorCtr="0" anchor="ctr" bIns="166225" lIns="166225" spcFirstLastPara="1" rIns="166225" wrap="square" tIns="166225">
              <a:noAutofit/>
            </a:bodyPr>
            <a:lstStyle/>
            <a:p>
              <a:pPr indent="0" lvl="0" marL="0" marR="0" rtl="0" algn="just">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Publico: Se puede acceder desde cualquier clase desde cualquier paquete.</a:t>
              </a:r>
              <a:endParaRPr sz="2400">
                <a:solidFill>
                  <a:schemeClr val="dk1"/>
                </a:solidFill>
                <a:latin typeface="Arial"/>
                <a:ea typeface="Arial"/>
                <a:cs typeface="Arial"/>
                <a:sym typeface="Arial"/>
              </a:endParaRPr>
            </a:p>
          </p:txBody>
        </p:sp>
        <p:sp>
          <p:nvSpPr>
            <p:cNvPr id="350" name="Google Shape;350;p33"/>
            <p:cNvSpPr/>
            <p:nvPr/>
          </p:nvSpPr>
          <p:spPr>
            <a:xfrm>
              <a:off x="0" y="3927640"/>
              <a:ext cx="6171948" cy="1570787"/>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3"/>
            <p:cNvSpPr/>
            <p:nvPr/>
          </p:nvSpPr>
          <p:spPr>
            <a:xfrm>
              <a:off x="475163" y="4281068"/>
              <a:ext cx="863933" cy="863933"/>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3"/>
            <p:cNvSpPr/>
            <p:nvPr/>
          </p:nvSpPr>
          <p:spPr>
            <a:xfrm>
              <a:off x="1814259" y="3927640"/>
              <a:ext cx="4357688" cy="157078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3"/>
            <p:cNvSpPr txBox="1"/>
            <p:nvPr/>
          </p:nvSpPr>
          <p:spPr>
            <a:xfrm>
              <a:off x="1814259" y="3927640"/>
              <a:ext cx="4357688" cy="1570787"/>
            </a:xfrm>
            <a:prstGeom prst="rect">
              <a:avLst/>
            </a:prstGeom>
            <a:noFill/>
            <a:ln>
              <a:noFill/>
            </a:ln>
          </p:spPr>
          <p:txBody>
            <a:bodyPr anchorCtr="0" anchor="ctr" bIns="166225" lIns="166225" spcFirstLastPara="1" rIns="166225" wrap="square" tIns="166225">
              <a:noAutofit/>
            </a:bodyPr>
            <a:lstStyle/>
            <a:p>
              <a:pPr indent="0" lvl="0" marL="0" marR="0" rtl="0" algn="just">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Protegido: Se puede acceder desde cualquier clase del mismo paquete.</a:t>
              </a:r>
              <a:endParaRPr sz="2400">
                <a:solidFill>
                  <a:schemeClr val="dk1"/>
                </a:solidFill>
                <a:latin typeface="Arial"/>
                <a:ea typeface="Arial"/>
                <a:cs typeface="Arial"/>
                <a:sym typeface="Arial"/>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4"/>
          <p:cNvSpPr txBox="1"/>
          <p:nvPr/>
        </p:nvSpPr>
        <p:spPr>
          <a:xfrm>
            <a:off x="2958530" y="2259403"/>
            <a:ext cx="5772552" cy="1615827"/>
          </a:xfrm>
          <a:prstGeom prst="rect">
            <a:avLst/>
          </a:prstGeom>
          <a:noFill/>
          <a:ln>
            <a:noFill/>
          </a:ln>
        </p:spPr>
        <p:txBody>
          <a:bodyPr anchorCtr="0" anchor="t" bIns="0" lIns="0" spcFirstLastPara="1" rIns="0" wrap="square" tIns="0">
            <a:spAutoFit/>
          </a:bodyPr>
          <a:lstStyle/>
          <a:p>
            <a:pPr indent="0" lvl="0" marL="0" marR="0" rtl="0" algn="just">
              <a:lnSpc>
                <a:spcPct val="104008"/>
              </a:lnSpc>
              <a:spcBef>
                <a:spcPts val="0"/>
              </a:spcBef>
              <a:spcAft>
                <a:spcPts val="0"/>
              </a:spcAft>
              <a:buNone/>
            </a:pPr>
            <a:r>
              <a:rPr lang="en-US" sz="4066">
                <a:solidFill>
                  <a:srgbClr val="131416"/>
                </a:solidFill>
                <a:latin typeface="Arial"/>
                <a:ea typeface="Arial"/>
                <a:cs typeface="Arial"/>
                <a:sym typeface="Arial"/>
              </a:rPr>
              <a:t>¡GRACIAS POR SU  ATENCIÓN!</a:t>
            </a:r>
            <a:endParaRPr/>
          </a:p>
          <a:p>
            <a:pPr indent="0" lvl="0" marL="0" marR="0" rtl="0" algn="just">
              <a:lnSpc>
                <a:spcPct val="104008"/>
              </a:lnSpc>
              <a:spcBef>
                <a:spcPts val="0"/>
              </a:spcBef>
              <a:spcAft>
                <a:spcPts val="0"/>
              </a:spcAft>
              <a:buNone/>
            </a:pPr>
            <a:r>
              <a:t/>
            </a:r>
            <a:endParaRPr sz="4066">
              <a:solidFill>
                <a:srgbClr val="131416"/>
              </a:solidFill>
              <a:latin typeface="Arial"/>
              <a:ea typeface="Arial"/>
              <a:cs typeface="Arial"/>
              <a:sym typeface="Arial"/>
            </a:endParaRPr>
          </a:p>
        </p:txBody>
      </p:sp>
      <p:sp>
        <p:nvSpPr>
          <p:cNvPr id="359" name="Google Shape;359;p34"/>
          <p:cNvSpPr txBox="1"/>
          <p:nvPr/>
        </p:nvSpPr>
        <p:spPr>
          <a:xfrm>
            <a:off x="3609810" y="3972069"/>
            <a:ext cx="4469994" cy="568682"/>
          </a:xfrm>
          <a:prstGeom prst="rect">
            <a:avLst/>
          </a:prstGeom>
          <a:noFill/>
          <a:ln>
            <a:noFill/>
          </a:ln>
        </p:spPr>
        <p:txBody>
          <a:bodyPr anchorCtr="0" anchor="t" bIns="0" lIns="0" spcFirstLastPara="1" rIns="0" wrap="square" tIns="0">
            <a:spAutoFit/>
          </a:bodyPr>
          <a:lstStyle/>
          <a:p>
            <a:pPr indent="0" lvl="0" marL="0" marR="0" rtl="0" algn="ctr">
              <a:lnSpc>
                <a:spcPct val="147990"/>
              </a:lnSpc>
              <a:spcBef>
                <a:spcPts val="0"/>
              </a:spcBef>
              <a:spcAft>
                <a:spcPts val="0"/>
              </a:spcAft>
              <a:buNone/>
            </a:pPr>
            <a:r>
              <a:rPr lang="en-US" sz="3334">
                <a:solidFill>
                  <a:srgbClr val="131416"/>
                </a:solidFill>
                <a:latin typeface="Arial"/>
                <a:ea typeface="Arial"/>
                <a:cs typeface="Arial"/>
                <a:sym typeface="Arial"/>
              </a:rPr>
              <a:t>DUDAS</a:t>
            </a:r>
            <a:endParaRPr/>
          </a:p>
        </p:txBody>
      </p:sp>
      <p:sp>
        <p:nvSpPr>
          <p:cNvPr id="360" name="Google Shape;360;p34"/>
          <p:cNvSpPr/>
          <p:nvPr/>
        </p:nvSpPr>
        <p:spPr>
          <a:xfrm>
            <a:off x="9309167" y="685800"/>
            <a:ext cx="1838179" cy="251398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61" name="Google Shape;361;p34"/>
          <p:cNvSpPr txBox="1"/>
          <p:nvPr/>
        </p:nvSpPr>
        <p:spPr>
          <a:xfrm>
            <a:off x="1607399" y="5266490"/>
            <a:ext cx="8977203" cy="487762"/>
          </a:xfrm>
          <a:prstGeom prst="rect">
            <a:avLst/>
          </a:prstGeom>
          <a:noFill/>
          <a:ln>
            <a:noFill/>
          </a:ln>
        </p:spPr>
        <p:txBody>
          <a:bodyPr anchorCtr="0" anchor="t" bIns="0" lIns="0" spcFirstLastPara="1" rIns="0" wrap="square" tIns="0">
            <a:spAutoFit/>
          </a:bodyPr>
          <a:lstStyle/>
          <a:p>
            <a:pPr indent="0" lvl="0" marL="0" marR="0" rtl="0" algn="ctr">
              <a:lnSpc>
                <a:spcPct val="148012"/>
              </a:lnSpc>
              <a:spcBef>
                <a:spcPts val="0"/>
              </a:spcBef>
              <a:spcAft>
                <a:spcPts val="0"/>
              </a:spcAft>
              <a:buNone/>
            </a:pPr>
            <a:r>
              <a:rPr lang="en-US" sz="1333">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ellVTI">
  <a:themeElements>
    <a:clrScheme name="AnalogousFromDarkSeedLeftStep">
      <a:dk1>
        <a:srgbClr val="000000"/>
      </a:dk1>
      <a:lt1>
        <a:srgbClr val="FFFFFF"/>
      </a:lt1>
      <a:dk2>
        <a:srgbClr val="311C22"/>
      </a:dk2>
      <a:lt2>
        <a:srgbClr val="F0F3F3"/>
      </a:lt2>
      <a:accent1>
        <a:srgbClr val="E74429"/>
      </a:accent1>
      <a:accent2>
        <a:srgbClr val="D5174B"/>
      </a:accent2>
      <a:accent3>
        <a:srgbClr val="E729AC"/>
      </a:accent3>
      <a:accent4>
        <a:srgbClr val="C117D5"/>
      </a:accent4>
      <a:accent5>
        <a:srgbClr val="8329E7"/>
      </a:accent5>
      <a:accent6>
        <a:srgbClr val="3E34DA"/>
      </a:accent6>
      <a:hlink>
        <a:srgbClr val="913FBF"/>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2025-02-10T00:23:32Z</dcterms:created>
  <dc:creator>Paco Silva</dc:creator>
</cp:coreProperties>
</file>