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slide+xml" PartName="/ppt/slides/slide37.xml"/>
  <Override ContentType="application/vnd.openxmlformats-officedocument.presentationml.slide+xml" PartName="/ppt/slides/slide38.xml"/>
  <Override ContentType="application/vnd.openxmlformats-officedocument.presentationml.slide+xml" PartName="/ppt/slides/slide39.xml"/>
  <Override ContentType="application/vnd.openxmlformats-officedocument.presentationml.slide+xml" PartName="/ppt/slides/slide40.xml"/>
  <Override ContentType="application/vnd.openxmlformats-officedocument.presentationml.slide+xml" PartName="/ppt/slides/slide41.xml"/>
  <Override ContentType="application/vnd.openxmlformats-officedocument.presentationml.slide+xml" PartName="/ppt/slides/slide42.xml"/>
  <Override ContentType="application/vnd.openxmlformats-officedocument.presentationml.slide+xml" PartName="/ppt/slides/slide43.xml"/>
  <Override ContentType="application/vnd.openxmlformats-officedocument.presentationml.slide+xml" PartName="/ppt/slides/slide4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</p:sldIdLst>
  <p:sldSz cx="18288000" cy="10287000"/>
  <p:notesSz cx="6858000" cy="9144000"/>
  <p:embeddedFontLst>
    <p:embeddedFont>
      <p:font typeface="Open Sans Bold" charset="1" panose="020B0806030504020204"/>
      <p:regular r:id="rId50"/>
    </p:embeddedFont>
    <p:embeddedFont>
      <p:font typeface="Arimo" charset="1" panose="020B0604020202020204"/>
      <p:regular r:id="rId51"/>
    </p:embeddedFont>
    <p:embeddedFont>
      <p:font typeface="Arimo Bold" charset="1" panose="020B0704020202020204"/>
      <p:regular r:id="rId52"/>
    </p:embeddedFont>
    <p:embeddedFont>
      <p:font typeface="Horizon" charset="1" panose="02000500000000000000"/>
      <p:regular r:id="rId53"/>
    </p:embeddedFont>
    <p:embeddedFont>
      <p:font typeface="Garet" charset="1" panose="00000000000000000000"/>
      <p:regular r:id="rId5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slides/slide35.xml" Type="http://schemas.openxmlformats.org/officeDocument/2006/relationships/slide"/><Relationship Id="rId41" Target="slides/slide36.xml" Type="http://schemas.openxmlformats.org/officeDocument/2006/relationships/slide"/><Relationship Id="rId42" Target="slides/slide37.xml" Type="http://schemas.openxmlformats.org/officeDocument/2006/relationships/slide"/><Relationship Id="rId43" Target="slides/slide38.xml" Type="http://schemas.openxmlformats.org/officeDocument/2006/relationships/slide"/><Relationship Id="rId44" Target="slides/slide39.xml" Type="http://schemas.openxmlformats.org/officeDocument/2006/relationships/slide"/><Relationship Id="rId45" Target="slides/slide40.xml" Type="http://schemas.openxmlformats.org/officeDocument/2006/relationships/slide"/><Relationship Id="rId46" Target="slides/slide41.xml" Type="http://schemas.openxmlformats.org/officeDocument/2006/relationships/slide"/><Relationship Id="rId47" Target="slides/slide42.xml" Type="http://schemas.openxmlformats.org/officeDocument/2006/relationships/slide"/><Relationship Id="rId48" Target="slides/slide43.xml" Type="http://schemas.openxmlformats.org/officeDocument/2006/relationships/slide"/><Relationship Id="rId49" Target="slides/slide44.xml" Type="http://schemas.openxmlformats.org/officeDocument/2006/relationships/slide"/><Relationship Id="rId5" Target="tableStyles.xml" Type="http://schemas.openxmlformats.org/officeDocument/2006/relationships/tableStyles"/><Relationship Id="rId50" Target="fonts/font50.fntdata" Type="http://schemas.openxmlformats.org/officeDocument/2006/relationships/font"/><Relationship Id="rId51" Target="fonts/font51.fntdata" Type="http://schemas.openxmlformats.org/officeDocument/2006/relationships/font"/><Relationship Id="rId52" Target="fonts/font52.fntdata" Type="http://schemas.openxmlformats.org/officeDocument/2006/relationships/font"/><Relationship Id="rId53" Target="fonts/font53.fntdata" Type="http://schemas.openxmlformats.org/officeDocument/2006/relationships/font"/><Relationship Id="rId54" Target="fonts/font54.fntdata" Type="http://schemas.openxmlformats.org/officeDocument/2006/relationships/font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png" Type="http://schemas.openxmlformats.org/officeDocument/2006/relationships/image"/><Relationship Id="rId4" Target="../media/image1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svg" Type="http://schemas.openxmlformats.org/officeDocument/2006/relationships/image"/><Relationship Id="rId4" Target="../media/image20.png" Type="http://schemas.openxmlformats.org/officeDocument/2006/relationships/image"/><Relationship Id="rId5" Target="../media/image21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23.png" Type="http://schemas.openxmlformats.org/officeDocument/2006/relationships/image"/><Relationship Id="rId4" Target="../media/image24.png" Type="http://schemas.openxmlformats.org/officeDocument/2006/relationships/image"/><Relationship Id="rId5" Target="../media/image25.png" Type="http://schemas.openxmlformats.org/officeDocument/2006/relationships/image"/><Relationship Id="rId6" Target="../media/image26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png" Type="http://schemas.openxmlformats.org/officeDocument/2006/relationships/image"/><Relationship Id="rId3" Target="../media/image28.png" Type="http://schemas.openxmlformats.org/officeDocument/2006/relationships/image"/><Relationship Id="rId4" Target="../media/image29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0.png" Type="http://schemas.openxmlformats.org/officeDocument/2006/relationships/image"/><Relationship Id="rId3" Target="../media/image31.sv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2.png" Type="http://schemas.openxmlformats.org/officeDocument/2006/relationships/image"/><Relationship Id="rId3" Target="../media/image33.jpe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4.jpe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5.jpe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6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7.pn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8.pn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9.pn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8.pn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0.jpe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8.png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1.png" Type="http://schemas.openxmlformats.org/officeDocument/2006/relationships/image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2.png" Type="http://schemas.openxmlformats.org/officeDocument/2006/relationships/image"/><Relationship Id="rId3" Target="../media/image43.svg" Type="http://schemas.openxmlformats.org/officeDocument/2006/relationships/image"/></Relationships>
</file>

<file path=ppt/slides/_rels/slide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4.jpeg" Type="http://schemas.openxmlformats.org/officeDocument/2006/relationships/image"/></Relationships>
</file>

<file path=ppt/slides/_rels/slide3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5.jpeg" Type="http://schemas.openxmlformats.org/officeDocument/2006/relationships/image"/></Relationships>
</file>

<file path=ppt/slides/_rels/slide3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6.jpeg" Type="http://schemas.openxmlformats.org/officeDocument/2006/relationships/image"/></Relationships>
</file>

<file path=ppt/slides/_rels/slide3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7.jpeg" Type="http://schemas.openxmlformats.org/officeDocument/2006/relationships/image"/></Relationships>
</file>

<file path=ppt/slides/_rels/slide3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8.png" Type="http://schemas.openxmlformats.org/officeDocument/2006/relationships/image"/></Relationships>
</file>

<file path=ppt/slides/_rels/slide4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9.png" Type="http://schemas.openxmlformats.org/officeDocument/2006/relationships/image"/></Relationships>
</file>

<file path=ppt/slides/_rels/slide4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0.png" Type="http://schemas.openxmlformats.org/officeDocument/2006/relationships/image"/></Relationships>
</file>

<file path=ppt/slides/_rels/slide4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1.png" Type="http://schemas.openxmlformats.org/officeDocument/2006/relationships/image"/></Relationships>
</file>

<file path=ppt/slides/_rels/slide4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2.png" Type="http://schemas.openxmlformats.org/officeDocument/2006/relationships/image"/></Relationships>
</file>

<file path=ppt/slides/_rels/slide4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541309" y="0"/>
            <a:ext cx="5746691" cy="1711780"/>
          </a:xfrm>
          <a:custGeom>
            <a:avLst/>
            <a:gdLst/>
            <a:ahLst/>
            <a:cxnLst/>
            <a:rect r="r" b="b" t="t" l="l"/>
            <a:pathLst>
              <a:path h="1711780" w="5746691">
                <a:moveTo>
                  <a:pt x="0" y="0"/>
                </a:moveTo>
                <a:lnTo>
                  <a:pt x="5746691" y="0"/>
                </a:lnTo>
                <a:lnTo>
                  <a:pt x="5746691" y="1711780"/>
                </a:lnTo>
                <a:lnTo>
                  <a:pt x="0" y="17117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63303" y="7869625"/>
            <a:ext cx="15943416" cy="828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62"/>
              </a:lnSpc>
            </a:pPr>
            <a:r>
              <a:rPr lang="en-US" sz="4901" b="true">
                <a:solidFill>
                  <a:srgbClr val="13141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Introducción a la Programación y Computación 1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30217" y="2645728"/>
            <a:ext cx="17627566" cy="3195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13141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Introducción a Swing y AWT</a:t>
            </a:r>
          </a:p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13141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Patrón de Diseño: MVC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8743013"/>
            <a:ext cx="6971258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true">
                <a:solidFill>
                  <a:srgbClr val="13141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Escuela de Ingeniería en Ciencias y Sistemas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849" y="9210675"/>
            <a:ext cx="3524994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true">
                <a:solidFill>
                  <a:srgbClr val="13141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Facultad de Ingeniería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9585325"/>
            <a:ext cx="6407944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true">
                <a:solidFill>
                  <a:srgbClr val="13141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Universidad de San Carlos de Guatemala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762" y="9601200"/>
            <a:ext cx="18283238" cy="685800"/>
            <a:chOff x="0" y="0"/>
            <a:chExt cx="24377650" cy="914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7650" cy="914400"/>
            </a:xfrm>
            <a:custGeom>
              <a:avLst/>
              <a:gdLst/>
              <a:ahLst/>
              <a:cxnLst/>
              <a:rect r="r" b="b" t="t" l="l"/>
              <a:pathLst>
                <a:path h="914400" w="24377650">
                  <a:moveTo>
                    <a:pt x="0" y="0"/>
                  </a:moveTo>
                  <a:lnTo>
                    <a:pt x="24377650" y="0"/>
                  </a:lnTo>
                  <a:lnTo>
                    <a:pt x="2437765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262626"/>
            </a:solidFill>
          </p:spPr>
        </p:sp>
      </p:grpSp>
      <p:sp>
        <p:nvSpPr>
          <p:cNvPr name="AutoShape 4" id="4"/>
          <p:cNvSpPr/>
          <p:nvPr/>
        </p:nvSpPr>
        <p:spPr>
          <a:xfrm rot="4374">
            <a:off x="1780767" y="2846070"/>
            <a:ext cx="14969502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 descr="Una página en un planificador"/>
          <p:cNvSpPr/>
          <p:nvPr/>
        </p:nvSpPr>
        <p:spPr>
          <a:xfrm flipH="false" flipV="false" rot="0">
            <a:off x="2286" y="15"/>
            <a:ext cx="18283428" cy="10286985"/>
          </a:xfrm>
          <a:custGeom>
            <a:avLst/>
            <a:gdLst/>
            <a:ahLst/>
            <a:cxnLst/>
            <a:rect r="r" b="b" t="t" l="l"/>
            <a:pathLst>
              <a:path h="10286985" w="18283428">
                <a:moveTo>
                  <a:pt x="0" y="0"/>
                </a:moveTo>
                <a:lnTo>
                  <a:pt x="18283428" y="0"/>
                </a:lnTo>
                <a:lnTo>
                  <a:pt x="18283428" y="10286985"/>
                </a:lnTo>
                <a:lnTo>
                  <a:pt x="0" y="102869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074" r="-147" b="-1656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61211" y="1857663"/>
            <a:ext cx="5453889" cy="6533626"/>
            <a:chOff x="0" y="0"/>
            <a:chExt cx="7271852" cy="871150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271893" cy="8711565"/>
            </a:xfrm>
            <a:custGeom>
              <a:avLst/>
              <a:gdLst/>
              <a:ahLst/>
              <a:cxnLst/>
              <a:rect r="r" b="b" t="t" l="l"/>
              <a:pathLst>
                <a:path h="8711565" w="7271893">
                  <a:moveTo>
                    <a:pt x="0" y="0"/>
                  </a:moveTo>
                  <a:lnTo>
                    <a:pt x="7271893" y="0"/>
                  </a:lnTo>
                  <a:lnTo>
                    <a:pt x="7271893" y="8711565"/>
                  </a:lnTo>
                  <a:lnTo>
                    <a:pt x="0" y="8711565"/>
                  </a:lnTo>
                  <a:close/>
                </a:path>
              </a:pathLst>
            </a:custGeom>
            <a:solidFill>
              <a:srgbClr val="FFFFFF">
                <a:alpha val="86275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422972" y="2128910"/>
            <a:ext cx="4730370" cy="2037282"/>
            <a:chOff x="0" y="0"/>
            <a:chExt cx="6307160" cy="271637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307160" cy="2716376"/>
            </a:xfrm>
            <a:custGeom>
              <a:avLst/>
              <a:gdLst/>
              <a:ahLst/>
              <a:cxnLst/>
              <a:rect r="r" b="b" t="t" l="l"/>
              <a:pathLst>
                <a:path h="2716376" w="6307160">
                  <a:moveTo>
                    <a:pt x="0" y="0"/>
                  </a:moveTo>
                  <a:lnTo>
                    <a:pt x="6307160" y="0"/>
                  </a:lnTo>
                  <a:lnTo>
                    <a:pt x="6307160" y="2716376"/>
                  </a:lnTo>
                  <a:lnTo>
                    <a:pt x="0" y="271637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95250"/>
              <a:ext cx="6307160" cy="2621126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5184"/>
                </a:lnSpc>
              </a:pPr>
              <a:r>
                <a:rPr lang="en-US" sz="5400" spc="-75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Agenda</a:t>
              </a:r>
            </a:p>
          </p:txBody>
        </p:sp>
      </p:grpSp>
      <p:sp>
        <p:nvSpPr>
          <p:cNvPr name="AutoShape 11" id="11"/>
          <p:cNvSpPr/>
          <p:nvPr/>
        </p:nvSpPr>
        <p:spPr>
          <a:xfrm rot="14856">
            <a:off x="1547870" y="4297524"/>
            <a:ext cx="4408211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2" id="12"/>
          <p:cNvGrpSpPr/>
          <p:nvPr/>
        </p:nvGrpSpPr>
        <p:grpSpPr>
          <a:xfrm rot="0">
            <a:off x="1422972" y="4467381"/>
            <a:ext cx="4730370" cy="3666357"/>
            <a:chOff x="0" y="0"/>
            <a:chExt cx="6307160" cy="488847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07160" cy="4888476"/>
            </a:xfrm>
            <a:custGeom>
              <a:avLst/>
              <a:gdLst/>
              <a:ahLst/>
              <a:cxnLst/>
              <a:rect r="r" b="b" t="t" l="l"/>
              <a:pathLst>
                <a:path h="4888476" w="6307160">
                  <a:moveTo>
                    <a:pt x="0" y="0"/>
                  </a:moveTo>
                  <a:lnTo>
                    <a:pt x="6307160" y="0"/>
                  </a:lnTo>
                  <a:lnTo>
                    <a:pt x="6307160" y="4888476"/>
                  </a:lnTo>
                  <a:lnTo>
                    <a:pt x="0" y="488847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6307160" cy="4926576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 marL="434340" indent="-217170" lvl="1">
                <a:lnSpc>
                  <a:spcPts val="3168"/>
                </a:lnSpc>
                <a:buFont typeface="Arial"/>
                <a:buChar char="•"/>
              </a:pPr>
              <a:r>
                <a:rPr lang="en-US" sz="240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GUI</a:t>
              </a:r>
            </a:p>
            <a:p>
              <a:pPr algn="l" marL="434340" indent="-217170" lvl="1">
                <a:lnSpc>
                  <a:spcPts val="3168"/>
                </a:lnSpc>
                <a:buFont typeface="Arial"/>
                <a:buChar char="•"/>
              </a:pPr>
              <a:r>
                <a:rPr lang="en-US" sz="240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AWT</a:t>
              </a:r>
            </a:p>
            <a:p>
              <a:pPr algn="l" marL="434340" indent="-217170" lvl="1">
                <a:lnSpc>
                  <a:spcPts val="3168"/>
                </a:lnSpc>
                <a:buFont typeface="Arial"/>
                <a:buChar char="•"/>
              </a:pPr>
              <a:r>
                <a:rPr lang="en-US" sz="240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SWING</a:t>
              </a:r>
            </a:p>
            <a:p>
              <a:pPr algn="l" marL="434340" indent="-217170" lvl="1">
                <a:lnSpc>
                  <a:spcPts val="3168"/>
                </a:lnSpc>
                <a:buFont typeface="Arial"/>
                <a:buChar char="•"/>
              </a:pPr>
              <a:r>
                <a:rPr lang="en-US" sz="240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Patrón de diseño: MVC</a:t>
              </a:r>
            </a:p>
            <a:p>
              <a:pPr algn="l" marL="434340" indent="-217170" lvl="1">
                <a:lnSpc>
                  <a:spcPts val="3168"/>
                </a:lnSpc>
                <a:buFont typeface="Arial"/>
                <a:buChar char="•"/>
              </a:pPr>
              <a:r>
                <a:rPr lang="en-US" sz="240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Flujo de Trabajo (MVC)</a:t>
              </a:r>
            </a:p>
            <a:p>
              <a:pPr algn="l" marL="434340" indent="-217170" lvl="1">
                <a:lnSpc>
                  <a:spcPts val="3168"/>
                </a:lnSpc>
                <a:buFont typeface="Arial"/>
                <a:buChar char="•"/>
              </a:pPr>
              <a:r>
                <a:rPr lang="en-US" sz="240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Ventajas del MVC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" y="9601200"/>
            <a:ext cx="18288000" cy="685800"/>
            <a:chOff x="0" y="0"/>
            <a:chExt cx="24384000" cy="9144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4384000" cy="914400"/>
            </a:xfrm>
            <a:custGeom>
              <a:avLst/>
              <a:gdLst/>
              <a:ahLst/>
              <a:cxnLst/>
              <a:rect r="r" b="b" t="t" l="l"/>
              <a:pathLst>
                <a:path h="9144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262626">
                <a:alpha val="90196"/>
              </a:srgbClr>
            </a:solid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762" y="9601200"/>
            <a:ext cx="18283238" cy="685800"/>
            <a:chOff x="0" y="0"/>
            <a:chExt cx="24377650" cy="914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7650" cy="914400"/>
            </a:xfrm>
            <a:custGeom>
              <a:avLst/>
              <a:gdLst/>
              <a:ahLst/>
              <a:cxnLst/>
              <a:rect r="r" b="b" t="t" l="l"/>
              <a:pathLst>
                <a:path h="914400" w="24377650">
                  <a:moveTo>
                    <a:pt x="0" y="0"/>
                  </a:moveTo>
                  <a:lnTo>
                    <a:pt x="24377650" y="0"/>
                  </a:lnTo>
                  <a:lnTo>
                    <a:pt x="2437765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262626"/>
            </a:solidFill>
          </p:spPr>
        </p:sp>
      </p:grpSp>
      <p:sp>
        <p:nvSpPr>
          <p:cNvPr name="AutoShape 4" id="4"/>
          <p:cNvSpPr/>
          <p:nvPr/>
        </p:nvSpPr>
        <p:spPr>
          <a:xfrm rot="4374">
            <a:off x="1780767" y="2846070"/>
            <a:ext cx="14969502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4762" y="9601200"/>
            <a:ext cx="18283238" cy="685800"/>
            <a:chOff x="0" y="0"/>
            <a:chExt cx="24377650" cy="914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377650" cy="914400"/>
            </a:xfrm>
            <a:custGeom>
              <a:avLst/>
              <a:gdLst/>
              <a:ahLst/>
              <a:cxnLst/>
              <a:rect r="r" b="b" t="t" l="l"/>
              <a:pathLst>
                <a:path h="914400" w="24377650">
                  <a:moveTo>
                    <a:pt x="0" y="0"/>
                  </a:moveTo>
                  <a:lnTo>
                    <a:pt x="24377650" y="0"/>
                  </a:lnTo>
                  <a:lnTo>
                    <a:pt x="2437765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262626"/>
            </a:solidFill>
          </p:spPr>
        </p:sp>
      </p:grpSp>
      <p:sp>
        <p:nvSpPr>
          <p:cNvPr name="AutoShape 7" id="7"/>
          <p:cNvSpPr/>
          <p:nvPr/>
        </p:nvSpPr>
        <p:spPr>
          <a:xfrm>
            <a:off x="1780779" y="7030456"/>
            <a:ext cx="14832330" cy="1905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2260" y="7372614"/>
            <a:ext cx="18283428" cy="2914386"/>
            <a:chOff x="0" y="0"/>
            <a:chExt cx="24377904" cy="388584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377904" cy="3885819"/>
            </a:xfrm>
            <a:custGeom>
              <a:avLst/>
              <a:gdLst/>
              <a:ahLst/>
              <a:cxnLst/>
              <a:rect r="r" b="b" t="t" l="l"/>
              <a:pathLst>
                <a:path h="3885819" w="24377904">
                  <a:moveTo>
                    <a:pt x="0" y="0"/>
                  </a:moveTo>
                  <a:lnTo>
                    <a:pt x="24377904" y="0"/>
                  </a:lnTo>
                  <a:lnTo>
                    <a:pt x="24377904" y="3885819"/>
                  </a:lnTo>
                  <a:lnTo>
                    <a:pt x="0" y="3885819"/>
                  </a:lnTo>
                  <a:close/>
                </a:path>
              </a:pathLst>
            </a:custGeom>
            <a:solidFill>
              <a:srgbClr val="262626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243012" y="7680958"/>
            <a:ext cx="10705894" cy="1920241"/>
            <a:chOff x="0" y="0"/>
            <a:chExt cx="14274526" cy="256032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4274526" cy="2560322"/>
            </a:xfrm>
            <a:custGeom>
              <a:avLst/>
              <a:gdLst/>
              <a:ahLst/>
              <a:cxnLst/>
              <a:rect r="r" b="b" t="t" l="l"/>
              <a:pathLst>
                <a:path h="2560322" w="14274526">
                  <a:moveTo>
                    <a:pt x="0" y="0"/>
                  </a:moveTo>
                  <a:lnTo>
                    <a:pt x="14274526" y="0"/>
                  </a:lnTo>
                  <a:lnTo>
                    <a:pt x="14274526" y="2560322"/>
                  </a:lnTo>
                  <a:lnTo>
                    <a:pt x="0" y="256032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47625"/>
              <a:ext cx="14274526" cy="25126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6642"/>
                </a:lnSpc>
              </a:pPr>
              <a:r>
                <a:rPr lang="en-US" sz="6150" spc="-75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GUI</a:t>
              </a:r>
            </a:p>
            <a:p>
              <a:pPr algn="r">
                <a:lnSpc>
                  <a:spcPts val="3240"/>
                </a:lnSpc>
              </a:pPr>
              <a:r>
                <a:rPr lang="en-US" sz="3000" spc="-75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Interfaz Gráfica de Usuario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429764" y="7680958"/>
            <a:ext cx="4615224" cy="1920240"/>
            <a:chOff x="0" y="0"/>
            <a:chExt cx="6153632" cy="25603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153632" cy="2560320"/>
            </a:xfrm>
            <a:custGeom>
              <a:avLst/>
              <a:gdLst/>
              <a:ahLst/>
              <a:cxnLst/>
              <a:rect r="r" b="b" t="t" l="l"/>
              <a:pathLst>
                <a:path h="2560320" w="6153632">
                  <a:moveTo>
                    <a:pt x="0" y="0"/>
                  </a:moveTo>
                  <a:lnTo>
                    <a:pt x="6153632" y="0"/>
                  </a:lnTo>
                  <a:lnTo>
                    <a:pt x="6153632" y="2560320"/>
                  </a:lnTo>
                  <a:lnTo>
                    <a:pt x="0" y="256032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6153632" cy="25793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spc="3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Definición, Características, Elementos Comunes, Frameworks, Beneficios</a:t>
              </a:r>
            </a:p>
          </p:txBody>
        </p:sp>
      </p:grpSp>
      <p:sp>
        <p:nvSpPr>
          <p:cNvPr name="AutoShape 16" id="16"/>
          <p:cNvSpPr/>
          <p:nvPr/>
        </p:nvSpPr>
        <p:spPr>
          <a:xfrm flipV="true">
            <a:off x="12191638" y="7923867"/>
            <a:ext cx="0" cy="1811880"/>
          </a:xfrm>
          <a:prstGeom prst="line">
            <a:avLst/>
          </a:prstGeom>
          <a:ln cap="rnd" w="19050">
            <a:solidFill>
              <a:srgbClr val="C696A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7" id="17"/>
          <p:cNvSpPr/>
          <p:nvPr/>
        </p:nvSpPr>
        <p:spPr>
          <a:xfrm flipH="false" flipV="false" rot="0">
            <a:off x="1974347" y="10287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2114399" y="984479"/>
            <a:ext cx="4930588" cy="4114800"/>
          </a:xfrm>
          <a:custGeom>
            <a:avLst/>
            <a:gdLst/>
            <a:ahLst/>
            <a:cxnLst/>
            <a:rect r="r" b="b" t="t" l="l"/>
            <a:pathLst>
              <a:path h="4114800" w="4930588">
                <a:moveTo>
                  <a:pt x="0" y="0"/>
                </a:moveTo>
                <a:lnTo>
                  <a:pt x="4930589" y="0"/>
                </a:lnTo>
                <a:lnTo>
                  <a:pt x="493058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7572504" y="3041879"/>
            <a:ext cx="3147755" cy="3355165"/>
          </a:xfrm>
          <a:custGeom>
            <a:avLst/>
            <a:gdLst/>
            <a:ahLst/>
            <a:cxnLst/>
            <a:rect r="r" b="b" t="t" l="l"/>
            <a:pathLst>
              <a:path h="3355165" w="3147755">
                <a:moveTo>
                  <a:pt x="0" y="0"/>
                </a:moveTo>
                <a:lnTo>
                  <a:pt x="3147755" y="0"/>
                </a:lnTo>
                <a:lnTo>
                  <a:pt x="3147755" y="3355165"/>
                </a:lnTo>
                <a:lnTo>
                  <a:pt x="0" y="335516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659255" y="2803787"/>
            <a:ext cx="14969490" cy="1905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1448920" y="965757"/>
            <a:ext cx="4610325" cy="7689304"/>
            <a:chOff x="0" y="0"/>
            <a:chExt cx="6147100" cy="1025240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147100" cy="10252406"/>
            </a:xfrm>
            <a:custGeom>
              <a:avLst/>
              <a:gdLst/>
              <a:ahLst/>
              <a:cxnLst/>
              <a:rect r="r" b="b" t="t" l="l"/>
              <a:pathLst>
                <a:path h="10252406" w="6147100">
                  <a:moveTo>
                    <a:pt x="0" y="0"/>
                  </a:moveTo>
                  <a:lnTo>
                    <a:pt x="6147100" y="0"/>
                  </a:lnTo>
                  <a:lnTo>
                    <a:pt x="6147100" y="10252406"/>
                  </a:lnTo>
                  <a:lnTo>
                    <a:pt x="0" y="1025240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161925"/>
              <a:ext cx="6147100" cy="100904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7775"/>
                </a:lnSpc>
              </a:pPr>
              <a:r>
                <a:rPr lang="en-US" sz="8100" spc="-75">
                  <a:solidFill>
                    <a:srgbClr val="404040"/>
                  </a:solidFill>
                  <a:latin typeface="Arimo"/>
                  <a:ea typeface="Arimo"/>
                  <a:cs typeface="Arimo"/>
                  <a:sym typeface="Arimo"/>
                </a:rPr>
                <a:t>Definición</a:t>
              </a:r>
            </a:p>
          </p:txBody>
        </p:sp>
      </p:grpSp>
      <p:sp>
        <p:nvSpPr>
          <p:cNvPr name="AutoShape 6" id="6"/>
          <p:cNvSpPr/>
          <p:nvPr/>
        </p:nvSpPr>
        <p:spPr>
          <a:xfrm flipH="true">
            <a:off x="6563140" y="2832362"/>
            <a:ext cx="0" cy="4622276"/>
          </a:xfrm>
          <a:prstGeom prst="line">
            <a:avLst/>
          </a:prstGeom>
          <a:ln cap="rnd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6862404" y="2166181"/>
            <a:ext cx="10196648" cy="5288456"/>
            <a:chOff x="0" y="0"/>
            <a:chExt cx="13595530" cy="705127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3595530" cy="7051275"/>
            </a:xfrm>
            <a:custGeom>
              <a:avLst/>
              <a:gdLst/>
              <a:ahLst/>
              <a:cxnLst/>
              <a:rect r="r" b="b" t="t" l="l"/>
              <a:pathLst>
                <a:path h="7051275" w="13595530">
                  <a:moveTo>
                    <a:pt x="0" y="0"/>
                  </a:moveTo>
                  <a:lnTo>
                    <a:pt x="13595530" y="0"/>
                  </a:lnTo>
                  <a:lnTo>
                    <a:pt x="13595530" y="7051275"/>
                  </a:lnTo>
                  <a:lnTo>
                    <a:pt x="0" y="70512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13595530" cy="71084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624364" indent="-312182" lvl="1">
                <a:lnSpc>
                  <a:spcPts val="4554"/>
                </a:lnSpc>
                <a:buFont typeface="Arial"/>
                <a:buChar char="•"/>
              </a:pPr>
              <a:r>
                <a:rPr lang="en-US" sz="3450">
                  <a:solidFill>
                    <a:srgbClr val="404040"/>
                  </a:solidFill>
                  <a:latin typeface="Arimo"/>
                  <a:ea typeface="Arimo"/>
                  <a:cs typeface="Arimo"/>
                  <a:sym typeface="Arimo"/>
                </a:rPr>
                <a:t>¿Qué es una interfaz gráfica de usuario?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4374">
            <a:off x="1780767" y="2846070"/>
            <a:ext cx="14969502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1645920" y="429904"/>
            <a:ext cx="15087600" cy="2176135"/>
            <a:chOff x="0" y="0"/>
            <a:chExt cx="20116800" cy="290151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0116800" cy="2901514"/>
            </a:xfrm>
            <a:custGeom>
              <a:avLst/>
              <a:gdLst/>
              <a:ahLst/>
              <a:cxnLst/>
              <a:rect r="r" b="b" t="t" l="l"/>
              <a:pathLst>
                <a:path h="2901514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2901514"/>
                  </a:lnTo>
                  <a:lnTo>
                    <a:pt x="0" y="290151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161925"/>
              <a:ext cx="20116800" cy="2739589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7775"/>
                </a:lnSpc>
              </a:pPr>
              <a:r>
                <a:rPr lang="en-US" sz="8100" spc="-75">
                  <a:solidFill>
                    <a:srgbClr val="404040"/>
                  </a:solidFill>
                  <a:latin typeface="Arimo"/>
                  <a:ea typeface="Arimo"/>
                  <a:cs typeface="Arimo"/>
                  <a:sym typeface="Arimo"/>
                </a:rPr>
                <a:t>¿Qué es una interfaz gráfica de usuario?</a:t>
              </a:r>
            </a:p>
          </p:txBody>
        </p:sp>
      </p:grpSp>
      <p:sp>
        <p:nvSpPr>
          <p:cNvPr name="AutoShape 6" id="6"/>
          <p:cNvSpPr/>
          <p:nvPr/>
        </p:nvSpPr>
        <p:spPr>
          <a:xfrm rot="4374">
            <a:off x="1780767" y="2846070"/>
            <a:ext cx="14969502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1645444" y="4070628"/>
            <a:ext cx="15087599" cy="1703736"/>
            <a:chOff x="0" y="0"/>
            <a:chExt cx="20116798" cy="227164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116800" cy="2271776"/>
            </a:xfrm>
            <a:custGeom>
              <a:avLst/>
              <a:gdLst/>
              <a:ahLst/>
              <a:cxnLst/>
              <a:rect r="r" b="b" t="t" l="l"/>
              <a:pathLst>
                <a:path h="2271776" w="20116800">
                  <a:moveTo>
                    <a:pt x="0" y="227203"/>
                  </a:moveTo>
                  <a:cubicBezTo>
                    <a:pt x="0" y="101727"/>
                    <a:pt x="101727" y="0"/>
                    <a:pt x="227203" y="0"/>
                  </a:cubicBezTo>
                  <a:lnTo>
                    <a:pt x="19889597" y="0"/>
                  </a:lnTo>
                  <a:cubicBezTo>
                    <a:pt x="20015073" y="0"/>
                    <a:pt x="20116800" y="101727"/>
                    <a:pt x="20116800" y="227203"/>
                  </a:cubicBezTo>
                  <a:lnTo>
                    <a:pt x="20116800" y="2044573"/>
                  </a:lnTo>
                  <a:cubicBezTo>
                    <a:pt x="20116800" y="2170049"/>
                    <a:pt x="20015073" y="2271776"/>
                    <a:pt x="19889597" y="2271776"/>
                  </a:cubicBezTo>
                  <a:lnTo>
                    <a:pt x="227203" y="2271776"/>
                  </a:lnTo>
                  <a:cubicBezTo>
                    <a:pt x="101727" y="2271649"/>
                    <a:pt x="0" y="2169922"/>
                    <a:pt x="0" y="2044446"/>
                  </a:cubicBezTo>
                  <a:close/>
                </a:path>
              </a:pathLst>
            </a:custGeom>
            <a:solidFill>
              <a:srgbClr val="BA7FAE"/>
            </a:solid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2160824" y="4453970"/>
            <a:ext cx="937054" cy="937054"/>
          </a:xfrm>
          <a:custGeom>
            <a:avLst/>
            <a:gdLst/>
            <a:ahLst/>
            <a:cxnLst/>
            <a:rect r="r" b="b" t="t" l="l"/>
            <a:pathLst>
              <a:path h="937054" w="937054">
                <a:moveTo>
                  <a:pt x="0" y="0"/>
                </a:moveTo>
                <a:lnTo>
                  <a:pt x="937054" y="0"/>
                </a:lnTo>
                <a:lnTo>
                  <a:pt x="937054" y="937054"/>
                </a:lnTo>
                <a:lnTo>
                  <a:pt x="0" y="9370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3603734" y="4061103"/>
            <a:ext cx="12779340" cy="1722786"/>
            <a:chOff x="0" y="0"/>
            <a:chExt cx="17039120" cy="229704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7039120" cy="2297048"/>
            </a:xfrm>
            <a:custGeom>
              <a:avLst/>
              <a:gdLst/>
              <a:ahLst/>
              <a:cxnLst/>
              <a:rect r="r" b="b" t="t" l="l"/>
              <a:pathLst>
                <a:path h="2297048" w="17039120">
                  <a:moveTo>
                    <a:pt x="0" y="0"/>
                  </a:moveTo>
                  <a:lnTo>
                    <a:pt x="17039120" y="0"/>
                  </a:lnTo>
                  <a:lnTo>
                    <a:pt x="17039120" y="2297048"/>
                  </a:lnTo>
                  <a:lnTo>
                    <a:pt x="0" y="22970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19050"/>
              <a:ext cx="17039120" cy="22779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just">
                <a:lnSpc>
                  <a:spcPts val="3726"/>
                </a:lnSpc>
              </a:pPr>
              <a:r>
                <a:rPr lang="en-US" sz="345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Una GUI es un tipo de interfaz que permite a los usuarios interactuar con una aplicación o sistema mediante elementos visuales como botones, menús, ventanas, etc.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645444" y="6200300"/>
            <a:ext cx="15087599" cy="1703736"/>
            <a:chOff x="0" y="0"/>
            <a:chExt cx="20116798" cy="227164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0116800" cy="2271776"/>
            </a:xfrm>
            <a:custGeom>
              <a:avLst/>
              <a:gdLst/>
              <a:ahLst/>
              <a:cxnLst/>
              <a:rect r="r" b="b" t="t" l="l"/>
              <a:pathLst>
                <a:path h="2271776" w="20116800">
                  <a:moveTo>
                    <a:pt x="0" y="227203"/>
                  </a:moveTo>
                  <a:cubicBezTo>
                    <a:pt x="0" y="101727"/>
                    <a:pt x="101727" y="0"/>
                    <a:pt x="227203" y="0"/>
                  </a:cubicBezTo>
                  <a:lnTo>
                    <a:pt x="19889597" y="0"/>
                  </a:lnTo>
                  <a:cubicBezTo>
                    <a:pt x="20015073" y="0"/>
                    <a:pt x="20116800" y="101727"/>
                    <a:pt x="20116800" y="227203"/>
                  </a:cubicBezTo>
                  <a:lnTo>
                    <a:pt x="20116800" y="2044573"/>
                  </a:lnTo>
                  <a:cubicBezTo>
                    <a:pt x="20116800" y="2170049"/>
                    <a:pt x="20015073" y="2271776"/>
                    <a:pt x="19889597" y="2271776"/>
                  </a:cubicBezTo>
                  <a:lnTo>
                    <a:pt x="227203" y="2271776"/>
                  </a:lnTo>
                  <a:cubicBezTo>
                    <a:pt x="101727" y="2271649"/>
                    <a:pt x="0" y="2169922"/>
                    <a:pt x="0" y="2044446"/>
                  </a:cubicBezTo>
                  <a:close/>
                </a:path>
              </a:pathLst>
            </a:custGeom>
            <a:solidFill>
              <a:srgbClr val="BC96C6"/>
            </a:solidFill>
          </p:spPr>
        </p:sp>
      </p:grpSp>
      <p:sp>
        <p:nvSpPr>
          <p:cNvPr name="Freeform 15" id="15"/>
          <p:cNvSpPr/>
          <p:nvPr/>
        </p:nvSpPr>
        <p:spPr>
          <a:xfrm flipH="false" flipV="false" rot="0">
            <a:off x="2160824" y="6583640"/>
            <a:ext cx="937054" cy="937054"/>
          </a:xfrm>
          <a:custGeom>
            <a:avLst/>
            <a:gdLst/>
            <a:ahLst/>
            <a:cxnLst/>
            <a:rect r="r" b="b" t="t" l="l"/>
            <a:pathLst>
              <a:path h="937054" w="937054">
                <a:moveTo>
                  <a:pt x="0" y="0"/>
                </a:moveTo>
                <a:lnTo>
                  <a:pt x="937054" y="0"/>
                </a:lnTo>
                <a:lnTo>
                  <a:pt x="937054" y="937054"/>
                </a:lnTo>
                <a:lnTo>
                  <a:pt x="0" y="9370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3603734" y="6190775"/>
            <a:ext cx="12779340" cy="1722786"/>
            <a:chOff x="0" y="0"/>
            <a:chExt cx="17039120" cy="229704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7039120" cy="2297048"/>
            </a:xfrm>
            <a:custGeom>
              <a:avLst/>
              <a:gdLst/>
              <a:ahLst/>
              <a:cxnLst/>
              <a:rect r="r" b="b" t="t" l="l"/>
              <a:pathLst>
                <a:path h="2297048" w="17039120">
                  <a:moveTo>
                    <a:pt x="0" y="0"/>
                  </a:moveTo>
                  <a:lnTo>
                    <a:pt x="17039120" y="0"/>
                  </a:lnTo>
                  <a:lnTo>
                    <a:pt x="17039120" y="2297048"/>
                  </a:lnTo>
                  <a:lnTo>
                    <a:pt x="0" y="22970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19050"/>
              <a:ext cx="17039120" cy="22779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just">
                <a:lnSpc>
                  <a:spcPts val="3726"/>
                </a:lnSpc>
              </a:pPr>
              <a:r>
                <a:rPr lang="en-US" sz="345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A diferencia de las interfaces basadas en texto (CLI), las GUI son más intuitivas y fáciles de usar, ya que no requieren conocimientos técnicos profundos.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4374">
            <a:off x="1780767" y="2846070"/>
            <a:ext cx="14969502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1645920" y="429905"/>
            <a:ext cx="15087600" cy="2630463"/>
            <a:chOff x="0" y="0"/>
            <a:chExt cx="20116800" cy="350728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0116800" cy="3507285"/>
            </a:xfrm>
            <a:custGeom>
              <a:avLst/>
              <a:gdLst/>
              <a:ahLst/>
              <a:cxnLst/>
              <a:rect r="r" b="b" t="t" l="l"/>
              <a:pathLst>
                <a:path h="3507285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3507285"/>
                  </a:lnTo>
                  <a:lnTo>
                    <a:pt x="0" y="350728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161925"/>
              <a:ext cx="20116800" cy="3345360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7775"/>
                </a:lnSpc>
              </a:pPr>
              <a:r>
                <a:rPr lang="en-US" sz="8100" spc="-75">
                  <a:solidFill>
                    <a:srgbClr val="404040"/>
                  </a:solidFill>
                  <a:latin typeface="Arimo"/>
                  <a:ea typeface="Arimo"/>
                  <a:cs typeface="Arimo"/>
                  <a:sym typeface="Arimo"/>
                </a:rPr>
                <a:t>Importancia de las GUI en la interacción humano-computadora</a:t>
              </a:r>
            </a:p>
          </p:txBody>
        </p:sp>
      </p:grpSp>
      <p:sp>
        <p:nvSpPr>
          <p:cNvPr name="AutoShape 6" id="6"/>
          <p:cNvSpPr/>
          <p:nvPr/>
        </p:nvSpPr>
        <p:spPr>
          <a:xfrm rot="4374">
            <a:off x="1780767" y="2846070"/>
            <a:ext cx="14969502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1633538" y="3135866"/>
            <a:ext cx="12848272" cy="1727549"/>
            <a:chOff x="0" y="0"/>
            <a:chExt cx="17131030" cy="230339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15875" y="15875"/>
              <a:ext cx="17099280" cy="2271776"/>
            </a:xfrm>
            <a:custGeom>
              <a:avLst/>
              <a:gdLst/>
              <a:ahLst/>
              <a:cxnLst/>
              <a:rect r="r" b="b" t="t" l="l"/>
              <a:pathLst>
                <a:path h="2271776" w="17099280">
                  <a:moveTo>
                    <a:pt x="0" y="227203"/>
                  </a:moveTo>
                  <a:cubicBezTo>
                    <a:pt x="0" y="101727"/>
                    <a:pt x="102997" y="0"/>
                    <a:pt x="229870" y="0"/>
                  </a:cubicBezTo>
                  <a:lnTo>
                    <a:pt x="16869411" y="0"/>
                  </a:lnTo>
                  <a:cubicBezTo>
                    <a:pt x="16996411" y="0"/>
                    <a:pt x="17099280" y="101727"/>
                    <a:pt x="17099280" y="227203"/>
                  </a:cubicBezTo>
                  <a:lnTo>
                    <a:pt x="17099280" y="2044573"/>
                  </a:lnTo>
                  <a:cubicBezTo>
                    <a:pt x="17099280" y="2170049"/>
                    <a:pt x="16996283" y="2271776"/>
                    <a:pt x="16869411" y="2271776"/>
                  </a:cubicBezTo>
                  <a:lnTo>
                    <a:pt x="229870" y="2271776"/>
                  </a:lnTo>
                  <a:cubicBezTo>
                    <a:pt x="102870" y="2271776"/>
                    <a:pt x="0" y="2170049"/>
                    <a:pt x="0" y="2044573"/>
                  </a:cubicBezTo>
                  <a:close/>
                </a:path>
              </a:pathLst>
            </a:custGeom>
            <a:solidFill>
              <a:srgbClr val="BA7FAE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7131030" cy="2303526"/>
            </a:xfrm>
            <a:custGeom>
              <a:avLst/>
              <a:gdLst/>
              <a:ahLst/>
              <a:cxnLst/>
              <a:rect r="r" b="b" t="t" l="l"/>
              <a:pathLst>
                <a:path h="2303526" w="17131030">
                  <a:moveTo>
                    <a:pt x="0" y="243078"/>
                  </a:moveTo>
                  <a:cubicBezTo>
                    <a:pt x="0" y="108585"/>
                    <a:pt x="110236" y="0"/>
                    <a:pt x="245745" y="0"/>
                  </a:cubicBezTo>
                  <a:lnTo>
                    <a:pt x="16885286" y="0"/>
                  </a:lnTo>
                  <a:lnTo>
                    <a:pt x="16885286" y="15875"/>
                  </a:lnTo>
                  <a:lnTo>
                    <a:pt x="16885286" y="0"/>
                  </a:lnTo>
                  <a:cubicBezTo>
                    <a:pt x="17020795" y="0"/>
                    <a:pt x="17131030" y="108585"/>
                    <a:pt x="17131030" y="243078"/>
                  </a:cubicBezTo>
                  <a:lnTo>
                    <a:pt x="17115155" y="243078"/>
                  </a:lnTo>
                  <a:lnTo>
                    <a:pt x="17131030" y="243078"/>
                  </a:lnTo>
                  <a:lnTo>
                    <a:pt x="17131030" y="2060448"/>
                  </a:lnTo>
                  <a:lnTo>
                    <a:pt x="17115155" y="2060448"/>
                  </a:lnTo>
                  <a:lnTo>
                    <a:pt x="17131030" y="2060448"/>
                  </a:lnTo>
                  <a:cubicBezTo>
                    <a:pt x="17131030" y="2194814"/>
                    <a:pt x="17020795" y="2303526"/>
                    <a:pt x="16885286" y="2303526"/>
                  </a:cubicBezTo>
                  <a:lnTo>
                    <a:pt x="16885286" y="2287651"/>
                  </a:lnTo>
                  <a:lnTo>
                    <a:pt x="16885286" y="2303526"/>
                  </a:lnTo>
                  <a:lnTo>
                    <a:pt x="245745" y="2303526"/>
                  </a:lnTo>
                  <a:lnTo>
                    <a:pt x="245745" y="2287651"/>
                  </a:lnTo>
                  <a:lnTo>
                    <a:pt x="245745" y="2303526"/>
                  </a:lnTo>
                  <a:cubicBezTo>
                    <a:pt x="110236" y="2303399"/>
                    <a:pt x="0" y="2194814"/>
                    <a:pt x="0" y="2060321"/>
                  </a:cubicBezTo>
                  <a:lnTo>
                    <a:pt x="0" y="243078"/>
                  </a:lnTo>
                  <a:lnTo>
                    <a:pt x="15875" y="243078"/>
                  </a:lnTo>
                  <a:lnTo>
                    <a:pt x="0" y="243078"/>
                  </a:lnTo>
                  <a:moveTo>
                    <a:pt x="31750" y="243078"/>
                  </a:moveTo>
                  <a:lnTo>
                    <a:pt x="31750" y="2060448"/>
                  </a:lnTo>
                  <a:lnTo>
                    <a:pt x="15875" y="2060448"/>
                  </a:lnTo>
                  <a:lnTo>
                    <a:pt x="31750" y="2060448"/>
                  </a:lnTo>
                  <a:cubicBezTo>
                    <a:pt x="31750" y="2176907"/>
                    <a:pt x="127381" y="2271776"/>
                    <a:pt x="245745" y="2271776"/>
                  </a:cubicBezTo>
                  <a:lnTo>
                    <a:pt x="16885286" y="2271776"/>
                  </a:lnTo>
                  <a:cubicBezTo>
                    <a:pt x="17003649" y="2271776"/>
                    <a:pt x="17099280" y="2177034"/>
                    <a:pt x="17099280" y="2060448"/>
                  </a:cubicBezTo>
                  <a:lnTo>
                    <a:pt x="17099280" y="243078"/>
                  </a:lnTo>
                  <a:cubicBezTo>
                    <a:pt x="17099280" y="126619"/>
                    <a:pt x="17003649" y="31750"/>
                    <a:pt x="16885286" y="31750"/>
                  </a:cubicBezTo>
                  <a:lnTo>
                    <a:pt x="245745" y="31750"/>
                  </a:lnTo>
                  <a:lnTo>
                    <a:pt x="245745" y="15875"/>
                  </a:lnTo>
                  <a:lnTo>
                    <a:pt x="245745" y="31750"/>
                  </a:lnTo>
                  <a:cubicBezTo>
                    <a:pt x="127381" y="31750"/>
                    <a:pt x="31750" y="126492"/>
                    <a:pt x="31750" y="24307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2224109" y="3093720"/>
            <a:ext cx="11667130" cy="1627748"/>
            <a:chOff x="0" y="0"/>
            <a:chExt cx="15556174" cy="217033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5556174" cy="2170330"/>
            </a:xfrm>
            <a:custGeom>
              <a:avLst/>
              <a:gdLst/>
              <a:ahLst/>
              <a:cxnLst/>
              <a:rect r="r" b="b" t="t" l="l"/>
              <a:pathLst>
                <a:path h="2170330" w="15556174">
                  <a:moveTo>
                    <a:pt x="0" y="0"/>
                  </a:moveTo>
                  <a:lnTo>
                    <a:pt x="15556174" y="0"/>
                  </a:lnTo>
                  <a:lnTo>
                    <a:pt x="15556174" y="2170330"/>
                  </a:lnTo>
                  <a:lnTo>
                    <a:pt x="0" y="217033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28575"/>
              <a:ext cx="15556174" cy="21417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just">
                <a:lnSpc>
                  <a:spcPts val="4374"/>
                </a:lnSpc>
              </a:pPr>
              <a:r>
                <a:rPr lang="en-US" sz="405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Las GUI facilitan la comunicación entre el usuario y el software, reduciendo la curva de aprendizaje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2765107" y="5123557"/>
            <a:ext cx="12848272" cy="1727548"/>
            <a:chOff x="0" y="0"/>
            <a:chExt cx="17131030" cy="230339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15875" y="15875"/>
              <a:ext cx="17099280" cy="2271776"/>
            </a:xfrm>
            <a:custGeom>
              <a:avLst/>
              <a:gdLst/>
              <a:ahLst/>
              <a:cxnLst/>
              <a:rect r="r" b="b" t="t" l="l"/>
              <a:pathLst>
                <a:path h="2271776" w="17099280">
                  <a:moveTo>
                    <a:pt x="0" y="227203"/>
                  </a:moveTo>
                  <a:cubicBezTo>
                    <a:pt x="0" y="101727"/>
                    <a:pt x="102997" y="0"/>
                    <a:pt x="229870" y="0"/>
                  </a:cubicBezTo>
                  <a:lnTo>
                    <a:pt x="16869411" y="0"/>
                  </a:lnTo>
                  <a:cubicBezTo>
                    <a:pt x="16996411" y="0"/>
                    <a:pt x="17099280" y="101727"/>
                    <a:pt x="17099280" y="227203"/>
                  </a:cubicBezTo>
                  <a:lnTo>
                    <a:pt x="17099280" y="2044573"/>
                  </a:lnTo>
                  <a:cubicBezTo>
                    <a:pt x="17099280" y="2170049"/>
                    <a:pt x="16996283" y="2271776"/>
                    <a:pt x="16869411" y="2271776"/>
                  </a:cubicBezTo>
                  <a:lnTo>
                    <a:pt x="229870" y="2271776"/>
                  </a:lnTo>
                  <a:cubicBezTo>
                    <a:pt x="102870" y="2271776"/>
                    <a:pt x="0" y="2170049"/>
                    <a:pt x="0" y="2044573"/>
                  </a:cubicBezTo>
                  <a:close/>
                </a:path>
              </a:pathLst>
            </a:custGeom>
            <a:solidFill>
              <a:srgbClr val="BC96C6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7131030" cy="2303526"/>
            </a:xfrm>
            <a:custGeom>
              <a:avLst/>
              <a:gdLst/>
              <a:ahLst/>
              <a:cxnLst/>
              <a:rect r="r" b="b" t="t" l="l"/>
              <a:pathLst>
                <a:path h="2303526" w="17131030">
                  <a:moveTo>
                    <a:pt x="0" y="243078"/>
                  </a:moveTo>
                  <a:cubicBezTo>
                    <a:pt x="0" y="108585"/>
                    <a:pt x="110236" y="0"/>
                    <a:pt x="245745" y="0"/>
                  </a:cubicBezTo>
                  <a:lnTo>
                    <a:pt x="16885286" y="0"/>
                  </a:lnTo>
                  <a:lnTo>
                    <a:pt x="16885286" y="15875"/>
                  </a:lnTo>
                  <a:lnTo>
                    <a:pt x="16885286" y="0"/>
                  </a:lnTo>
                  <a:cubicBezTo>
                    <a:pt x="17020795" y="0"/>
                    <a:pt x="17131030" y="108585"/>
                    <a:pt x="17131030" y="243078"/>
                  </a:cubicBezTo>
                  <a:lnTo>
                    <a:pt x="17115155" y="243078"/>
                  </a:lnTo>
                  <a:lnTo>
                    <a:pt x="17131030" y="243078"/>
                  </a:lnTo>
                  <a:lnTo>
                    <a:pt x="17131030" y="2060448"/>
                  </a:lnTo>
                  <a:lnTo>
                    <a:pt x="17115155" y="2060448"/>
                  </a:lnTo>
                  <a:lnTo>
                    <a:pt x="17131030" y="2060448"/>
                  </a:lnTo>
                  <a:cubicBezTo>
                    <a:pt x="17131030" y="2194814"/>
                    <a:pt x="17020795" y="2303526"/>
                    <a:pt x="16885286" y="2303526"/>
                  </a:cubicBezTo>
                  <a:lnTo>
                    <a:pt x="16885286" y="2287651"/>
                  </a:lnTo>
                  <a:lnTo>
                    <a:pt x="16885286" y="2303526"/>
                  </a:lnTo>
                  <a:lnTo>
                    <a:pt x="245745" y="2303526"/>
                  </a:lnTo>
                  <a:lnTo>
                    <a:pt x="245745" y="2287651"/>
                  </a:lnTo>
                  <a:lnTo>
                    <a:pt x="245745" y="2303526"/>
                  </a:lnTo>
                  <a:cubicBezTo>
                    <a:pt x="110236" y="2303399"/>
                    <a:pt x="0" y="2194814"/>
                    <a:pt x="0" y="2060321"/>
                  </a:cubicBezTo>
                  <a:lnTo>
                    <a:pt x="0" y="243078"/>
                  </a:lnTo>
                  <a:lnTo>
                    <a:pt x="15875" y="243078"/>
                  </a:lnTo>
                  <a:lnTo>
                    <a:pt x="0" y="243078"/>
                  </a:lnTo>
                  <a:moveTo>
                    <a:pt x="31750" y="243078"/>
                  </a:moveTo>
                  <a:lnTo>
                    <a:pt x="31750" y="2060448"/>
                  </a:lnTo>
                  <a:lnTo>
                    <a:pt x="15875" y="2060448"/>
                  </a:lnTo>
                  <a:lnTo>
                    <a:pt x="31750" y="2060448"/>
                  </a:lnTo>
                  <a:cubicBezTo>
                    <a:pt x="31750" y="2176907"/>
                    <a:pt x="127381" y="2271776"/>
                    <a:pt x="245745" y="2271776"/>
                  </a:cubicBezTo>
                  <a:lnTo>
                    <a:pt x="16885286" y="2271776"/>
                  </a:lnTo>
                  <a:cubicBezTo>
                    <a:pt x="17003649" y="2271776"/>
                    <a:pt x="17099280" y="2177034"/>
                    <a:pt x="17099280" y="2060448"/>
                  </a:cubicBezTo>
                  <a:lnTo>
                    <a:pt x="17099280" y="243078"/>
                  </a:lnTo>
                  <a:cubicBezTo>
                    <a:pt x="17099280" y="126619"/>
                    <a:pt x="17003649" y="31750"/>
                    <a:pt x="16885286" y="31750"/>
                  </a:cubicBezTo>
                  <a:lnTo>
                    <a:pt x="245745" y="31750"/>
                  </a:lnTo>
                  <a:lnTo>
                    <a:pt x="245745" y="15875"/>
                  </a:lnTo>
                  <a:lnTo>
                    <a:pt x="245745" y="31750"/>
                  </a:lnTo>
                  <a:cubicBezTo>
                    <a:pt x="127381" y="31750"/>
                    <a:pt x="31750" y="126492"/>
                    <a:pt x="31750" y="24307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3406717" y="5173457"/>
            <a:ext cx="11075422" cy="1627747"/>
            <a:chOff x="0" y="0"/>
            <a:chExt cx="14767230" cy="217033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4767230" cy="2170330"/>
            </a:xfrm>
            <a:custGeom>
              <a:avLst/>
              <a:gdLst/>
              <a:ahLst/>
              <a:cxnLst/>
              <a:rect r="r" b="b" t="t" l="l"/>
              <a:pathLst>
                <a:path h="2170330" w="14767230">
                  <a:moveTo>
                    <a:pt x="0" y="0"/>
                  </a:moveTo>
                  <a:lnTo>
                    <a:pt x="14767230" y="0"/>
                  </a:lnTo>
                  <a:lnTo>
                    <a:pt x="14767230" y="2170330"/>
                  </a:lnTo>
                  <a:lnTo>
                    <a:pt x="0" y="217033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28575"/>
              <a:ext cx="14767230" cy="21417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just">
                <a:lnSpc>
                  <a:spcPts val="4374"/>
                </a:lnSpc>
              </a:pPr>
              <a:r>
                <a:rPr lang="en-US" sz="405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Mejoran la experiencia del usuario al proporcionar retroalimentación visual inmediata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3896677" y="7111249"/>
            <a:ext cx="12848272" cy="1727548"/>
            <a:chOff x="0" y="0"/>
            <a:chExt cx="17131030" cy="230339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15875" y="15875"/>
              <a:ext cx="17099280" cy="2271776"/>
            </a:xfrm>
            <a:custGeom>
              <a:avLst/>
              <a:gdLst/>
              <a:ahLst/>
              <a:cxnLst/>
              <a:rect r="r" b="b" t="t" l="l"/>
              <a:pathLst>
                <a:path h="2271776" w="17099280">
                  <a:moveTo>
                    <a:pt x="0" y="227203"/>
                  </a:moveTo>
                  <a:cubicBezTo>
                    <a:pt x="0" y="101727"/>
                    <a:pt x="102997" y="0"/>
                    <a:pt x="229870" y="0"/>
                  </a:cubicBezTo>
                  <a:lnTo>
                    <a:pt x="16869411" y="0"/>
                  </a:lnTo>
                  <a:cubicBezTo>
                    <a:pt x="16996411" y="0"/>
                    <a:pt x="17099280" y="101727"/>
                    <a:pt x="17099280" y="227203"/>
                  </a:cubicBezTo>
                  <a:lnTo>
                    <a:pt x="17099280" y="2044573"/>
                  </a:lnTo>
                  <a:cubicBezTo>
                    <a:pt x="17099280" y="2170049"/>
                    <a:pt x="16996283" y="2271776"/>
                    <a:pt x="16869411" y="2271776"/>
                  </a:cubicBezTo>
                  <a:lnTo>
                    <a:pt x="229870" y="2271776"/>
                  </a:lnTo>
                  <a:cubicBezTo>
                    <a:pt x="102870" y="2271776"/>
                    <a:pt x="0" y="2170049"/>
                    <a:pt x="0" y="2044573"/>
                  </a:cubicBezTo>
                  <a:close/>
                </a:path>
              </a:pathLst>
            </a:custGeom>
            <a:solidFill>
              <a:srgbClr val="957FBA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7131030" cy="2303526"/>
            </a:xfrm>
            <a:custGeom>
              <a:avLst/>
              <a:gdLst/>
              <a:ahLst/>
              <a:cxnLst/>
              <a:rect r="r" b="b" t="t" l="l"/>
              <a:pathLst>
                <a:path h="2303526" w="17131030">
                  <a:moveTo>
                    <a:pt x="0" y="243078"/>
                  </a:moveTo>
                  <a:cubicBezTo>
                    <a:pt x="0" y="108585"/>
                    <a:pt x="110236" y="0"/>
                    <a:pt x="245745" y="0"/>
                  </a:cubicBezTo>
                  <a:lnTo>
                    <a:pt x="16885286" y="0"/>
                  </a:lnTo>
                  <a:lnTo>
                    <a:pt x="16885286" y="15875"/>
                  </a:lnTo>
                  <a:lnTo>
                    <a:pt x="16885286" y="0"/>
                  </a:lnTo>
                  <a:cubicBezTo>
                    <a:pt x="17020795" y="0"/>
                    <a:pt x="17131030" y="108585"/>
                    <a:pt x="17131030" y="243078"/>
                  </a:cubicBezTo>
                  <a:lnTo>
                    <a:pt x="17115155" y="243078"/>
                  </a:lnTo>
                  <a:lnTo>
                    <a:pt x="17131030" y="243078"/>
                  </a:lnTo>
                  <a:lnTo>
                    <a:pt x="17131030" y="2060448"/>
                  </a:lnTo>
                  <a:lnTo>
                    <a:pt x="17115155" y="2060448"/>
                  </a:lnTo>
                  <a:lnTo>
                    <a:pt x="17131030" y="2060448"/>
                  </a:lnTo>
                  <a:cubicBezTo>
                    <a:pt x="17131030" y="2194814"/>
                    <a:pt x="17020795" y="2303526"/>
                    <a:pt x="16885286" y="2303526"/>
                  </a:cubicBezTo>
                  <a:lnTo>
                    <a:pt x="16885286" y="2287651"/>
                  </a:lnTo>
                  <a:lnTo>
                    <a:pt x="16885286" y="2303526"/>
                  </a:lnTo>
                  <a:lnTo>
                    <a:pt x="245745" y="2303526"/>
                  </a:lnTo>
                  <a:lnTo>
                    <a:pt x="245745" y="2287651"/>
                  </a:lnTo>
                  <a:lnTo>
                    <a:pt x="245745" y="2303526"/>
                  </a:lnTo>
                  <a:cubicBezTo>
                    <a:pt x="110236" y="2303399"/>
                    <a:pt x="0" y="2194814"/>
                    <a:pt x="0" y="2060321"/>
                  </a:cubicBezTo>
                  <a:lnTo>
                    <a:pt x="0" y="243078"/>
                  </a:lnTo>
                  <a:lnTo>
                    <a:pt x="15875" y="243078"/>
                  </a:lnTo>
                  <a:lnTo>
                    <a:pt x="0" y="243078"/>
                  </a:lnTo>
                  <a:moveTo>
                    <a:pt x="31750" y="243078"/>
                  </a:moveTo>
                  <a:lnTo>
                    <a:pt x="31750" y="2060448"/>
                  </a:lnTo>
                  <a:lnTo>
                    <a:pt x="15875" y="2060448"/>
                  </a:lnTo>
                  <a:lnTo>
                    <a:pt x="31750" y="2060448"/>
                  </a:lnTo>
                  <a:cubicBezTo>
                    <a:pt x="31750" y="2176907"/>
                    <a:pt x="127381" y="2271776"/>
                    <a:pt x="245745" y="2271776"/>
                  </a:cubicBezTo>
                  <a:lnTo>
                    <a:pt x="16885286" y="2271776"/>
                  </a:lnTo>
                  <a:cubicBezTo>
                    <a:pt x="17003649" y="2271776"/>
                    <a:pt x="17099280" y="2177034"/>
                    <a:pt x="17099280" y="2060448"/>
                  </a:cubicBezTo>
                  <a:lnTo>
                    <a:pt x="17099280" y="243078"/>
                  </a:lnTo>
                  <a:cubicBezTo>
                    <a:pt x="17099280" y="126619"/>
                    <a:pt x="17003649" y="31750"/>
                    <a:pt x="16885286" y="31750"/>
                  </a:cubicBezTo>
                  <a:lnTo>
                    <a:pt x="245745" y="31750"/>
                  </a:lnTo>
                  <a:lnTo>
                    <a:pt x="245745" y="15875"/>
                  </a:lnTo>
                  <a:lnTo>
                    <a:pt x="245745" y="31750"/>
                  </a:lnTo>
                  <a:cubicBezTo>
                    <a:pt x="127381" y="31750"/>
                    <a:pt x="31750" y="126492"/>
                    <a:pt x="31750" y="24307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4402394" y="7251155"/>
            <a:ext cx="11836838" cy="1627747"/>
            <a:chOff x="0" y="0"/>
            <a:chExt cx="15782450" cy="217033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5782451" cy="2170330"/>
            </a:xfrm>
            <a:custGeom>
              <a:avLst/>
              <a:gdLst/>
              <a:ahLst/>
              <a:cxnLst/>
              <a:rect r="r" b="b" t="t" l="l"/>
              <a:pathLst>
                <a:path h="2170330" w="15782451">
                  <a:moveTo>
                    <a:pt x="0" y="0"/>
                  </a:moveTo>
                  <a:lnTo>
                    <a:pt x="15782451" y="0"/>
                  </a:lnTo>
                  <a:lnTo>
                    <a:pt x="15782451" y="2170330"/>
                  </a:lnTo>
                  <a:lnTo>
                    <a:pt x="0" y="217033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28575"/>
              <a:ext cx="15782450" cy="21417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just">
                <a:lnSpc>
                  <a:spcPts val="4374"/>
                </a:lnSpc>
              </a:pPr>
              <a:r>
                <a:rPr lang="en-US" sz="405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Permiten la creación de aplicaciones más accesibles y amigables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3350569" y="4427866"/>
            <a:ext cx="1131240" cy="1131240"/>
            <a:chOff x="0" y="0"/>
            <a:chExt cx="1508320" cy="150832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15875" y="15875"/>
              <a:ext cx="1476629" cy="1476629"/>
            </a:xfrm>
            <a:custGeom>
              <a:avLst/>
              <a:gdLst/>
              <a:ahLst/>
              <a:cxnLst/>
              <a:rect r="r" b="b" t="t" l="l"/>
              <a:pathLst>
                <a:path h="1476629" w="1476629">
                  <a:moveTo>
                    <a:pt x="0" y="812165"/>
                  </a:moveTo>
                  <a:lnTo>
                    <a:pt x="332232" y="812165"/>
                  </a:lnTo>
                  <a:lnTo>
                    <a:pt x="332232" y="0"/>
                  </a:lnTo>
                  <a:lnTo>
                    <a:pt x="1144397" y="0"/>
                  </a:lnTo>
                  <a:lnTo>
                    <a:pt x="1144397" y="812165"/>
                  </a:lnTo>
                  <a:lnTo>
                    <a:pt x="1476629" y="812165"/>
                  </a:lnTo>
                  <a:lnTo>
                    <a:pt x="738251" y="1476629"/>
                  </a:lnTo>
                  <a:close/>
                </a:path>
              </a:pathLst>
            </a:custGeom>
            <a:solidFill>
              <a:srgbClr val="E7D8E3">
                <a:alpha val="80784"/>
              </a:srgbClr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-1397" y="0"/>
              <a:ext cx="1511173" cy="1509649"/>
            </a:xfrm>
            <a:custGeom>
              <a:avLst/>
              <a:gdLst/>
              <a:ahLst/>
              <a:cxnLst/>
              <a:rect r="r" b="b" t="t" l="l"/>
              <a:pathLst>
                <a:path h="1509649" w="1511173">
                  <a:moveTo>
                    <a:pt x="17272" y="812165"/>
                  </a:moveTo>
                  <a:lnTo>
                    <a:pt x="349504" y="812165"/>
                  </a:lnTo>
                  <a:lnTo>
                    <a:pt x="349504" y="828040"/>
                  </a:lnTo>
                  <a:lnTo>
                    <a:pt x="333629" y="828040"/>
                  </a:lnTo>
                  <a:lnTo>
                    <a:pt x="333629" y="15875"/>
                  </a:lnTo>
                  <a:cubicBezTo>
                    <a:pt x="333629" y="7112"/>
                    <a:pt x="340741" y="0"/>
                    <a:pt x="349504" y="0"/>
                  </a:cubicBezTo>
                  <a:lnTo>
                    <a:pt x="1161669" y="0"/>
                  </a:lnTo>
                  <a:cubicBezTo>
                    <a:pt x="1170432" y="0"/>
                    <a:pt x="1177544" y="7112"/>
                    <a:pt x="1177544" y="15875"/>
                  </a:cubicBezTo>
                  <a:lnTo>
                    <a:pt x="1177544" y="828040"/>
                  </a:lnTo>
                  <a:lnTo>
                    <a:pt x="1161669" y="828040"/>
                  </a:lnTo>
                  <a:lnTo>
                    <a:pt x="1161669" y="812165"/>
                  </a:lnTo>
                  <a:lnTo>
                    <a:pt x="1493901" y="812165"/>
                  </a:lnTo>
                  <a:cubicBezTo>
                    <a:pt x="1500505" y="812165"/>
                    <a:pt x="1506347" y="816229"/>
                    <a:pt x="1508760" y="822325"/>
                  </a:cubicBezTo>
                  <a:cubicBezTo>
                    <a:pt x="1511173" y="828421"/>
                    <a:pt x="1509395" y="835406"/>
                    <a:pt x="1504569" y="839851"/>
                  </a:cubicBezTo>
                  <a:lnTo>
                    <a:pt x="766191" y="1504188"/>
                  </a:lnTo>
                  <a:cubicBezTo>
                    <a:pt x="760095" y="1509649"/>
                    <a:pt x="750951" y="1509649"/>
                    <a:pt x="744982" y="1504188"/>
                  </a:cubicBezTo>
                  <a:lnTo>
                    <a:pt x="6604" y="839851"/>
                  </a:lnTo>
                  <a:cubicBezTo>
                    <a:pt x="1778" y="835406"/>
                    <a:pt x="0" y="828548"/>
                    <a:pt x="2413" y="822325"/>
                  </a:cubicBezTo>
                  <a:cubicBezTo>
                    <a:pt x="4826" y="816102"/>
                    <a:pt x="10668" y="812165"/>
                    <a:pt x="17272" y="812165"/>
                  </a:cubicBezTo>
                  <a:moveTo>
                    <a:pt x="17272" y="843915"/>
                  </a:moveTo>
                  <a:lnTo>
                    <a:pt x="17272" y="828040"/>
                  </a:lnTo>
                  <a:lnTo>
                    <a:pt x="27940" y="816229"/>
                  </a:lnTo>
                  <a:lnTo>
                    <a:pt x="766191" y="1480693"/>
                  </a:lnTo>
                  <a:lnTo>
                    <a:pt x="755523" y="1492504"/>
                  </a:lnTo>
                  <a:lnTo>
                    <a:pt x="744855" y="1480693"/>
                  </a:lnTo>
                  <a:lnTo>
                    <a:pt x="1483106" y="816229"/>
                  </a:lnTo>
                  <a:lnTo>
                    <a:pt x="1493774" y="828040"/>
                  </a:lnTo>
                  <a:lnTo>
                    <a:pt x="1493774" y="843915"/>
                  </a:lnTo>
                  <a:lnTo>
                    <a:pt x="1161669" y="843915"/>
                  </a:lnTo>
                  <a:cubicBezTo>
                    <a:pt x="1152906" y="843915"/>
                    <a:pt x="1145794" y="836803"/>
                    <a:pt x="1145794" y="828040"/>
                  </a:cubicBezTo>
                  <a:lnTo>
                    <a:pt x="1145794" y="15875"/>
                  </a:lnTo>
                  <a:lnTo>
                    <a:pt x="1161669" y="15875"/>
                  </a:lnTo>
                  <a:lnTo>
                    <a:pt x="1161669" y="31750"/>
                  </a:lnTo>
                  <a:lnTo>
                    <a:pt x="349504" y="31750"/>
                  </a:lnTo>
                  <a:lnTo>
                    <a:pt x="349504" y="15875"/>
                  </a:lnTo>
                  <a:lnTo>
                    <a:pt x="365379" y="15875"/>
                  </a:lnTo>
                  <a:lnTo>
                    <a:pt x="365379" y="828040"/>
                  </a:lnTo>
                  <a:cubicBezTo>
                    <a:pt x="365379" y="836803"/>
                    <a:pt x="358267" y="843915"/>
                    <a:pt x="349504" y="843915"/>
                  </a:cubicBezTo>
                  <a:lnTo>
                    <a:pt x="17272" y="843915"/>
                  </a:lnTo>
                  <a:close/>
                </a:path>
              </a:pathLst>
            </a:custGeom>
            <a:solidFill>
              <a:srgbClr val="E7D8E3">
                <a:alpha val="80784"/>
              </a:srgbClr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4482139" y="6404200"/>
            <a:ext cx="1131240" cy="1131240"/>
            <a:chOff x="0" y="0"/>
            <a:chExt cx="1508320" cy="150832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15875" y="15875"/>
              <a:ext cx="1476629" cy="1476629"/>
            </a:xfrm>
            <a:custGeom>
              <a:avLst/>
              <a:gdLst/>
              <a:ahLst/>
              <a:cxnLst/>
              <a:rect r="r" b="b" t="t" l="l"/>
              <a:pathLst>
                <a:path h="1476629" w="1476629">
                  <a:moveTo>
                    <a:pt x="0" y="812165"/>
                  </a:moveTo>
                  <a:lnTo>
                    <a:pt x="332232" y="812165"/>
                  </a:lnTo>
                  <a:lnTo>
                    <a:pt x="332232" y="0"/>
                  </a:lnTo>
                  <a:lnTo>
                    <a:pt x="1144397" y="0"/>
                  </a:lnTo>
                  <a:lnTo>
                    <a:pt x="1144397" y="812165"/>
                  </a:lnTo>
                  <a:lnTo>
                    <a:pt x="1476629" y="812165"/>
                  </a:lnTo>
                  <a:lnTo>
                    <a:pt x="738251" y="1476629"/>
                  </a:lnTo>
                  <a:close/>
                </a:path>
              </a:pathLst>
            </a:custGeom>
            <a:solidFill>
              <a:srgbClr val="E7DDEA">
                <a:alpha val="80784"/>
              </a:srgbClr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-1397" y="0"/>
              <a:ext cx="1511173" cy="1509649"/>
            </a:xfrm>
            <a:custGeom>
              <a:avLst/>
              <a:gdLst/>
              <a:ahLst/>
              <a:cxnLst/>
              <a:rect r="r" b="b" t="t" l="l"/>
              <a:pathLst>
                <a:path h="1509649" w="1511173">
                  <a:moveTo>
                    <a:pt x="17272" y="812165"/>
                  </a:moveTo>
                  <a:lnTo>
                    <a:pt x="349504" y="812165"/>
                  </a:lnTo>
                  <a:lnTo>
                    <a:pt x="349504" y="828040"/>
                  </a:lnTo>
                  <a:lnTo>
                    <a:pt x="333629" y="828040"/>
                  </a:lnTo>
                  <a:lnTo>
                    <a:pt x="333629" y="15875"/>
                  </a:lnTo>
                  <a:cubicBezTo>
                    <a:pt x="333629" y="7112"/>
                    <a:pt x="340741" y="0"/>
                    <a:pt x="349504" y="0"/>
                  </a:cubicBezTo>
                  <a:lnTo>
                    <a:pt x="1161669" y="0"/>
                  </a:lnTo>
                  <a:cubicBezTo>
                    <a:pt x="1170432" y="0"/>
                    <a:pt x="1177544" y="7112"/>
                    <a:pt x="1177544" y="15875"/>
                  </a:cubicBezTo>
                  <a:lnTo>
                    <a:pt x="1177544" y="828040"/>
                  </a:lnTo>
                  <a:lnTo>
                    <a:pt x="1161669" y="828040"/>
                  </a:lnTo>
                  <a:lnTo>
                    <a:pt x="1161669" y="812165"/>
                  </a:lnTo>
                  <a:lnTo>
                    <a:pt x="1493901" y="812165"/>
                  </a:lnTo>
                  <a:cubicBezTo>
                    <a:pt x="1500505" y="812165"/>
                    <a:pt x="1506347" y="816229"/>
                    <a:pt x="1508760" y="822325"/>
                  </a:cubicBezTo>
                  <a:cubicBezTo>
                    <a:pt x="1511173" y="828421"/>
                    <a:pt x="1509395" y="835406"/>
                    <a:pt x="1504569" y="839851"/>
                  </a:cubicBezTo>
                  <a:lnTo>
                    <a:pt x="766191" y="1504188"/>
                  </a:lnTo>
                  <a:cubicBezTo>
                    <a:pt x="760095" y="1509649"/>
                    <a:pt x="750951" y="1509649"/>
                    <a:pt x="744982" y="1504188"/>
                  </a:cubicBezTo>
                  <a:lnTo>
                    <a:pt x="6604" y="839851"/>
                  </a:lnTo>
                  <a:cubicBezTo>
                    <a:pt x="1778" y="835406"/>
                    <a:pt x="0" y="828548"/>
                    <a:pt x="2413" y="822325"/>
                  </a:cubicBezTo>
                  <a:cubicBezTo>
                    <a:pt x="4826" y="816102"/>
                    <a:pt x="10668" y="812165"/>
                    <a:pt x="17272" y="812165"/>
                  </a:cubicBezTo>
                  <a:moveTo>
                    <a:pt x="17272" y="843915"/>
                  </a:moveTo>
                  <a:lnTo>
                    <a:pt x="17272" y="828040"/>
                  </a:lnTo>
                  <a:lnTo>
                    <a:pt x="27940" y="816229"/>
                  </a:lnTo>
                  <a:lnTo>
                    <a:pt x="766191" y="1480693"/>
                  </a:lnTo>
                  <a:lnTo>
                    <a:pt x="755523" y="1492504"/>
                  </a:lnTo>
                  <a:lnTo>
                    <a:pt x="744855" y="1480693"/>
                  </a:lnTo>
                  <a:lnTo>
                    <a:pt x="1483106" y="816229"/>
                  </a:lnTo>
                  <a:lnTo>
                    <a:pt x="1493774" y="828040"/>
                  </a:lnTo>
                  <a:lnTo>
                    <a:pt x="1493774" y="843915"/>
                  </a:lnTo>
                  <a:lnTo>
                    <a:pt x="1161669" y="843915"/>
                  </a:lnTo>
                  <a:cubicBezTo>
                    <a:pt x="1152906" y="843915"/>
                    <a:pt x="1145794" y="836803"/>
                    <a:pt x="1145794" y="828040"/>
                  </a:cubicBezTo>
                  <a:lnTo>
                    <a:pt x="1145794" y="15875"/>
                  </a:lnTo>
                  <a:lnTo>
                    <a:pt x="1161669" y="15875"/>
                  </a:lnTo>
                  <a:lnTo>
                    <a:pt x="1161669" y="31750"/>
                  </a:lnTo>
                  <a:lnTo>
                    <a:pt x="349504" y="31750"/>
                  </a:lnTo>
                  <a:lnTo>
                    <a:pt x="349504" y="15875"/>
                  </a:lnTo>
                  <a:lnTo>
                    <a:pt x="365379" y="15875"/>
                  </a:lnTo>
                  <a:lnTo>
                    <a:pt x="365379" y="828040"/>
                  </a:lnTo>
                  <a:cubicBezTo>
                    <a:pt x="365379" y="836803"/>
                    <a:pt x="358267" y="843915"/>
                    <a:pt x="349504" y="843915"/>
                  </a:cubicBezTo>
                  <a:lnTo>
                    <a:pt x="17272" y="843915"/>
                  </a:lnTo>
                  <a:close/>
                </a:path>
              </a:pathLst>
            </a:custGeom>
            <a:solidFill>
              <a:srgbClr val="E7DDEA">
                <a:alpha val="80784"/>
              </a:srgbClr>
            </a:solid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4" y="0"/>
            <a:ext cx="6076186" cy="10287000"/>
            <a:chOff x="0" y="0"/>
            <a:chExt cx="8101582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0158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8101584">
                  <a:moveTo>
                    <a:pt x="0" y="0"/>
                  </a:moveTo>
                  <a:lnTo>
                    <a:pt x="8101584" y="0"/>
                  </a:lnTo>
                  <a:lnTo>
                    <a:pt x="810158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62626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738555" y="775252"/>
            <a:ext cx="4627266" cy="8659260"/>
            <a:chOff x="0" y="0"/>
            <a:chExt cx="6169688" cy="115456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169688" cy="11545680"/>
            </a:xfrm>
            <a:custGeom>
              <a:avLst/>
              <a:gdLst/>
              <a:ahLst/>
              <a:cxnLst/>
              <a:rect r="r" b="b" t="t" l="l"/>
              <a:pathLst>
                <a:path h="11545680" w="6169688">
                  <a:moveTo>
                    <a:pt x="0" y="0"/>
                  </a:moveTo>
                  <a:lnTo>
                    <a:pt x="6169688" y="0"/>
                  </a:lnTo>
                  <a:lnTo>
                    <a:pt x="6169688" y="11545680"/>
                  </a:lnTo>
                  <a:lnTo>
                    <a:pt x="0" y="1154568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95250"/>
              <a:ext cx="6169688" cy="11450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184"/>
                </a:lnSpc>
              </a:pPr>
              <a:r>
                <a:rPr lang="en-US" sz="5400" spc="-75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Elementos comunes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7100888" y="1484012"/>
            <a:ext cx="10220325" cy="892837"/>
            <a:chOff x="0" y="0"/>
            <a:chExt cx="13627100" cy="119044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15875" y="10828"/>
              <a:ext cx="13595350" cy="1168801"/>
            </a:xfrm>
            <a:custGeom>
              <a:avLst/>
              <a:gdLst/>
              <a:ahLst/>
              <a:cxnLst/>
              <a:rect r="r" b="b" t="t" l="l"/>
              <a:pathLst>
                <a:path h="1168801" w="13595350">
                  <a:moveTo>
                    <a:pt x="0" y="0"/>
                  </a:moveTo>
                  <a:lnTo>
                    <a:pt x="13595350" y="0"/>
                  </a:lnTo>
                  <a:lnTo>
                    <a:pt x="13595350" y="1168801"/>
                  </a:lnTo>
                  <a:lnTo>
                    <a:pt x="0" y="1168801"/>
                  </a:lnTo>
                  <a:close/>
                </a:path>
              </a:pathLst>
            </a:custGeom>
            <a:solidFill>
              <a:srgbClr val="FFFFFF">
                <a:alpha val="80784"/>
              </a:srgbClr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627100" cy="1190460"/>
            </a:xfrm>
            <a:custGeom>
              <a:avLst/>
              <a:gdLst/>
              <a:ahLst/>
              <a:cxnLst/>
              <a:rect r="r" b="b" t="t" l="l"/>
              <a:pathLst>
                <a:path h="1190460" w="13627100">
                  <a:moveTo>
                    <a:pt x="15875" y="0"/>
                  </a:moveTo>
                  <a:lnTo>
                    <a:pt x="13611225" y="0"/>
                  </a:lnTo>
                  <a:cubicBezTo>
                    <a:pt x="13619987" y="0"/>
                    <a:pt x="13627100" y="4851"/>
                    <a:pt x="13627100" y="10828"/>
                  </a:cubicBezTo>
                  <a:lnTo>
                    <a:pt x="13627100" y="1179629"/>
                  </a:lnTo>
                  <a:cubicBezTo>
                    <a:pt x="13627100" y="1185606"/>
                    <a:pt x="13619987" y="1190460"/>
                    <a:pt x="13611225" y="1190460"/>
                  </a:cubicBezTo>
                  <a:lnTo>
                    <a:pt x="15875" y="1190460"/>
                  </a:lnTo>
                  <a:cubicBezTo>
                    <a:pt x="7112" y="1190460"/>
                    <a:pt x="0" y="1185606"/>
                    <a:pt x="0" y="1179629"/>
                  </a:cubicBezTo>
                  <a:lnTo>
                    <a:pt x="0" y="10828"/>
                  </a:lnTo>
                  <a:cubicBezTo>
                    <a:pt x="0" y="4851"/>
                    <a:pt x="7112" y="0"/>
                    <a:pt x="15875" y="0"/>
                  </a:cubicBezTo>
                  <a:moveTo>
                    <a:pt x="15875" y="21656"/>
                  </a:moveTo>
                  <a:lnTo>
                    <a:pt x="15875" y="10828"/>
                  </a:lnTo>
                  <a:lnTo>
                    <a:pt x="31750" y="10828"/>
                  </a:lnTo>
                  <a:lnTo>
                    <a:pt x="31750" y="1179629"/>
                  </a:lnTo>
                  <a:lnTo>
                    <a:pt x="15875" y="1179629"/>
                  </a:lnTo>
                  <a:lnTo>
                    <a:pt x="15875" y="1168801"/>
                  </a:lnTo>
                  <a:lnTo>
                    <a:pt x="13611225" y="1168801"/>
                  </a:lnTo>
                  <a:lnTo>
                    <a:pt x="13611225" y="1179629"/>
                  </a:lnTo>
                  <a:lnTo>
                    <a:pt x="13595350" y="1179629"/>
                  </a:lnTo>
                  <a:lnTo>
                    <a:pt x="13595350" y="10828"/>
                  </a:lnTo>
                  <a:lnTo>
                    <a:pt x="13611225" y="10828"/>
                  </a:lnTo>
                  <a:lnTo>
                    <a:pt x="13611225" y="21656"/>
                  </a:lnTo>
                  <a:lnTo>
                    <a:pt x="15875" y="21656"/>
                  </a:lnTo>
                  <a:close/>
                </a:path>
              </a:pathLst>
            </a:custGeom>
            <a:solidFill>
              <a:srgbClr val="BA7FAE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7100888" y="1484012"/>
            <a:ext cx="10015911" cy="816637"/>
            <a:chOff x="0" y="0"/>
            <a:chExt cx="13354547" cy="108884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354548" cy="1088849"/>
            </a:xfrm>
            <a:custGeom>
              <a:avLst/>
              <a:gdLst/>
              <a:ahLst/>
              <a:cxnLst/>
              <a:rect r="r" b="b" t="t" l="l"/>
              <a:pathLst>
                <a:path h="1088849" w="13354548">
                  <a:moveTo>
                    <a:pt x="0" y="0"/>
                  </a:moveTo>
                  <a:lnTo>
                    <a:pt x="13354548" y="0"/>
                  </a:lnTo>
                  <a:lnTo>
                    <a:pt x="13354548" y="1088849"/>
                  </a:lnTo>
                  <a:lnTo>
                    <a:pt x="0" y="108884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19050"/>
              <a:ext cx="13354547" cy="1069799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just" marL="434340" indent="-144780" lvl="2">
                <a:lnSpc>
                  <a:spcPts val="2592"/>
                </a:lnSpc>
                <a:buFont typeface="Arial"/>
                <a:buChar char="⚬"/>
              </a:pPr>
              <a:r>
                <a:rPr lang="en-US" sz="240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Son contenedores principales donde se colocan otros componentes gráficos.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7270022" y="646945"/>
            <a:ext cx="7161371" cy="732293"/>
            <a:chOff x="0" y="0"/>
            <a:chExt cx="9548494" cy="97639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15875" y="15875"/>
              <a:ext cx="9516745" cy="944626"/>
            </a:xfrm>
            <a:custGeom>
              <a:avLst/>
              <a:gdLst/>
              <a:ahLst/>
              <a:cxnLst/>
              <a:rect r="r" b="b" t="t" l="l"/>
              <a:pathLst>
                <a:path h="944626" w="9516745">
                  <a:moveTo>
                    <a:pt x="0" y="157480"/>
                  </a:moveTo>
                  <a:cubicBezTo>
                    <a:pt x="0" y="70485"/>
                    <a:pt x="72644" y="0"/>
                    <a:pt x="162179" y="0"/>
                  </a:cubicBezTo>
                  <a:lnTo>
                    <a:pt x="9354566" y="0"/>
                  </a:lnTo>
                  <a:cubicBezTo>
                    <a:pt x="9444101" y="0"/>
                    <a:pt x="9516745" y="70485"/>
                    <a:pt x="9516745" y="157480"/>
                  </a:cubicBezTo>
                  <a:lnTo>
                    <a:pt x="9516745" y="787146"/>
                  </a:lnTo>
                  <a:cubicBezTo>
                    <a:pt x="9516745" y="874141"/>
                    <a:pt x="9444101" y="944626"/>
                    <a:pt x="9354566" y="944626"/>
                  </a:cubicBezTo>
                  <a:lnTo>
                    <a:pt x="162179" y="944626"/>
                  </a:lnTo>
                  <a:cubicBezTo>
                    <a:pt x="72644" y="944626"/>
                    <a:pt x="0" y="874141"/>
                    <a:pt x="0" y="787146"/>
                  </a:cubicBezTo>
                  <a:close/>
                </a:path>
              </a:pathLst>
            </a:custGeom>
            <a:solidFill>
              <a:srgbClr val="BA7FAE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548495" cy="976376"/>
            </a:xfrm>
            <a:custGeom>
              <a:avLst/>
              <a:gdLst/>
              <a:ahLst/>
              <a:cxnLst/>
              <a:rect r="r" b="b" t="t" l="l"/>
              <a:pathLst>
                <a:path h="976376" w="9548495">
                  <a:moveTo>
                    <a:pt x="0" y="173355"/>
                  </a:moveTo>
                  <a:cubicBezTo>
                    <a:pt x="0" y="77216"/>
                    <a:pt x="80137" y="0"/>
                    <a:pt x="178054" y="0"/>
                  </a:cubicBezTo>
                  <a:lnTo>
                    <a:pt x="9370441" y="0"/>
                  </a:lnTo>
                  <a:lnTo>
                    <a:pt x="9370441" y="15875"/>
                  </a:lnTo>
                  <a:lnTo>
                    <a:pt x="9370441" y="0"/>
                  </a:lnTo>
                  <a:cubicBezTo>
                    <a:pt x="9468358" y="0"/>
                    <a:pt x="9548495" y="77216"/>
                    <a:pt x="9548495" y="173355"/>
                  </a:cubicBezTo>
                  <a:lnTo>
                    <a:pt x="9532620" y="173355"/>
                  </a:lnTo>
                  <a:lnTo>
                    <a:pt x="9548495" y="173355"/>
                  </a:lnTo>
                  <a:lnTo>
                    <a:pt x="9548495" y="803021"/>
                  </a:lnTo>
                  <a:lnTo>
                    <a:pt x="9532620" y="803021"/>
                  </a:lnTo>
                  <a:lnTo>
                    <a:pt x="9548495" y="803021"/>
                  </a:lnTo>
                  <a:cubicBezTo>
                    <a:pt x="9548495" y="899160"/>
                    <a:pt x="9468358" y="976376"/>
                    <a:pt x="9370440" y="976376"/>
                  </a:cubicBezTo>
                  <a:lnTo>
                    <a:pt x="9370440" y="960501"/>
                  </a:lnTo>
                  <a:lnTo>
                    <a:pt x="9370440" y="976376"/>
                  </a:lnTo>
                  <a:lnTo>
                    <a:pt x="178054" y="976376"/>
                  </a:lnTo>
                  <a:lnTo>
                    <a:pt x="178054" y="960501"/>
                  </a:lnTo>
                  <a:lnTo>
                    <a:pt x="178054" y="976376"/>
                  </a:lnTo>
                  <a:cubicBezTo>
                    <a:pt x="80137" y="976376"/>
                    <a:pt x="0" y="899287"/>
                    <a:pt x="0" y="803021"/>
                  </a:cubicBezTo>
                  <a:lnTo>
                    <a:pt x="0" y="173355"/>
                  </a:lnTo>
                  <a:lnTo>
                    <a:pt x="15875" y="173355"/>
                  </a:lnTo>
                  <a:lnTo>
                    <a:pt x="0" y="173355"/>
                  </a:lnTo>
                  <a:moveTo>
                    <a:pt x="31750" y="173355"/>
                  </a:moveTo>
                  <a:lnTo>
                    <a:pt x="31750" y="803021"/>
                  </a:lnTo>
                  <a:lnTo>
                    <a:pt x="15875" y="803021"/>
                  </a:lnTo>
                  <a:lnTo>
                    <a:pt x="31750" y="803021"/>
                  </a:lnTo>
                  <a:cubicBezTo>
                    <a:pt x="31750" y="880745"/>
                    <a:pt x="96774" y="944626"/>
                    <a:pt x="178054" y="944626"/>
                  </a:cubicBezTo>
                  <a:lnTo>
                    <a:pt x="9370441" y="944626"/>
                  </a:lnTo>
                  <a:cubicBezTo>
                    <a:pt x="9451722" y="944626"/>
                    <a:pt x="9516745" y="880745"/>
                    <a:pt x="9516745" y="803021"/>
                  </a:cubicBezTo>
                  <a:lnTo>
                    <a:pt x="9516745" y="173355"/>
                  </a:lnTo>
                  <a:cubicBezTo>
                    <a:pt x="9516745" y="95631"/>
                    <a:pt x="9451722" y="31750"/>
                    <a:pt x="9370441" y="31750"/>
                  </a:cubicBezTo>
                  <a:lnTo>
                    <a:pt x="178054" y="31750"/>
                  </a:lnTo>
                  <a:lnTo>
                    <a:pt x="178054" y="15875"/>
                  </a:lnTo>
                  <a:lnTo>
                    <a:pt x="178054" y="31750"/>
                  </a:lnTo>
                  <a:cubicBezTo>
                    <a:pt x="96774" y="31750"/>
                    <a:pt x="31750" y="95631"/>
                    <a:pt x="31750" y="173355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7645298" y="716116"/>
            <a:ext cx="7092200" cy="663121"/>
            <a:chOff x="0" y="0"/>
            <a:chExt cx="9456266" cy="88416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456266" cy="884162"/>
            </a:xfrm>
            <a:custGeom>
              <a:avLst/>
              <a:gdLst/>
              <a:ahLst/>
              <a:cxnLst/>
              <a:rect r="r" b="b" t="t" l="l"/>
              <a:pathLst>
                <a:path h="884162" w="9456266">
                  <a:moveTo>
                    <a:pt x="0" y="0"/>
                  </a:moveTo>
                  <a:lnTo>
                    <a:pt x="9456266" y="0"/>
                  </a:lnTo>
                  <a:lnTo>
                    <a:pt x="9456266" y="884162"/>
                  </a:lnTo>
                  <a:lnTo>
                    <a:pt x="0" y="88416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19050"/>
              <a:ext cx="9456266" cy="8651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just">
                <a:lnSpc>
                  <a:spcPts val="2592"/>
                </a:lnSpc>
              </a:pPr>
              <a:r>
                <a:rPr lang="en-US" sz="24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Ventanas (Frames)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7100888" y="3253052"/>
            <a:ext cx="10220325" cy="655200"/>
            <a:chOff x="0" y="0"/>
            <a:chExt cx="13627100" cy="8736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15875" y="10333"/>
              <a:ext cx="13595350" cy="852925"/>
            </a:xfrm>
            <a:custGeom>
              <a:avLst/>
              <a:gdLst/>
              <a:ahLst/>
              <a:cxnLst/>
              <a:rect r="r" b="b" t="t" l="l"/>
              <a:pathLst>
                <a:path h="852925" w="13595350">
                  <a:moveTo>
                    <a:pt x="0" y="0"/>
                  </a:moveTo>
                  <a:lnTo>
                    <a:pt x="13595350" y="0"/>
                  </a:lnTo>
                  <a:lnTo>
                    <a:pt x="13595350" y="852925"/>
                  </a:lnTo>
                  <a:lnTo>
                    <a:pt x="0" y="852925"/>
                  </a:lnTo>
                  <a:close/>
                </a:path>
              </a:pathLst>
            </a:custGeom>
            <a:solidFill>
              <a:srgbClr val="FFFFFF">
                <a:alpha val="80784"/>
              </a:srgbClr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3627100" cy="873591"/>
            </a:xfrm>
            <a:custGeom>
              <a:avLst/>
              <a:gdLst/>
              <a:ahLst/>
              <a:cxnLst/>
              <a:rect r="r" b="b" t="t" l="l"/>
              <a:pathLst>
                <a:path h="873591" w="13627100">
                  <a:moveTo>
                    <a:pt x="15875" y="0"/>
                  </a:moveTo>
                  <a:lnTo>
                    <a:pt x="13611225" y="0"/>
                  </a:lnTo>
                  <a:cubicBezTo>
                    <a:pt x="13619987" y="0"/>
                    <a:pt x="13627100" y="4629"/>
                    <a:pt x="13627100" y="10333"/>
                  </a:cubicBezTo>
                  <a:lnTo>
                    <a:pt x="13627100" y="863258"/>
                  </a:lnTo>
                  <a:cubicBezTo>
                    <a:pt x="13627100" y="868962"/>
                    <a:pt x="13619987" y="873591"/>
                    <a:pt x="13611225" y="873591"/>
                  </a:cubicBezTo>
                  <a:lnTo>
                    <a:pt x="15875" y="873591"/>
                  </a:lnTo>
                  <a:cubicBezTo>
                    <a:pt x="7112" y="873591"/>
                    <a:pt x="0" y="868962"/>
                    <a:pt x="0" y="863258"/>
                  </a:cubicBezTo>
                  <a:lnTo>
                    <a:pt x="0" y="10333"/>
                  </a:lnTo>
                  <a:cubicBezTo>
                    <a:pt x="0" y="4629"/>
                    <a:pt x="7112" y="0"/>
                    <a:pt x="15875" y="0"/>
                  </a:cubicBezTo>
                  <a:moveTo>
                    <a:pt x="15875" y="20666"/>
                  </a:moveTo>
                  <a:lnTo>
                    <a:pt x="15875" y="10333"/>
                  </a:lnTo>
                  <a:lnTo>
                    <a:pt x="31750" y="10333"/>
                  </a:lnTo>
                  <a:lnTo>
                    <a:pt x="31750" y="863258"/>
                  </a:lnTo>
                  <a:lnTo>
                    <a:pt x="15875" y="863258"/>
                  </a:lnTo>
                  <a:lnTo>
                    <a:pt x="15875" y="852925"/>
                  </a:lnTo>
                  <a:lnTo>
                    <a:pt x="13611225" y="852925"/>
                  </a:lnTo>
                  <a:lnTo>
                    <a:pt x="13611225" y="863258"/>
                  </a:lnTo>
                  <a:lnTo>
                    <a:pt x="13595350" y="863258"/>
                  </a:lnTo>
                  <a:lnTo>
                    <a:pt x="13595350" y="10333"/>
                  </a:lnTo>
                  <a:lnTo>
                    <a:pt x="13611225" y="10333"/>
                  </a:lnTo>
                  <a:lnTo>
                    <a:pt x="13611225" y="20666"/>
                  </a:lnTo>
                  <a:lnTo>
                    <a:pt x="15875" y="20666"/>
                  </a:lnTo>
                  <a:close/>
                </a:path>
              </a:pathLst>
            </a:custGeom>
            <a:solidFill>
              <a:srgbClr val="BC96C6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7100888" y="3253052"/>
            <a:ext cx="10220325" cy="655200"/>
            <a:chOff x="0" y="0"/>
            <a:chExt cx="13627100" cy="8736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3627100" cy="873600"/>
            </a:xfrm>
            <a:custGeom>
              <a:avLst/>
              <a:gdLst/>
              <a:ahLst/>
              <a:cxnLst/>
              <a:rect r="r" b="b" t="t" l="l"/>
              <a:pathLst>
                <a:path h="873600" w="13627100">
                  <a:moveTo>
                    <a:pt x="0" y="0"/>
                  </a:moveTo>
                  <a:lnTo>
                    <a:pt x="13627100" y="0"/>
                  </a:lnTo>
                  <a:lnTo>
                    <a:pt x="13627100" y="873600"/>
                  </a:lnTo>
                  <a:lnTo>
                    <a:pt x="0" y="873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19050"/>
              <a:ext cx="13627100" cy="854550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just" marL="434340" indent="-144780" lvl="2">
                <a:lnSpc>
                  <a:spcPts val="2592"/>
                </a:lnSpc>
                <a:buFont typeface="Arial"/>
                <a:buChar char="⚬"/>
              </a:pPr>
              <a:r>
                <a:rPr lang="en-US" sz="240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Proporcionan acceso a diferentes funciones de la aplicación.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7270022" y="2481624"/>
            <a:ext cx="7161371" cy="685703"/>
            <a:chOff x="0" y="0"/>
            <a:chExt cx="9548494" cy="91427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15875" y="14865"/>
              <a:ext cx="9516745" cy="884528"/>
            </a:xfrm>
            <a:custGeom>
              <a:avLst/>
              <a:gdLst/>
              <a:ahLst/>
              <a:cxnLst/>
              <a:rect r="r" b="b" t="t" l="l"/>
              <a:pathLst>
                <a:path h="884528" w="9516745">
                  <a:moveTo>
                    <a:pt x="0" y="147461"/>
                  </a:moveTo>
                  <a:cubicBezTo>
                    <a:pt x="0" y="66001"/>
                    <a:pt x="72644" y="0"/>
                    <a:pt x="162179" y="0"/>
                  </a:cubicBezTo>
                  <a:lnTo>
                    <a:pt x="9354566" y="0"/>
                  </a:lnTo>
                  <a:cubicBezTo>
                    <a:pt x="9444101" y="0"/>
                    <a:pt x="9516745" y="66001"/>
                    <a:pt x="9516745" y="147461"/>
                  </a:cubicBezTo>
                  <a:lnTo>
                    <a:pt x="9516745" y="737067"/>
                  </a:lnTo>
                  <a:cubicBezTo>
                    <a:pt x="9516745" y="818527"/>
                    <a:pt x="9444101" y="884528"/>
                    <a:pt x="9354566" y="884528"/>
                  </a:cubicBezTo>
                  <a:lnTo>
                    <a:pt x="162179" y="884528"/>
                  </a:lnTo>
                  <a:cubicBezTo>
                    <a:pt x="72644" y="884528"/>
                    <a:pt x="0" y="818527"/>
                    <a:pt x="0" y="737067"/>
                  </a:cubicBezTo>
                  <a:close/>
                </a:path>
              </a:pathLst>
            </a:custGeom>
            <a:solidFill>
              <a:srgbClr val="BC96C6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548495" cy="914258"/>
            </a:xfrm>
            <a:custGeom>
              <a:avLst/>
              <a:gdLst/>
              <a:ahLst/>
              <a:cxnLst/>
              <a:rect r="r" b="b" t="t" l="l"/>
              <a:pathLst>
                <a:path h="914258" w="9548495">
                  <a:moveTo>
                    <a:pt x="0" y="162326"/>
                  </a:moveTo>
                  <a:cubicBezTo>
                    <a:pt x="0" y="72303"/>
                    <a:pt x="80137" y="0"/>
                    <a:pt x="178054" y="0"/>
                  </a:cubicBezTo>
                  <a:lnTo>
                    <a:pt x="9370441" y="0"/>
                  </a:lnTo>
                  <a:lnTo>
                    <a:pt x="9370441" y="14865"/>
                  </a:lnTo>
                  <a:lnTo>
                    <a:pt x="9370441" y="0"/>
                  </a:lnTo>
                  <a:cubicBezTo>
                    <a:pt x="9468358" y="0"/>
                    <a:pt x="9548495" y="72303"/>
                    <a:pt x="9548495" y="162326"/>
                  </a:cubicBezTo>
                  <a:lnTo>
                    <a:pt x="9532620" y="162326"/>
                  </a:lnTo>
                  <a:lnTo>
                    <a:pt x="9548495" y="162326"/>
                  </a:lnTo>
                  <a:lnTo>
                    <a:pt x="9548495" y="751932"/>
                  </a:lnTo>
                  <a:lnTo>
                    <a:pt x="9532620" y="751932"/>
                  </a:lnTo>
                  <a:lnTo>
                    <a:pt x="9548495" y="751932"/>
                  </a:lnTo>
                  <a:cubicBezTo>
                    <a:pt x="9548495" y="841955"/>
                    <a:pt x="9468358" y="914258"/>
                    <a:pt x="9370440" y="914258"/>
                  </a:cubicBezTo>
                  <a:lnTo>
                    <a:pt x="9370440" y="899393"/>
                  </a:lnTo>
                  <a:lnTo>
                    <a:pt x="9370440" y="914258"/>
                  </a:lnTo>
                  <a:lnTo>
                    <a:pt x="178054" y="914258"/>
                  </a:lnTo>
                  <a:lnTo>
                    <a:pt x="178054" y="899393"/>
                  </a:lnTo>
                  <a:lnTo>
                    <a:pt x="178054" y="914258"/>
                  </a:lnTo>
                  <a:cubicBezTo>
                    <a:pt x="80137" y="914258"/>
                    <a:pt x="0" y="842073"/>
                    <a:pt x="0" y="751932"/>
                  </a:cubicBezTo>
                  <a:lnTo>
                    <a:pt x="0" y="162326"/>
                  </a:lnTo>
                  <a:lnTo>
                    <a:pt x="15875" y="162326"/>
                  </a:lnTo>
                  <a:lnTo>
                    <a:pt x="0" y="162326"/>
                  </a:lnTo>
                  <a:moveTo>
                    <a:pt x="31750" y="162326"/>
                  </a:moveTo>
                  <a:lnTo>
                    <a:pt x="31750" y="751932"/>
                  </a:lnTo>
                  <a:lnTo>
                    <a:pt x="15875" y="751932"/>
                  </a:lnTo>
                  <a:lnTo>
                    <a:pt x="31750" y="751932"/>
                  </a:lnTo>
                  <a:cubicBezTo>
                    <a:pt x="31750" y="824711"/>
                    <a:pt x="96774" y="884528"/>
                    <a:pt x="178054" y="884528"/>
                  </a:cubicBezTo>
                  <a:lnTo>
                    <a:pt x="9370441" y="884528"/>
                  </a:lnTo>
                  <a:cubicBezTo>
                    <a:pt x="9451722" y="884528"/>
                    <a:pt x="9516745" y="824711"/>
                    <a:pt x="9516745" y="751932"/>
                  </a:cubicBezTo>
                  <a:lnTo>
                    <a:pt x="9516745" y="162326"/>
                  </a:lnTo>
                  <a:cubicBezTo>
                    <a:pt x="9516745" y="89547"/>
                    <a:pt x="9451722" y="29730"/>
                    <a:pt x="9370441" y="29730"/>
                  </a:cubicBezTo>
                  <a:lnTo>
                    <a:pt x="178054" y="29730"/>
                  </a:lnTo>
                  <a:lnTo>
                    <a:pt x="178054" y="14865"/>
                  </a:lnTo>
                  <a:lnTo>
                    <a:pt x="178054" y="29730"/>
                  </a:lnTo>
                  <a:cubicBezTo>
                    <a:pt x="96774" y="29730"/>
                    <a:pt x="31750" y="89547"/>
                    <a:pt x="31750" y="16232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7645298" y="2550795"/>
            <a:ext cx="6786094" cy="502232"/>
            <a:chOff x="0" y="0"/>
            <a:chExt cx="9456266" cy="699849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9456266" cy="699849"/>
            </a:xfrm>
            <a:custGeom>
              <a:avLst/>
              <a:gdLst/>
              <a:ahLst/>
              <a:cxnLst/>
              <a:rect r="r" b="b" t="t" l="l"/>
              <a:pathLst>
                <a:path h="699849" w="9456266">
                  <a:moveTo>
                    <a:pt x="0" y="0"/>
                  </a:moveTo>
                  <a:lnTo>
                    <a:pt x="9456266" y="0"/>
                  </a:lnTo>
                  <a:lnTo>
                    <a:pt x="9456266" y="699849"/>
                  </a:lnTo>
                  <a:lnTo>
                    <a:pt x="0" y="69984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19050"/>
              <a:ext cx="9456266" cy="6807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just">
                <a:lnSpc>
                  <a:spcPts val="2592"/>
                </a:lnSpc>
              </a:pPr>
              <a:r>
                <a:rPr lang="en-US" sz="24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Menús (Menus)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7100888" y="4719692"/>
            <a:ext cx="10220325" cy="1309013"/>
            <a:chOff x="0" y="0"/>
            <a:chExt cx="13627100" cy="174535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15875" y="15875"/>
              <a:ext cx="13595350" cy="1713611"/>
            </a:xfrm>
            <a:custGeom>
              <a:avLst/>
              <a:gdLst/>
              <a:ahLst/>
              <a:cxnLst/>
              <a:rect r="r" b="b" t="t" l="l"/>
              <a:pathLst>
                <a:path h="1713611" w="13595350">
                  <a:moveTo>
                    <a:pt x="0" y="0"/>
                  </a:moveTo>
                  <a:lnTo>
                    <a:pt x="13595350" y="0"/>
                  </a:lnTo>
                  <a:lnTo>
                    <a:pt x="13595350" y="1713611"/>
                  </a:lnTo>
                  <a:lnTo>
                    <a:pt x="0" y="1713611"/>
                  </a:lnTo>
                  <a:close/>
                </a:path>
              </a:pathLst>
            </a:custGeom>
            <a:solidFill>
              <a:srgbClr val="FFFFFF">
                <a:alpha val="80784"/>
              </a:srgbClr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3627100" cy="1745361"/>
            </a:xfrm>
            <a:custGeom>
              <a:avLst/>
              <a:gdLst/>
              <a:ahLst/>
              <a:cxnLst/>
              <a:rect r="r" b="b" t="t" l="l"/>
              <a:pathLst>
                <a:path h="1745361" w="13627100">
                  <a:moveTo>
                    <a:pt x="15875" y="0"/>
                  </a:moveTo>
                  <a:lnTo>
                    <a:pt x="13611225" y="0"/>
                  </a:lnTo>
                  <a:cubicBezTo>
                    <a:pt x="13619987" y="0"/>
                    <a:pt x="13627100" y="7112"/>
                    <a:pt x="13627100" y="15875"/>
                  </a:cubicBezTo>
                  <a:lnTo>
                    <a:pt x="13627100" y="1729486"/>
                  </a:lnTo>
                  <a:cubicBezTo>
                    <a:pt x="13627100" y="1738249"/>
                    <a:pt x="13619987" y="1745361"/>
                    <a:pt x="13611225" y="1745361"/>
                  </a:cubicBezTo>
                  <a:lnTo>
                    <a:pt x="15875" y="1745361"/>
                  </a:lnTo>
                  <a:cubicBezTo>
                    <a:pt x="7112" y="1745361"/>
                    <a:pt x="0" y="1738249"/>
                    <a:pt x="0" y="1729486"/>
                  </a:cubicBezTo>
                  <a:lnTo>
                    <a:pt x="0" y="15875"/>
                  </a:lnTo>
                  <a:cubicBezTo>
                    <a:pt x="0" y="7112"/>
                    <a:pt x="7112" y="0"/>
                    <a:pt x="15875" y="0"/>
                  </a:cubicBezTo>
                  <a:moveTo>
                    <a:pt x="15875" y="31750"/>
                  </a:moveTo>
                  <a:lnTo>
                    <a:pt x="15875" y="15875"/>
                  </a:lnTo>
                  <a:lnTo>
                    <a:pt x="31750" y="15875"/>
                  </a:lnTo>
                  <a:lnTo>
                    <a:pt x="31750" y="1729486"/>
                  </a:lnTo>
                  <a:lnTo>
                    <a:pt x="15875" y="1729486"/>
                  </a:lnTo>
                  <a:lnTo>
                    <a:pt x="15875" y="1713611"/>
                  </a:lnTo>
                  <a:lnTo>
                    <a:pt x="13611225" y="1713611"/>
                  </a:lnTo>
                  <a:lnTo>
                    <a:pt x="13611225" y="1729486"/>
                  </a:lnTo>
                  <a:lnTo>
                    <a:pt x="13595350" y="1729486"/>
                  </a:lnTo>
                  <a:lnTo>
                    <a:pt x="13595350" y="15875"/>
                  </a:lnTo>
                  <a:lnTo>
                    <a:pt x="13611225" y="15875"/>
                  </a:lnTo>
                  <a:lnTo>
                    <a:pt x="13611225" y="31750"/>
                  </a:lnTo>
                  <a:lnTo>
                    <a:pt x="15875" y="31750"/>
                  </a:lnTo>
                  <a:close/>
                </a:path>
              </a:pathLst>
            </a:custGeom>
            <a:solidFill>
              <a:srgbClr val="957FBA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7100888" y="4719692"/>
            <a:ext cx="10015911" cy="1309013"/>
            <a:chOff x="0" y="0"/>
            <a:chExt cx="13354547" cy="174535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3354548" cy="1745350"/>
            </a:xfrm>
            <a:custGeom>
              <a:avLst/>
              <a:gdLst/>
              <a:ahLst/>
              <a:cxnLst/>
              <a:rect r="r" b="b" t="t" l="l"/>
              <a:pathLst>
                <a:path h="1745350" w="13354548">
                  <a:moveTo>
                    <a:pt x="0" y="0"/>
                  </a:moveTo>
                  <a:lnTo>
                    <a:pt x="13354548" y="0"/>
                  </a:lnTo>
                  <a:lnTo>
                    <a:pt x="13354548" y="1745350"/>
                  </a:lnTo>
                  <a:lnTo>
                    <a:pt x="0" y="17453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0" y="19050"/>
              <a:ext cx="13354547" cy="1726300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just" marL="434340" indent="-144780" lvl="2">
                <a:lnSpc>
                  <a:spcPts val="2592"/>
                </a:lnSpc>
                <a:buFont typeface="Arial"/>
                <a:buChar char="⚬"/>
              </a:pPr>
              <a:r>
                <a:rPr lang="en-US" sz="240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Contienen botones o iconos que permiten realizar acciones rápidamente.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7270022" y="4013027"/>
            <a:ext cx="7161371" cy="632506"/>
            <a:chOff x="0" y="0"/>
            <a:chExt cx="9548494" cy="843341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15875" y="13712"/>
              <a:ext cx="9516745" cy="815905"/>
            </a:xfrm>
            <a:custGeom>
              <a:avLst/>
              <a:gdLst/>
              <a:ahLst/>
              <a:cxnLst/>
              <a:rect r="r" b="b" t="t" l="l"/>
              <a:pathLst>
                <a:path h="815905" w="9516745">
                  <a:moveTo>
                    <a:pt x="0" y="136021"/>
                  </a:moveTo>
                  <a:cubicBezTo>
                    <a:pt x="0" y="60880"/>
                    <a:pt x="72644" y="0"/>
                    <a:pt x="162179" y="0"/>
                  </a:cubicBezTo>
                  <a:lnTo>
                    <a:pt x="9354566" y="0"/>
                  </a:lnTo>
                  <a:cubicBezTo>
                    <a:pt x="9444101" y="0"/>
                    <a:pt x="9516745" y="60880"/>
                    <a:pt x="9516745" y="136021"/>
                  </a:cubicBezTo>
                  <a:lnTo>
                    <a:pt x="9516745" y="679884"/>
                  </a:lnTo>
                  <a:cubicBezTo>
                    <a:pt x="9516745" y="755025"/>
                    <a:pt x="9444101" y="815905"/>
                    <a:pt x="9354566" y="815905"/>
                  </a:cubicBezTo>
                  <a:lnTo>
                    <a:pt x="162179" y="815905"/>
                  </a:lnTo>
                  <a:cubicBezTo>
                    <a:pt x="72644" y="815905"/>
                    <a:pt x="0" y="755025"/>
                    <a:pt x="0" y="679884"/>
                  </a:cubicBezTo>
                  <a:close/>
                </a:path>
              </a:pathLst>
            </a:custGeom>
            <a:solidFill>
              <a:srgbClr val="957FBA"/>
            </a:solidFill>
          </p:spPr>
        </p:sp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9548495" cy="843329"/>
            </a:xfrm>
            <a:custGeom>
              <a:avLst/>
              <a:gdLst/>
              <a:ahLst/>
              <a:cxnLst/>
              <a:rect r="r" b="b" t="t" l="l"/>
              <a:pathLst>
                <a:path h="843329" w="9548495">
                  <a:moveTo>
                    <a:pt x="0" y="149733"/>
                  </a:moveTo>
                  <a:cubicBezTo>
                    <a:pt x="0" y="66694"/>
                    <a:pt x="80137" y="0"/>
                    <a:pt x="178054" y="0"/>
                  </a:cubicBezTo>
                  <a:lnTo>
                    <a:pt x="9370441" y="0"/>
                  </a:lnTo>
                  <a:lnTo>
                    <a:pt x="9370441" y="13712"/>
                  </a:lnTo>
                  <a:lnTo>
                    <a:pt x="9370441" y="0"/>
                  </a:lnTo>
                  <a:cubicBezTo>
                    <a:pt x="9468358" y="0"/>
                    <a:pt x="9548495" y="66694"/>
                    <a:pt x="9548495" y="149733"/>
                  </a:cubicBezTo>
                  <a:lnTo>
                    <a:pt x="9532620" y="149733"/>
                  </a:lnTo>
                  <a:lnTo>
                    <a:pt x="9548495" y="149733"/>
                  </a:lnTo>
                  <a:lnTo>
                    <a:pt x="9548495" y="693596"/>
                  </a:lnTo>
                  <a:lnTo>
                    <a:pt x="9532620" y="693596"/>
                  </a:lnTo>
                  <a:lnTo>
                    <a:pt x="9548495" y="693596"/>
                  </a:lnTo>
                  <a:cubicBezTo>
                    <a:pt x="9548495" y="776635"/>
                    <a:pt x="9468358" y="843329"/>
                    <a:pt x="9370440" y="843329"/>
                  </a:cubicBezTo>
                  <a:lnTo>
                    <a:pt x="9370440" y="829617"/>
                  </a:lnTo>
                  <a:lnTo>
                    <a:pt x="9370440" y="843329"/>
                  </a:lnTo>
                  <a:lnTo>
                    <a:pt x="178054" y="843329"/>
                  </a:lnTo>
                  <a:lnTo>
                    <a:pt x="178054" y="829617"/>
                  </a:lnTo>
                  <a:lnTo>
                    <a:pt x="178054" y="843329"/>
                  </a:lnTo>
                  <a:cubicBezTo>
                    <a:pt x="80137" y="843329"/>
                    <a:pt x="0" y="776744"/>
                    <a:pt x="0" y="693596"/>
                  </a:cubicBezTo>
                  <a:lnTo>
                    <a:pt x="0" y="149733"/>
                  </a:lnTo>
                  <a:lnTo>
                    <a:pt x="15875" y="149733"/>
                  </a:lnTo>
                  <a:lnTo>
                    <a:pt x="0" y="149733"/>
                  </a:lnTo>
                  <a:moveTo>
                    <a:pt x="31750" y="149733"/>
                  </a:moveTo>
                  <a:lnTo>
                    <a:pt x="31750" y="693596"/>
                  </a:lnTo>
                  <a:lnTo>
                    <a:pt x="15875" y="693596"/>
                  </a:lnTo>
                  <a:lnTo>
                    <a:pt x="31750" y="693596"/>
                  </a:lnTo>
                  <a:cubicBezTo>
                    <a:pt x="31750" y="760729"/>
                    <a:pt x="96774" y="815905"/>
                    <a:pt x="178054" y="815905"/>
                  </a:cubicBezTo>
                  <a:lnTo>
                    <a:pt x="9370441" y="815905"/>
                  </a:lnTo>
                  <a:cubicBezTo>
                    <a:pt x="9451722" y="815905"/>
                    <a:pt x="9516745" y="760729"/>
                    <a:pt x="9516745" y="693596"/>
                  </a:cubicBezTo>
                  <a:lnTo>
                    <a:pt x="9516745" y="149733"/>
                  </a:lnTo>
                  <a:cubicBezTo>
                    <a:pt x="9516745" y="82600"/>
                    <a:pt x="9451722" y="27424"/>
                    <a:pt x="9370441" y="27424"/>
                  </a:cubicBezTo>
                  <a:lnTo>
                    <a:pt x="178054" y="27424"/>
                  </a:lnTo>
                  <a:lnTo>
                    <a:pt x="178054" y="13712"/>
                  </a:lnTo>
                  <a:lnTo>
                    <a:pt x="178054" y="27424"/>
                  </a:lnTo>
                  <a:cubicBezTo>
                    <a:pt x="96774" y="27424"/>
                    <a:pt x="31750" y="82600"/>
                    <a:pt x="31750" y="14973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7610713" y="3982412"/>
            <a:ext cx="7092200" cy="663122"/>
            <a:chOff x="0" y="0"/>
            <a:chExt cx="9456266" cy="884162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9456266" cy="884162"/>
            </a:xfrm>
            <a:custGeom>
              <a:avLst/>
              <a:gdLst/>
              <a:ahLst/>
              <a:cxnLst/>
              <a:rect r="r" b="b" t="t" l="l"/>
              <a:pathLst>
                <a:path h="884162" w="9456266">
                  <a:moveTo>
                    <a:pt x="0" y="0"/>
                  </a:moveTo>
                  <a:lnTo>
                    <a:pt x="9456266" y="0"/>
                  </a:lnTo>
                  <a:lnTo>
                    <a:pt x="9456266" y="884162"/>
                  </a:lnTo>
                  <a:lnTo>
                    <a:pt x="0" y="88416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2" id="42"/>
            <p:cNvSpPr txBox="true"/>
            <p:nvPr/>
          </p:nvSpPr>
          <p:spPr>
            <a:xfrm>
              <a:off x="0" y="19050"/>
              <a:ext cx="9456266" cy="8651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just">
                <a:lnSpc>
                  <a:spcPts val="2592"/>
                </a:lnSpc>
              </a:pPr>
              <a:r>
                <a:rPr lang="en-US" sz="24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Barras de herramientas (Toolbars)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7100888" y="6904885"/>
            <a:ext cx="10220325" cy="854758"/>
            <a:chOff x="0" y="0"/>
            <a:chExt cx="13627100" cy="1139677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15875" y="10366"/>
              <a:ext cx="13595350" cy="1118952"/>
            </a:xfrm>
            <a:custGeom>
              <a:avLst/>
              <a:gdLst/>
              <a:ahLst/>
              <a:cxnLst/>
              <a:rect r="r" b="b" t="t" l="l"/>
              <a:pathLst>
                <a:path h="1118952" w="13595350">
                  <a:moveTo>
                    <a:pt x="0" y="0"/>
                  </a:moveTo>
                  <a:lnTo>
                    <a:pt x="13595350" y="0"/>
                  </a:lnTo>
                  <a:lnTo>
                    <a:pt x="13595350" y="1118952"/>
                  </a:lnTo>
                  <a:lnTo>
                    <a:pt x="0" y="1118952"/>
                  </a:lnTo>
                  <a:close/>
                </a:path>
              </a:pathLst>
            </a:custGeom>
            <a:solidFill>
              <a:srgbClr val="FFFFFF">
                <a:alpha val="80784"/>
              </a:srgbClr>
            </a:solidFill>
          </p:spPr>
        </p:sp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3627100" cy="1139688"/>
            </a:xfrm>
            <a:custGeom>
              <a:avLst/>
              <a:gdLst/>
              <a:ahLst/>
              <a:cxnLst/>
              <a:rect r="r" b="b" t="t" l="l"/>
              <a:pathLst>
                <a:path h="1139688" w="13627100">
                  <a:moveTo>
                    <a:pt x="15875" y="0"/>
                  </a:moveTo>
                  <a:lnTo>
                    <a:pt x="13611225" y="0"/>
                  </a:lnTo>
                  <a:cubicBezTo>
                    <a:pt x="13619987" y="0"/>
                    <a:pt x="13627100" y="4644"/>
                    <a:pt x="13627100" y="10366"/>
                  </a:cubicBezTo>
                  <a:lnTo>
                    <a:pt x="13627100" y="1129318"/>
                  </a:lnTo>
                  <a:cubicBezTo>
                    <a:pt x="13627100" y="1135041"/>
                    <a:pt x="13619987" y="1139688"/>
                    <a:pt x="13611225" y="1139688"/>
                  </a:cubicBezTo>
                  <a:lnTo>
                    <a:pt x="15875" y="1139688"/>
                  </a:lnTo>
                  <a:cubicBezTo>
                    <a:pt x="7112" y="1139688"/>
                    <a:pt x="0" y="1135041"/>
                    <a:pt x="0" y="1129318"/>
                  </a:cubicBezTo>
                  <a:lnTo>
                    <a:pt x="0" y="10366"/>
                  </a:lnTo>
                  <a:cubicBezTo>
                    <a:pt x="0" y="4644"/>
                    <a:pt x="7112" y="0"/>
                    <a:pt x="15875" y="0"/>
                  </a:cubicBezTo>
                  <a:moveTo>
                    <a:pt x="15875" y="20732"/>
                  </a:moveTo>
                  <a:lnTo>
                    <a:pt x="15875" y="10366"/>
                  </a:lnTo>
                  <a:lnTo>
                    <a:pt x="31750" y="10366"/>
                  </a:lnTo>
                  <a:lnTo>
                    <a:pt x="31750" y="1129318"/>
                  </a:lnTo>
                  <a:lnTo>
                    <a:pt x="15875" y="1129318"/>
                  </a:lnTo>
                  <a:lnTo>
                    <a:pt x="15875" y="1118952"/>
                  </a:lnTo>
                  <a:lnTo>
                    <a:pt x="13611225" y="1118952"/>
                  </a:lnTo>
                  <a:lnTo>
                    <a:pt x="13611225" y="1129318"/>
                  </a:lnTo>
                  <a:lnTo>
                    <a:pt x="13595350" y="1129318"/>
                  </a:lnTo>
                  <a:lnTo>
                    <a:pt x="13595350" y="10366"/>
                  </a:lnTo>
                  <a:lnTo>
                    <a:pt x="13611225" y="10366"/>
                  </a:lnTo>
                  <a:lnTo>
                    <a:pt x="13611225" y="20732"/>
                  </a:lnTo>
                  <a:lnTo>
                    <a:pt x="15875" y="20732"/>
                  </a:lnTo>
                  <a:close/>
                </a:path>
              </a:pathLst>
            </a:custGeom>
            <a:solidFill>
              <a:srgbClr val="9698C6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7100888" y="7009660"/>
            <a:ext cx="10015911" cy="809143"/>
            <a:chOff x="0" y="0"/>
            <a:chExt cx="13354547" cy="1078857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3354548" cy="1078857"/>
            </a:xfrm>
            <a:custGeom>
              <a:avLst/>
              <a:gdLst/>
              <a:ahLst/>
              <a:cxnLst/>
              <a:rect r="r" b="b" t="t" l="l"/>
              <a:pathLst>
                <a:path h="1078857" w="13354548">
                  <a:moveTo>
                    <a:pt x="0" y="0"/>
                  </a:moveTo>
                  <a:lnTo>
                    <a:pt x="13354548" y="0"/>
                  </a:lnTo>
                  <a:lnTo>
                    <a:pt x="13354548" y="1078857"/>
                  </a:lnTo>
                  <a:lnTo>
                    <a:pt x="0" y="107885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8" id="48"/>
            <p:cNvSpPr txBox="true"/>
            <p:nvPr/>
          </p:nvSpPr>
          <p:spPr>
            <a:xfrm>
              <a:off x="0" y="19050"/>
              <a:ext cx="13354547" cy="1059807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just" marL="434340" indent="-144780" lvl="2">
                <a:lnSpc>
                  <a:spcPts val="2592"/>
                </a:lnSpc>
                <a:buFont typeface="Arial"/>
                <a:buChar char="⚬"/>
              </a:pPr>
              <a:r>
                <a:rPr lang="en-US" sz="240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Ventanas emergentes que muestran información o solicitan entrada del usuario.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7270022" y="6134492"/>
            <a:ext cx="7161371" cy="732292"/>
            <a:chOff x="0" y="0"/>
            <a:chExt cx="9548494" cy="97639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15875" y="15875"/>
              <a:ext cx="9516745" cy="944626"/>
            </a:xfrm>
            <a:custGeom>
              <a:avLst/>
              <a:gdLst/>
              <a:ahLst/>
              <a:cxnLst/>
              <a:rect r="r" b="b" t="t" l="l"/>
              <a:pathLst>
                <a:path h="944626" w="9516745">
                  <a:moveTo>
                    <a:pt x="0" y="157480"/>
                  </a:moveTo>
                  <a:cubicBezTo>
                    <a:pt x="0" y="70485"/>
                    <a:pt x="72644" y="0"/>
                    <a:pt x="162179" y="0"/>
                  </a:cubicBezTo>
                  <a:lnTo>
                    <a:pt x="9354566" y="0"/>
                  </a:lnTo>
                  <a:cubicBezTo>
                    <a:pt x="9444101" y="0"/>
                    <a:pt x="9516745" y="70485"/>
                    <a:pt x="9516745" y="157480"/>
                  </a:cubicBezTo>
                  <a:lnTo>
                    <a:pt x="9516745" y="787146"/>
                  </a:lnTo>
                  <a:cubicBezTo>
                    <a:pt x="9516745" y="874141"/>
                    <a:pt x="9444101" y="944626"/>
                    <a:pt x="9354566" y="944626"/>
                  </a:cubicBezTo>
                  <a:lnTo>
                    <a:pt x="162179" y="944626"/>
                  </a:lnTo>
                  <a:cubicBezTo>
                    <a:pt x="72644" y="944626"/>
                    <a:pt x="0" y="874141"/>
                    <a:pt x="0" y="787146"/>
                  </a:cubicBezTo>
                  <a:close/>
                </a:path>
              </a:pathLst>
            </a:custGeom>
            <a:solidFill>
              <a:srgbClr val="9698C6"/>
            </a:solidFill>
          </p:spPr>
        </p:sp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9548495" cy="976376"/>
            </a:xfrm>
            <a:custGeom>
              <a:avLst/>
              <a:gdLst/>
              <a:ahLst/>
              <a:cxnLst/>
              <a:rect r="r" b="b" t="t" l="l"/>
              <a:pathLst>
                <a:path h="976376" w="9548495">
                  <a:moveTo>
                    <a:pt x="0" y="173355"/>
                  </a:moveTo>
                  <a:cubicBezTo>
                    <a:pt x="0" y="77216"/>
                    <a:pt x="80137" y="0"/>
                    <a:pt x="178054" y="0"/>
                  </a:cubicBezTo>
                  <a:lnTo>
                    <a:pt x="9370441" y="0"/>
                  </a:lnTo>
                  <a:lnTo>
                    <a:pt x="9370441" y="15875"/>
                  </a:lnTo>
                  <a:lnTo>
                    <a:pt x="9370441" y="0"/>
                  </a:lnTo>
                  <a:cubicBezTo>
                    <a:pt x="9468358" y="0"/>
                    <a:pt x="9548495" y="77216"/>
                    <a:pt x="9548495" y="173355"/>
                  </a:cubicBezTo>
                  <a:lnTo>
                    <a:pt x="9532620" y="173355"/>
                  </a:lnTo>
                  <a:lnTo>
                    <a:pt x="9548495" y="173355"/>
                  </a:lnTo>
                  <a:lnTo>
                    <a:pt x="9548495" y="803021"/>
                  </a:lnTo>
                  <a:lnTo>
                    <a:pt x="9532620" y="803021"/>
                  </a:lnTo>
                  <a:lnTo>
                    <a:pt x="9548495" y="803021"/>
                  </a:lnTo>
                  <a:cubicBezTo>
                    <a:pt x="9548495" y="899160"/>
                    <a:pt x="9468358" y="976376"/>
                    <a:pt x="9370440" y="976376"/>
                  </a:cubicBezTo>
                  <a:lnTo>
                    <a:pt x="9370440" y="960501"/>
                  </a:lnTo>
                  <a:lnTo>
                    <a:pt x="9370440" y="976376"/>
                  </a:lnTo>
                  <a:lnTo>
                    <a:pt x="178054" y="976376"/>
                  </a:lnTo>
                  <a:lnTo>
                    <a:pt x="178054" y="960501"/>
                  </a:lnTo>
                  <a:lnTo>
                    <a:pt x="178054" y="976376"/>
                  </a:lnTo>
                  <a:cubicBezTo>
                    <a:pt x="80137" y="976376"/>
                    <a:pt x="0" y="899287"/>
                    <a:pt x="0" y="803021"/>
                  </a:cubicBezTo>
                  <a:lnTo>
                    <a:pt x="0" y="173355"/>
                  </a:lnTo>
                  <a:lnTo>
                    <a:pt x="15875" y="173355"/>
                  </a:lnTo>
                  <a:lnTo>
                    <a:pt x="0" y="173355"/>
                  </a:lnTo>
                  <a:moveTo>
                    <a:pt x="31750" y="173355"/>
                  </a:moveTo>
                  <a:lnTo>
                    <a:pt x="31750" y="803021"/>
                  </a:lnTo>
                  <a:lnTo>
                    <a:pt x="15875" y="803021"/>
                  </a:lnTo>
                  <a:lnTo>
                    <a:pt x="31750" y="803021"/>
                  </a:lnTo>
                  <a:cubicBezTo>
                    <a:pt x="31750" y="880745"/>
                    <a:pt x="96774" y="944626"/>
                    <a:pt x="178054" y="944626"/>
                  </a:cubicBezTo>
                  <a:lnTo>
                    <a:pt x="9370441" y="944626"/>
                  </a:lnTo>
                  <a:cubicBezTo>
                    <a:pt x="9451722" y="944626"/>
                    <a:pt x="9516745" y="880745"/>
                    <a:pt x="9516745" y="803021"/>
                  </a:cubicBezTo>
                  <a:lnTo>
                    <a:pt x="9516745" y="173355"/>
                  </a:lnTo>
                  <a:cubicBezTo>
                    <a:pt x="9516745" y="95631"/>
                    <a:pt x="9451722" y="31750"/>
                    <a:pt x="9370441" y="31750"/>
                  </a:cubicBezTo>
                  <a:lnTo>
                    <a:pt x="178054" y="31750"/>
                  </a:lnTo>
                  <a:lnTo>
                    <a:pt x="178054" y="15875"/>
                  </a:lnTo>
                  <a:lnTo>
                    <a:pt x="178054" y="31750"/>
                  </a:lnTo>
                  <a:cubicBezTo>
                    <a:pt x="96774" y="31750"/>
                    <a:pt x="31750" y="95631"/>
                    <a:pt x="31750" y="173355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7645298" y="6169078"/>
            <a:ext cx="7092200" cy="663122"/>
            <a:chOff x="0" y="0"/>
            <a:chExt cx="9456266" cy="884162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9456266" cy="884162"/>
            </a:xfrm>
            <a:custGeom>
              <a:avLst/>
              <a:gdLst/>
              <a:ahLst/>
              <a:cxnLst/>
              <a:rect r="r" b="b" t="t" l="l"/>
              <a:pathLst>
                <a:path h="884162" w="9456266">
                  <a:moveTo>
                    <a:pt x="0" y="0"/>
                  </a:moveTo>
                  <a:lnTo>
                    <a:pt x="9456266" y="0"/>
                  </a:lnTo>
                  <a:lnTo>
                    <a:pt x="9456266" y="884162"/>
                  </a:lnTo>
                  <a:lnTo>
                    <a:pt x="0" y="88416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4" id="54"/>
            <p:cNvSpPr txBox="true"/>
            <p:nvPr/>
          </p:nvSpPr>
          <p:spPr>
            <a:xfrm>
              <a:off x="0" y="19050"/>
              <a:ext cx="9456266" cy="8651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just">
                <a:lnSpc>
                  <a:spcPts val="2592"/>
                </a:lnSpc>
              </a:pPr>
              <a:r>
                <a:rPr lang="en-US" sz="24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Cuadros de diálogo (Dialogs)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7100888" y="8702500"/>
            <a:ext cx="10220325" cy="561885"/>
            <a:chOff x="0" y="0"/>
            <a:chExt cx="13627100" cy="74918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15875" y="8861"/>
              <a:ext cx="13595350" cy="731450"/>
            </a:xfrm>
            <a:custGeom>
              <a:avLst/>
              <a:gdLst/>
              <a:ahLst/>
              <a:cxnLst/>
              <a:rect r="r" b="b" t="t" l="l"/>
              <a:pathLst>
                <a:path h="731450" w="13595350">
                  <a:moveTo>
                    <a:pt x="0" y="0"/>
                  </a:moveTo>
                  <a:lnTo>
                    <a:pt x="13595350" y="0"/>
                  </a:lnTo>
                  <a:lnTo>
                    <a:pt x="13595350" y="731450"/>
                  </a:lnTo>
                  <a:lnTo>
                    <a:pt x="0" y="731450"/>
                  </a:lnTo>
                  <a:close/>
                </a:path>
              </a:pathLst>
            </a:custGeom>
            <a:solidFill>
              <a:srgbClr val="FFFFFF">
                <a:alpha val="80784"/>
              </a:srgbClr>
            </a:solidFill>
          </p:spPr>
        </p:sp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3627100" cy="749172"/>
            </a:xfrm>
            <a:custGeom>
              <a:avLst/>
              <a:gdLst/>
              <a:ahLst/>
              <a:cxnLst/>
              <a:rect r="r" b="b" t="t" l="l"/>
              <a:pathLst>
                <a:path h="749172" w="13627100">
                  <a:moveTo>
                    <a:pt x="15875" y="0"/>
                  </a:moveTo>
                  <a:lnTo>
                    <a:pt x="13611225" y="0"/>
                  </a:lnTo>
                  <a:cubicBezTo>
                    <a:pt x="13619987" y="0"/>
                    <a:pt x="13627100" y="3970"/>
                    <a:pt x="13627100" y="8861"/>
                  </a:cubicBezTo>
                  <a:lnTo>
                    <a:pt x="13627100" y="740311"/>
                  </a:lnTo>
                  <a:cubicBezTo>
                    <a:pt x="13627100" y="745202"/>
                    <a:pt x="13619987" y="749172"/>
                    <a:pt x="13611225" y="749172"/>
                  </a:cubicBezTo>
                  <a:lnTo>
                    <a:pt x="15875" y="749172"/>
                  </a:lnTo>
                  <a:cubicBezTo>
                    <a:pt x="7112" y="749172"/>
                    <a:pt x="0" y="745202"/>
                    <a:pt x="0" y="740311"/>
                  </a:cubicBezTo>
                  <a:lnTo>
                    <a:pt x="0" y="8861"/>
                  </a:lnTo>
                  <a:cubicBezTo>
                    <a:pt x="0" y="3970"/>
                    <a:pt x="7112" y="0"/>
                    <a:pt x="15875" y="0"/>
                  </a:cubicBezTo>
                  <a:moveTo>
                    <a:pt x="15875" y="17723"/>
                  </a:moveTo>
                  <a:lnTo>
                    <a:pt x="15875" y="8861"/>
                  </a:lnTo>
                  <a:lnTo>
                    <a:pt x="31750" y="8861"/>
                  </a:lnTo>
                  <a:lnTo>
                    <a:pt x="31750" y="740311"/>
                  </a:lnTo>
                  <a:lnTo>
                    <a:pt x="15875" y="740311"/>
                  </a:lnTo>
                  <a:lnTo>
                    <a:pt x="15875" y="731450"/>
                  </a:lnTo>
                  <a:lnTo>
                    <a:pt x="13611225" y="731450"/>
                  </a:lnTo>
                  <a:lnTo>
                    <a:pt x="13611225" y="740311"/>
                  </a:lnTo>
                  <a:lnTo>
                    <a:pt x="13595350" y="740311"/>
                  </a:lnTo>
                  <a:lnTo>
                    <a:pt x="13595350" y="8861"/>
                  </a:lnTo>
                  <a:lnTo>
                    <a:pt x="13611225" y="8861"/>
                  </a:lnTo>
                  <a:lnTo>
                    <a:pt x="13611225" y="17723"/>
                  </a:lnTo>
                  <a:lnTo>
                    <a:pt x="15875" y="17723"/>
                  </a:lnTo>
                  <a:close/>
                </a:path>
              </a:pathLst>
            </a:custGeom>
            <a:solidFill>
              <a:srgbClr val="7F9ABA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7100888" y="8673925"/>
            <a:ext cx="10220325" cy="584375"/>
            <a:chOff x="0" y="0"/>
            <a:chExt cx="13627100" cy="779167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3627100" cy="779167"/>
            </a:xfrm>
            <a:custGeom>
              <a:avLst/>
              <a:gdLst/>
              <a:ahLst/>
              <a:cxnLst/>
              <a:rect r="r" b="b" t="t" l="l"/>
              <a:pathLst>
                <a:path h="779167" w="13627100">
                  <a:moveTo>
                    <a:pt x="0" y="0"/>
                  </a:moveTo>
                  <a:lnTo>
                    <a:pt x="13627100" y="0"/>
                  </a:lnTo>
                  <a:lnTo>
                    <a:pt x="13627100" y="779167"/>
                  </a:lnTo>
                  <a:lnTo>
                    <a:pt x="0" y="77916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60" id="60"/>
            <p:cNvSpPr txBox="true"/>
            <p:nvPr/>
          </p:nvSpPr>
          <p:spPr>
            <a:xfrm>
              <a:off x="0" y="19050"/>
              <a:ext cx="13627100" cy="760117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just" marL="434340" indent="-144780" lvl="2">
                <a:lnSpc>
                  <a:spcPts val="2592"/>
                </a:lnSpc>
                <a:buFont typeface="Arial"/>
                <a:buChar char="⚬"/>
              </a:pPr>
              <a:r>
                <a:rPr lang="en-US" sz="240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Permiten al usuario ingresar datos o realizar acciones.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7270022" y="7999778"/>
            <a:ext cx="7161371" cy="589418"/>
            <a:chOff x="0" y="0"/>
            <a:chExt cx="9548494" cy="78589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15875" y="12778"/>
              <a:ext cx="9516745" cy="760323"/>
            </a:xfrm>
            <a:custGeom>
              <a:avLst/>
              <a:gdLst/>
              <a:ahLst/>
              <a:cxnLst/>
              <a:rect r="r" b="b" t="t" l="l"/>
              <a:pathLst>
                <a:path h="760323" w="9516745">
                  <a:moveTo>
                    <a:pt x="0" y="126754"/>
                  </a:moveTo>
                  <a:cubicBezTo>
                    <a:pt x="0" y="56733"/>
                    <a:pt x="72644" y="0"/>
                    <a:pt x="162179" y="0"/>
                  </a:cubicBezTo>
                  <a:lnTo>
                    <a:pt x="9354566" y="0"/>
                  </a:lnTo>
                  <a:cubicBezTo>
                    <a:pt x="9444101" y="0"/>
                    <a:pt x="9516745" y="56733"/>
                    <a:pt x="9516745" y="126754"/>
                  </a:cubicBezTo>
                  <a:lnTo>
                    <a:pt x="9516745" y="633568"/>
                  </a:lnTo>
                  <a:cubicBezTo>
                    <a:pt x="9516745" y="703590"/>
                    <a:pt x="9444101" y="760323"/>
                    <a:pt x="9354566" y="760323"/>
                  </a:cubicBezTo>
                  <a:lnTo>
                    <a:pt x="162179" y="760323"/>
                  </a:lnTo>
                  <a:cubicBezTo>
                    <a:pt x="72644" y="760323"/>
                    <a:pt x="0" y="703590"/>
                    <a:pt x="0" y="633568"/>
                  </a:cubicBezTo>
                  <a:close/>
                </a:path>
              </a:pathLst>
            </a:custGeom>
            <a:solidFill>
              <a:srgbClr val="7F9ABA"/>
            </a:solidFill>
          </p:spPr>
        </p:sp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9548495" cy="785879"/>
            </a:xfrm>
            <a:custGeom>
              <a:avLst/>
              <a:gdLst/>
              <a:ahLst/>
              <a:cxnLst/>
              <a:rect r="r" b="b" t="t" l="l"/>
              <a:pathLst>
                <a:path h="785879" w="9548495">
                  <a:moveTo>
                    <a:pt x="0" y="139532"/>
                  </a:moveTo>
                  <a:cubicBezTo>
                    <a:pt x="0" y="62151"/>
                    <a:pt x="80137" y="0"/>
                    <a:pt x="178054" y="0"/>
                  </a:cubicBezTo>
                  <a:lnTo>
                    <a:pt x="9370441" y="0"/>
                  </a:lnTo>
                  <a:lnTo>
                    <a:pt x="9370441" y="12778"/>
                  </a:lnTo>
                  <a:lnTo>
                    <a:pt x="9370441" y="0"/>
                  </a:lnTo>
                  <a:cubicBezTo>
                    <a:pt x="9468358" y="0"/>
                    <a:pt x="9548495" y="62151"/>
                    <a:pt x="9548495" y="139532"/>
                  </a:cubicBezTo>
                  <a:lnTo>
                    <a:pt x="9532620" y="139532"/>
                  </a:lnTo>
                  <a:lnTo>
                    <a:pt x="9548495" y="139532"/>
                  </a:lnTo>
                  <a:lnTo>
                    <a:pt x="9548495" y="646346"/>
                  </a:lnTo>
                  <a:lnTo>
                    <a:pt x="9532620" y="646346"/>
                  </a:lnTo>
                  <a:lnTo>
                    <a:pt x="9548495" y="646346"/>
                  </a:lnTo>
                  <a:cubicBezTo>
                    <a:pt x="9548495" y="723728"/>
                    <a:pt x="9468358" y="785879"/>
                    <a:pt x="9370440" y="785879"/>
                  </a:cubicBezTo>
                  <a:lnTo>
                    <a:pt x="9370440" y="773101"/>
                  </a:lnTo>
                  <a:lnTo>
                    <a:pt x="9370440" y="785879"/>
                  </a:lnTo>
                  <a:lnTo>
                    <a:pt x="178054" y="785879"/>
                  </a:lnTo>
                  <a:lnTo>
                    <a:pt x="178054" y="773101"/>
                  </a:lnTo>
                  <a:lnTo>
                    <a:pt x="178054" y="785879"/>
                  </a:lnTo>
                  <a:cubicBezTo>
                    <a:pt x="80137" y="785879"/>
                    <a:pt x="0" y="723830"/>
                    <a:pt x="0" y="646346"/>
                  </a:cubicBezTo>
                  <a:lnTo>
                    <a:pt x="0" y="139532"/>
                  </a:lnTo>
                  <a:lnTo>
                    <a:pt x="15875" y="139532"/>
                  </a:lnTo>
                  <a:lnTo>
                    <a:pt x="0" y="139532"/>
                  </a:lnTo>
                  <a:moveTo>
                    <a:pt x="31750" y="139532"/>
                  </a:moveTo>
                  <a:lnTo>
                    <a:pt x="31750" y="646346"/>
                  </a:lnTo>
                  <a:lnTo>
                    <a:pt x="15875" y="646346"/>
                  </a:lnTo>
                  <a:lnTo>
                    <a:pt x="31750" y="646346"/>
                  </a:lnTo>
                  <a:cubicBezTo>
                    <a:pt x="31750" y="708906"/>
                    <a:pt x="96774" y="760323"/>
                    <a:pt x="178054" y="760323"/>
                  </a:cubicBezTo>
                  <a:lnTo>
                    <a:pt x="9370441" y="760323"/>
                  </a:lnTo>
                  <a:cubicBezTo>
                    <a:pt x="9451722" y="760323"/>
                    <a:pt x="9516745" y="708906"/>
                    <a:pt x="9516745" y="646346"/>
                  </a:cubicBezTo>
                  <a:lnTo>
                    <a:pt x="9516745" y="139532"/>
                  </a:lnTo>
                  <a:cubicBezTo>
                    <a:pt x="9516745" y="76973"/>
                    <a:pt x="9451722" y="25555"/>
                    <a:pt x="9370441" y="25555"/>
                  </a:cubicBezTo>
                  <a:lnTo>
                    <a:pt x="178054" y="25555"/>
                  </a:lnTo>
                  <a:lnTo>
                    <a:pt x="178054" y="12778"/>
                  </a:lnTo>
                  <a:lnTo>
                    <a:pt x="178054" y="25555"/>
                  </a:lnTo>
                  <a:cubicBezTo>
                    <a:pt x="96774" y="25555"/>
                    <a:pt x="31750" y="76973"/>
                    <a:pt x="31750" y="13953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7492246" y="7961678"/>
            <a:ext cx="7092200" cy="663122"/>
            <a:chOff x="0" y="0"/>
            <a:chExt cx="9456266" cy="884162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9456266" cy="884162"/>
            </a:xfrm>
            <a:custGeom>
              <a:avLst/>
              <a:gdLst/>
              <a:ahLst/>
              <a:cxnLst/>
              <a:rect r="r" b="b" t="t" l="l"/>
              <a:pathLst>
                <a:path h="884162" w="9456266">
                  <a:moveTo>
                    <a:pt x="0" y="0"/>
                  </a:moveTo>
                  <a:lnTo>
                    <a:pt x="9456266" y="0"/>
                  </a:lnTo>
                  <a:lnTo>
                    <a:pt x="9456266" y="884162"/>
                  </a:lnTo>
                  <a:lnTo>
                    <a:pt x="0" y="88416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66" id="66"/>
            <p:cNvSpPr txBox="true"/>
            <p:nvPr/>
          </p:nvSpPr>
          <p:spPr>
            <a:xfrm>
              <a:off x="0" y="19050"/>
              <a:ext cx="9456266" cy="8651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just">
                <a:lnSpc>
                  <a:spcPts val="2592"/>
                </a:lnSpc>
              </a:pPr>
              <a:r>
                <a:rPr lang="en-US" sz="24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Controles de entrada (TextFields, Buttons, etc.)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4374">
            <a:off x="1780767" y="2846070"/>
            <a:ext cx="14969502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1645920" y="429904"/>
            <a:ext cx="15087600" cy="2176135"/>
            <a:chOff x="0" y="0"/>
            <a:chExt cx="20116800" cy="290151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0116800" cy="2901514"/>
            </a:xfrm>
            <a:custGeom>
              <a:avLst/>
              <a:gdLst/>
              <a:ahLst/>
              <a:cxnLst/>
              <a:rect r="r" b="b" t="t" l="l"/>
              <a:pathLst>
                <a:path h="2901514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2901514"/>
                  </a:lnTo>
                  <a:lnTo>
                    <a:pt x="0" y="290151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161925"/>
              <a:ext cx="20116800" cy="2739589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7775"/>
                </a:lnSpc>
              </a:pPr>
              <a:r>
                <a:rPr lang="en-US" sz="8100" spc="-75">
                  <a:solidFill>
                    <a:srgbClr val="404040"/>
                  </a:solidFill>
                  <a:latin typeface="Arimo"/>
                  <a:ea typeface="Arimo"/>
                  <a:cs typeface="Arimo"/>
                  <a:sym typeface="Arimo"/>
                </a:rPr>
                <a:t>Beneficios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645920" y="3162990"/>
            <a:ext cx="15087599" cy="1611416"/>
            <a:chOff x="0" y="0"/>
            <a:chExt cx="20116798" cy="214855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116800" cy="2148586"/>
            </a:xfrm>
            <a:custGeom>
              <a:avLst/>
              <a:gdLst/>
              <a:ahLst/>
              <a:cxnLst/>
              <a:rect r="r" b="b" t="t" l="l"/>
              <a:pathLst>
                <a:path h="2148586" w="20116800">
                  <a:moveTo>
                    <a:pt x="0" y="214884"/>
                  </a:moveTo>
                  <a:cubicBezTo>
                    <a:pt x="0" y="96139"/>
                    <a:pt x="96139" y="0"/>
                    <a:pt x="214884" y="0"/>
                  </a:cubicBezTo>
                  <a:lnTo>
                    <a:pt x="19901915" y="0"/>
                  </a:lnTo>
                  <a:cubicBezTo>
                    <a:pt x="20020533" y="0"/>
                    <a:pt x="20116800" y="96139"/>
                    <a:pt x="20116800" y="214884"/>
                  </a:cubicBezTo>
                  <a:lnTo>
                    <a:pt x="20116800" y="1933702"/>
                  </a:lnTo>
                  <a:cubicBezTo>
                    <a:pt x="20116800" y="2052320"/>
                    <a:pt x="20020660" y="2148586"/>
                    <a:pt x="19901915" y="2148586"/>
                  </a:cubicBezTo>
                  <a:lnTo>
                    <a:pt x="214884" y="2148586"/>
                  </a:lnTo>
                  <a:cubicBezTo>
                    <a:pt x="96139" y="2148586"/>
                    <a:pt x="0" y="2052320"/>
                    <a:pt x="0" y="1933702"/>
                  </a:cubicBezTo>
                  <a:close/>
                </a:path>
              </a:pathLst>
            </a:custGeom>
            <a:solidFill>
              <a:srgbClr val="E7D8E3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2121467" y="3513652"/>
            <a:ext cx="910091" cy="910091"/>
            <a:chOff x="0" y="0"/>
            <a:chExt cx="1213454" cy="121345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5875" y="15875"/>
              <a:ext cx="1181735" cy="1181735"/>
            </a:xfrm>
            <a:custGeom>
              <a:avLst/>
              <a:gdLst/>
              <a:ahLst/>
              <a:cxnLst/>
              <a:rect r="r" b="b" t="t" l="l"/>
              <a:pathLst>
                <a:path h="1181735" w="1181735">
                  <a:moveTo>
                    <a:pt x="0" y="0"/>
                  </a:moveTo>
                  <a:lnTo>
                    <a:pt x="1181735" y="0"/>
                  </a:lnTo>
                  <a:lnTo>
                    <a:pt x="1181735" y="1181735"/>
                  </a:lnTo>
                  <a:lnTo>
                    <a:pt x="0" y="1181735"/>
                  </a:lnTo>
                  <a:close/>
                </a:path>
              </a:pathLst>
            </a:custGeom>
            <a:blipFill>
              <a:blip r:embed="rId2"/>
              <a:stretch>
                <a:fillRect l="-1343" t="-1343" r="-1340" b="-134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13485" cy="1213485"/>
            </a:xfrm>
            <a:custGeom>
              <a:avLst/>
              <a:gdLst/>
              <a:ahLst/>
              <a:cxnLst/>
              <a:rect r="r" b="b" t="t" l="l"/>
              <a:pathLst>
                <a:path h="1213485" w="1213485">
                  <a:moveTo>
                    <a:pt x="15875" y="0"/>
                  </a:moveTo>
                  <a:lnTo>
                    <a:pt x="1197610" y="0"/>
                  </a:lnTo>
                  <a:cubicBezTo>
                    <a:pt x="1206373" y="0"/>
                    <a:pt x="1213485" y="7112"/>
                    <a:pt x="1213485" y="15875"/>
                  </a:cubicBezTo>
                  <a:lnTo>
                    <a:pt x="1213485" y="1197610"/>
                  </a:lnTo>
                  <a:cubicBezTo>
                    <a:pt x="1213485" y="1206373"/>
                    <a:pt x="1206373" y="1213485"/>
                    <a:pt x="1197610" y="1213485"/>
                  </a:cubicBezTo>
                  <a:lnTo>
                    <a:pt x="15875" y="1213485"/>
                  </a:lnTo>
                  <a:cubicBezTo>
                    <a:pt x="7112" y="1213485"/>
                    <a:pt x="0" y="1206373"/>
                    <a:pt x="0" y="1197610"/>
                  </a:cubicBezTo>
                  <a:lnTo>
                    <a:pt x="0" y="15875"/>
                  </a:lnTo>
                  <a:cubicBezTo>
                    <a:pt x="0" y="7112"/>
                    <a:pt x="7112" y="0"/>
                    <a:pt x="15875" y="0"/>
                  </a:cubicBezTo>
                  <a:moveTo>
                    <a:pt x="15875" y="31750"/>
                  </a:moveTo>
                  <a:lnTo>
                    <a:pt x="15875" y="15875"/>
                  </a:lnTo>
                  <a:lnTo>
                    <a:pt x="31750" y="15875"/>
                  </a:lnTo>
                  <a:lnTo>
                    <a:pt x="31750" y="1197610"/>
                  </a:lnTo>
                  <a:lnTo>
                    <a:pt x="15875" y="1197610"/>
                  </a:lnTo>
                  <a:lnTo>
                    <a:pt x="15875" y="1181735"/>
                  </a:lnTo>
                  <a:lnTo>
                    <a:pt x="1197610" y="1181735"/>
                  </a:lnTo>
                  <a:lnTo>
                    <a:pt x="1197610" y="1197610"/>
                  </a:lnTo>
                  <a:lnTo>
                    <a:pt x="1181735" y="1197610"/>
                  </a:lnTo>
                  <a:lnTo>
                    <a:pt x="1181735" y="15875"/>
                  </a:lnTo>
                  <a:lnTo>
                    <a:pt x="1197610" y="15875"/>
                  </a:lnTo>
                  <a:lnTo>
                    <a:pt x="1197610" y="31750"/>
                  </a:lnTo>
                  <a:lnTo>
                    <a:pt x="15875" y="3175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3497582" y="3153465"/>
            <a:ext cx="6808470" cy="1630466"/>
            <a:chOff x="0" y="0"/>
            <a:chExt cx="9077960" cy="217395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077960" cy="2173954"/>
            </a:xfrm>
            <a:custGeom>
              <a:avLst/>
              <a:gdLst/>
              <a:ahLst/>
              <a:cxnLst/>
              <a:rect r="r" b="b" t="t" l="l"/>
              <a:pathLst>
                <a:path h="2173954" w="9077960">
                  <a:moveTo>
                    <a:pt x="0" y="0"/>
                  </a:moveTo>
                  <a:lnTo>
                    <a:pt x="9077960" y="0"/>
                  </a:lnTo>
                  <a:lnTo>
                    <a:pt x="9077960" y="2173954"/>
                  </a:lnTo>
                  <a:lnTo>
                    <a:pt x="0" y="217395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9077960" cy="22120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500"/>
                </a:lnSpc>
              </a:pPr>
              <a:r>
                <a:rPr lang="en-US" sz="375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Mejora en la experiencia del usuario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287002" y="3153465"/>
            <a:ext cx="6456042" cy="1630466"/>
            <a:chOff x="0" y="0"/>
            <a:chExt cx="8608056" cy="217395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608056" cy="2173954"/>
            </a:xfrm>
            <a:custGeom>
              <a:avLst/>
              <a:gdLst/>
              <a:ahLst/>
              <a:cxnLst/>
              <a:rect r="r" b="b" t="t" l="l"/>
              <a:pathLst>
                <a:path h="2173954" w="8608056">
                  <a:moveTo>
                    <a:pt x="0" y="0"/>
                  </a:moveTo>
                  <a:lnTo>
                    <a:pt x="8608056" y="0"/>
                  </a:lnTo>
                  <a:lnTo>
                    <a:pt x="8608056" y="2173954"/>
                  </a:lnTo>
                  <a:lnTo>
                    <a:pt x="0" y="217395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9050"/>
              <a:ext cx="8608056" cy="21930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Las GUI hacen que las aplicaciones sean más accesibles y fáciles de usar.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645920" y="5177260"/>
            <a:ext cx="15087599" cy="1611415"/>
            <a:chOff x="0" y="0"/>
            <a:chExt cx="20116798" cy="214855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0116800" cy="2148586"/>
            </a:xfrm>
            <a:custGeom>
              <a:avLst/>
              <a:gdLst/>
              <a:ahLst/>
              <a:cxnLst/>
              <a:rect r="r" b="b" t="t" l="l"/>
              <a:pathLst>
                <a:path h="2148586" w="20116800">
                  <a:moveTo>
                    <a:pt x="0" y="214884"/>
                  </a:moveTo>
                  <a:cubicBezTo>
                    <a:pt x="0" y="96139"/>
                    <a:pt x="96139" y="0"/>
                    <a:pt x="214884" y="0"/>
                  </a:cubicBezTo>
                  <a:lnTo>
                    <a:pt x="19901915" y="0"/>
                  </a:lnTo>
                  <a:cubicBezTo>
                    <a:pt x="20020533" y="0"/>
                    <a:pt x="20116800" y="96139"/>
                    <a:pt x="20116800" y="214884"/>
                  </a:cubicBezTo>
                  <a:lnTo>
                    <a:pt x="20116800" y="1933702"/>
                  </a:lnTo>
                  <a:cubicBezTo>
                    <a:pt x="20116800" y="2052320"/>
                    <a:pt x="20020660" y="2148586"/>
                    <a:pt x="19901915" y="2148586"/>
                  </a:cubicBezTo>
                  <a:lnTo>
                    <a:pt x="214884" y="2148586"/>
                  </a:lnTo>
                  <a:cubicBezTo>
                    <a:pt x="96139" y="2148586"/>
                    <a:pt x="0" y="2052320"/>
                    <a:pt x="0" y="1933702"/>
                  </a:cubicBezTo>
                  <a:close/>
                </a:path>
              </a:pathLst>
            </a:custGeom>
            <a:solidFill>
              <a:srgbClr val="E7D8E3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2121467" y="5527924"/>
            <a:ext cx="910091" cy="910090"/>
            <a:chOff x="0" y="0"/>
            <a:chExt cx="1213454" cy="121345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15875" y="15875"/>
              <a:ext cx="1181735" cy="1181735"/>
            </a:xfrm>
            <a:custGeom>
              <a:avLst/>
              <a:gdLst/>
              <a:ahLst/>
              <a:cxnLst/>
              <a:rect r="r" b="b" t="t" l="l"/>
              <a:pathLst>
                <a:path h="1181735" w="1181735">
                  <a:moveTo>
                    <a:pt x="0" y="0"/>
                  </a:moveTo>
                  <a:lnTo>
                    <a:pt x="1181735" y="0"/>
                  </a:lnTo>
                  <a:lnTo>
                    <a:pt x="1181735" y="1181735"/>
                  </a:lnTo>
                  <a:lnTo>
                    <a:pt x="0" y="1181735"/>
                  </a:lnTo>
                  <a:close/>
                </a:path>
              </a:pathLst>
            </a:custGeom>
            <a:blipFill>
              <a:blip r:embed="rId3"/>
              <a:stretch>
                <a:fillRect l="-1343" t="-1343" r="-1340" b="-1340"/>
              </a:stretch>
            </a:blip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213485" cy="1213485"/>
            </a:xfrm>
            <a:custGeom>
              <a:avLst/>
              <a:gdLst/>
              <a:ahLst/>
              <a:cxnLst/>
              <a:rect r="r" b="b" t="t" l="l"/>
              <a:pathLst>
                <a:path h="1213485" w="1213485">
                  <a:moveTo>
                    <a:pt x="15875" y="0"/>
                  </a:moveTo>
                  <a:lnTo>
                    <a:pt x="1197610" y="0"/>
                  </a:lnTo>
                  <a:cubicBezTo>
                    <a:pt x="1206373" y="0"/>
                    <a:pt x="1213485" y="7112"/>
                    <a:pt x="1213485" y="15875"/>
                  </a:cubicBezTo>
                  <a:lnTo>
                    <a:pt x="1213485" y="1197610"/>
                  </a:lnTo>
                  <a:cubicBezTo>
                    <a:pt x="1213485" y="1206373"/>
                    <a:pt x="1206373" y="1213485"/>
                    <a:pt x="1197610" y="1213485"/>
                  </a:cubicBezTo>
                  <a:lnTo>
                    <a:pt x="15875" y="1213485"/>
                  </a:lnTo>
                  <a:cubicBezTo>
                    <a:pt x="7112" y="1213485"/>
                    <a:pt x="0" y="1206373"/>
                    <a:pt x="0" y="1197610"/>
                  </a:cubicBezTo>
                  <a:lnTo>
                    <a:pt x="0" y="15875"/>
                  </a:lnTo>
                  <a:cubicBezTo>
                    <a:pt x="0" y="7112"/>
                    <a:pt x="7112" y="0"/>
                    <a:pt x="15875" y="0"/>
                  </a:cubicBezTo>
                  <a:moveTo>
                    <a:pt x="15875" y="31750"/>
                  </a:moveTo>
                  <a:lnTo>
                    <a:pt x="15875" y="15875"/>
                  </a:lnTo>
                  <a:lnTo>
                    <a:pt x="31750" y="15875"/>
                  </a:lnTo>
                  <a:lnTo>
                    <a:pt x="31750" y="1197610"/>
                  </a:lnTo>
                  <a:lnTo>
                    <a:pt x="15875" y="1197610"/>
                  </a:lnTo>
                  <a:lnTo>
                    <a:pt x="15875" y="1181735"/>
                  </a:lnTo>
                  <a:lnTo>
                    <a:pt x="1197610" y="1181735"/>
                  </a:lnTo>
                  <a:lnTo>
                    <a:pt x="1197610" y="1197610"/>
                  </a:lnTo>
                  <a:lnTo>
                    <a:pt x="1181735" y="1197610"/>
                  </a:lnTo>
                  <a:lnTo>
                    <a:pt x="1181735" y="15875"/>
                  </a:lnTo>
                  <a:lnTo>
                    <a:pt x="1197610" y="15875"/>
                  </a:lnTo>
                  <a:lnTo>
                    <a:pt x="1197610" y="31750"/>
                  </a:lnTo>
                  <a:lnTo>
                    <a:pt x="15875" y="3175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3497582" y="5167736"/>
            <a:ext cx="6808470" cy="1630465"/>
            <a:chOff x="0" y="0"/>
            <a:chExt cx="9077960" cy="217395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077960" cy="2173954"/>
            </a:xfrm>
            <a:custGeom>
              <a:avLst/>
              <a:gdLst/>
              <a:ahLst/>
              <a:cxnLst/>
              <a:rect r="r" b="b" t="t" l="l"/>
              <a:pathLst>
                <a:path h="2173954" w="9077960">
                  <a:moveTo>
                    <a:pt x="0" y="0"/>
                  </a:moveTo>
                  <a:lnTo>
                    <a:pt x="9077960" y="0"/>
                  </a:lnTo>
                  <a:lnTo>
                    <a:pt x="9077960" y="2173954"/>
                  </a:lnTo>
                  <a:lnTo>
                    <a:pt x="0" y="217395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9077960" cy="22120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500"/>
                </a:lnSpc>
              </a:pPr>
              <a:r>
                <a:rPr lang="en-US" sz="375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Facilidad para desarrollar aplicaciones interactivas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0287002" y="5167736"/>
            <a:ext cx="6456042" cy="1630465"/>
            <a:chOff x="0" y="0"/>
            <a:chExt cx="8608056" cy="217395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608056" cy="2173954"/>
            </a:xfrm>
            <a:custGeom>
              <a:avLst/>
              <a:gdLst/>
              <a:ahLst/>
              <a:cxnLst/>
              <a:rect r="r" b="b" t="t" l="l"/>
              <a:pathLst>
                <a:path h="2173954" w="8608056">
                  <a:moveTo>
                    <a:pt x="0" y="0"/>
                  </a:moveTo>
                  <a:lnTo>
                    <a:pt x="8608056" y="0"/>
                  </a:lnTo>
                  <a:lnTo>
                    <a:pt x="8608056" y="2173954"/>
                  </a:lnTo>
                  <a:lnTo>
                    <a:pt x="0" y="217395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19050"/>
              <a:ext cx="8608056" cy="21930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Con las bibliotecas gráficas de Java, se pueden crear aplicaciones interactivas sin necesidad de escribir código complejo desde cero.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645920" y="7191531"/>
            <a:ext cx="15087599" cy="1611415"/>
            <a:chOff x="0" y="0"/>
            <a:chExt cx="20116798" cy="214855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0116800" cy="2148586"/>
            </a:xfrm>
            <a:custGeom>
              <a:avLst/>
              <a:gdLst/>
              <a:ahLst/>
              <a:cxnLst/>
              <a:rect r="r" b="b" t="t" l="l"/>
              <a:pathLst>
                <a:path h="2148586" w="20116800">
                  <a:moveTo>
                    <a:pt x="0" y="214884"/>
                  </a:moveTo>
                  <a:cubicBezTo>
                    <a:pt x="0" y="96139"/>
                    <a:pt x="96139" y="0"/>
                    <a:pt x="214884" y="0"/>
                  </a:cubicBezTo>
                  <a:lnTo>
                    <a:pt x="19901915" y="0"/>
                  </a:lnTo>
                  <a:cubicBezTo>
                    <a:pt x="20020533" y="0"/>
                    <a:pt x="20116800" y="96139"/>
                    <a:pt x="20116800" y="214884"/>
                  </a:cubicBezTo>
                  <a:lnTo>
                    <a:pt x="20116800" y="1933702"/>
                  </a:lnTo>
                  <a:cubicBezTo>
                    <a:pt x="20116800" y="2052320"/>
                    <a:pt x="20020660" y="2148586"/>
                    <a:pt x="19901915" y="2148586"/>
                  </a:cubicBezTo>
                  <a:lnTo>
                    <a:pt x="214884" y="2148586"/>
                  </a:lnTo>
                  <a:cubicBezTo>
                    <a:pt x="96139" y="2148586"/>
                    <a:pt x="0" y="2052320"/>
                    <a:pt x="0" y="1933702"/>
                  </a:cubicBezTo>
                  <a:close/>
                </a:path>
              </a:pathLst>
            </a:custGeom>
            <a:solidFill>
              <a:srgbClr val="E7D8E3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2121467" y="7542194"/>
            <a:ext cx="910091" cy="910090"/>
            <a:chOff x="0" y="0"/>
            <a:chExt cx="1213454" cy="1213454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15875" y="15875"/>
              <a:ext cx="1181735" cy="1181735"/>
            </a:xfrm>
            <a:custGeom>
              <a:avLst/>
              <a:gdLst/>
              <a:ahLst/>
              <a:cxnLst/>
              <a:rect r="r" b="b" t="t" l="l"/>
              <a:pathLst>
                <a:path h="1181735" w="1181735">
                  <a:moveTo>
                    <a:pt x="0" y="0"/>
                  </a:moveTo>
                  <a:lnTo>
                    <a:pt x="1181735" y="0"/>
                  </a:lnTo>
                  <a:lnTo>
                    <a:pt x="1181735" y="1181735"/>
                  </a:lnTo>
                  <a:lnTo>
                    <a:pt x="0" y="1181735"/>
                  </a:lnTo>
                  <a:close/>
                </a:path>
              </a:pathLst>
            </a:custGeom>
            <a:blipFill>
              <a:blip r:embed="rId4"/>
              <a:stretch>
                <a:fillRect l="-1343" t="-1343" r="-1340" b="-1340"/>
              </a:stretch>
            </a:blip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213485" cy="1213485"/>
            </a:xfrm>
            <a:custGeom>
              <a:avLst/>
              <a:gdLst/>
              <a:ahLst/>
              <a:cxnLst/>
              <a:rect r="r" b="b" t="t" l="l"/>
              <a:pathLst>
                <a:path h="1213485" w="1213485">
                  <a:moveTo>
                    <a:pt x="15875" y="0"/>
                  </a:moveTo>
                  <a:lnTo>
                    <a:pt x="1197610" y="0"/>
                  </a:lnTo>
                  <a:cubicBezTo>
                    <a:pt x="1206373" y="0"/>
                    <a:pt x="1213485" y="7112"/>
                    <a:pt x="1213485" y="15875"/>
                  </a:cubicBezTo>
                  <a:lnTo>
                    <a:pt x="1213485" y="1197610"/>
                  </a:lnTo>
                  <a:cubicBezTo>
                    <a:pt x="1213485" y="1206373"/>
                    <a:pt x="1206373" y="1213485"/>
                    <a:pt x="1197610" y="1213485"/>
                  </a:cubicBezTo>
                  <a:lnTo>
                    <a:pt x="15875" y="1213485"/>
                  </a:lnTo>
                  <a:cubicBezTo>
                    <a:pt x="7112" y="1213485"/>
                    <a:pt x="0" y="1206373"/>
                    <a:pt x="0" y="1197610"/>
                  </a:cubicBezTo>
                  <a:lnTo>
                    <a:pt x="0" y="15875"/>
                  </a:lnTo>
                  <a:cubicBezTo>
                    <a:pt x="0" y="7112"/>
                    <a:pt x="7112" y="0"/>
                    <a:pt x="15875" y="0"/>
                  </a:cubicBezTo>
                  <a:moveTo>
                    <a:pt x="15875" y="31750"/>
                  </a:moveTo>
                  <a:lnTo>
                    <a:pt x="15875" y="15875"/>
                  </a:lnTo>
                  <a:lnTo>
                    <a:pt x="31750" y="15875"/>
                  </a:lnTo>
                  <a:lnTo>
                    <a:pt x="31750" y="1197610"/>
                  </a:lnTo>
                  <a:lnTo>
                    <a:pt x="15875" y="1197610"/>
                  </a:lnTo>
                  <a:lnTo>
                    <a:pt x="15875" y="1181735"/>
                  </a:lnTo>
                  <a:lnTo>
                    <a:pt x="1197610" y="1181735"/>
                  </a:lnTo>
                  <a:lnTo>
                    <a:pt x="1197610" y="1197610"/>
                  </a:lnTo>
                  <a:lnTo>
                    <a:pt x="1181735" y="1197610"/>
                  </a:lnTo>
                  <a:lnTo>
                    <a:pt x="1181735" y="15875"/>
                  </a:lnTo>
                  <a:lnTo>
                    <a:pt x="1197610" y="15875"/>
                  </a:lnTo>
                  <a:lnTo>
                    <a:pt x="1197610" y="31750"/>
                  </a:lnTo>
                  <a:lnTo>
                    <a:pt x="15875" y="3175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3497582" y="7182006"/>
            <a:ext cx="6808470" cy="1630465"/>
            <a:chOff x="0" y="0"/>
            <a:chExt cx="9077960" cy="2173954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9077960" cy="2173954"/>
            </a:xfrm>
            <a:custGeom>
              <a:avLst/>
              <a:gdLst/>
              <a:ahLst/>
              <a:cxnLst/>
              <a:rect r="r" b="b" t="t" l="l"/>
              <a:pathLst>
                <a:path h="2173954" w="9077960">
                  <a:moveTo>
                    <a:pt x="0" y="0"/>
                  </a:moveTo>
                  <a:lnTo>
                    <a:pt x="9077960" y="0"/>
                  </a:lnTo>
                  <a:lnTo>
                    <a:pt x="9077960" y="2173954"/>
                  </a:lnTo>
                  <a:lnTo>
                    <a:pt x="0" y="217395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9077960" cy="22120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500"/>
                </a:lnSpc>
              </a:pPr>
              <a:r>
                <a:rPr lang="en-US" sz="375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Portabilidad gracias al entorno Java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0287002" y="7182006"/>
            <a:ext cx="6456042" cy="1630465"/>
            <a:chOff x="0" y="0"/>
            <a:chExt cx="8608056" cy="2173954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8608056" cy="2173954"/>
            </a:xfrm>
            <a:custGeom>
              <a:avLst/>
              <a:gdLst/>
              <a:ahLst/>
              <a:cxnLst/>
              <a:rect r="r" b="b" t="t" l="l"/>
              <a:pathLst>
                <a:path h="2173954" w="8608056">
                  <a:moveTo>
                    <a:pt x="0" y="0"/>
                  </a:moveTo>
                  <a:lnTo>
                    <a:pt x="8608056" y="0"/>
                  </a:lnTo>
                  <a:lnTo>
                    <a:pt x="8608056" y="2173954"/>
                  </a:lnTo>
                  <a:lnTo>
                    <a:pt x="0" y="217395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19050"/>
              <a:ext cx="8608056" cy="21930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Las aplicaciones Java con GUI son portátiles y pueden ejecutarse en cualquier plataforma que tenga instalada la JVM (Máquina Virtual de Java).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762" y="9601200"/>
            <a:ext cx="18283238" cy="685800"/>
            <a:chOff x="0" y="0"/>
            <a:chExt cx="24377650" cy="914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7650" cy="914400"/>
            </a:xfrm>
            <a:custGeom>
              <a:avLst/>
              <a:gdLst/>
              <a:ahLst/>
              <a:cxnLst/>
              <a:rect r="r" b="b" t="t" l="l"/>
              <a:pathLst>
                <a:path h="914400" w="24377650">
                  <a:moveTo>
                    <a:pt x="0" y="0"/>
                  </a:moveTo>
                  <a:lnTo>
                    <a:pt x="24377650" y="0"/>
                  </a:lnTo>
                  <a:lnTo>
                    <a:pt x="2437765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262626"/>
            </a:solidFill>
          </p:spPr>
        </p:sp>
      </p:grpSp>
      <p:sp>
        <p:nvSpPr>
          <p:cNvPr name="AutoShape 4" id="4"/>
          <p:cNvSpPr/>
          <p:nvPr/>
        </p:nvSpPr>
        <p:spPr>
          <a:xfrm rot="4374">
            <a:off x="1780767" y="2846070"/>
            <a:ext cx="14969502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4762" y="9601200"/>
            <a:ext cx="18283238" cy="685800"/>
            <a:chOff x="0" y="0"/>
            <a:chExt cx="24377650" cy="914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377650" cy="914400"/>
            </a:xfrm>
            <a:custGeom>
              <a:avLst/>
              <a:gdLst/>
              <a:ahLst/>
              <a:cxnLst/>
              <a:rect r="r" b="b" t="t" l="l"/>
              <a:pathLst>
                <a:path h="914400" w="24377650">
                  <a:moveTo>
                    <a:pt x="0" y="0"/>
                  </a:moveTo>
                  <a:lnTo>
                    <a:pt x="24377650" y="0"/>
                  </a:lnTo>
                  <a:lnTo>
                    <a:pt x="2437765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262626"/>
            </a:solidFill>
          </p:spPr>
        </p:sp>
      </p:grpSp>
      <p:sp>
        <p:nvSpPr>
          <p:cNvPr name="AutoShape 7" id="7"/>
          <p:cNvSpPr/>
          <p:nvPr/>
        </p:nvSpPr>
        <p:spPr>
          <a:xfrm rot="4415">
            <a:off x="1801956" y="6712111"/>
            <a:ext cx="14832342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5754756" y="1138426"/>
            <a:ext cx="10978762" cy="5062396"/>
            <a:chOff x="0" y="0"/>
            <a:chExt cx="14638350" cy="674986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638350" cy="6749862"/>
            </a:xfrm>
            <a:custGeom>
              <a:avLst/>
              <a:gdLst/>
              <a:ahLst/>
              <a:cxnLst/>
              <a:rect r="r" b="b" t="t" l="l"/>
              <a:pathLst>
                <a:path h="6749862" w="14638350">
                  <a:moveTo>
                    <a:pt x="0" y="0"/>
                  </a:moveTo>
                  <a:lnTo>
                    <a:pt x="14638350" y="0"/>
                  </a:lnTo>
                  <a:lnTo>
                    <a:pt x="14638350" y="6749862"/>
                  </a:lnTo>
                  <a:lnTo>
                    <a:pt x="0" y="674986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95250"/>
              <a:ext cx="14638350" cy="6654612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12960"/>
                </a:lnSpc>
              </a:pPr>
              <a:r>
                <a:rPr lang="en-US" sz="12000" spc="-75">
                  <a:solidFill>
                    <a:srgbClr val="262626"/>
                  </a:solidFill>
                  <a:latin typeface="Arimo"/>
                  <a:ea typeface="Arimo"/>
                  <a:cs typeface="Arimo"/>
                  <a:sym typeface="Arimo"/>
                </a:rPr>
                <a:t>AWT</a:t>
              </a:r>
            </a:p>
            <a:p>
              <a:pPr algn="l">
                <a:lnSpc>
                  <a:spcPts val="6480"/>
                </a:lnSpc>
              </a:pPr>
              <a:r>
                <a:rPr lang="en-US" sz="6000" spc="-75">
                  <a:solidFill>
                    <a:srgbClr val="808080"/>
                  </a:solidFill>
                  <a:latin typeface="Arimo"/>
                  <a:ea typeface="Arimo"/>
                  <a:cs typeface="Arimo"/>
                  <a:sym typeface="Arimo"/>
                </a:rPr>
                <a:t>Abstract Window Toolkit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5754756" y="6683430"/>
            <a:ext cx="10982919" cy="1714500"/>
            <a:chOff x="0" y="0"/>
            <a:chExt cx="14643892" cy="2286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643892" cy="2286000"/>
            </a:xfrm>
            <a:custGeom>
              <a:avLst/>
              <a:gdLst/>
              <a:ahLst/>
              <a:cxnLst/>
              <a:rect r="r" b="b" t="t" l="l"/>
              <a:pathLst>
                <a:path h="2286000" w="14643892">
                  <a:moveTo>
                    <a:pt x="0" y="0"/>
                  </a:moveTo>
                  <a:lnTo>
                    <a:pt x="14643892" y="0"/>
                  </a:lnTo>
                  <a:lnTo>
                    <a:pt x="14643892" y="2286000"/>
                  </a:lnTo>
                  <a:lnTo>
                    <a:pt x="0" y="22860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14643892" cy="231457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spc="299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Definición, Componentes Básicos, Ventajas, Clases Principales</a:t>
              </a:r>
            </a:p>
          </p:txBody>
        </p:sp>
      </p:grpSp>
      <p:sp>
        <p:nvSpPr>
          <p:cNvPr name="Freeform 14" id="14" descr="Herramientas"/>
          <p:cNvSpPr/>
          <p:nvPr/>
        </p:nvSpPr>
        <p:spPr>
          <a:xfrm flipH="false" flipV="false" rot="0">
            <a:off x="931460" y="2685728"/>
            <a:ext cx="4137496" cy="4137497"/>
          </a:xfrm>
          <a:custGeom>
            <a:avLst/>
            <a:gdLst/>
            <a:ahLst/>
            <a:cxnLst/>
            <a:rect r="r" b="b" t="t" l="l"/>
            <a:pathLst>
              <a:path h="4137497" w="4137496">
                <a:moveTo>
                  <a:pt x="0" y="0"/>
                </a:moveTo>
                <a:lnTo>
                  <a:pt x="4137496" y="0"/>
                </a:lnTo>
                <a:lnTo>
                  <a:pt x="4137496" y="4137496"/>
                </a:lnTo>
                <a:lnTo>
                  <a:pt x="0" y="41374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5" id="15"/>
          <p:cNvSpPr/>
          <p:nvPr/>
        </p:nvSpPr>
        <p:spPr>
          <a:xfrm rot="6110">
            <a:off x="5927843" y="6442130"/>
            <a:ext cx="10717547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6" id="16"/>
          <p:cNvGrpSpPr/>
          <p:nvPr/>
        </p:nvGrpSpPr>
        <p:grpSpPr>
          <a:xfrm rot="0">
            <a:off x="0" y="9601200"/>
            <a:ext cx="18288000" cy="685800"/>
            <a:chOff x="0" y="0"/>
            <a:chExt cx="24384000" cy="9144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4384000" cy="914400"/>
            </a:xfrm>
            <a:custGeom>
              <a:avLst/>
              <a:gdLst/>
              <a:ahLst/>
              <a:cxnLst/>
              <a:rect r="r" b="b" t="t" l="l"/>
              <a:pathLst>
                <a:path h="9144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262626"/>
            </a:solidFill>
          </p:spPr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4374">
            <a:off x="1780767" y="2846070"/>
            <a:ext cx="14969502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1645920" y="429904"/>
            <a:ext cx="15087600" cy="2176135"/>
            <a:chOff x="0" y="0"/>
            <a:chExt cx="20116800" cy="290151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0116800" cy="2901514"/>
            </a:xfrm>
            <a:custGeom>
              <a:avLst/>
              <a:gdLst/>
              <a:ahLst/>
              <a:cxnLst/>
              <a:rect r="r" b="b" t="t" l="l"/>
              <a:pathLst>
                <a:path h="2901514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2901514"/>
                  </a:lnTo>
                  <a:lnTo>
                    <a:pt x="0" y="290151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161925"/>
              <a:ext cx="20116800" cy="2739589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7775"/>
                </a:lnSpc>
              </a:pPr>
              <a:r>
                <a:rPr lang="en-US" sz="8100" spc="-75">
                  <a:solidFill>
                    <a:srgbClr val="404040"/>
                  </a:solidFill>
                  <a:latin typeface="Arimo"/>
                  <a:ea typeface="Arimo"/>
                  <a:cs typeface="Arimo"/>
                  <a:sym typeface="Arimo"/>
                </a:rPr>
                <a:t>Definición</a:t>
              </a:r>
            </a:p>
          </p:txBody>
        </p:sp>
      </p:grpSp>
      <p:sp>
        <p:nvSpPr>
          <p:cNvPr name="AutoShape 6" id="6"/>
          <p:cNvSpPr/>
          <p:nvPr/>
        </p:nvSpPr>
        <p:spPr>
          <a:xfrm rot="4374">
            <a:off x="1780767" y="2846070"/>
            <a:ext cx="14969502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3924243" y="3636605"/>
            <a:ext cx="2916000" cy="2916000"/>
          </a:xfrm>
          <a:custGeom>
            <a:avLst/>
            <a:gdLst/>
            <a:ahLst/>
            <a:cxnLst/>
            <a:rect r="r" b="b" t="t" l="l"/>
            <a:pathLst>
              <a:path h="2916000" w="2916000">
                <a:moveTo>
                  <a:pt x="0" y="0"/>
                </a:moveTo>
                <a:lnTo>
                  <a:pt x="2916000" y="0"/>
                </a:lnTo>
                <a:lnTo>
                  <a:pt x="2916000" y="2915999"/>
                </a:lnTo>
                <a:lnTo>
                  <a:pt x="0" y="29159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2132718" y="7248534"/>
            <a:ext cx="6499050" cy="1462454"/>
            <a:chOff x="0" y="0"/>
            <a:chExt cx="8665400" cy="194993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665400" cy="1949938"/>
            </a:xfrm>
            <a:custGeom>
              <a:avLst/>
              <a:gdLst/>
              <a:ahLst/>
              <a:cxnLst/>
              <a:rect r="r" b="b" t="t" l="l"/>
              <a:pathLst>
                <a:path h="1949938" w="8665400">
                  <a:moveTo>
                    <a:pt x="0" y="0"/>
                  </a:moveTo>
                  <a:lnTo>
                    <a:pt x="8665400" y="0"/>
                  </a:lnTo>
                  <a:lnTo>
                    <a:pt x="8665400" y="1949938"/>
                  </a:lnTo>
                  <a:lnTo>
                    <a:pt x="0" y="19499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19050"/>
              <a:ext cx="8665400" cy="1930888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3078"/>
                </a:lnSpc>
              </a:pPr>
              <a:r>
                <a:rPr lang="en-US" sz="285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AWT (Abstract Window Toolkit) es la primera biblioteca gráfica incluida en el lenguaje Java.</a:t>
              </a: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1538243" y="3636605"/>
            <a:ext cx="2916000" cy="2916000"/>
          </a:xfrm>
          <a:custGeom>
            <a:avLst/>
            <a:gdLst/>
            <a:ahLst/>
            <a:cxnLst/>
            <a:rect r="r" b="b" t="t" l="l"/>
            <a:pathLst>
              <a:path h="2916000" w="2916000">
                <a:moveTo>
                  <a:pt x="0" y="0"/>
                </a:moveTo>
                <a:lnTo>
                  <a:pt x="2916000" y="0"/>
                </a:lnTo>
                <a:lnTo>
                  <a:pt x="2916000" y="2915999"/>
                </a:lnTo>
                <a:lnTo>
                  <a:pt x="0" y="291599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9746718" y="7248534"/>
            <a:ext cx="6499050" cy="1462454"/>
            <a:chOff x="0" y="0"/>
            <a:chExt cx="8665400" cy="194993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665400" cy="1949938"/>
            </a:xfrm>
            <a:custGeom>
              <a:avLst/>
              <a:gdLst/>
              <a:ahLst/>
              <a:cxnLst/>
              <a:rect r="r" b="b" t="t" l="l"/>
              <a:pathLst>
                <a:path h="1949938" w="8665400">
                  <a:moveTo>
                    <a:pt x="0" y="0"/>
                  </a:moveTo>
                  <a:lnTo>
                    <a:pt x="8665400" y="0"/>
                  </a:lnTo>
                  <a:lnTo>
                    <a:pt x="8665400" y="1949938"/>
                  </a:lnTo>
                  <a:lnTo>
                    <a:pt x="0" y="19499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19050"/>
              <a:ext cx="8665400" cy="1930888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3078"/>
                </a:lnSpc>
              </a:pPr>
              <a:r>
                <a:rPr lang="en-US" sz="285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Fue diseñada para proporcionar una forma estándar de crear interfaces gráficas en Java.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4374">
            <a:off x="1780767" y="2846070"/>
            <a:ext cx="14969502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1645920" y="429904"/>
            <a:ext cx="15087600" cy="2176135"/>
            <a:chOff x="0" y="0"/>
            <a:chExt cx="20116800" cy="290151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0116800" cy="2901514"/>
            </a:xfrm>
            <a:custGeom>
              <a:avLst/>
              <a:gdLst/>
              <a:ahLst/>
              <a:cxnLst/>
              <a:rect r="r" b="b" t="t" l="l"/>
              <a:pathLst>
                <a:path h="2901514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2901514"/>
                  </a:lnTo>
                  <a:lnTo>
                    <a:pt x="0" y="290151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161925"/>
              <a:ext cx="20116800" cy="2739589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7775"/>
                </a:lnSpc>
              </a:pPr>
              <a:r>
                <a:rPr lang="en-US" sz="8100" spc="-75">
                  <a:solidFill>
                    <a:srgbClr val="404040"/>
                  </a:solidFill>
                  <a:latin typeface="Arimo"/>
                  <a:ea typeface="Arimo"/>
                  <a:cs typeface="Arimo"/>
                  <a:sym typeface="Arimo"/>
                </a:rPr>
                <a:t>Clases Principales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2498794" y="4701763"/>
            <a:ext cx="949617" cy="949617"/>
            <a:chOff x="0" y="0"/>
            <a:chExt cx="1266156" cy="126615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15875" y="15875"/>
              <a:ext cx="1234440" cy="1234440"/>
            </a:xfrm>
            <a:custGeom>
              <a:avLst/>
              <a:gdLst/>
              <a:ahLst/>
              <a:cxnLst/>
              <a:rect r="r" b="b" t="t" l="l"/>
              <a:pathLst>
                <a:path h="1234440" w="1234440">
                  <a:moveTo>
                    <a:pt x="0" y="0"/>
                  </a:moveTo>
                  <a:lnTo>
                    <a:pt x="1234440" y="0"/>
                  </a:lnTo>
                  <a:lnTo>
                    <a:pt x="1234440" y="1234440"/>
                  </a:lnTo>
                  <a:lnTo>
                    <a:pt x="0" y="1234440"/>
                  </a:lnTo>
                  <a:close/>
                </a:path>
              </a:pathLst>
            </a:custGeom>
            <a:blipFill>
              <a:blip r:embed="rId2"/>
              <a:stretch>
                <a:fillRect l="-1286" t="-1286" r="-1283" b="-1283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66190" cy="1266190"/>
            </a:xfrm>
            <a:custGeom>
              <a:avLst/>
              <a:gdLst/>
              <a:ahLst/>
              <a:cxnLst/>
              <a:rect r="r" b="b" t="t" l="l"/>
              <a:pathLst>
                <a:path h="1266190" w="1266190">
                  <a:moveTo>
                    <a:pt x="15875" y="0"/>
                  </a:moveTo>
                  <a:lnTo>
                    <a:pt x="1250315" y="0"/>
                  </a:lnTo>
                  <a:cubicBezTo>
                    <a:pt x="1259078" y="0"/>
                    <a:pt x="1266190" y="7112"/>
                    <a:pt x="1266190" y="15875"/>
                  </a:cubicBezTo>
                  <a:lnTo>
                    <a:pt x="1266190" y="1250315"/>
                  </a:lnTo>
                  <a:cubicBezTo>
                    <a:pt x="1266190" y="1259078"/>
                    <a:pt x="1259078" y="1266190"/>
                    <a:pt x="1250315" y="1266190"/>
                  </a:cubicBezTo>
                  <a:lnTo>
                    <a:pt x="15875" y="1266190"/>
                  </a:lnTo>
                  <a:cubicBezTo>
                    <a:pt x="7112" y="1266190"/>
                    <a:pt x="0" y="1259078"/>
                    <a:pt x="0" y="1250315"/>
                  </a:cubicBezTo>
                  <a:lnTo>
                    <a:pt x="0" y="15875"/>
                  </a:lnTo>
                  <a:cubicBezTo>
                    <a:pt x="0" y="7112"/>
                    <a:pt x="7112" y="0"/>
                    <a:pt x="15875" y="0"/>
                  </a:cubicBezTo>
                  <a:moveTo>
                    <a:pt x="15875" y="31750"/>
                  </a:moveTo>
                  <a:lnTo>
                    <a:pt x="15875" y="15875"/>
                  </a:lnTo>
                  <a:lnTo>
                    <a:pt x="31750" y="15875"/>
                  </a:lnTo>
                  <a:lnTo>
                    <a:pt x="31750" y="1250315"/>
                  </a:lnTo>
                  <a:lnTo>
                    <a:pt x="15875" y="1250315"/>
                  </a:lnTo>
                  <a:lnTo>
                    <a:pt x="15875" y="1234440"/>
                  </a:lnTo>
                  <a:lnTo>
                    <a:pt x="1250315" y="1234440"/>
                  </a:lnTo>
                  <a:lnTo>
                    <a:pt x="1250315" y="1250315"/>
                  </a:lnTo>
                  <a:lnTo>
                    <a:pt x="1234440" y="1250315"/>
                  </a:lnTo>
                  <a:lnTo>
                    <a:pt x="1234440" y="15875"/>
                  </a:lnTo>
                  <a:lnTo>
                    <a:pt x="1250315" y="15875"/>
                  </a:lnTo>
                  <a:lnTo>
                    <a:pt x="1250315" y="31750"/>
                  </a:lnTo>
                  <a:lnTo>
                    <a:pt x="15875" y="3175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641500" y="5739108"/>
            <a:ext cx="2664206" cy="550050"/>
            <a:chOff x="0" y="0"/>
            <a:chExt cx="3552274" cy="7334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552274" cy="733400"/>
            </a:xfrm>
            <a:custGeom>
              <a:avLst/>
              <a:gdLst/>
              <a:ahLst/>
              <a:cxnLst/>
              <a:rect r="r" b="b" t="t" l="l"/>
              <a:pathLst>
                <a:path h="733400" w="3552274">
                  <a:moveTo>
                    <a:pt x="0" y="0"/>
                  </a:moveTo>
                  <a:lnTo>
                    <a:pt x="3552274" y="0"/>
                  </a:lnTo>
                  <a:lnTo>
                    <a:pt x="3552274" y="733400"/>
                  </a:lnTo>
                  <a:lnTo>
                    <a:pt x="0" y="7334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3552274" cy="752450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java.awt.Frame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641500" y="6186654"/>
            <a:ext cx="2664206" cy="1075140"/>
            <a:chOff x="0" y="0"/>
            <a:chExt cx="3552274" cy="14335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552274" cy="1433520"/>
            </a:xfrm>
            <a:custGeom>
              <a:avLst/>
              <a:gdLst/>
              <a:ahLst/>
              <a:cxnLst/>
              <a:rect r="r" b="b" t="t" l="l"/>
              <a:pathLst>
                <a:path h="1433520" w="3552274">
                  <a:moveTo>
                    <a:pt x="0" y="0"/>
                  </a:moveTo>
                  <a:lnTo>
                    <a:pt x="3552274" y="0"/>
                  </a:lnTo>
                  <a:lnTo>
                    <a:pt x="3552274" y="1433520"/>
                  </a:lnTo>
                  <a:lnTo>
                    <a:pt x="0" y="143352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3552274" cy="144304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Representa una ventana principal de la aplicación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5606852" y="4701763"/>
            <a:ext cx="949617" cy="949617"/>
            <a:chOff x="0" y="0"/>
            <a:chExt cx="1266156" cy="126615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15875" y="15875"/>
              <a:ext cx="1234440" cy="1234440"/>
            </a:xfrm>
            <a:custGeom>
              <a:avLst/>
              <a:gdLst/>
              <a:ahLst/>
              <a:cxnLst/>
              <a:rect r="r" b="b" t="t" l="l"/>
              <a:pathLst>
                <a:path h="1234440" w="1234440">
                  <a:moveTo>
                    <a:pt x="0" y="0"/>
                  </a:moveTo>
                  <a:lnTo>
                    <a:pt x="1234440" y="0"/>
                  </a:lnTo>
                  <a:lnTo>
                    <a:pt x="1234440" y="1234440"/>
                  </a:lnTo>
                  <a:lnTo>
                    <a:pt x="0" y="1234440"/>
                  </a:lnTo>
                  <a:close/>
                </a:path>
              </a:pathLst>
            </a:custGeom>
            <a:blipFill>
              <a:blip r:embed="rId3"/>
              <a:stretch>
                <a:fillRect l="-1286" t="-1286" r="-1283" b="-1283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266190" cy="1266190"/>
            </a:xfrm>
            <a:custGeom>
              <a:avLst/>
              <a:gdLst/>
              <a:ahLst/>
              <a:cxnLst/>
              <a:rect r="r" b="b" t="t" l="l"/>
              <a:pathLst>
                <a:path h="1266190" w="1266190">
                  <a:moveTo>
                    <a:pt x="15875" y="0"/>
                  </a:moveTo>
                  <a:lnTo>
                    <a:pt x="1250315" y="0"/>
                  </a:lnTo>
                  <a:cubicBezTo>
                    <a:pt x="1259078" y="0"/>
                    <a:pt x="1266190" y="7112"/>
                    <a:pt x="1266190" y="15875"/>
                  </a:cubicBezTo>
                  <a:lnTo>
                    <a:pt x="1266190" y="1250315"/>
                  </a:lnTo>
                  <a:cubicBezTo>
                    <a:pt x="1266190" y="1259078"/>
                    <a:pt x="1259078" y="1266190"/>
                    <a:pt x="1250315" y="1266190"/>
                  </a:cubicBezTo>
                  <a:lnTo>
                    <a:pt x="15875" y="1266190"/>
                  </a:lnTo>
                  <a:cubicBezTo>
                    <a:pt x="7112" y="1266190"/>
                    <a:pt x="0" y="1259078"/>
                    <a:pt x="0" y="1250315"/>
                  </a:cubicBezTo>
                  <a:lnTo>
                    <a:pt x="0" y="15875"/>
                  </a:lnTo>
                  <a:cubicBezTo>
                    <a:pt x="0" y="7112"/>
                    <a:pt x="7112" y="0"/>
                    <a:pt x="15875" y="0"/>
                  </a:cubicBezTo>
                  <a:moveTo>
                    <a:pt x="15875" y="31750"/>
                  </a:moveTo>
                  <a:lnTo>
                    <a:pt x="15875" y="15875"/>
                  </a:lnTo>
                  <a:lnTo>
                    <a:pt x="31750" y="15875"/>
                  </a:lnTo>
                  <a:lnTo>
                    <a:pt x="31750" y="1250315"/>
                  </a:lnTo>
                  <a:lnTo>
                    <a:pt x="15875" y="1250315"/>
                  </a:lnTo>
                  <a:lnTo>
                    <a:pt x="15875" y="1234440"/>
                  </a:lnTo>
                  <a:lnTo>
                    <a:pt x="1250315" y="1234440"/>
                  </a:lnTo>
                  <a:lnTo>
                    <a:pt x="1250315" y="1250315"/>
                  </a:lnTo>
                  <a:lnTo>
                    <a:pt x="1234440" y="1250315"/>
                  </a:lnTo>
                  <a:lnTo>
                    <a:pt x="1234440" y="15875"/>
                  </a:lnTo>
                  <a:lnTo>
                    <a:pt x="1250315" y="15875"/>
                  </a:lnTo>
                  <a:lnTo>
                    <a:pt x="1250315" y="31750"/>
                  </a:lnTo>
                  <a:lnTo>
                    <a:pt x="15875" y="3175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4749558" y="5739108"/>
            <a:ext cx="2664205" cy="550050"/>
            <a:chOff x="0" y="0"/>
            <a:chExt cx="3552274" cy="7334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552274" cy="733400"/>
            </a:xfrm>
            <a:custGeom>
              <a:avLst/>
              <a:gdLst/>
              <a:ahLst/>
              <a:cxnLst/>
              <a:rect r="r" b="b" t="t" l="l"/>
              <a:pathLst>
                <a:path h="733400" w="3552274">
                  <a:moveTo>
                    <a:pt x="0" y="0"/>
                  </a:moveTo>
                  <a:lnTo>
                    <a:pt x="3552274" y="0"/>
                  </a:lnTo>
                  <a:lnTo>
                    <a:pt x="3552274" y="733400"/>
                  </a:lnTo>
                  <a:lnTo>
                    <a:pt x="0" y="7334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3552274" cy="752450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java.awt.Button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4749558" y="6186654"/>
            <a:ext cx="2664205" cy="1366558"/>
            <a:chOff x="0" y="0"/>
            <a:chExt cx="3552274" cy="182207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552274" cy="1822078"/>
            </a:xfrm>
            <a:custGeom>
              <a:avLst/>
              <a:gdLst/>
              <a:ahLst/>
              <a:cxnLst/>
              <a:rect r="r" b="b" t="t" l="l"/>
              <a:pathLst>
                <a:path h="1822078" w="3552274">
                  <a:moveTo>
                    <a:pt x="0" y="0"/>
                  </a:moveTo>
                  <a:lnTo>
                    <a:pt x="3552274" y="0"/>
                  </a:lnTo>
                  <a:lnTo>
                    <a:pt x="3552274" y="1822078"/>
                  </a:lnTo>
                  <a:lnTo>
                    <a:pt x="0" y="182207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9525"/>
              <a:ext cx="3552274" cy="1831603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Un botón que el usuario puede presionar para realizar una acción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8714911" y="4701763"/>
            <a:ext cx="949617" cy="949617"/>
            <a:chOff x="0" y="0"/>
            <a:chExt cx="1266156" cy="126615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15875" y="15875"/>
              <a:ext cx="1234440" cy="1234440"/>
            </a:xfrm>
            <a:custGeom>
              <a:avLst/>
              <a:gdLst/>
              <a:ahLst/>
              <a:cxnLst/>
              <a:rect r="r" b="b" t="t" l="l"/>
              <a:pathLst>
                <a:path h="1234440" w="1234440">
                  <a:moveTo>
                    <a:pt x="0" y="0"/>
                  </a:moveTo>
                  <a:lnTo>
                    <a:pt x="1234440" y="0"/>
                  </a:lnTo>
                  <a:lnTo>
                    <a:pt x="1234440" y="1234440"/>
                  </a:lnTo>
                  <a:lnTo>
                    <a:pt x="0" y="1234440"/>
                  </a:lnTo>
                  <a:close/>
                </a:path>
              </a:pathLst>
            </a:custGeom>
            <a:blipFill>
              <a:blip r:embed="rId4"/>
              <a:stretch>
                <a:fillRect l="-1286" t="-1286" r="-1283" b="-1283"/>
              </a:stretch>
            </a:blip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266190" cy="1266190"/>
            </a:xfrm>
            <a:custGeom>
              <a:avLst/>
              <a:gdLst/>
              <a:ahLst/>
              <a:cxnLst/>
              <a:rect r="r" b="b" t="t" l="l"/>
              <a:pathLst>
                <a:path h="1266190" w="1266190">
                  <a:moveTo>
                    <a:pt x="15875" y="0"/>
                  </a:moveTo>
                  <a:lnTo>
                    <a:pt x="1250315" y="0"/>
                  </a:lnTo>
                  <a:cubicBezTo>
                    <a:pt x="1259078" y="0"/>
                    <a:pt x="1266190" y="7112"/>
                    <a:pt x="1266190" y="15875"/>
                  </a:cubicBezTo>
                  <a:lnTo>
                    <a:pt x="1266190" y="1250315"/>
                  </a:lnTo>
                  <a:cubicBezTo>
                    <a:pt x="1266190" y="1259078"/>
                    <a:pt x="1259078" y="1266190"/>
                    <a:pt x="1250315" y="1266190"/>
                  </a:cubicBezTo>
                  <a:lnTo>
                    <a:pt x="15875" y="1266190"/>
                  </a:lnTo>
                  <a:cubicBezTo>
                    <a:pt x="7112" y="1266190"/>
                    <a:pt x="0" y="1259078"/>
                    <a:pt x="0" y="1250315"/>
                  </a:cubicBezTo>
                  <a:lnTo>
                    <a:pt x="0" y="15875"/>
                  </a:lnTo>
                  <a:cubicBezTo>
                    <a:pt x="0" y="7112"/>
                    <a:pt x="7112" y="0"/>
                    <a:pt x="15875" y="0"/>
                  </a:cubicBezTo>
                  <a:moveTo>
                    <a:pt x="15875" y="31750"/>
                  </a:moveTo>
                  <a:lnTo>
                    <a:pt x="15875" y="15875"/>
                  </a:lnTo>
                  <a:lnTo>
                    <a:pt x="31750" y="15875"/>
                  </a:lnTo>
                  <a:lnTo>
                    <a:pt x="31750" y="1250315"/>
                  </a:lnTo>
                  <a:lnTo>
                    <a:pt x="15875" y="1250315"/>
                  </a:lnTo>
                  <a:lnTo>
                    <a:pt x="15875" y="1234440"/>
                  </a:lnTo>
                  <a:lnTo>
                    <a:pt x="1250315" y="1234440"/>
                  </a:lnTo>
                  <a:lnTo>
                    <a:pt x="1250315" y="1250315"/>
                  </a:lnTo>
                  <a:lnTo>
                    <a:pt x="1234440" y="1250315"/>
                  </a:lnTo>
                  <a:lnTo>
                    <a:pt x="1234440" y="15875"/>
                  </a:lnTo>
                  <a:lnTo>
                    <a:pt x="1250315" y="15875"/>
                  </a:lnTo>
                  <a:lnTo>
                    <a:pt x="1250315" y="31750"/>
                  </a:lnTo>
                  <a:lnTo>
                    <a:pt x="15875" y="3175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7857617" y="5739108"/>
            <a:ext cx="2664205" cy="550050"/>
            <a:chOff x="0" y="0"/>
            <a:chExt cx="3552274" cy="7334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552274" cy="733400"/>
            </a:xfrm>
            <a:custGeom>
              <a:avLst/>
              <a:gdLst/>
              <a:ahLst/>
              <a:cxnLst/>
              <a:rect r="r" b="b" t="t" l="l"/>
              <a:pathLst>
                <a:path h="733400" w="3552274">
                  <a:moveTo>
                    <a:pt x="0" y="0"/>
                  </a:moveTo>
                  <a:lnTo>
                    <a:pt x="3552274" y="0"/>
                  </a:lnTo>
                  <a:lnTo>
                    <a:pt x="3552274" y="733400"/>
                  </a:lnTo>
                  <a:lnTo>
                    <a:pt x="0" y="7334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19050"/>
              <a:ext cx="3552274" cy="752450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java.awt.Label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7857617" y="6186654"/>
            <a:ext cx="2664205" cy="1075140"/>
            <a:chOff x="0" y="0"/>
            <a:chExt cx="3552274" cy="143352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552274" cy="1433520"/>
            </a:xfrm>
            <a:custGeom>
              <a:avLst/>
              <a:gdLst/>
              <a:ahLst/>
              <a:cxnLst/>
              <a:rect r="r" b="b" t="t" l="l"/>
              <a:pathLst>
                <a:path h="1433520" w="3552274">
                  <a:moveTo>
                    <a:pt x="0" y="0"/>
                  </a:moveTo>
                  <a:lnTo>
                    <a:pt x="3552274" y="0"/>
                  </a:lnTo>
                  <a:lnTo>
                    <a:pt x="3552274" y="1433520"/>
                  </a:lnTo>
                  <a:lnTo>
                    <a:pt x="0" y="143352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9525"/>
              <a:ext cx="3552274" cy="144304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Muestra texto estático en la interfaz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1822969" y="4701763"/>
            <a:ext cx="949617" cy="949617"/>
            <a:chOff x="0" y="0"/>
            <a:chExt cx="1266156" cy="126615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15875" y="15875"/>
              <a:ext cx="1234440" cy="1234440"/>
            </a:xfrm>
            <a:custGeom>
              <a:avLst/>
              <a:gdLst/>
              <a:ahLst/>
              <a:cxnLst/>
              <a:rect r="r" b="b" t="t" l="l"/>
              <a:pathLst>
                <a:path h="1234440" w="1234440">
                  <a:moveTo>
                    <a:pt x="0" y="0"/>
                  </a:moveTo>
                  <a:lnTo>
                    <a:pt x="1234440" y="0"/>
                  </a:lnTo>
                  <a:lnTo>
                    <a:pt x="1234440" y="1234440"/>
                  </a:lnTo>
                  <a:lnTo>
                    <a:pt x="0" y="1234440"/>
                  </a:lnTo>
                  <a:close/>
                </a:path>
              </a:pathLst>
            </a:custGeom>
            <a:blipFill>
              <a:blip r:embed="rId5"/>
              <a:stretch>
                <a:fillRect l="-1286" t="-1286" r="-1283" b="-1283"/>
              </a:stretch>
            </a:blip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266190" cy="1266190"/>
            </a:xfrm>
            <a:custGeom>
              <a:avLst/>
              <a:gdLst/>
              <a:ahLst/>
              <a:cxnLst/>
              <a:rect r="r" b="b" t="t" l="l"/>
              <a:pathLst>
                <a:path h="1266190" w="1266190">
                  <a:moveTo>
                    <a:pt x="15875" y="0"/>
                  </a:moveTo>
                  <a:lnTo>
                    <a:pt x="1250315" y="0"/>
                  </a:lnTo>
                  <a:cubicBezTo>
                    <a:pt x="1259078" y="0"/>
                    <a:pt x="1266190" y="7112"/>
                    <a:pt x="1266190" y="15875"/>
                  </a:cubicBezTo>
                  <a:lnTo>
                    <a:pt x="1266190" y="1250315"/>
                  </a:lnTo>
                  <a:cubicBezTo>
                    <a:pt x="1266190" y="1259078"/>
                    <a:pt x="1259078" y="1266190"/>
                    <a:pt x="1250315" y="1266190"/>
                  </a:cubicBezTo>
                  <a:lnTo>
                    <a:pt x="15875" y="1266190"/>
                  </a:lnTo>
                  <a:cubicBezTo>
                    <a:pt x="7112" y="1266190"/>
                    <a:pt x="0" y="1259078"/>
                    <a:pt x="0" y="1250315"/>
                  </a:cubicBezTo>
                  <a:lnTo>
                    <a:pt x="0" y="15875"/>
                  </a:lnTo>
                  <a:cubicBezTo>
                    <a:pt x="0" y="7112"/>
                    <a:pt x="7112" y="0"/>
                    <a:pt x="15875" y="0"/>
                  </a:cubicBezTo>
                  <a:moveTo>
                    <a:pt x="15875" y="31750"/>
                  </a:moveTo>
                  <a:lnTo>
                    <a:pt x="15875" y="15875"/>
                  </a:lnTo>
                  <a:lnTo>
                    <a:pt x="31750" y="15875"/>
                  </a:lnTo>
                  <a:lnTo>
                    <a:pt x="31750" y="1250315"/>
                  </a:lnTo>
                  <a:lnTo>
                    <a:pt x="15875" y="1250315"/>
                  </a:lnTo>
                  <a:lnTo>
                    <a:pt x="15875" y="1234440"/>
                  </a:lnTo>
                  <a:lnTo>
                    <a:pt x="1250315" y="1234440"/>
                  </a:lnTo>
                  <a:lnTo>
                    <a:pt x="1250315" y="1250315"/>
                  </a:lnTo>
                  <a:lnTo>
                    <a:pt x="1234440" y="1250315"/>
                  </a:lnTo>
                  <a:lnTo>
                    <a:pt x="1234440" y="15875"/>
                  </a:lnTo>
                  <a:lnTo>
                    <a:pt x="1250315" y="15875"/>
                  </a:lnTo>
                  <a:lnTo>
                    <a:pt x="1250315" y="31750"/>
                  </a:lnTo>
                  <a:lnTo>
                    <a:pt x="15875" y="3175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0743748" y="5739108"/>
            <a:ext cx="3108059" cy="550050"/>
            <a:chOff x="0" y="0"/>
            <a:chExt cx="4144078" cy="7334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4144078" cy="733400"/>
            </a:xfrm>
            <a:custGeom>
              <a:avLst/>
              <a:gdLst/>
              <a:ahLst/>
              <a:cxnLst/>
              <a:rect r="r" b="b" t="t" l="l"/>
              <a:pathLst>
                <a:path h="733400" w="4144078">
                  <a:moveTo>
                    <a:pt x="0" y="0"/>
                  </a:moveTo>
                  <a:lnTo>
                    <a:pt x="4144078" y="0"/>
                  </a:lnTo>
                  <a:lnTo>
                    <a:pt x="4144078" y="733400"/>
                  </a:lnTo>
                  <a:lnTo>
                    <a:pt x="0" y="7334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19050"/>
              <a:ext cx="4144078" cy="752450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java.awt.TextField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0965675" y="6186654"/>
            <a:ext cx="2664206" cy="1075140"/>
            <a:chOff x="0" y="0"/>
            <a:chExt cx="3552274" cy="143352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3552274" cy="1433520"/>
            </a:xfrm>
            <a:custGeom>
              <a:avLst/>
              <a:gdLst/>
              <a:ahLst/>
              <a:cxnLst/>
              <a:rect r="r" b="b" t="t" l="l"/>
              <a:pathLst>
                <a:path h="1433520" w="3552274">
                  <a:moveTo>
                    <a:pt x="0" y="0"/>
                  </a:moveTo>
                  <a:lnTo>
                    <a:pt x="3552274" y="0"/>
                  </a:lnTo>
                  <a:lnTo>
                    <a:pt x="3552274" y="1433520"/>
                  </a:lnTo>
                  <a:lnTo>
                    <a:pt x="0" y="143352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9525"/>
              <a:ext cx="3552274" cy="144304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Permite al usuario ingresar texto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4931028" y="4701763"/>
            <a:ext cx="949617" cy="949617"/>
            <a:chOff x="0" y="0"/>
            <a:chExt cx="1266156" cy="1266156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15875" y="15875"/>
              <a:ext cx="1234440" cy="1234440"/>
            </a:xfrm>
            <a:custGeom>
              <a:avLst/>
              <a:gdLst/>
              <a:ahLst/>
              <a:cxnLst/>
              <a:rect r="r" b="b" t="t" l="l"/>
              <a:pathLst>
                <a:path h="1234440" w="1234440">
                  <a:moveTo>
                    <a:pt x="0" y="0"/>
                  </a:moveTo>
                  <a:lnTo>
                    <a:pt x="1234440" y="0"/>
                  </a:lnTo>
                  <a:lnTo>
                    <a:pt x="1234440" y="1234440"/>
                  </a:lnTo>
                  <a:lnTo>
                    <a:pt x="0" y="1234440"/>
                  </a:lnTo>
                  <a:close/>
                </a:path>
              </a:pathLst>
            </a:custGeom>
            <a:blipFill>
              <a:blip r:embed="rId6"/>
              <a:stretch>
                <a:fillRect l="-1286" t="-1286" r="-1283" b="-1283"/>
              </a:stretch>
            </a:blipFill>
          </p:spPr>
        </p:sp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266190" cy="1266190"/>
            </a:xfrm>
            <a:custGeom>
              <a:avLst/>
              <a:gdLst/>
              <a:ahLst/>
              <a:cxnLst/>
              <a:rect r="r" b="b" t="t" l="l"/>
              <a:pathLst>
                <a:path h="1266190" w="1266190">
                  <a:moveTo>
                    <a:pt x="15875" y="0"/>
                  </a:moveTo>
                  <a:lnTo>
                    <a:pt x="1250315" y="0"/>
                  </a:lnTo>
                  <a:cubicBezTo>
                    <a:pt x="1259078" y="0"/>
                    <a:pt x="1266190" y="7112"/>
                    <a:pt x="1266190" y="15875"/>
                  </a:cubicBezTo>
                  <a:lnTo>
                    <a:pt x="1266190" y="1250315"/>
                  </a:lnTo>
                  <a:cubicBezTo>
                    <a:pt x="1266190" y="1259078"/>
                    <a:pt x="1259078" y="1266190"/>
                    <a:pt x="1250315" y="1266190"/>
                  </a:cubicBezTo>
                  <a:lnTo>
                    <a:pt x="15875" y="1266190"/>
                  </a:lnTo>
                  <a:cubicBezTo>
                    <a:pt x="7112" y="1266190"/>
                    <a:pt x="0" y="1259078"/>
                    <a:pt x="0" y="1250315"/>
                  </a:cubicBezTo>
                  <a:lnTo>
                    <a:pt x="0" y="15875"/>
                  </a:lnTo>
                  <a:cubicBezTo>
                    <a:pt x="0" y="7112"/>
                    <a:pt x="7112" y="0"/>
                    <a:pt x="15875" y="0"/>
                  </a:cubicBezTo>
                  <a:moveTo>
                    <a:pt x="15875" y="31750"/>
                  </a:moveTo>
                  <a:lnTo>
                    <a:pt x="15875" y="15875"/>
                  </a:lnTo>
                  <a:lnTo>
                    <a:pt x="31750" y="15875"/>
                  </a:lnTo>
                  <a:lnTo>
                    <a:pt x="31750" y="1250315"/>
                  </a:lnTo>
                  <a:lnTo>
                    <a:pt x="15875" y="1250315"/>
                  </a:lnTo>
                  <a:lnTo>
                    <a:pt x="15875" y="1234440"/>
                  </a:lnTo>
                  <a:lnTo>
                    <a:pt x="1250315" y="1234440"/>
                  </a:lnTo>
                  <a:lnTo>
                    <a:pt x="1250315" y="1250315"/>
                  </a:lnTo>
                  <a:lnTo>
                    <a:pt x="1234440" y="1250315"/>
                  </a:lnTo>
                  <a:lnTo>
                    <a:pt x="1234440" y="15875"/>
                  </a:lnTo>
                  <a:lnTo>
                    <a:pt x="1250315" y="15875"/>
                  </a:lnTo>
                  <a:lnTo>
                    <a:pt x="1250315" y="31750"/>
                  </a:lnTo>
                  <a:lnTo>
                    <a:pt x="15875" y="3175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4073734" y="5739108"/>
            <a:ext cx="2664206" cy="550050"/>
            <a:chOff x="0" y="0"/>
            <a:chExt cx="3552274" cy="7334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3552274" cy="733400"/>
            </a:xfrm>
            <a:custGeom>
              <a:avLst/>
              <a:gdLst/>
              <a:ahLst/>
              <a:cxnLst/>
              <a:rect r="r" b="b" t="t" l="l"/>
              <a:pathLst>
                <a:path h="733400" w="3552274">
                  <a:moveTo>
                    <a:pt x="0" y="0"/>
                  </a:moveTo>
                  <a:lnTo>
                    <a:pt x="3552274" y="0"/>
                  </a:lnTo>
                  <a:lnTo>
                    <a:pt x="3552274" y="733400"/>
                  </a:lnTo>
                  <a:lnTo>
                    <a:pt x="0" y="7334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19050"/>
              <a:ext cx="3552274" cy="752450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java.awt.Panel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4073734" y="6186654"/>
            <a:ext cx="2664206" cy="1075140"/>
            <a:chOff x="0" y="0"/>
            <a:chExt cx="3552274" cy="143352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3552274" cy="1433520"/>
            </a:xfrm>
            <a:custGeom>
              <a:avLst/>
              <a:gdLst/>
              <a:ahLst/>
              <a:cxnLst/>
              <a:rect r="r" b="b" t="t" l="l"/>
              <a:pathLst>
                <a:path h="1433520" w="3552274">
                  <a:moveTo>
                    <a:pt x="0" y="0"/>
                  </a:moveTo>
                  <a:lnTo>
                    <a:pt x="3552274" y="0"/>
                  </a:lnTo>
                  <a:lnTo>
                    <a:pt x="3552274" y="1433520"/>
                  </a:lnTo>
                  <a:lnTo>
                    <a:pt x="0" y="143352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9525"/>
              <a:ext cx="3552274" cy="144304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Un contenedor que puede contener otros componentes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383838">
                <a:alpha val="100000"/>
              </a:srgbClr>
            </a:gs>
            <a:gs pos="65000">
              <a:srgbClr val="000000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lin ang="162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762" y="9601200"/>
            <a:ext cx="18283238" cy="685800"/>
            <a:chOff x="0" y="0"/>
            <a:chExt cx="24377650" cy="914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7650" cy="914400"/>
            </a:xfrm>
            <a:custGeom>
              <a:avLst/>
              <a:gdLst/>
              <a:ahLst/>
              <a:cxnLst/>
              <a:rect r="r" b="b" t="t" l="l"/>
              <a:pathLst>
                <a:path h="914400" w="24377650">
                  <a:moveTo>
                    <a:pt x="0" y="0"/>
                  </a:moveTo>
                  <a:lnTo>
                    <a:pt x="24377650" y="0"/>
                  </a:lnTo>
                  <a:lnTo>
                    <a:pt x="2437765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262626"/>
            </a:solidFill>
          </p:spPr>
        </p:sp>
      </p:grpSp>
      <p:sp>
        <p:nvSpPr>
          <p:cNvPr name="AutoShape 4" id="4"/>
          <p:cNvSpPr/>
          <p:nvPr/>
        </p:nvSpPr>
        <p:spPr>
          <a:xfrm rot="4374">
            <a:off x="1780767" y="2846070"/>
            <a:ext cx="14969502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4762" y="9601200"/>
            <a:ext cx="18283238" cy="685800"/>
            <a:chOff x="0" y="0"/>
            <a:chExt cx="24377650" cy="914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377650" cy="914400"/>
            </a:xfrm>
            <a:custGeom>
              <a:avLst/>
              <a:gdLst/>
              <a:ahLst/>
              <a:cxnLst/>
              <a:rect r="r" b="b" t="t" l="l"/>
              <a:pathLst>
                <a:path h="914400" w="24377650">
                  <a:moveTo>
                    <a:pt x="0" y="0"/>
                  </a:moveTo>
                  <a:lnTo>
                    <a:pt x="24377650" y="0"/>
                  </a:lnTo>
                  <a:lnTo>
                    <a:pt x="2437765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262626"/>
            </a:solidFill>
          </p:spPr>
        </p:sp>
      </p:grpSp>
      <p:sp>
        <p:nvSpPr>
          <p:cNvPr name="AutoShape 7" id="7"/>
          <p:cNvSpPr/>
          <p:nvPr/>
        </p:nvSpPr>
        <p:spPr>
          <a:xfrm>
            <a:off x="1780779" y="7414838"/>
            <a:ext cx="14832330" cy="1905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1447801" y="965200"/>
            <a:ext cx="9548460" cy="7581012"/>
            <a:chOff x="0" y="0"/>
            <a:chExt cx="12731280" cy="1010801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731279" cy="10108016"/>
            </a:xfrm>
            <a:custGeom>
              <a:avLst/>
              <a:gdLst/>
              <a:ahLst/>
              <a:cxnLst/>
              <a:rect r="r" b="b" t="t" l="l"/>
              <a:pathLst>
                <a:path h="10108016" w="12731279">
                  <a:moveTo>
                    <a:pt x="0" y="0"/>
                  </a:moveTo>
                  <a:lnTo>
                    <a:pt x="12731279" y="0"/>
                  </a:lnTo>
                  <a:lnTo>
                    <a:pt x="12731279" y="10108016"/>
                  </a:lnTo>
                  <a:lnTo>
                    <a:pt x="0" y="1010801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95250"/>
              <a:ext cx="12731280" cy="100127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2960"/>
                </a:lnSpc>
              </a:pPr>
              <a:r>
                <a:rPr lang="en-US" sz="12000" spc="-75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Componentes Básicos AWT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1806492" y="965200"/>
            <a:ext cx="5875315" cy="7581012"/>
            <a:chOff x="0" y="0"/>
            <a:chExt cx="7833754" cy="1010801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833754" cy="10108016"/>
            </a:xfrm>
            <a:custGeom>
              <a:avLst/>
              <a:gdLst/>
              <a:ahLst/>
              <a:cxnLst/>
              <a:rect r="r" b="b" t="t" l="l"/>
              <a:pathLst>
                <a:path h="10108016" w="7833754">
                  <a:moveTo>
                    <a:pt x="0" y="0"/>
                  </a:moveTo>
                  <a:lnTo>
                    <a:pt x="7833754" y="0"/>
                  </a:lnTo>
                  <a:lnTo>
                    <a:pt x="7833754" y="10108016"/>
                  </a:lnTo>
                  <a:lnTo>
                    <a:pt x="0" y="1010801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7833754" cy="101365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 spc="273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Componentes Visuales</a:t>
              </a:r>
            </a:p>
            <a:p>
              <a:pPr algn="l">
                <a:lnSpc>
                  <a:spcPts val="3960"/>
                </a:lnSpc>
              </a:pPr>
              <a:r>
                <a:rPr lang="en-US" sz="3300" spc="273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Contenedores</a:t>
              </a:r>
            </a:p>
            <a:p>
              <a:pPr algn="l">
                <a:lnSpc>
                  <a:spcPts val="3960"/>
                </a:lnSpc>
              </a:pPr>
              <a:r>
                <a:rPr lang="en-US" sz="3300" spc="275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Menus</a:t>
              </a:r>
            </a:p>
          </p:txBody>
        </p:sp>
      </p:grpSp>
      <p:sp>
        <p:nvSpPr>
          <p:cNvPr name="AutoShape 14" id="14"/>
          <p:cNvSpPr/>
          <p:nvPr/>
        </p:nvSpPr>
        <p:spPr>
          <a:xfrm rot="5387773">
            <a:off x="8623786" y="4755706"/>
            <a:ext cx="5356396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5" id="15"/>
          <p:cNvGrpSpPr/>
          <p:nvPr/>
        </p:nvGrpSpPr>
        <p:grpSpPr>
          <a:xfrm rot="0">
            <a:off x="4762" y="9601200"/>
            <a:ext cx="18283238" cy="685800"/>
            <a:chOff x="0" y="0"/>
            <a:chExt cx="24377650" cy="9144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4377650" cy="914400"/>
            </a:xfrm>
            <a:custGeom>
              <a:avLst/>
              <a:gdLst/>
              <a:ahLst/>
              <a:cxnLst/>
              <a:rect r="r" b="b" t="t" l="l"/>
              <a:pathLst>
                <a:path h="914400" w="24377650">
                  <a:moveTo>
                    <a:pt x="0" y="0"/>
                  </a:moveTo>
                  <a:lnTo>
                    <a:pt x="24377650" y="0"/>
                  </a:lnTo>
                  <a:lnTo>
                    <a:pt x="2437765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262626"/>
            </a:solidFill>
          </p:spPr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383838">
                <a:alpha val="100000"/>
              </a:srgbClr>
            </a:gs>
            <a:gs pos="65000">
              <a:srgbClr val="000000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lin ang="162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762" y="9601200"/>
            <a:ext cx="18283238" cy="685800"/>
            <a:chOff x="0" y="0"/>
            <a:chExt cx="24377650" cy="914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7650" cy="914400"/>
            </a:xfrm>
            <a:custGeom>
              <a:avLst/>
              <a:gdLst/>
              <a:ahLst/>
              <a:cxnLst/>
              <a:rect r="r" b="b" t="t" l="l"/>
              <a:pathLst>
                <a:path h="914400" w="24377650">
                  <a:moveTo>
                    <a:pt x="0" y="0"/>
                  </a:moveTo>
                  <a:lnTo>
                    <a:pt x="24377650" y="0"/>
                  </a:lnTo>
                  <a:lnTo>
                    <a:pt x="2437765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262626"/>
            </a:solidFill>
          </p:spPr>
        </p:sp>
      </p:grpSp>
      <p:sp>
        <p:nvSpPr>
          <p:cNvPr name="AutoShape 4" id="4"/>
          <p:cNvSpPr/>
          <p:nvPr/>
        </p:nvSpPr>
        <p:spPr>
          <a:xfrm rot="4374">
            <a:off x="1780767" y="2846070"/>
            <a:ext cx="14969502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1645920" y="429904"/>
            <a:ext cx="15087600" cy="2176135"/>
            <a:chOff x="0" y="0"/>
            <a:chExt cx="20116800" cy="290151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116800" cy="2901514"/>
            </a:xfrm>
            <a:custGeom>
              <a:avLst/>
              <a:gdLst/>
              <a:ahLst/>
              <a:cxnLst/>
              <a:rect r="r" b="b" t="t" l="l"/>
              <a:pathLst>
                <a:path h="2901514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2901514"/>
                  </a:lnTo>
                  <a:lnTo>
                    <a:pt x="0" y="290151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161925"/>
              <a:ext cx="20116800" cy="2739589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7775"/>
                </a:lnSpc>
              </a:pPr>
              <a:r>
                <a:rPr lang="en-US" sz="8100" spc="-75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Componentes visuales</a:t>
              </a:r>
            </a:p>
          </p:txBody>
        </p:sp>
      </p:grpSp>
      <p:sp>
        <p:nvSpPr>
          <p:cNvPr name="AutoShape 8" id="8"/>
          <p:cNvSpPr/>
          <p:nvPr/>
        </p:nvSpPr>
        <p:spPr>
          <a:xfrm rot="4374">
            <a:off x="1780767" y="2846070"/>
            <a:ext cx="14969502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" id="9"/>
          <p:cNvGrpSpPr/>
          <p:nvPr/>
        </p:nvGrpSpPr>
        <p:grpSpPr>
          <a:xfrm rot="0">
            <a:off x="0" y="9601200"/>
            <a:ext cx="18288000" cy="685800"/>
            <a:chOff x="0" y="0"/>
            <a:chExt cx="24384000" cy="9144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4384000" cy="914400"/>
            </a:xfrm>
            <a:custGeom>
              <a:avLst/>
              <a:gdLst/>
              <a:ahLst/>
              <a:cxnLst/>
              <a:rect r="r" b="b" t="t" l="l"/>
              <a:pathLst>
                <a:path h="9144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262626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638767" y="4171330"/>
            <a:ext cx="3298440" cy="1319812"/>
            <a:chOff x="0" y="0"/>
            <a:chExt cx="4397920" cy="175975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5875" y="15875"/>
              <a:ext cx="4366133" cy="1727962"/>
            </a:xfrm>
            <a:custGeom>
              <a:avLst/>
              <a:gdLst/>
              <a:ahLst/>
              <a:cxnLst/>
              <a:rect r="r" b="b" t="t" l="l"/>
              <a:pathLst>
                <a:path h="1727962" w="4366133">
                  <a:moveTo>
                    <a:pt x="0" y="0"/>
                  </a:moveTo>
                  <a:lnTo>
                    <a:pt x="3492627" y="0"/>
                  </a:lnTo>
                  <a:lnTo>
                    <a:pt x="4366133" y="863981"/>
                  </a:lnTo>
                  <a:lnTo>
                    <a:pt x="3492627" y="1727962"/>
                  </a:lnTo>
                  <a:lnTo>
                    <a:pt x="0" y="1727962"/>
                  </a:lnTo>
                  <a:lnTo>
                    <a:pt x="873506" y="863981"/>
                  </a:lnTo>
                  <a:close/>
                </a:path>
              </a:pathLst>
            </a:custGeom>
            <a:solidFill>
              <a:srgbClr val="BA7FAE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-1397" y="0"/>
              <a:ext cx="4399280" cy="1759712"/>
            </a:xfrm>
            <a:custGeom>
              <a:avLst/>
              <a:gdLst/>
              <a:ahLst/>
              <a:cxnLst/>
              <a:rect r="r" b="b" t="t" l="l"/>
              <a:pathLst>
                <a:path h="1759712" w="4399280">
                  <a:moveTo>
                    <a:pt x="17272" y="0"/>
                  </a:moveTo>
                  <a:lnTo>
                    <a:pt x="3509899" y="0"/>
                  </a:lnTo>
                  <a:cubicBezTo>
                    <a:pt x="3514090" y="0"/>
                    <a:pt x="3518154" y="1651"/>
                    <a:pt x="3521075" y="4572"/>
                  </a:cubicBezTo>
                  <a:lnTo>
                    <a:pt x="4394581" y="868553"/>
                  </a:lnTo>
                  <a:cubicBezTo>
                    <a:pt x="4397629" y="871474"/>
                    <a:pt x="4399280" y="875538"/>
                    <a:pt x="4399280" y="879856"/>
                  </a:cubicBezTo>
                  <a:cubicBezTo>
                    <a:pt x="4399280" y="884174"/>
                    <a:pt x="4397629" y="888111"/>
                    <a:pt x="4394581" y="891159"/>
                  </a:cubicBezTo>
                  <a:lnTo>
                    <a:pt x="3521075" y="1755140"/>
                  </a:lnTo>
                  <a:cubicBezTo>
                    <a:pt x="3518154" y="1758061"/>
                    <a:pt x="3514090" y="1759712"/>
                    <a:pt x="3509899" y="1759712"/>
                  </a:cubicBezTo>
                  <a:lnTo>
                    <a:pt x="17272" y="1759712"/>
                  </a:lnTo>
                  <a:cubicBezTo>
                    <a:pt x="10795" y="1759712"/>
                    <a:pt x="5080" y="1755775"/>
                    <a:pt x="2540" y="1749933"/>
                  </a:cubicBezTo>
                  <a:cubicBezTo>
                    <a:pt x="0" y="1744091"/>
                    <a:pt x="1524" y="1737106"/>
                    <a:pt x="6096" y="1732661"/>
                  </a:cubicBezTo>
                  <a:lnTo>
                    <a:pt x="879602" y="868553"/>
                  </a:lnTo>
                  <a:lnTo>
                    <a:pt x="890778" y="879856"/>
                  </a:lnTo>
                  <a:lnTo>
                    <a:pt x="879602" y="891159"/>
                  </a:lnTo>
                  <a:lnTo>
                    <a:pt x="6096" y="27178"/>
                  </a:lnTo>
                  <a:cubicBezTo>
                    <a:pt x="1524" y="22606"/>
                    <a:pt x="127" y="15748"/>
                    <a:pt x="2540" y="9779"/>
                  </a:cubicBezTo>
                  <a:cubicBezTo>
                    <a:pt x="4953" y="3810"/>
                    <a:pt x="10795" y="0"/>
                    <a:pt x="17272" y="0"/>
                  </a:cubicBezTo>
                  <a:moveTo>
                    <a:pt x="17272" y="31750"/>
                  </a:moveTo>
                  <a:lnTo>
                    <a:pt x="17272" y="15875"/>
                  </a:lnTo>
                  <a:lnTo>
                    <a:pt x="28448" y="4572"/>
                  </a:lnTo>
                  <a:lnTo>
                    <a:pt x="901954" y="868553"/>
                  </a:lnTo>
                  <a:cubicBezTo>
                    <a:pt x="905002" y="871474"/>
                    <a:pt x="906653" y="875538"/>
                    <a:pt x="906653" y="879856"/>
                  </a:cubicBezTo>
                  <a:cubicBezTo>
                    <a:pt x="906653" y="884174"/>
                    <a:pt x="905002" y="888111"/>
                    <a:pt x="901954" y="891159"/>
                  </a:cubicBezTo>
                  <a:lnTo>
                    <a:pt x="28448" y="1755140"/>
                  </a:lnTo>
                  <a:lnTo>
                    <a:pt x="17272" y="1743837"/>
                  </a:lnTo>
                  <a:lnTo>
                    <a:pt x="17272" y="1727962"/>
                  </a:lnTo>
                  <a:lnTo>
                    <a:pt x="3509899" y="1727962"/>
                  </a:lnTo>
                  <a:lnTo>
                    <a:pt x="3509899" y="1743837"/>
                  </a:lnTo>
                  <a:lnTo>
                    <a:pt x="3498723" y="1732534"/>
                  </a:lnTo>
                  <a:lnTo>
                    <a:pt x="4372229" y="868553"/>
                  </a:lnTo>
                  <a:lnTo>
                    <a:pt x="4383405" y="879856"/>
                  </a:lnTo>
                  <a:lnTo>
                    <a:pt x="4372229" y="891159"/>
                  </a:lnTo>
                  <a:lnTo>
                    <a:pt x="3498723" y="27178"/>
                  </a:lnTo>
                  <a:lnTo>
                    <a:pt x="3509899" y="15875"/>
                  </a:lnTo>
                  <a:lnTo>
                    <a:pt x="3509899" y="31750"/>
                  </a:lnTo>
                  <a:lnTo>
                    <a:pt x="17272" y="3175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286767" y="4171330"/>
            <a:ext cx="2002440" cy="1319812"/>
            <a:chOff x="0" y="0"/>
            <a:chExt cx="2669920" cy="17597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669920" cy="1759750"/>
            </a:xfrm>
            <a:custGeom>
              <a:avLst/>
              <a:gdLst/>
              <a:ahLst/>
              <a:cxnLst/>
              <a:rect r="r" b="b" t="t" l="l"/>
              <a:pathLst>
                <a:path h="1759750" w="2669920">
                  <a:moveTo>
                    <a:pt x="0" y="0"/>
                  </a:moveTo>
                  <a:lnTo>
                    <a:pt x="2669920" y="0"/>
                  </a:lnTo>
                  <a:lnTo>
                    <a:pt x="2669920" y="1759750"/>
                  </a:lnTo>
                  <a:lnTo>
                    <a:pt x="0" y="17597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19050"/>
              <a:ext cx="2669920" cy="1740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92"/>
                </a:lnSpc>
              </a:pPr>
              <a:r>
                <a:rPr lang="en-US" sz="24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Botones (Button)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641148" y="5631711"/>
            <a:ext cx="2638752" cy="2169240"/>
            <a:chOff x="0" y="0"/>
            <a:chExt cx="3518336" cy="28923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518336" cy="2892320"/>
            </a:xfrm>
            <a:custGeom>
              <a:avLst/>
              <a:gdLst/>
              <a:ahLst/>
              <a:cxnLst/>
              <a:rect r="r" b="b" t="t" l="l"/>
              <a:pathLst>
                <a:path h="2892320" w="3518336">
                  <a:moveTo>
                    <a:pt x="0" y="0"/>
                  </a:moveTo>
                  <a:lnTo>
                    <a:pt x="3518336" y="0"/>
                  </a:lnTo>
                  <a:lnTo>
                    <a:pt x="3518336" y="2892320"/>
                  </a:lnTo>
                  <a:lnTo>
                    <a:pt x="0" y="289232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19050"/>
              <a:ext cx="3518336" cy="2873270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just" marL="434340" indent="-144780" lvl="2">
                <a:lnSpc>
                  <a:spcPts val="2592"/>
                </a:lnSpc>
                <a:buFont typeface="Arial"/>
                <a:buChar char="⚬"/>
              </a:pPr>
              <a:r>
                <a:rPr lang="en-US" sz="24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Creación y personalización de botones.</a:t>
              </a:r>
            </a:p>
            <a:p>
              <a:pPr algn="just" marL="434340" indent="-144780" lvl="2">
                <a:lnSpc>
                  <a:spcPts val="2592"/>
                </a:lnSpc>
                <a:buFont typeface="Arial"/>
                <a:buChar char="⚬"/>
              </a:pPr>
              <a:r>
                <a:rPr lang="en-US" sz="24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Manejo de eventos de clic en botones.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4589395" y="4171330"/>
            <a:ext cx="3298440" cy="1319812"/>
            <a:chOff x="0" y="0"/>
            <a:chExt cx="4397920" cy="175975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5875" y="15875"/>
              <a:ext cx="4366133" cy="1727962"/>
            </a:xfrm>
            <a:custGeom>
              <a:avLst/>
              <a:gdLst/>
              <a:ahLst/>
              <a:cxnLst/>
              <a:rect r="r" b="b" t="t" l="l"/>
              <a:pathLst>
                <a:path h="1727962" w="4366133">
                  <a:moveTo>
                    <a:pt x="0" y="0"/>
                  </a:moveTo>
                  <a:lnTo>
                    <a:pt x="3492627" y="0"/>
                  </a:lnTo>
                  <a:lnTo>
                    <a:pt x="4366133" y="863981"/>
                  </a:lnTo>
                  <a:lnTo>
                    <a:pt x="3492627" y="1727962"/>
                  </a:lnTo>
                  <a:lnTo>
                    <a:pt x="0" y="1727962"/>
                  </a:lnTo>
                  <a:lnTo>
                    <a:pt x="873506" y="863981"/>
                  </a:lnTo>
                  <a:close/>
                </a:path>
              </a:pathLst>
            </a:custGeom>
            <a:solidFill>
              <a:srgbClr val="BC96C6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-1397" y="0"/>
              <a:ext cx="4399280" cy="1759712"/>
            </a:xfrm>
            <a:custGeom>
              <a:avLst/>
              <a:gdLst/>
              <a:ahLst/>
              <a:cxnLst/>
              <a:rect r="r" b="b" t="t" l="l"/>
              <a:pathLst>
                <a:path h="1759712" w="4399280">
                  <a:moveTo>
                    <a:pt x="17272" y="0"/>
                  </a:moveTo>
                  <a:lnTo>
                    <a:pt x="3509899" y="0"/>
                  </a:lnTo>
                  <a:cubicBezTo>
                    <a:pt x="3514090" y="0"/>
                    <a:pt x="3518154" y="1651"/>
                    <a:pt x="3521075" y="4572"/>
                  </a:cubicBezTo>
                  <a:lnTo>
                    <a:pt x="4394581" y="868553"/>
                  </a:lnTo>
                  <a:cubicBezTo>
                    <a:pt x="4397629" y="871474"/>
                    <a:pt x="4399280" y="875538"/>
                    <a:pt x="4399280" y="879856"/>
                  </a:cubicBezTo>
                  <a:cubicBezTo>
                    <a:pt x="4399280" y="884174"/>
                    <a:pt x="4397629" y="888111"/>
                    <a:pt x="4394581" y="891159"/>
                  </a:cubicBezTo>
                  <a:lnTo>
                    <a:pt x="3521075" y="1755140"/>
                  </a:lnTo>
                  <a:cubicBezTo>
                    <a:pt x="3518154" y="1758061"/>
                    <a:pt x="3514090" y="1759712"/>
                    <a:pt x="3509899" y="1759712"/>
                  </a:cubicBezTo>
                  <a:lnTo>
                    <a:pt x="17272" y="1759712"/>
                  </a:lnTo>
                  <a:cubicBezTo>
                    <a:pt x="10795" y="1759712"/>
                    <a:pt x="5080" y="1755775"/>
                    <a:pt x="2540" y="1749933"/>
                  </a:cubicBezTo>
                  <a:cubicBezTo>
                    <a:pt x="0" y="1744091"/>
                    <a:pt x="1524" y="1737106"/>
                    <a:pt x="6096" y="1732661"/>
                  </a:cubicBezTo>
                  <a:lnTo>
                    <a:pt x="879602" y="868553"/>
                  </a:lnTo>
                  <a:lnTo>
                    <a:pt x="890778" y="879856"/>
                  </a:lnTo>
                  <a:lnTo>
                    <a:pt x="879602" y="891159"/>
                  </a:lnTo>
                  <a:lnTo>
                    <a:pt x="6096" y="27178"/>
                  </a:lnTo>
                  <a:cubicBezTo>
                    <a:pt x="1524" y="22606"/>
                    <a:pt x="127" y="15748"/>
                    <a:pt x="2540" y="9779"/>
                  </a:cubicBezTo>
                  <a:cubicBezTo>
                    <a:pt x="4953" y="3810"/>
                    <a:pt x="10795" y="0"/>
                    <a:pt x="17272" y="0"/>
                  </a:cubicBezTo>
                  <a:moveTo>
                    <a:pt x="17272" y="31750"/>
                  </a:moveTo>
                  <a:lnTo>
                    <a:pt x="17272" y="15875"/>
                  </a:lnTo>
                  <a:lnTo>
                    <a:pt x="28448" y="4572"/>
                  </a:lnTo>
                  <a:lnTo>
                    <a:pt x="901954" y="868553"/>
                  </a:lnTo>
                  <a:cubicBezTo>
                    <a:pt x="905002" y="871474"/>
                    <a:pt x="906653" y="875538"/>
                    <a:pt x="906653" y="879856"/>
                  </a:cubicBezTo>
                  <a:cubicBezTo>
                    <a:pt x="906653" y="884174"/>
                    <a:pt x="905002" y="888111"/>
                    <a:pt x="901954" y="891159"/>
                  </a:cubicBezTo>
                  <a:lnTo>
                    <a:pt x="28448" y="1755140"/>
                  </a:lnTo>
                  <a:lnTo>
                    <a:pt x="17272" y="1743837"/>
                  </a:lnTo>
                  <a:lnTo>
                    <a:pt x="17272" y="1727962"/>
                  </a:lnTo>
                  <a:lnTo>
                    <a:pt x="3509899" y="1727962"/>
                  </a:lnTo>
                  <a:lnTo>
                    <a:pt x="3509899" y="1743837"/>
                  </a:lnTo>
                  <a:lnTo>
                    <a:pt x="3498723" y="1732534"/>
                  </a:lnTo>
                  <a:lnTo>
                    <a:pt x="4372229" y="868553"/>
                  </a:lnTo>
                  <a:lnTo>
                    <a:pt x="4383405" y="879856"/>
                  </a:lnTo>
                  <a:lnTo>
                    <a:pt x="4372229" y="891159"/>
                  </a:lnTo>
                  <a:lnTo>
                    <a:pt x="3498723" y="27178"/>
                  </a:lnTo>
                  <a:lnTo>
                    <a:pt x="3509899" y="15875"/>
                  </a:lnTo>
                  <a:lnTo>
                    <a:pt x="3509899" y="31750"/>
                  </a:lnTo>
                  <a:lnTo>
                    <a:pt x="17272" y="3175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5237395" y="4171330"/>
            <a:ext cx="2002440" cy="1319812"/>
            <a:chOff x="0" y="0"/>
            <a:chExt cx="2669920" cy="175975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669920" cy="1759750"/>
            </a:xfrm>
            <a:custGeom>
              <a:avLst/>
              <a:gdLst/>
              <a:ahLst/>
              <a:cxnLst/>
              <a:rect r="r" b="b" t="t" l="l"/>
              <a:pathLst>
                <a:path h="1759750" w="2669920">
                  <a:moveTo>
                    <a:pt x="0" y="0"/>
                  </a:moveTo>
                  <a:lnTo>
                    <a:pt x="2669920" y="0"/>
                  </a:lnTo>
                  <a:lnTo>
                    <a:pt x="2669920" y="1759750"/>
                  </a:lnTo>
                  <a:lnTo>
                    <a:pt x="0" y="17597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19050"/>
              <a:ext cx="2669920" cy="1740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92"/>
                </a:lnSpc>
              </a:pPr>
              <a:r>
                <a:rPr lang="en-US" sz="24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Etiquetas (Label)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4591776" y="5631711"/>
            <a:ext cx="2638752" cy="2169240"/>
            <a:chOff x="0" y="0"/>
            <a:chExt cx="3518336" cy="289232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518336" cy="2892320"/>
            </a:xfrm>
            <a:custGeom>
              <a:avLst/>
              <a:gdLst/>
              <a:ahLst/>
              <a:cxnLst/>
              <a:rect r="r" b="b" t="t" l="l"/>
              <a:pathLst>
                <a:path h="2892320" w="3518336">
                  <a:moveTo>
                    <a:pt x="0" y="0"/>
                  </a:moveTo>
                  <a:lnTo>
                    <a:pt x="3518336" y="0"/>
                  </a:lnTo>
                  <a:lnTo>
                    <a:pt x="3518336" y="2892320"/>
                  </a:lnTo>
                  <a:lnTo>
                    <a:pt x="0" y="289232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19050"/>
              <a:ext cx="3518336" cy="2873270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just" marL="434340" indent="-144780" lvl="2">
                <a:lnSpc>
                  <a:spcPts val="2592"/>
                </a:lnSpc>
                <a:buFont typeface="Arial"/>
                <a:buChar char="⚬"/>
              </a:pPr>
              <a:r>
                <a:rPr lang="en-US" sz="24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Mostrar texto estático en la interfaz.</a:t>
              </a:r>
            </a:p>
            <a:p>
              <a:pPr algn="just" marL="434340" indent="-144780" lvl="2">
                <a:lnSpc>
                  <a:spcPts val="2592"/>
                </a:lnSpc>
                <a:buFont typeface="Arial"/>
                <a:buChar char="⚬"/>
              </a:pPr>
              <a:r>
                <a:rPr lang="en-US" sz="24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Personalización del texto y la alineación.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7540024" y="4171330"/>
            <a:ext cx="3298440" cy="1319812"/>
            <a:chOff x="0" y="0"/>
            <a:chExt cx="4397920" cy="175975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15875" y="15875"/>
              <a:ext cx="4366133" cy="1727962"/>
            </a:xfrm>
            <a:custGeom>
              <a:avLst/>
              <a:gdLst/>
              <a:ahLst/>
              <a:cxnLst/>
              <a:rect r="r" b="b" t="t" l="l"/>
              <a:pathLst>
                <a:path h="1727962" w="4366133">
                  <a:moveTo>
                    <a:pt x="0" y="0"/>
                  </a:moveTo>
                  <a:lnTo>
                    <a:pt x="3492627" y="0"/>
                  </a:lnTo>
                  <a:lnTo>
                    <a:pt x="4366133" y="863981"/>
                  </a:lnTo>
                  <a:lnTo>
                    <a:pt x="3492627" y="1727962"/>
                  </a:lnTo>
                  <a:lnTo>
                    <a:pt x="0" y="1727962"/>
                  </a:lnTo>
                  <a:lnTo>
                    <a:pt x="873506" y="863981"/>
                  </a:lnTo>
                  <a:close/>
                </a:path>
              </a:pathLst>
            </a:custGeom>
            <a:solidFill>
              <a:srgbClr val="957FBA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-1397" y="0"/>
              <a:ext cx="4399280" cy="1759712"/>
            </a:xfrm>
            <a:custGeom>
              <a:avLst/>
              <a:gdLst/>
              <a:ahLst/>
              <a:cxnLst/>
              <a:rect r="r" b="b" t="t" l="l"/>
              <a:pathLst>
                <a:path h="1759712" w="4399280">
                  <a:moveTo>
                    <a:pt x="17272" y="0"/>
                  </a:moveTo>
                  <a:lnTo>
                    <a:pt x="3509899" y="0"/>
                  </a:lnTo>
                  <a:cubicBezTo>
                    <a:pt x="3514090" y="0"/>
                    <a:pt x="3518154" y="1651"/>
                    <a:pt x="3521075" y="4572"/>
                  </a:cubicBezTo>
                  <a:lnTo>
                    <a:pt x="4394581" y="868553"/>
                  </a:lnTo>
                  <a:cubicBezTo>
                    <a:pt x="4397629" y="871474"/>
                    <a:pt x="4399280" y="875538"/>
                    <a:pt x="4399280" y="879856"/>
                  </a:cubicBezTo>
                  <a:cubicBezTo>
                    <a:pt x="4399280" y="884174"/>
                    <a:pt x="4397629" y="888111"/>
                    <a:pt x="4394581" y="891159"/>
                  </a:cubicBezTo>
                  <a:lnTo>
                    <a:pt x="3521075" y="1755140"/>
                  </a:lnTo>
                  <a:cubicBezTo>
                    <a:pt x="3518154" y="1758061"/>
                    <a:pt x="3514090" y="1759712"/>
                    <a:pt x="3509899" y="1759712"/>
                  </a:cubicBezTo>
                  <a:lnTo>
                    <a:pt x="17272" y="1759712"/>
                  </a:lnTo>
                  <a:cubicBezTo>
                    <a:pt x="10795" y="1759712"/>
                    <a:pt x="5080" y="1755775"/>
                    <a:pt x="2540" y="1749933"/>
                  </a:cubicBezTo>
                  <a:cubicBezTo>
                    <a:pt x="0" y="1744091"/>
                    <a:pt x="1524" y="1737106"/>
                    <a:pt x="6096" y="1732661"/>
                  </a:cubicBezTo>
                  <a:lnTo>
                    <a:pt x="879602" y="868553"/>
                  </a:lnTo>
                  <a:lnTo>
                    <a:pt x="890778" y="879856"/>
                  </a:lnTo>
                  <a:lnTo>
                    <a:pt x="879602" y="891159"/>
                  </a:lnTo>
                  <a:lnTo>
                    <a:pt x="6096" y="27178"/>
                  </a:lnTo>
                  <a:cubicBezTo>
                    <a:pt x="1524" y="22606"/>
                    <a:pt x="127" y="15748"/>
                    <a:pt x="2540" y="9779"/>
                  </a:cubicBezTo>
                  <a:cubicBezTo>
                    <a:pt x="4953" y="3810"/>
                    <a:pt x="10795" y="0"/>
                    <a:pt x="17272" y="0"/>
                  </a:cubicBezTo>
                  <a:moveTo>
                    <a:pt x="17272" y="31750"/>
                  </a:moveTo>
                  <a:lnTo>
                    <a:pt x="17272" y="15875"/>
                  </a:lnTo>
                  <a:lnTo>
                    <a:pt x="28448" y="4572"/>
                  </a:lnTo>
                  <a:lnTo>
                    <a:pt x="901954" y="868553"/>
                  </a:lnTo>
                  <a:cubicBezTo>
                    <a:pt x="905002" y="871474"/>
                    <a:pt x="906653" y="875538"/>
                    <a:pt x="906653" y="879856"/>
                  </a:cubicBezTo>
                  <a:cubicBezTo>
                    <a:pt x="906653" y="884174"/>
                    <a:pt x="905002" y="888111"/>
                    <a:pt x="901954" y="891159"/>
                  </a:cubicBezTo>
                  <a:lnTo>
                    <a:pt x="28448" y="1755140"/>
                  </a:lnTo>
                  <a:lnTo>
                    <a:pt x="17272" y="1743837"/>
                  </a:lnTo>
                  <a:lnTo>
                    <a:pt x="17272" y="1727962"/>
                  </a:lnTo>
                  <a:lnTo>
                    <a:pt x="3509899" y="1727962"/>
                  </a:lnTo>
                  <a:lnTo>
                    <a:pt x="3509899" y="1743837"/>
                  </a:lnTo>
                  <a:lnTo>
                    <a:pt x="3498723" y="1732534"/>
                  </a:lnTo>
                  <a:lnTo>
                    <a:pt x="4372229" y="868553"/>
                  </a:lnTo>
                  <a:lnTo>
                    <a:pt x="4383405" y="879856"/>
                  </a:lnTo>
                  <a:lnTo>
                    <a:pt x="4372229" y="891159"/>
                  </a:lnTo>
                  <a:lnTo>
                    <a:pt x="3498723" y="27178"/>
                  </a:lnTo>
                  <a:lnTo>
                    <a:pt x="3509899" y="15875"/>
                  </a:lnTo>
                  <a:lnTo>
                    <a:pt x="3509899" y="31750"/>
                  </a:lnTo>
                  <a:lnTo>
                    <a:pt x="17272" y="3175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8188024" y="4171330"/>
            <a:ext cx="2002440" cy="1319812"/>
            <a:chOff x="0" y="0"/>
            <a:chExt cx="2669920" cy="175975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669920" cy="1759750"/>
            </a:xfrm>
            <a:custGeom>
              <a:avLst/>
              <a:gdLst/>
              <a:ahLst/>
              <a:cxnLst/>
              <a:rect r="r" b="b" t="t" l="l"/>
              <a:pathLst>
                <a:path h="1759750" w="2669920">
                  <a:moveTo>
                    <a:pt x="0" y="0"/>
                  </a:moveTo>
                  <a:lnTo>
                    <a:pt x="2669920" y="0"/>
                  </a:lnTo>
                  <a:lnTo>
                    <a:pt x="2669920" y="1759750"/>
                  </a:lnTo>
                  <a:lnTo>
                    <a:pt x="0" y="17597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19050"/>
              <a:ext cx="2669920" cy="1740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92"/>
                </a:lnSpc>
              </a:pPr>
              <a:r>
                <a:rPr lang="en-US" sz="24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Campos de texto (TextField)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7542405" y="5631711"/>
            <a:ext cx="2638752" cy="2752243"/>
            <a:chOff x="0" y="0"/>
            <a:chExt cx="3518336" cy="3669657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3518336" cy="3669657"/>
            </a:xfrm>
            <a:custGeom>
              <a:avLst/>
              <a:gdLst/>
              <a:ahLst/>
              <a:cxnLst/>
              <a:rect r="r" b="b" t="t" l="l"/>
              <a:pathLst>
                <a:path h="3669657" w="3518336">
                  <a:moveTo>
                    <a:pt x="0" y="0"/>
                  </a:moveTo>
                  <a:lnTo>
                    <a:pt x="3518336" y="0"/>
                  </a:lnTo>
                  <a:lnTo>
                    <a:pt x="3518336" y="3669657"/>
                  </a:lnTo>
                  <a:lnTo>
                    <a:pt x="0" y="366965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19050"/>
              <a:ext cx="3518336" cy="3650607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just" marL="434340" indent="-144780" lvl="2">
                <a:lnSpc>
                  <a:spcPts val="2592"/>
                </a:lnSpc>
                <a:buFont typeface="Arial"/>
                <a:buChar char="⚬"/>
              </a:pPr>
              <a:r>
                <a:rPr lang="en-US" sz="24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Entrada de texto por parte del usuario.</a:t>
              </a:r>
            </a:p>
            <a:p>
              <a:pPr algn="just" marL="434340" indent="-144780" lvl="2">
                <a:lnSpc>
                  <a:spcPts val="2592"/>
                </a:lnSpc>
                <a:buFont typeface="Arial"/>
                <a:buChar char="⚬"/>
              </a:pPr>
              <a:r>
                <a:rPr lang="en-US" sz="24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Validación de entrada y manejo de eventos de texto.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0490651" y="4171330"/>
            <a:ext cx="3298440" cy="1319812"/>
            <a:chOff x="0" y="0"/>
            <a:chExt cx="4397920" cy="175975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15875" y="15875"/>
              <a:ext cx="4366133" cy="1727962"/>
            </a:xfrm>
            <a:custGeom>
              <a:avLst/>
              <a:gdLst/>
              <a:ahLst/>
              <a:cxnLst/>
              <a:rect r="r" b="b" t="t" l="l"/>
              <a:pathLst>
                <a:path h="1727962" w="4366133">
                  <a:moveTo>
                    <a:pt x="0" y="0"/>
                  </a:moveTo>
                  <a:lnTo>
                    <a:pt x="3492627" y="0"/>
                  </a:lnTo>
                  <a:lnTo>
                    <a:pt x="4366133" y="863981"/>
                  </a:lnTo>
                  <a:lnTo>
                    <a:pt x="3492627" y="1727962"/>
                  </a:lnTo>
                  <a:lnTo>
                    <a:pt x="0" y="1727962"/>
                  </a:lnTo>
                  <a:lnTo>
                    <a:pt x="873506" y="863981"/>
                  </a:lnTo>
                  <a:close/>
                </a:path>
              </a:pathLst>
            </a:custGeom>
            <a:solidFill>
              <a:srgbClr val="9698C6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-1397" y="0"/>
              <a:ext cx="4399280" cy="1759712"/>
            </a:xfrm>
            <a:custGeom>
              <a:avLst/>
              <a:gdLst/>
              <a:ahLst/>
              <a:cxnLst/>
              <a:rect r="r" b="b" t="t" l="l"/>
              <a:pathLst>
                <a:path h="1759712" w="4399280">
                  <a:moveTo>
                    <a:pt x="17272" y="0"/>
                  </a:moveTo>
                  <a:lnTo>
                    <a:pt x="3509899" y="0"/>
                  </a:lnTo>
                  <a:cubicBezTo>
                    <a:pt x="3514090" y="0"/>
                    <a:pt x="3518154" y="1651"/>
                    <a:pt x="3521075" y="4572"/>
                  </a:cubicBezTo>
                  <a:lnTo>
                    <a:pt x="4394581" y="868553"/>
                  </a:lnTo>
                  <a:cubicBezTo>
                    <a:pt x="4397629" y="871474"/>
                    <a:pt x="4399280" y="875538"/>
                    <a:pt x="4399280" y="879856"/>
                  </a:cubicBezTo>
                  <a:cubicBezTo>
                    <a:pt x="4399280" y="884174"/>
                    <a:pt x="4397629" y="888111"/>
                    <a:pt x="4394581" y="891159"/>
                  </a:cubicBezTo>
                  <a:lnTo>
                    <a:pt x="3521075" y="1755140"/>
                  </a:lnTo>
                  <a:cubicBezTo>
                    <a:pt x="3518154" y="1758061"/>
                    <a:pt x="3514090" y="1759712"/>
                    <a:pt x="3509899" y="1759712"/>
                  </a:cubicBezTo>
                  <a:lnTo>
                    <a:pt x="17272" y="1759712"/>
                  </a:lnTo>
                  <a:cubicBezTo>
                    <a:pt x="10795" y="1759712"/>
                    <a:pt x="5080" y="1755775"/>
                    <a:pt x="2540" y="1749933"/>
                  </a:cubicBezTo>
                  <a:cubicBezTo>
                    <a:pt x="0" y="1744091"/>
                    <a:pt x="1524" y="1737106"/>
                    <a:pt x="6096" y="1732661"/>
                  </a:cubicBezTo>
                  <a:lnTo>
                    <a:pt x="879602" y="868553"/>
                  </a:lnTo>
                  <a:lnTo>
                    <a:pt x="890778" y="879856"/>
                  </a:lnTo>
                  <a:lnTo>
                    <a:pt x="879602" y="891159"/>
                  </a:lnTo>
                  <a:lnTo>
                    <a:pt x="6096" y="27178"/>
                  </a:lnTo>
                  <a:cubicBezTo>
                    <a:pt x="1524" y="22606"/>
                    <a:pt x="127" y="15748"/>
                    <a:pt x="2540" y="9779"/>
                  </a:cubicBezTo>
                  <a:cubicBezTo>
                    <a:pt x="4953" y="3810"/>
                    <a:pt x="10795" y="0"/>
                    <a:pt x="17272" y="0"/>
                  </a:cubicBezTo>
                  <a:moveTo>
                    <a:pt x="17272" y="31750"/>
                  </a:moveTo>
                  <a:lnTo>
                    <a:pt x="17272" y="15875"/>
                  </a:lnTo>
                  <a:lnTo>
                    <a:pt x="28448" y="4572"/>
                  </a:lnTo>
                  <a:lnTo>
                    <a:pt x="901954" y="868553"/>
                  </a:lnTo>
                  <a:cubicBezTo>
                    <a:pt x="905002" y="871474"/>
                    <a:pt x="906653" y="875538"/>
                    <a:pt x="906653" y="879856"/>
                  </a:cubicBezTo>
                  <a:cubicBezTo>
                    <a:pt x="906653" y="884174"/>
                    <a:pt x="905002" y="888111"/>
                    <a:pt x="901954" y="891159"/>
                  </a:cubicBezTo>
                  <a:lnTo>
                    <a:pt x="28448" y="1755140"/>
                  </a:lnTo>
                  <a:lnTo>
                    <a:pt x="17272" y="1743837"/>
                  </a:lnTo>
                  <a:lnTo>
                    <a:pt x="17272" y="1727962"/>
                  </a:lnTo>
                  <a:lnTo>
                    <a:pt x="3509899" y="1727962"/>
                  </a:lnTo>
                  <a:lnTo>
                    <a:pt x="3509899" y="1743837"/>
                  </a:lnTo>
                  <a:lnTo>
                    <a:pt x="3498723" y="1732534"/>
                  </a:lnTo>
                  <a:lnTo>
                    <a:pt x="4372229" y="868553"/>
                  </a:lnTo>
                  <a:lnTo>
                    <a:pt x="4383405" y="879856"/>
                  </a:lnTo>
                  <a:lnTo>
                    <a:pt x="4372229" y="891159"/>
                  </a:lnTo>
                  <a:lnTo>
                    <a:pt x="3498723" y="27178"/>
                  </a:lnTo>
                  <a:lnTo>
                    <a:pt x="3509899" y="15875"/>
                  </a:lnTo>
                  <a:lnTo>
                    <a:pt x="3509899" y="31750"/>
                  </a:lnTo>
                  <a:lnTo>
                    <a:pt x="17272" y="3175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1138651" y="4171330"/>
            <a:ext cx="2002440" cy="1319812"/>
            <a:chOff x="0" y="0"/>
            <a:chExt cx="2669920" cy="175975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669920" cy="1759750"/>
            </a:xfrm>
            <a:custGeom>
              <a:avLst/>
              <a:gdLst/>
              <a:ahLst/>
              <a:cxnLst/>
              <a:rect r="r" b="b" t="t" l="l"/>
              <a:pathLst>
                <a:path h="1759750" w="2669920">
                  <a:moveTo>
                    <a:pt x="0" y="0"/>
                  </a:moveTo>
                  <a:lnTo>
                    <a:pt x="2669920" y="0"/>
                  </a:lnTo>
                  <a:lnTo>
                    <a:pt x="2669920" y="1759750"/>
                  </a:lnTo>
                  <a:lnTo>
                    <a:pt x="0" y="17597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0" y="19050"/>
              <a:ext cx="2669920" cy="1740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92"/>
                </a:lnSpc>
              </a:pPr>
              <a:r>
                <a:rPr lang="en-US" sz="24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Áreas de texto (TextArea)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0493032" y="5631711"/>
            <a:ext cx="3296059" cy="2169240"/>
            <a:chOff x="0" y="0"/>
            <a:chExt cx="4394745" cy="289232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4394745" cy="2892320"/>
            </a:xfrm>
            <a:custGeom>
              <a:avLst/>
              <a:gdLst/>
              <a:ahLst/>
              <a:cxnLst/>
              <a:rect r="r" b="b" t="t" l="l"/>
              <a:pathLst>
                <a:path h="2892320" w="4394745">
                  <a:moveTo>
                    <a:pt x="0" y="0"/>
                  </a:moveTo>
                  <a:lnTo>
                    <a:pt x="4394745" y="0"/>
                  </a:lnTo>
                  <a:lnTo>
                    <a:pt x="4394745" y="2892320"/>
                  </a:lnTo>
                  <a:lnTo>
                    <a:pt x="0" y="289232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6" id="46"/>
            <p:cNvSpPr txBox="true"/>
            <p:nvPr/>
          </p:nvSpPr>
          <p:spPr>
            <a:xfrm>
              <a:off x="0" y="19050"/>
              <a:ext cx="4394745" cy="2873270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 marL="434340" indent="-144780" lvl="2">
                <a:lnSpc>
                  <a:spcPts val="2592"/>
                </a:lnSpc>
                <a:buFont typeface="Arial"/>
                <a:buChar char="⚬"/>
              </a:pPr>
              <a:r>
                <a:rPr lang="en-US" sz="24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Entrada de texto multilínea.</a:t>
              </a:r>
            </a:p>
            <a:p>
              <a:pPr algn="l" marL="434340" indent="-144780" lvl="2">
                <a:lnSpc>
                  <a:spcPts val="2592"/>
                </a:lnSpc>
                <a:buFont typeface="Arial"/>
                <a:buChar char="⚬"/>
              </a:pPr>
              <a:r>
                <a:rPr lang="en-US" sz="24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Manejo de eventos de edición y desplazamiento.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3441280" y="4171330"/>
            <a:ext cx="3298440" cy="1319812"/>
            <a:chOff x="0" y="0"/>
            <a:chExt cx="4397920" cy="175975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15875" y="15875"/>
              <a:ext cx="4366133" cy="1727962"/>
            </a:xfrm>
            <a:custGeom>
              <a:avLst/>
              <a:gdLst/>
              <a:ahLst/>
              <a:cxnLst/>
              <a:rect r="r" b="b" t="t" l="l"/>
              <a:pathLst>
                <a:path h="1727962" w="4366133">
                  <a:moveTo>
                    <a:pt x="0" y="0"/>
                  </a:moveTo>
                  <a:lnTo>
                    <a:pt x="3492627" y="0"/>
                  </a:lnTo>
                  <a:lnTo>
                    <a:pt x="4366133" y="863981"/>
                  </a:lnTo>
                  <a:lnTo>
                    <a:pt x="3492627" y="1727962"/>
                  </a:lnTo>
                  <a:lnTo>
                    <a:pt x="0" y="1727962"/>
                  </a:lnTo>
                  <a:lnTo>
                    <a:pt x="873506" y="863981"/>
                  </a:lnTo>
                  <a:close/>
                </a:path>
              </a:pathLst>
            </a:custGeom>
            <a:solidFill>
              <a:srgbClr val="7F9ABA"/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-1397" y="0"/>
              <a:ext cx="4399280" cy="1759712"/>
            </a:xfrm>
            <a:custGeom>
              <a:avLst/>
              <a:gdLst/>
              <a:ahLst/>
              <a:cxnLst/>
              <a:rect r="r" b="b" t="t" l="l"/>
              <a:pathLst>
                <a:path h="1759712" w="4399280">
                  <a:moveTo>
                    <a:pt x="17272" y="0"/>
                  </a:moveTo>
                  <a:lnTo>
                    <a:pt x="3509899" y="0"/>
                  </a:lnTo>
                  <a:cubicBezTo>
                    <a:pt x="3514090" y="0"/>
                    <a:pt x="3518154" y="1651"/>
                    <a:pt x="3521075" y="4572"/>
                  </a:cubicBezTo>
                  <a:lnTo>
                    <a:pt x="4394581" y="868553"/>
                  </a:lnTo>
                  <a:cubicBezTo>
                    <a:pt x="4397629" y="871474"/>
                    <a:pt x="4399280" y="875538"/>
                    <a:pt x="4399280" y="879856"/>
                  </a:cubicBezTo>
                  <a:cubicBezTo>
                    <a:pt x="4399280" y="884174"/>
                    <a:pt x="4397629" y="888111"/>
                    <a:pt x="4394581" y="891159"/>
                  </a:cubicBezTo>
                  <a:lnTo>
                    <a:pt x="3521075" y="1755140"/>
                  </a:lnTo>
                  <a:cubicBezTo>
                    <a:pt x="3518154" y="1758061"/>
                    <a:pt x="3514090" y="1759712"/>
                    <a:pt x="3509899" y="1759712"/>
                  </a:cubicBezTo>
                  <a:lnTo>
                    <a:pt x="17272" y="1759712"/>
                  </a:lnTo>
                  <a:cubicBezTo>
                    <a:pt x="10795" y="1759712"/>
                    <a:pt x="5080" y="1755775"/>
                    <a:pt x="2540" y="1749933"/>
                  </a:cubicBezTo>
                  <a:cubicBezTo>
                    <a:pt x="0" y="1744091"/>
                    <a:pt x="1524" y="1737106"/>
                    <a:pt x="6096" y="1732661"/>
                  </a:cubicBezTo>
                  <a:lnTo>
                    <a:pt x="879602" y="868553"/>
                  </a:lnTo>
                  <a:lnTo>
                    <a:pt x="890778" y="879856"/>
                  </a:lnTo>
                  <a:lnTo>
                    <a:pt x="879602" y="891159"/>
                  </a:lnTo>
                  <a:lnTo>
                    <a:pt x="6096" y="27178"/>
                  </a:lnTo>
                  <a:cubicBezTo>
                    <a:pt x="1524" y="22606"/>
                    <a:pt x="127" y="15748"/>
                    <a:pt x="2540" y="9779"/>
                  </a:cubicBezTo>
                  <a:cubicBezTo>
                    <a:pt x="4953" y="3810"/>
                    <a:pt x="10795" y="0"/>
                    <a:pt x="17272" y="0"/>
                  </a:cubicBezTo>
                  <a:moveTo>
                    <a:pt x="17272" y="31750"/>
                  </a:moveTo>
                  <a:lnTo>
                    <a:pt x="17272" y="15875"/>
                  </a:lnTo>
                  <a:lnTo>
                    <a:pt x="28448" y="4572"/>
                  </a:lnTo>
                  <a:lnTo>
                    <a:pt x="901954" y="868553"/>
                  </a:lnTo>
                  <a:cubicBezTo>
                    <a:pt x="905002" y="871474"/>
                    <a:pt x="906653" y="875538"/>
                    <a:pt x="906653" y="879856"/>
                  </a:cubicBezTo>
                  <a:cubicBezTo>
                    <a:pt x="906653" y="884174"/>
                    <a:pt x="905002" y="888111"/>
                    <a:pt x="901954" y="891159"/>
                  </a:cubicBezTo>
                  <a:lnTo>
                    <a:pt x="28448" y="1755140"/>
                  </a:lnTo>
                  <a:lnTo>
                    <a:pt x="17272" y="1743837"/>
                  </a:lnTo>
                  <a:lnTo>
                    <a:pt x="17272" y="1727962"/>
                  </a:lnTo>
                  <a:lnTo>
                    <a:pt x="3509899" y="1727962"/>
                  </a:lnTo>
                  <a:lnTo>
                    <a:pt x="3509899" y="1743837"/>
                  </a:lnTo>
                  <a:lnTo>
                    <a:pt x="3498723" y="1732534"/>
                  </a:lnTo>
                  <a:lnTo>
                    <a:pt x="4372229" y="868553"/>
                  </a:lnTo>
                  <a:lnTo>
                    <a:pt x="4383405" y="879856"/>
                  </a:lnTo>
                  <a:lnTo>
                    <a:pt x="4372229" y="891159"/>
                  </a:lnTo>
                  <a:lnTo>
                    <a:pt x="3498723" y="27178"/>
                  </a:lnTo>
                  <a:lnTo>
                    <a:pt x="3509899" y="15875"/>
                  </a:lnTo>
                  <a:lnTo>
                    <a:pt x="3509899" y="31750"/>
                  </a:lnTo>
                  <a:lnTo>
                    <a:pt x="17272" y="3175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4089280" y="4171330"/>
            <a:ext cx="2002440" cy="1319812"/>
            <a:chOff x="0" y="0"/>
            <a:chExt cx="2669920" cy="175975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669920" cy="1759750"/>
            </a:xfrm>
            <a:custGeom>
              <a:avLst/>
              <a:gdLst/>
              <a:ahLst/>
              <a:cxnLst/>
              <a:rect r="r" b="b" t="t" l="l"/>
              <a:pathLst>
                <a:path h="1759750" w="2669920">
                  <a:moveTo>
                    <a:pt x="0" y="0"/>
                  </a:moveTo>
                  <a:lnTo>
                    <a:pt x="2669920" y="0"/>
                  </a:lnTo>
                  <a:lnTo>
                    <a:pt x="2669920" y="1759750"/>
                  </a:lnTo>
                  <a:lnTo>
                    <a:pt x="0" y="17597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2" id="52"/>
            <p:cNvSpPr txBox="true"/>
            <p:nvPr/>
          </p:nvSpPr>
          <p:spPr>
            <a:xfrm>
              <a:off x="0" y="19050"/>
              <a:ext cx="2669920" cy="1740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92"/>
                </a:lnSpc>
              </a:pPr>
              <a:r>
                <a:rPr lang="en-US" sz="24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Casillas de verificación (Checkbox)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3443662" y="5631711"/>
            <a:ext cx="3071224" cy="1968387"/>
            <a:chOff x="0" y="0"/>
            <a:chExt cx="4094966" cy="2624516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4094966" cy="2624516"/>
            </a:xfrm>
            <a:custGeom>
              <a:avLst/>
              <a:gdLst/>
              <a:ahLst/>
              <a:cxnLst/>
              <a:rect r="r" b="b" t="t" l="l"/>
              <a:pathLst>
                <a:path h="2624516" w="4094966">
                  <a:moveTo>
                    <a:pt x="0" y="0"/>
                  </a:moveTo>
                  <a:lnTo>
                    <a:pt x="4094966" y="0"/>
                  </a:lnTo>
                  <a:lnTo>
                    <a:pt x="4094966" y="2624516"/>
                  </a:lnTo>
                  <a:lnTo>
                    <a:pt x="0" y="262451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5" id="55"/>
            <p:cNvSpPr txBox="true"/>
            <p:nvPr/>
          </p:nvSpPr>
          <p:spPr>
            <a:xfrm>
              <a:off x="0" y="19050"/>
              <a:ext cx="4094966" cy="2605466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just" marL="434340" indent="-144780" lvl="2">
                <a:lnSpc>
                  <a:spcPts val="2592"/>
                </a:lnSpc>
                <a:buFont typeface="Arial"/>
                <a:buChar char="⚬"/>
              </a:pPr>
              <a:r>
                <a:rPr lang="en-US" sz="24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Selección de opciones binarias (verdadero/falso).</a:t>
              </a:r>
            </a:p>
            <a:p>
              <a:pPr algn="just" marL="434340" indent="-144780" lvl="2">
                <a:lnSpc>
                  <a:spcPts val="2592"/>
                </a:lnSpc>
                <a:buFont typeface="Arial"/>
                <a:buChar char="⚬"/>
              </a:pPr>
              <a:r>
                <a:rPr lang="en-US" sz="24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Manejo de eventos de selección.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762" y="9601200"/>
            <a:ext cx="18283238" cy="685800"/>
            <a:chOff x="0" y="0"/>
            <a:chExt cx="24377650" cy="914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7650" cy="914400"/>
            </a:xfrm>
            <a:custGeom>
              <a:avLst/>
              <a:gdLst/>
              <a:ahLst/>
              <a:cxnLst/>
              <a:rect r="r" b="b" t="t" l="l"/>
              <a:pathLst>
                <a:path h="914400" w="24377650">
                  <a:moveTo>
                    <a:pt x="0" y="0"/>
                  </a:moveTo>
                  <a:lnTo>
                    <a:pt x="24377650" y="0"/>
                  </a:lnTo>
                  <a:lnTo>
                    <a:pt x="2437765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262626"/>
            </a:solidFill>
          </p:spPr>
        </p:sp>
      </p:grpSp>
      <p:sp>
        <p:nvSpPr>
          <p:cNvPr name="AutoShape 4" id="4"/>
          <p:cNvSpPr/>
          <p:nvPr/>
        </p:nvSpPr>
        <p:spPr>
          <a:xfrm rot="4374">
            <a:off x="1780767" y="2846070"/>
            <a:ext cx="14969502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1645920" y="429904"/>
            <a:ext cx="15087600" cy="2176135"/>
            <a:chOff x="0" y="0"/>
            <a:chExt cx="20116800" cy="290151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116800" cy="2901514"/>
            </a:xfrm>
            <a:custGeom>
              <a:avLst/>
              <a:gdLst/>
              <a:ahLst/>
              <a:cxnLst/>
              <a:rect r="r" b="b" t="t" l="l"/>
              <a:pathLst>
                <a:path h="2901514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2901514"/>
                  </a:lnTo>
                  <a:lnTo>
                    <a:pt x="0" y="290151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161925"/>
              <a:ext cx="20116800" cy="2739589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7775"/>
                </a:lnSpc>
              </a:pPr>
              <a:r>
                <a:rPr lang="en-US" sz="8100" spc="-75">
                  <a:solidFill>
                    <a:srgbClr val="404040"/>
                  </a:solidFill>
                  <a:latin typeface="Arimo"/>
                  <a:ea typeface="Arimo"/>
                  <a:cs typeface="Arimo"/>
                  <a:sym typeface="Arimo"/>
                </a:rPr>
                <a:t>Contenedores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45920" y="3162990"/>
            <a:ext cx="15087599" cy="1611416"/>
            <a:chOff x="0" y="0"/>
            <a:chExt cx="20116798" cy="214855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116800" cy="2148586"/>
            </a:xfrm>
            <a:custGeom>
              <a:avLst/>
              <a:gdLst/>
              <a:ahLst/>
              <a:cxnLst/>
              <a:rect r="r" b="b" t="t" l="l"/>
              <a:pathLst>
                <a:path h="2148586" w="20116800">
                  <a:moveTo>
                    <a:pt x="0" y="214884"/>
                  </a:moveTo>
                  <a:cubicBezTo>
                    <a:pt x="0" y="96139"/>
                    <a:pt x="96139" y="0"/>
                    <a:pt x="214884" y="0"/>
                  </a:cubicBezTo>
                  <a:lnTo>
                    <a:pt x="19901915" y="0"/>
                  </a:lnTo>
                  <a:cubicBezTo>
                    <a:pt x="20020533" y="0"/>
                    <a:pt x="20116800" y="96139"/>
                    <a:pt x="20116800" y="214884"/>
                  </a:cubicBezTo>
                  <a:lnTo>
                    <a:pt x="20116800" y="1933702"/>
                  </a:lnTo>
                  <a:cubicBezTo>
                    <a:pt x="20116800" y="2052320"/>
                    <a:pt x="20020660" y="2148586"/>
                    <a:pt x="19901915" y="2148586"/>
                  </a:cubicBezTo>
                  <a:lnTo>
                    <a:pt x="214884" y="2148586"/>
                  </a:lnTo>
                  <a:cubicBezTo>
                    <a:pt x="96139" y="2148586"/>
                    <a:pt x="0" y="2052320"/>
                    <a:pt x="0" y="1933702"/>
                  </a:cubicBezTo>
                  <a:close/>
                </a:path>
              </a:pathLst>
            </a:custGeom>
            <a:solidFill>
              <a:srgbClr val="E7D8E3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2121467" y="3513652"/>
            <a:ext cx="910091" cy="910091"/>
            <a:chOff x="0" y="0"/>
            <a:chExt cx="1213454" cy="121345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15875" y="15875"/>
              <a:ext cx="1181735" cy="1181735"/>
            </a:xfrm>
            <a:custGeom>
              <a:avLst/>
              <a:gdLst/>
              <a:ahLst/>
              <a:cxnLst/>
              <a:rect r="r" b="b" t="t" l="l"/>
              <a:pathLst>
                <a:path h="1181735" w="1181735">
                  <a:moveTo>
                    <a:pt x="0" y="0"/>
                  </a:moveTo>
                  <a:lnTo>
                    <a:pt x="1181735" y="0"/>
                  </a:lnTo>
                  <a:lnTo>
                    <a:pt x="1181735" y="1181735"/>
                  </a:lnTo>
                  <a:lnTo>
                    <a:pt x="0" y="1181735"/>
                  </a:lnTo>
                  <a:close/>
                </a:path>
              </a:pathLst>
            </a:custGeom>
            <a:blipFill>
              <a:blip r:embed="rId2"/>
              <a:stretch>
                <a:fillRect l="-1343" t="-1343" r="-1340" b="-134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13485" cy="1213485"/>
            </a:xfrm>
            <a:custGeom>
              <a:avLst/>
              <a:gdLst/>
              <a:ahLst/>
              <a:cxnLst/>
              <a:rect r="r" b="b" t="t" l="l"/>
              <a:pathLst>
                <a:path h="1213485" w="1213485">
                  <a:moveTo>
                    <a:pt x="15875" y="0"/>
                  </a:moveTo>
                  <a:lnTo>
                    <a:pt x="1197610" y="0"/>
                  </a:lnTo>
                  <a:cubicBezTo>
                    <a:pt x="1206373" y="0"/>
                    <a:pt x="1213485" y="7112"/>
                    <a:pt x="1213485" y="15875"/>
                  </a:cubicBezTo>
                  <a:lnTo>
                    <a:pt x="1213485" y="1197610"/>
                  </a:lnTo>
                  <a:cubicBezTo>
                    <a:pt x="1213485" y="1206373"/>
                    <a:pt x="1206373" y="1213485"/>
                    <a:pt x="1197610" y="1213485"/>
                  </a:cubicBezTo>
                  <a:lnTo>
                    <a:pt x="15875" y="1213485"/>
                  </a:lnTo>
                  <a:cubicBezTo>
                    <a:pt x="7112" y="1213485"/>
                    <a:pt x="0" y="1206373"/>
                    <a:pt x="0" y="1197610"/>
                  </a:cubicBezTo>
                  <a:lnTo>
                    <a:pt x="0" y="15875"/>
                  </a:lnTo>
                  <a:cubicBezTo>
                    <a:pt x="0" y="7112"/>
                    <a:pt x="7112" y="0"/>
                    <a:pt x="15875" y="0"/>
                  </a:cubicBezTo>
                  <a:moveTo>
                    <a:pt x="15875" y="31750"/>
                  </a:moveTo>
                  <a:lnTo>
                    <a:pt x="15875" y="15875"/>
                  </a:lnTo>
                  <a:lnTo>
                    <a:pt x="31750" y="15875"/>
                  </a:lnTo>
                  <a:lnTo>
                    <a:pt x="31750" y="1197610"/>
                  </a:lnTo>
                  <a:lnTo>
                    <a:pt x="15875" y="1197610"/>
                  </a:lnTo>
                  <a:lnTo>
                    <a:pt x="15875" y="1181735"/>
                  </a:lnTo>
                  <a:lnTo>
                    <a:pt x="1197610" y="1181735"/>
                  </a:lnTo>
                  <a:lnTo>
                    <a:pt x="1197610" y="1197610"/>
                  </a:lnTo>
                  <a:lnTo>
                    <a:pt x="1181735" y="1197610"/>
                  </a:lnTo>
                  <a:lnTo>
                    <a:pt x="1181735" y="15875"/>
                  </a:lnTo>
                  <a:lnTo>
                    <a:pt x="1197610" y="15875"/>
                  </a:lnTo>
                  <a:lnTo>
                    <a:pt x="1197610" y="31750"/>
                  </a:lnTo>
                  <a:lnTo>
                    <a:pt x="15875" y="3175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3497582" y="3153465"/>
            <a:ext cx="6808470" cy="1630466"/>
            <a:chOff x="0" y="0"/>
            <a:chExt cx="9077960" cy="217395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077960" cy="2173954"/>
            </a:xfrm>
            <a:custGeom>
              <a:avLst/>
              <a:gdLst/>
              <a:ahLst/>
              <a:cxnLst/>
              <a:rect r="r" b="b" t="t" l="l"/>
              <a:pathLst>
                <a:path h="2173954" w="9077960">
                  <a:moveTo>
                    <a:pt x="0" y="0"/>
                  </a:moveTo>
                  <a:lnTo>
                    <a:pt x="9077960" y="0"/>
                  </a:lnTo>
                  <a:lnTo>
                    <a:pt x="9077960" y="2173954"/>
                  </a:lnTo>
                  <a:lnTo>
                    <a:pt x="0" y="217395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9077960" cy="22120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500"/>
                </a:lnSpc>
              </a:pPr>
              <a:r>
                <a:rPr lang="en-US" sz="375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Ventanas (Frame)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287002" y="3153465"/>
            <a:ext cx="6456042" cy="1630466"/>
            <a:chOff x="0" y="0"/>
            <a:chExt cx="8608056" cy="217395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608056" cy="2173954"/>
            </a:xfrm>
            <a:custGeom>
              <a:avLst/>
              <a:gdLst/>
              <a:ahLst/>
              <a:cxnLst/>
              <a:rect r="r" b="b" t="t" l="l"/>
              <a:pathLst>
                <a:path h="2173954" w="8608056">
                  <a:moveTo>
                    <a:pt x="0" y="0"/>
                  </a:moveTo>
                  <a:lnTo>
                    <a:pt x="8608056" y="0"/>
                  </a:lnTo>
                  <a:lnTo>
                    <a:pt x="8608056" y="2173954"/>
                  </a:lnTo>
                  <a:lnTo>
                    <a:pt x="0" y="217395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9525"/>
              <a:ext cx="8608056" cy="218347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Creación de ventanas principales.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Configuración de tamaño, título y posición.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645920" y="5177260"/>
            <a:ext cx="15087599" cy="1611415"/>
            <a:chOff x="0" y="0"/>
            <a:chExt cx="20116798" cy="214855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0116800" cy="2148586"/>
            </a:xfrm>
            <a:custGeom>
              <a:avLst/>
              <a:gdLst/>
              <a:ahLst/>
              <a:cxnLst/>
              <a:rect r="r" b="b" t="t" l="l"/>
              <a:pathLst>
                <a:path h="2148586" w="20116800">
                  <a:moveTo>
                    <a:pt x="0" y="214884"/>
                  </a:moveTo>
                  <a:cubicBezTo>
                    <a:pt x="0" y="96139"/>
                    <a:pt x="96139" y="0"/>
                    <a:pt x="214884" y="0"/>
                  </a:cubicBezTo>
                  <a:lnTo>
                    <a:pt x="19901915" y="0"/>
                  </a:lnTo>
                  <a:cubicBezTo>
                    <a:pt x="20020533" y="0"/>
                    <a:pt x="20116800" y="96139"/>
                    <a:pt x="20116800" y="214884"/>
                  </a:cubicBezTo>
                  <a:lnTo>
                    <a:pt x="20116800" y="1933702"/>
                  </a:lnTo>
                  <a:cubicBezTo>
                    <a:pt x="20116800" y="2052320"/>
                    <a:pt x="20020660" y="2148586"/>
                    <a:pt x="19901915" y="2148586"/>
                  </a:cubicBezTo>
                  <a:lnTo>
                    <a:pt x="214884" y="2148586"/>
                  </a:lnTo>
                  <a:cubicBezTo>
                    <a:pt x="96139" y="2148586"/>
                    <a:pt x="0" y="2052320"/>
                    <a:pt x="0" y="1933702"/>
                  </a:cubicBezTo>
                  <a:close/>
                </a:path>
              </a:pathLst>
            </a:custGeom>
            <a:solidFill>
              <a:srgbClr val="E7D8E3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2121467" y="5527924"/>
            <a:ext cx="910091" cy="910090"/>
            <a:chOff x="0" y="0"/>
            <a:chExt cx="1213454" cy="121345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15875" y="15875"/>
              <a:ext cx="1181735" cy="1181735"/>
            </a:xfrm>
            <a:custGeom>
              <a:avLst/>
              <a:gdLst/>
              <a:ahLst/>
              <a:cxnLst/>
              <a:rect r="r" b="b" t="t" l="l"/>
              <a:pathLst>
                <a:path h="1181735" w="1181735">
                  <a:moveTo>
                    <a:pt x="0" y="0"/>
                  </a:moveTo>
                  <a:lnTo>
                    <a:pt x="1181735" y="0"/>
                  </a:lnTo>
                  <a:lnTo>
                    <a:pt x="1181735" y="1181735"/>
                  </a:lnTo>
                  <a:lnTo>
                    <a:pt x="0" y="1181735"/>
                  </a:lnTo>
                  <a:close/>
                </a:path>
              </a:pathLst>
            </a:custGeom>
            <a:blipFill>
              <a:blip r:embed="rId3"/>
              <a:stretch>
                <a:fillRect l="-1343" t="-1343" r="-1340" b="-1340"/>
              </a:stretch>
            </a:blip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213485" cy="1213485"/>
            </a:xfrm>
            <a:custGeom>
              <a:avLst/>
              <a:gdLst/>
              <a:ahLst/>
              <a:cxnLst/>
              <a:rect r="r" b="b" t="t" l="l"/>
              <a:pathLst>
                <a:path h="1213485" w="1213485">
                  <a:moveTo>
                    <a:pt x="15875" y="0"/>
                  </a:moveTo>
                  <a:lnTo>
                    <a:pt x="1197610" y="0"/>
                  </a:lnTo>
                  <a:cubicBezTo>
                    <a:pt x="1206373" y="0"/>
                    <a:pt x="1213485" y="7112"/>
                    <a:pt x="1213485" y="15875"/>
                  </a:cubicBezTo>
                  <a:lnTo>
                    <a:pt x="1213485" y="1197610"/>
                  </a:lnTo>
                  <a:cubicBezTo>
                    <a:pt x="1213485" y="1206373"/>
                    <a:pt x="1206373" y="1213485"/>
                    <a:pt x="1197610" y="1213485"/>
                  </a:cubicBezTo>
                  <a:lnTo>
                    <a:pt x="15875" y="1213485"/>
                  </a:lnTo>
                  <a:cubicBezTo>
                    <a:pt x="7112" y="1213485"/>
                    <a:pt x="0" y="1206373"/>
                    <a:pt x="0" y="1197610"/>
                  </a:cubicBezTo>
                  <a:lnTo>
                    <a:pt x="0" y="15875"/>
                  </a:lnTo>
                  <a:cubicBezTo>
                    <a:pt x="0" y="7112"/>
                    <a:pt x="7112" y="0"/>
                    <a:pt x="15875" y="0"/>
                  </a:cubicBezTo>
                  <a:moveTo>
                    <a:pt x="15875" y="31750"/>
                  </a:moveTo>
                  <a:lnTo>
                    <a:pt x="15875" y="15875"/>
                  </a:lnTo>
                  <a:lnTo>
                    <a:pt x="31750" y="15875"/>
                  </a:lnTo>
                  <a:lnTo>
                    <a:pt x="31750" y="1197610"/>
                  </a:lnTo>
                  <a:lnTo>
                    <a:pt x="15875" y="1197610"/>
                  </a:lnTo>
                  <a:lnTo>
                    <a:pt x="15875" y="1181735"/>
                  </a:lnTo>
                  <a:lnTo>
                    <a:pt x="1197610" y="1181735"/>
                  </a:lnTo>
                  <a:lnTo>
                    <a:pt x="1197610" y="1197610"/>
                  </a:lnTo>
                  <a:lnTo>
                    <a:pt x="1181735" y="1197610"/>
                  </a:lnTo>
                  <a:lnTo>
                    <a:pt x="1181735" y="15875"/>
                  </a:lnTo>
                  <a:lnTo>
                    <a:pt x="1197610" y="15875"/>
                  </a:lnTo>
                  <a:lnTo>
                    <a:pt x="1197610" y="31750"/>
                  </a:lnTo>
                  <a:lnTo>
                    <a:pt x="15875" y="3175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3497582" y="5167736"/>
            <a:ext cx="6808470" cy="1630465"/>
            <a:chOff x="0" y="0"/>
            <a:chExt cx="9077960" cy="217395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9077960" cy="2173954"/>
            </a:xfrm>
            <a:custGeom>
              <a:avLst/>
              <a:gdLst/>
              <a:ahLst/>
              <a:cxnLst/>
              <a:rect r="r" b="b" t="t" l="l"/>
              <a:pathLst>
                <a:path h="2173954" w="9077960">
                  <a:moveTo>
                    <a:pt x="0" y="0"/>
                  </a:moveTo>
                  <a:lnTo>
                    <a:pt x="9077960" y="0"/>
                  </a:lnTo>
                  <a:lnTo>
                    <a:pt x="9077960" y="2173954"/>
                  </a:lnTo>
                  <a:lnTo>
                    <a:pt x="0" y="217395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9077960" cy="22120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500"/>
                </a:lnSpc>
              </a:pPr>
              <a:r>
                <a:rPr lang="en-US" sz="375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Paneles (Panel)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0287002" y="5167736"/>
            <a:ext cx="6456042" cy="1630465"/>
            <a:chOff x="0" y="0"/>
            <a:chExt cx="8608056" cy="2173954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608056" cy="2173954"/>
            </a:xfrm>
            <a:custGeom>
              <a:avLst/>
              <a:gdLst/>
              <a:ahLst/>
              <a:cxnLst/>
              <a:rect r="r" b="b" t="t" l="l"/>
              <a:pathLst>
                <a:path h="2173954" w="8608056">
                  <a:moveTo>
                    <a:pt x="0" y="0"/>
                  </a:moveTo>
                  <a:lnTo>
                    <a:pt x="8608056" y="0"/>
                  </a:lnTo>
                  <a:lnTo>
                    <a:pt x="8608056" y="2173954"/>
                  </a:lnTo>
                  <a:lnTo>
                    <a:pt x="0" y="217395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9525"/>
              <a:ext cx="8608056" cy="218347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Organización de componentes dentro de un contenedor.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Uso de gestores de diseño para posicionar componentes.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645920" y="7191531"/>
            <a:ext cx="15087599" cy="1611415"/>
            <a:chOff x="0" y="0"/>
            <a:chExt cx="20116798" cy="2148554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0116800" cy="2148586"/>
            </a:xfrm>
            <a:custGeom>
              <a:avLst/>
              <a:gdLst/>
              <a:ahLst/>
              <a:cxnLst/>
              <a:rect r="r" b="b" t="t" l="l"/>
              <a:pathLst>
                <a:path h="2148586" w="20116800">
                  <a:moveTo>
                    <a:pt x="0" y="214884"/>
                  </a:moveTo>
                  <a:cubicBezTo>
                    <a:pt x="0" y="96139"/>
                    <a:pt x="96139" y="0"/>
                    <a:pt x="214884" y="0"/>
                  </a:cubicBezTo>
                  <a:lnTo>
                    <a:pt x="19901915" y="0"/>
                  </a:lnTo>
                  <a:cubicBezTo>
                    <a:pt x="20020533" y="0"/>
                    <a:pt x="20116800" y="96139"/>
                    <a:pt x="20116800" y="214884"/>
                  </a:cubicBezTo>
                  <a:lnTo>
                    <a:pt x="20116800" y="1933702"/>
                  </a:lnTo>
                  <a:cubicBezTo>
                    <a:pt x="20116800" y="2052320"/>
                    <a:pt x="20020660" y="2148586"/>
                    <a:pt x="19901915" y="2148586"/>
                  </a:cubicBezTo>
                  <a:lnTo>
                    <a:pt x="214884" y="2148586"/>
                  </a:lnTo>
                  <a:cubicBezTo>
                    <a:pt x="96139" y="2148586"/>
                    <a:pt x="0" y="2052320"/>
                    <a:pt x="0" y="1933702"/>
                  </a:cubicBezTo>
                  <a:close/>
                </a:path>
              </a:pathLst>
            </a:custGeom>
            <a:solidFill>
              <a:srgbClr val="E7D8E3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2121467" y="7542194"/>
            <a:ext cx="910091" cy="910090"/>
            <a:chOff x="0" y="0"/>
            <a:chExt cx="1213454" cy="1213454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15875" y="15875"/>
              <a:ext cx="1181735" cy="1181735"/>
            </a:xfrm>
            <a:custGeom>
              <a:avLst/>
              <a:gdLst/>
              <a:ahLst/>
              <a:cxnLst/>
              <a:rect r="r" b="b" t="t" l="l"/>
              <a:pathLst>
                <a:path h="1181735" w="1181735">
                  <a:moveTo>
                    <a:pt x="0" y="0"/>
                  </a:moveTo>
                  <a:lnTo>
                    <a:pt x="1181735" y="0"/>
                  </a:lnTo>
                  <a:lnTo>
                    <a:pt x="1181735" y="1181735"/>
                  </a:lnTo>
                  <a:lnTo>
                    <a:pt x="0" y="1181735"/>
                  </a:lnTo>
                  <a:close/>
                </a:path>
              </a:pathLst>
            </a:custGeom>
            <a:blipFill>
              <a:blip r:embed="rId4"/>
              <a:stretch>
                <a:fillRect l="-1343" t="-1343" r="-1340" b="-1340"/>
              </a:stretch>
            </a:blip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213485" cy="1213485"/>
            </a:xfrm>
            <a:custGeom>
              <a:avLst/>
              <a:gdLst/>
              <a:ahLst/>
              <a:cxnLst/>
              <a:rect r="r" b="b" t="t" l="l"/>
              <a:pathLst>
                <a:path h="1213485" w="1213485">
                  <a:moveTo>
                    <a:pt x="15875" y="0"/>
                  </a:moveTo>
                  <a:lnTo>
                    <a:pt x="1197610" y="0"/>
                  </a:lnTo>
                  <a:cubicBezTo>
                    <a:pt x="1206373" y="0"/>
                    <a:pt x="1213485" y="7112"/>
                    <a:pt x="1213485" y="15875"/>
                  </a:cubicBezTo>
                  <a:lnTo>
                    <a:pt x="1213485" y="1197610"/>
                  </a:lnTo>
                  <a:cubicBezTo>
                    <a:pt x="1213485" y="1206373"/>
                    <a:pt x="1206373" y="1213485"/>
                    <a:pt x="1197610" y="1213485"/>
                  </a:cubicBezTo>
                  <a:lnTo>
                    <a:pt x="15875" y="1213485"/>
                  </a:lnTo>
                  <a:cubicBezTo>
                    <a:pt x="7112" y="1213485"/>
                    <a:pt x="0" y="1206373"/>
                    <a:pt x="0" y="1197610"/>
                  </a:cubicBezTo>
                  <a:lnTo>
                    <a:pt x="0" y="15875"/>
                  </a:lnTo>
                  <a:cubicBezTo>
                    <a:pt x="0" y="7112"/>
                    <a:pt x="7112" y="0"/>
                    <a:pt x="15875" y="0"/>
                  </a:cubicBezTo>
                  <a:moveTo>
                    <a:pt x="15875" y="31750"/>
                  </a:moveTo>
                  <a:lnTo>
                    <a:pt x="15875" y="15875"/>
                  </a:lnTo>
                  <a:lnTo>
                    <a:pt x="31750" y="15875"/>
                  </a:lnTo>
                  <a:lnTo>
                    <a:pt x="31750" y="1197610"/>
                  </a:lnTo>
                  <a:lnTo>
                    <a:pt x="15875" y="1197610"/>
                  </a:lnTo>
                  <a:lnTo>
                    <a:pt x="15875" y="1181735"/>
                  </a:lnTo>
                  <a:lnTo>
                    <a:pt x="1197610" y="1181735"/>
                  </a:lnTo>
                  <a:lnTo>
                    <a:pt x="1197610" y="1197610"/>
                  </a:lnTo>
                  <a:lnTo>
                    <a:pt x="1181735" y="1197610"/>
                  </a:lnTo>
                  <a:lnTo>
                    <a:pt x="1181735" y="15875"/>
                  </a:lnTo>
                  <a:lnTo>
                    <a:pt x="1197610" y="15875"/>
                  </a:lnTo>
                  <a:lnTo>
                    <a:pt x="1197610" y="31750"/>
                  </a:lnTo>
                  <a:lnTo>
                    <a:pt x="15875" y="3175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3497582" y="7182006"/>
            <a:ext cx="6808470" cy="1630465"/>
            <a:chOff x="0" y="0"/>
            <a:chExt cx="9077960" cy="2173954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9077960" cy="2173954"/>
            </a:xfrm>
            <a:custGeom>
              <a:avLst/>
              <a:gdLst/>
              <a:ahLst/>
              <a:cxnLst/>
              <a:rect r="r" b="b" t="t" l="l"/>
              <a:pathLst>
                <a:path h="2173954" w="9077960">
                  <a:moveTo>
                    <a:pt x="0" y="0"/>
                  </a:moveTo>
                  <a:lnTo>
                    <a:pt x="9077960" y="0"/>
                  </a:lnTo>
                  <a:lnTo>
                    <a:pt x="9077960" y="2173954"/>
                  </a:lnTo>
                  <a:lnTo>
                    <a:pt x="0" y="217395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9077960" cy="22120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500"/>
                </a:lnSpc>
              </a:pPr>
              <a:r>
                <a:rPr lang="en-US" sz="375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Diálogos (Dialog)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0287002" y="7182006"/>
            <a:ext cx="6456042" cy="1630465"/>
            <a:chOff x="0" y="0"/>
            <a:chExt cx="8608056" cy="2173954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608056" cy="2173954"/>
            </a:xfrm>
            <a:custGeom>
              <a:avLst/>
              <a:gdLst/>
              <a:ahLst/>
              <a:cxnLst/>
              <a:rect r="r" b="b" t="t" l="l"/>
              <a:pathLst>
                <a:path h="2173954" w="8608056">
                  <a:moveTo>
                    <a:pt x="0" y="0"/>
                  </a:moveTo>
                  <a:lnTo>
                    <a:pt x="8608056" y="0"/>
                  </a:lnTo>
                  <a:lnTo>
                    <a:pt x="8608056" y="2173954"/>
                  </a:lnTo>
                  <a:lnTo>
                    <a:pt x="0" y="217395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9525"/>
              <a:ext cx="8608056" cy="218347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Ventanas emergentes para mostrar mensajes o solicitar entrada.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Diálogos modales y no modales.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762" y="9601200"/>
            <a:ext cx="18283238" cy="685800"/>
            <a:chOff x="0" y="0"/>
            <a:chExt cx="24377650" cy="914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7650" cy="914400"/>
            </a:xfrm>
            <a:custGeom>
              <a:avLst/>
              <a:gdLst/>
              <a:ahLst/>
              <a:cxnLst/>
              <a:rect r="r" b="b" t="t" l="l"/>
              <a:pathLst>
                <a:path h="914400" w="24377650">
                  <a:moveTo>
                    <a:pt x="0" y="0"/>
                  </a:moveTo>
                  <a:lnTo>
                    <a:pt x="24377650" y="0"/>
                  </a:lnTo>
                  <a:lnTo>
                    <a:pt x="2437765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262626"/>
            </a:solidFill>
          </p:spPr>
        </p:sp>
      </p:grpSp>
      <p:sp>
        <p:nvSpPr>
          <p:cNvPr name="AutoShape 4" id="4"/>
          <p:cNvSpPr/>
          <p:nvPr/>
        </p:nvSpPr>
        <p:spPr>
          <a:xfrm rot="4374">
            <a:off x="1780767" y="2846070"/>
            <a:ext cx="14969502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1645920" y="429905"/>
            <a:ext cx="15087600" cy="2176135"/>
            <a:chOff x="0" y="0"/>
            <a:chExt cx="20116800" cy="290151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116800" cy="2901514"/>
            </a:xfrm>
            <a:custGeom>
              <a:avLst/>
              <a:gdLst/>
              <a:ahLst/>
              <a:cxnLst/>
              <a:rect r="r" b="b" t="t" l="l"/>
              <a:pathLst>
                <a:path h="2901514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2901514"/>
                  </a:lnTo>
                  <a:lnTo>
                    <a:pt x="0" y="290151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161925"/>
              <a:ext cx="20116800" cy="2739589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7775"/>
                </a:lnSpc>
              </a:pPr>
              <a:r>
                <a:rPr lang="en-US" sz="8100" spc="-75">
                  <a:solidFill>
                    <a:srgbClr val="404040"/>
                  </a:solidFill>
                  <a:latin typeface="Arimo"/>
                  <a:ea typeface="Arimo"/>
                  <a:cs typeface="Arimo"/>
                  <a:sym typeface="Arimo"/>
                </a:rPr>
                <a:t>Menús</a:t>
              </a:r>
            </a:p>
          </p:txBody>
        </p:sp>
      </p:grpSp>
      <p:sp>
        <p:nvSpPr>
          <p:cNvPr name="AutoShape 8" id="8"/>
          <p:cNvSpPr/>
          <p:nvPr/>
        </p:nvSpPr>
        <p:spPr>
          <a:xfrm rot="4374">
            <a:off x="1780767" y="2846070"/>
            <a:ext cx="14969502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" id="9"/>
          <p:cNvGrpSpPr/>
          <p:nvPr/>
        </p:nvGrpSpPr>
        <p:grpSpPr>
          <a:xfrm rot="0">
            <a:off x="0" y="9601200"/>
            <a:ext cx="18288000" cy="685800"/>
            <a:chOff x="0" y="0"/>
            <a:chExt cx="24384000" cy="9144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4384000" cy="914400"/>
            </a:xfrm>
            <a:custGeom>
              <a:avLst/>
              <a:gdLst/>
              <a:ahLst/>
              <a:cxnLst/>
              <a:rect r="r" b="b" t="t" l="l"/>
              <a:pathLst>
                <a:path h="9144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262626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3566636" y="3345848"/>
            <a:ext cx="3179830" cy="2027885"/>
            <a:chOff x="0" y="0"/>
            <a:chExt cx="4239774" cy="270384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5875" y="15875"/>
              <a:ext cx="4208018" cy="2672080"/>
            </a:xfrm>
            <a:custGeom>
              <a:avLst/>
              <a:gdLst/>
              <a:ahLst/>
              <a:cxnLst/>
              <a:rect r="r" b="b" t="t" l="l"/>
              <a:pathLst>
                <a:path h="2672080" w="4208018">
                  <a:moveTo>
                    <a:pt x="0" y="267208"/>
                  </a:moveTo>
                  <a:cubicBezTo>
                    <a:pt x="0" y="119634"/>
                    <a:pt x="120142" y="0"/>
                    <a:pt x="268351" y="0"/>
                  </a:cubicBezTo>
                  <a:lnTo>
                    <a:pt x="3939667" y="0"/>
                  </a:lnTo>
                  <a:cubicBezTo>
                    <a:pt x="4087876" y="0"/>
                    <a:pt x="4208018" y="119634"/>
                    <a:pt x="4208018" y="267208"/>
                  </a:cubicBezTo>
                  <a:lnTo>
                    <a:pt x="4208018" y="2404872"/>
                  </a:lnTo>
                  <a:cubicBezTo>
                    <a:pt x="4208018" y="2552446"/>
                    <a:pt x="4087876" y="2672080"/>
                    <a:pt x="3939667" y="2672080"/>
                  </a:cubicBezTo>
                  <a:lnTo>
                    <a:pt x="268351" y="2672080"/>
                  </a:lnTo>
                  <a:cubicBezTo>
                    <a:pt x="120142" y="2672080"/>
                    <a:pt x="0" y="2552446"/>
                    <a:pt x="0" y="2404872"/>
                  </a:cubicBezTo>
                  <a:close/>
                </a:path>
              </a:pathLst>
            </a:custGeom>
            <a:solidFill>
              <a:srgbClr val="C696A8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239768" cy="2703830"/>
            </a:xfrm>
            <a:custGeom>
              <a:avLst/>
              <a:gdLst/>
              <a:ahLst/>
              <a:cxnLst/>
              <a:rect r="r" b="b" t="t" l="l"/>
              <a:pathLst>
                <a:path h="2703830" w="4239768">
                  <a:moveTo>
                    <a:pt x="0" y="283083"/>
                  </a:moveTo>
                  <a:cubicBezTo>
                    <a:pt x="0" y="126619"/>
                    <a:pt x="127381" y="0"/>
                    <a:pt x="284226" y="0"/>
                  </a:cubicBezTo>
                  <a:lnTo>
                    <a:pt x="3955542" y="0"/>
                  </a:lnTo>
                  <a:lnTo>
                    <a:pt x="3955542" y="15875"/>
                  </a:lnTo>
                  <a:lnTo>
                    <a:pt x="3955542" y="0"/>
                  </a:lnTo>
                  <a:cubicBezTo>
                    <a:pt x="4112514" y="0"/>
                    <a:pt x="4239768" y="126619"/>
                    <a:pt x="4239768" y="283083"/>
                  </a:cubicBezTo>
                  <a:lnTo>
                    <a:pt x="4223893" y="283083"/>
                  </a:lnTo>
                  <a:lnTo>
                    <a:pt x="4239768" y="283083"/>
                  </a:lnTo>
                  <a:lnTo>
                    <a:pt x="4239768" y="2420747"/>
                  </a:lnTo>
                  <a:lnTo>
                    <a:pt x="4223893" y="2420747"/>
                  </a:lnTo>
                  <a:lnTo>
                    <a:pt x="4239768" y="2420747"/>
                  </a:lnTo>
                  <a:cubicBezTo>
                    <a:pt x="4239768" y="2577211"/>
                    <a:pt x="4112387" y="2703830"/>
                    <a:pt x="3955542" y="2703830"/>
                  </a:cubicBezTo>
                  <a:lnTo>
                    <a:pt x="3955542" y="2687955"/>
                  </a:lnTo>
                  <a:lnTo>
                    <a:pt x="3955542" y="2703830"/>
                  </a:lnTo>
                  <a:lnTo>
                    <a:pt x="284226" y="2703830"/>
                  </a:lnTo>
                  <a:lnTo>
                    <a:pt x="284226" y="2687955"/>
                  </a:lnTo>
                  <a:lnTo>
                    <a:pt x="284226" y="2703830"/>
                  </a:lnTo>
                  <a:cubicBezTo>
                    <a:pt x="127381" y="2703830"/>
                    <a:pt x="0" y="2577211"/>
                    <a:pt x="0" y="2420747"/>
                  </a:cubicBezTo>
                  <a:lnTo>
                    <a:pt x="0" y="283083"/>
                  </a:lnTo>
                  <a:lnTo>
                    <a:pt x="15875" y="283083"/>
                  </a:lnTo>
                  <a:lnTo>
                    <a:pt x="0" y="283083"/>
                  </a:lnTo>
                  <a:moveTo>
                    <a:pt x="31750" y="283083"/>
                  </a:moveTo>
                  <a:lnTo>
                    <a:pt x="31750" y="2420747"/>
                  </a:lnTo>
                  <a:lnTo>
                    <a:pt x="15875" y="2420747"/>
                  </a:lnTo>
                  <a:lnTo>
                    <a:pt x="31750" y="2420747"/>
                  </a:lnTo>
                  <a:cubicBezTo>
                    <a:pt x="31750" y="2559431"/>
                    <a:pt x="144780" y="2672080"/>
                    <a:pt x="284226" y="2672080"/>
                  </a:cubicBezTo>
                  <a:lnTo>
                    <a:pt x="3955542" y="2672080"/>
                  </a:lnTo>
                  <a:cubicBezTo>
                    <a:pt x="4094988" y="2672080"/>
                    <a:pt x="4208018" y="2559431"/>
                    <a:pt x="4208018" y="2420747"/>
                  </a:cubicBezTo>
                  <a:lnTo>
                    <a:pt x="4208018" y="283083"/>
                  </a:lnTo>
                  <a:cubicBezTo>
                    <a:pt x="4208018" y="144399"/>
                    <a:pt x="4094988" y="31750"/>
                    <a:pt x="3955542" y="31750"/>
                  </a:cubicBezTo>
                  <a:lnTo>
                    <a:pt x="284226" y="31750"/>
                  </a:lnTo>
                  <a:lnTo>
                    <a:pt x="284226" y="15875"/>
                  </a:lnTo>
                  <a:lnTo>
                    <a:pt x="284226" y="31750"/>
                  </a:lnTo>
                  <a:cubicBezTo>
                    <a:pt x="144780" y="31750"/>
                    <a:pt x="31750" y="144399"/>
                    <a:pt x="31750" y="28308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3917305" y="3678983"/>
            <a:ext cx="3179830" cy="2027885"/>
            <a:chOff x="0" y="0"/>
            <a:chExt cx="4239774" cy="270384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5875" y="15875"/>
              <a:ext cx="4208018" cy="2672080"/>
            </a:xfrm>
            <a:custGeom>
              <a:avLst/>
              <a:gdLst/>
              <a:ahLst/>
              <a:cxnLst/>
              <a:rect r="r" b="b" t="t" l="l"/>
              <a:pathLst>
                <a:path h="2672080" w="4208018">
                  <a:moveTo>
                    <a:pt x="0" y="267208"/>
                  </a:moveTo>
                  <a:cubicBezTo>
                    <a:pt x="0" y="119634"/>
                    <a:pt x="120142" y="0"/>
                    <a:pt x="268351" y="0"/>
                  </a:cubicBezTo>
                  <a:lnTo>
                    <a:pt x="3939667" y="0"/>
                  </a:lnTo>
                  <a:cubicBezTo>
                    <a:pt x="4087876" y="0"/>
                    <a:pt x="4208018" y="119634"/>
                    <a:pt x="4208018" y="267208"/>
                  </a:cubicBezTo>
                  <a:lnTo>
                    <a:pt x="4208018" y="2404872"/>
                  </a:lnTo>
                  <a:cubicBezTo>
                    <a:pt x="4208018" y="2552446"/>
                    <a:pt x="4087876" y="2672080"/>
                    <a:pt x="3939667" y="2672080"/>
                  </a:cubicBezTo>
                  <a:lnTo>
                    <a:pt x="268351" y="2672080"/>
                  </a:lnTo>
                  <a:cubicBezTo>
                    <a:pt x="120142" y="2672080"/>
                    <a:pt x="0" y="2552446"/>
                    <a:pt x="0" y="2404872"/>
                  </a:cubicBezTo>
                  <a:close/>
                </a:path>
              </a:pathLst>
            </a:custGeom>
            <a:solidFill>
              <a:srgbClr val="FFFFFF">
                <a:alpha val="80784"/>
              </a:srgbClr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239768" cy="2703830"/>
            </a:xfrm>
            <a:custGeom>
              <a:avLst/>
              <a:gdLst/>
              <a:ahLst/>
              <a:cxnLst/>
              <a:rect r="r" b="b" t="t" l="l"/>
              <a:pathLst>
                <a:path h="2703830" w="4239768">
                  <a:moveTo>
                    <a:pt x="0" y="283083"/>
                  </a:moveTo>
                  <a:cubicBezTo>
                    <a:pt x="0" y="126619"/>
                    <a:pt x="127381" y="0"/>
                    <a:pt x="284226" y="0"/>
                  </a:cubicBezTo>
                  <a:lnTo>
                    <a:pt x="3955542" y="0"/>
                  </a:lnTo>
                  <a:lnTo>
                    <a:pt x="3955542" y="15875"/>
                  </a:lnTo>
                  <a:lnTo>
                    <a:pt x="3955542" y="0"/>
                  </a:lnTo>
                  <a:cubicBezTo>
                    <a:pt x="4112514" y="0"/>
                    <a:pt x="4239768" y="126619"/>
                    <a:pt x="4239768" y="283083"/>
                  </a:cubicBezTo>
                  <a:lnTo>
                    <a:pt x="4223893" y="283083"/>
                  </a:lnTo>
                  <a:lnTo>
                    <a:pt x="4239768" y="283083"/>
                  </a:lnTo>
                  <a:lnTo>
                    <a:pt x="4239768" y="2420747"/>
                  </a:lnTo>
                  <a:lnTo>
                    <a:pt x="4223893" y="2420747"/>
                  </a:lnTo>
                  <a:lnTo>
                    <a:pt x="4239768" y="2420747"/>
                  </a:lnTo>
                  <a:cubicBezTo>
                    <a:pt x="4239768" y="2577211"/>
                    <a:pt x="4112387" y="2703830"/>
                    <a:pt x="3955542" y="2703830"/>
                  </a:cubicBezTo>
                  <a:lnTo>
                    <a:pt x="3955542" y="2687955"/>
                  </a:lnTo>
                  <a:lnTo>
                    <a:pt x="3955542" y="2703830"/>
                  </a:lnTo>
                  <a:lnTo>
                    <a:pt x="284226" y="2703830"/>
                  </a:lnTo>
                  <a:lnTo>
                    <a:pt x="284226" y="2687955"/>
                  </a:lnTo>
                  <a:lnTo>
                    <a:pt x="284226" y="2703830"/>
                  </a:lnTo>
                  <a:cubicBezTo>
                    <a:pt x="127381" y="2703830"/>
                    <a:pt x="0" y="2577211"/>
                    <a:pt x="0" y="2420747"/>
                  </a:cubicBezTo>
                  <a:lnTo>
                    <a:pt x="0" y="283083"/>
                  </a:lnTo>
                  <a:lnTo>
                    <a:pt x="15875" y="283083"/>
                  </a:lnTo>
                  <a:lnTo>
                    <a:pt x="0" y="283083"/>
                  </a:lnTo>
                  <a:moveTo>
                    <a:pt x="31750" y="283083"/>
                  </a:moveTo>
                  <a:lnTo>
                    <a:pt x="31750" y="2420747"/>
                  </a:lnTo>
                  <a:lnTo>
                    <a:pt x="15875" y="2420747"/>
                  </a:lnTo>
                  <a:lnTo>
                    <a:pt x="31750" y="2420747"/>
                  </a:lnTo>
                  <a:cubicBezTo>
                    <a:pt x="31750" y="2559431"/>
                    <a:pt x="144780" y="2672080"/>
                    <a:pt x="284226" y="2672080"/>
                  </a:cubicBezTo>
                  <a:lnTo>
                    <a:pt x="3955542" y="2672080"/>
                  </a:lnTo>
                  <a:cubicBezTo>
                    <a:pt x="4094988" y="2672080"/>
                    <a:pt x="4208018" y="2559431"/>
                    <a:pt x="4208018" y="2420747"/>
                  </a:cubicBezTo>
                  <a:lnTo>
                    <a:pt x="4208018" y="283083"/>
                  </a:lnTo>
                  <a:cubicBezTo>
                    <a:pt x="4208018" y="144399"/>
                    <a:pt x="4094988" y="31750"/>
                    <a:pt x="3955542" y="31750"/>
                  </a:cubicBezTo>
                  <a:lnTo>
                    <a:pt x="284226" y="31750"/>
                  </a:lnTo>
                  <a:lnTo>
                    <a:pt x="284226" y="15875"/>
                  </a:lnTo>
                  <a:lnTo>
                    <a:pt x="284226" y="31750"/>
                  </a:lnTo>
                  <a:cubicBezTo>
                    <a:pt x="144780" y="31750"/>
                    <a:pt x="31750" y="144399"/>
                    <a:pt x="31750" y="283083"/>
                  </a:cubicBezTo>
                  <a:close/>
                </a:path>
              </a:pathLst>
            </a:custGeom>
            <a:solidFill>
              <a:srgbClr val="C696A8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3976003" y="3737681"/>
            <a:ext cx="3062434" cy="1910489"/>
            <a:chOff x="0" y="0"/>
            <a:chExt cx="4083246" cy="254731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083246" cy="2547318"/>
            </a:xfrm>
            <a:custGeom>
              <a:avLst/>
              <a:gdLst/>
              <a:ahLst/>
              <a:cxnLst/>
              <a:rect r="r" b="b" t="t" l="l"/>
              <a:pathLst>
                <a:path h="2547318" w="4083246">
                  <a:moveTo>
                    <a:pt x="0" y="0"/>
                  </a:moveTo>
                  <a:lnTo>
                    <a:pt x="4083246" y="0"/>
                  </a:lnTo>
                  <a:lnTo>
                    <a:pt x="4083246" y="2547318"/>
                  </a:lnTo>
                  <a:lnTo>
                    <a:pt x="0" y="25473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9525"/>
              <a:ext cx="4083246" cy="25377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050"/>
                </a:lnSpc>
              </a:pPr>
              <a:r>
                <a:rPr lang="en-US" sz="375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Barra de menú (MenuBar)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637957" y="6267796"/>
            <a:ext cx="3179830" cy="2027885"/>
            <a:chOff x="0" y="0"/>
            <a:chExt cx="4239774" cy="270384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5875" y="15875"/>
              <a:ext cx="4208018" cy="2672080"/>
            </a:xfrm>
            <a:custGeom>
              <a:avLst/>
              <a:gdLst/>
              <a:ahLst/>
              <a:cxnLst/>
              <a:rect r="r" b="b" t="t" l="l"/>
              <a:pathLst>
                <a:path h="2672080" w="4208018">
                  <a:moveTo>
                    <a:pt x="0" y="267208"/>
                  </a:moveTo>
                  <a:cubicBezTo>
                    <a:pt x="0" y="119634"/>
                    <a:pt x="120142" y="0"/>
                    <a:pt x="268351" y="0"/>
                  </a:cubicBezTo>
                  <a:lnTo>
                    <a:pt x="3939667" y="0"/>
                  </a:lnTo>
                  <a:cubicBezTo>
                    <a:pt x="4087876" y="0"/>
                    <a:pt x="4208018" y="119634"/>
                    <a:pt x="4208018" y="267208"/>
                  </a:cubicBezTo>
                  <a:lnTo>
                    <a:pt x="4208018" y="2404872"/>
                  </a:lnTo>
                  <a:cubicBezTo>
                    <a:pt x="4208018" y="2552446"/>
                    <a:pt x="4087876" y="2672080"/>
                    <a:pt x="3939667" y="2672080"/>
                  </a:cubicBezTo>
                  <a:lnTo>
                    <a:pt x="268351" y="2672080"/>
                  </a:lnTo>
                  <a:cubicBezTo>
                    <a:pt x="120142" y="2672080"/>
                    <a:pt x="0" y="2552446"/>
                    <a:pt x="0" y="2404872"/>
                  </a:cubicBezTo>
                  <a:close/>
                </a:path>
              </a:pathLst>
            </a:custGeom>
            <a:solidFill>
              <a:srgbClr val="BA7FAE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239768" cy="2703830"/>
            </a:xfrm>
            <a:custGeom>
              <a:avLst/>
              <a:gdLst/>
              <a:ahLst/>
              <a:cxnLst/>
              <a:rect r="r" b="b" t="t" l="l"/>
              <a:pathLst>
                <a:path h="2703830" w="4239768">
                  <a:moveTo>
                    <a:pt x="0" y="283083"/>
                  </a:moveTo>
                  <a:cubicBezTo>
                    <a:pt x="0" y="126619"/>
                    <a:pt x="127381" y="0"/>
                    <a:pt x="284226" y="0"/>
                  </a:cubicBezTo>
                  <a:lnTo>
                    <a:pt x="3955542" y="0"/>
                  </a:lnTo>
                  <a:lnTo>
                    <a:pt x="3955542" y="15875"/>
                  </a:lnTo>
                  <a:lnTo>
                    <a:pt x="3955542" y="0"/>
                  </a:lnTo>
                  <a:cubicBezTo>
                    <a:pt x="4112514" y="0"/>
                    <a:pt x="4239768" y="126619"/>
                    <a:pt x="4239768" y="283083"/>
                  </a:cubicBezTo>
                  <a:lnTo>
                    <a:pt x="4223893" y="283083"/>
                  </a:lnTo>
                  <a:lnTo>
                    <a:pt x="4239768" y="283083"/>
                  </a:lnTo>
                  <a:lnTo>
                    <a:pt x="4239768" y="2420747"/>
                  </a:lnTo>
                  <a:lnTo>
                    <a:pt x="4223893" y="2420747"/>
                  </a:lnTo>
                  <a:lnTo>
                    <a:pt x="4239768" y="2420747"/>
                  </a:lnTo>
                  <a:cubicBezTo>
                    <a:pt x="4239768" y="2577211"/>
                    <a:pt x="4112387" y="2703830"/>
                    <a:pt x="3955542" y="2703830"/>
                  </a:cubicBezTo>
                  <a:lnTo>
                    <a:pt x="3955542" y="2687955"/>
                  </a:lnTo>
                  <a:lnTo>
                    <a:pt x="3955542" y="2703830"/>
                  </a:lnTo>
                  <a:lnTo>
                    <a:pt x="284226" y="2703830"/>
                  </a:lnTo>
                  <a:lnTo>
                    <a:pt x="284226" y="2687955"/>
                  </a:lnTo>
                  <a:lnTo>
                    <a:pt x="284226" y="2703830"/>
                  </a:lnTo>
                  <a:cubicBezTo>
                    <a:pt x="127381" y="2703830"/>
                    <a:pt x="0" y="2577211"/>
                    <a:pt x="0" y="2420747"/>
                  </a:cubicBezTo>
                  <a:lnTo>
                    <a:pt x="0" y="283083"/>
                  </a:lnTo>
                  <a:lnTo>
                    <a:pt x="15875" y="283083"/>
                  </a:lnTo>
                  <a:lnTo>
                    <a:pt x="0" y="283083"/>
                  </a:lnTo>
                  <a:moveTo>
                    <a:pt x="31750" y="283083"/>
                  </a:moveTo>
                  <a:lnTo>
                    <a:pt x="31750" y="2420747"/>
                  </a:lnTo>
                  <a:lnTo>
                    <a:pt x="15875" y="2420747"/>
                  </a:lnTo>
                  <a:lnTo>
                    <a:pt x="31750" y="2420747"/>
                  </a:lnTo>
                  <a:cubicBezTo>
                    <a:pt x="31750" y="2559431"/>
                    <a:pt x="144780" y="2672080"/>
                    <a:pt x="284226" y="2672080"/>
                  </a:cubicBezTo>
                  <a:lnTo>
                    <a:pt x="3955542" y="2672080"/>
                  </a:lnTo>
                  <a:cubicBezTo>
                    <a:pt x="4094988" y="2672080"/>
                    <a:pt x="4208018" y="2559431"/>
                    <a:pt x="4208018" y="2420747"/>
                  </a:cubicBezTo>
                  <a:lnTo>
                    <a:pt x="4208018" y="283083"/>
                  </a:lnTo>
                  <a:cubicBezTo>
                    <a:pt x="4208018" y="144399"/>
                    <a:pt x="4094988" y="31750"/>
                    <a:pt x="3955542" y="31750"/>
                  </a:cubicBezTo>
                  <a:lnTo>
                    <a:pt x="284226" y="31750"/>
                  </a:lnTo>
                  <a:lnTo>
                    <a:pt x="284226" y="15875"/>
                  </a:lnTo>
                  <a:lnTo>
                    <a:pt x="284226" y="31750"/>
                  </a:lnTo>
                  <a:cubicBezTo>
                    <a:pt x="144780" y="31750"/>
                    <a:pt x="31750" y="144399"/>
                    <a:pt x="31750" y="28308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988627" y="6600931"/>
            <a:ext cx="3179830" cy="2027885"/>
            <a:chOff x="0" y="0"/>
            <a:chExt cx="4239774" cy="270384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15875" y="15875"/>
              <a:ext cx="4208018" cy="2672080"/>
            </a:xfrm>
            <a:custGeom>
              <a:avLst/>
              <a:gdLst/>
              <a:ahLst/>
              <a:cxnLst/>
              <a:rect r="r" b="b" t="t" l="l"/>
              <a:pathLst>
                <a:path h="2672080" w="4208018">
                  <a:moveTo>
                    <a:pt x="0" y="267208"/>
                  </a:moveTo>
                  <a:cubicBezTo>
                    <a:pt x="0" y="119634"/>
                    <a:pt x="120142" y="0"/>
                    <a:pt x="268351" y="0"/>
                  </a:cubicBezTo>
                  <a:lnTo>
                    <a:pt x="3939667" y="0"/>
                  </a:lnTo>
                  <a:cubicBezTo>
                    <a:pt x="4087876" y="0"/>
                    <a:pt x="4208018" y="119634"/>
                    <a:pt x="4208018" y="267208"/>
                  </a:cubicBezTo>
                  <a:lnTo>
                    <a:pt x="4208018" y="2404872"/>
                  </a:lnTo>
                  <a:cubicBezTo>
                    <a:pt x="4208018" y="2552446"/>
                    <a:pt x="4087876" y="2672080"/>
                    <a:pt x="3939667" y="2672080"/>
                  </a:cubicBezTo>
                  <a:lnTo>
                    <a:pt x="268351" y="2672080"/>
                  </a:lnTo>
                  <a:cubicBezTo>
                    <a:pt x="120142" y="2672080"/>
                    <a:pt x="0" y="2552446"/>
                    <a:pt x="0" y="2404872"/>
                  </a:cubicBezTo>
                  <a:close/>
                </a:path>
              </a:pathLst>
            </a:custGeom>
            <a:solidFill>
              <a:srgbClr val="FFFFFF">
                <a:alpha val="80784"/>
              </a:srgbClr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239768" cy="2703830"/>
            </a:xfrm>
            <a:custGeom>
              <a:avLst/>
              <a:gdLst/>
              <a:ahLst/>
              <a:cxnLst/>
              <a:rect r="r" b="b" t="t" l="l"/>
              <a:pathLst>
                <a:path h="2703830" w="4239768">
                  <a:moveTo>
                    <a:pt x="0" y="283083"/>
                  </a:moveTo>
                  <a:cubicBezTo>
                    <a:pt x="0" y="126619"/>
                    <a:pt x="127381" y="0"/>
                    <a:pt x="284226" y="0"/>
                  </a:cubicBezTo>
                  <a:lnTo>
                    <a:pt x="3955542" y="0"/>
                  </a:lnTo>
                  <a:lnTo>
                    <a:pt x="3955542" y="15875"/>
                  </a:lnTo>
                  <a:lnTo>
                    <a:pt x="3955542" y="0"/>
                  </a:lnTo>
                  <a:cubicBezTo>
                    <a:pt x="4112514" y="0"/>
                    <a:pt x="4239768" y="126619"/>
                    <a:pt x="4239768" y="283083"/>
                  </a:cubicBezTo>
                  <a:lnTo>
                    <a:pt x="4223893" y="283083"/>
                  </a:lnTo>
                  <a:lnTo>
                    <a:pt x="4239768" y="283083"/>
                  </a:lnTo>
                  <a:lnTo>
                    <a:pt x="4239768" y="2420747"/>
                  </a:lnTo>
                  <a:lnTo>
                    <a:pt x="4223893" y="2420747"/>
                  </a:lnTo>
                  <a:lnTo>
                    <a:pt x="4239768" y="2420747"/>
                  </a:lnTo>
                  <a:cubicBezTo>
                    <a:pt x="4239768" y="2577211"/>
                    <a:pt x="4112387" y="2703830"/>
                    <a:pt x="3955542" y="2703830"/>
                  </a:cubicBezTo>
                  <a:lnTo>
                    <a:pt x="3955542" y="2687955"/>
                  </a:lnTo>
                  <a:lnTo>
                    <a:pt x="3955542" y="2703830"/>
                  </a:lnTo>
                  <a:lnTo>
                    <a:pt x="284226" y="2703830"/>
                  </a:lnTo>
                  <a:lnTo>
                    <a:pt x="284226" y="2687955"/>
                  </a:lnTo>
                  <a:lnTo>
                    <a:pt x="284226" y="2703830"/>
                  </a:lnTo>
                  <a:cubicBezTo>
                    <a:pt x="127381" y="2703830"/>
                    <a:pt x="0" y="2577211"/>
                    <a:pt x="0" y="2420747"/>
                  </a:cubicBezTo>
                  <a:lnTo>
                    <a:pt x="0" y="283083"/>
                  </a:lnTo>
                  <a:lnTo>
                    <a:pt x="15875" y="283083"/>
                  </a:lnTo>
                  <a:lnTo>
                    <a:pt x="0" y="283083"/>
                  </a:lnTo>
                  <a:moveTo>
                    <a:pt x="31750" y="283083"/>
                  </a:moveTo>
                  <a:lnTo>
                    <a:pt x="31750" y="2420747"/>
                  </a:lnTo>
                  <a:lnTo>
                    <a:pt x="15875" y="2420747"/>
                  </a:lnTo>
                  <a:lnTo>
                    <a:pt x="31750" y="2420747"/>
                  </a:lnTo>
                  <a:cubicBezTo>
                    <a:pt x="31750" y="2559431"/>
                    <a:pt x="144780" y="2672080"/>
                    <a:pt x="284226" y="2672080"/>
                  </a:cubicBezTo>
                  <a:lnTo>
                    <a:pt x="3955542" y="2672080"/>
                  </a:lnTo>
                  <a:cubicBezTo>
                    <a:pt x="4094988" y="2672080"/>
                    <a:pt x="4208018" y="2559431"/>
                    <a:pt x="4208018" y="2420747"/>
                  </a:cubicBezTo>
                  <a:lnTo>
                    <a:pt x="4208018" y="283083"/>
                  </a:lnTo>
                  <a:cubicBezTo>
                    <a:pt x="4208018" y="144399"/>
                    <a:pt x="4094988" y="31750"/>
                    <a:pt x="3955542" y="31750"/>
                  </a:cubicBezTo>
                  <a:lnTo>
                    <a:pt x="284226" y="31750"/>
                  </a:lnTo>
                  <a:lnTo>
                    <a:pt x="284226" y="15875"/>
                  </a:lnTo>
                  <a:lnTo>
                    <a:pt x="284226" y="31750"/>
                  </a:lnTo>
                  <a:cubicBezTo>
                    <a:pt x="144780" y="31750"/>
                    <a:pt x="31750" y="144399"/>
                    <a:pt x="31750" y="283083"/>
                  </a:cubicBezTo>
                  <a:close/>
                </a:path>
              </a:pathLst>
            </a:custGeom>
            <a:solidFill>
              <a:srgbClr val="BA7FAE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2047325" y="6659629"/>
            <a:ext cx="3062434" cy="1910488"/>
            <a:chOff x="0" y="0"/>
            <a:chExt cx="4083246" cy="254731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083246" cy="2547318"/>
            </a:xfrm>
            <a:custGeom>
              <a:avLst/>
              <a:gdLst/>
              <a:ahLst/>
              <a:cxnLst/>
              <a:rect r="r" b="b" t="t" l="l"/>
              <a:pathLst>
                <a:path h="2547318" w="4083246">
                  <a:moveTo>
                    <a:pt x="0" y="0"/>
                  </a:moveTo>
                  <a:lnTo>
                    <a:pt x="4083246" y="0"/>
                  </a:lnTo>
                  <a:lnTo>
                    <a:pt x="4083246" y="2547318"/>
                  </a:lnTo>
                  <a:lnTo>
                    <a:pt x="0" y="25473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9525"/>
              <a:ext cx="4083246" cy="25377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050"/>
                </a:lnSpc>
              </a:pPr>
              <a:r>
                <a:rPr lang="en-US" sz="375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Creación de menús desplegables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5495315" y="6267796"/>
            <a:ext cx="3179830" cy="2027885"/>
            <a:chOff x="0" y="0"/>
            <a:chExt cx="4239774" cy="270384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15875" y="15875"/>
              <a:ext cx="4208018" cy="2672080"/>
            </a:xfrm>
            <a:custGeom>
              <a:avLst/>
              <a:gdLst/>
              <a:ahLst/>
              <a:cxnLst/>
              <a:rect r="r" b="b" t="t" l="l"/>
              <a:pathLst>
                <a:path h="2672080" w="4208018">
                  <a:moveTo>
                    <a:pt x="0" y="267208"/>
                  </a:moveTo>
                  <a:cubicBezTo>
                    <a:pt x="0" y="119634"/>
                    <a:pt x="120142" y="0"/>
                    <a:pt x="268351" y="0"/>
                  </a:cubicBezTo>
                  <a:lnTo>
                    <a:pt x="3939667" y="0"/>
                  </a:lnTo>
                  <a:cubicBezTo>
                    <a:pt x="4087876" y="0"/>
                    <a:pt x="4208018" y="119634"/>
                    <a:pt x="4208018" y="267208"/>
                  </a:cubicBezTo>
                  <a:lnTo>
                    <a:pt x="4208018" y="2404872"/>
                  </a:lnTo>
                  <a:cubicBezTo>
                    <a:pt x="4208018" y="2552446"/>
                    <a:pt x="4087876" y="2672080"/>
                    <a:pt x="3939667" y="2672080"/>
                  </a:cubicBezTo>
                  <a:lnTo>
                    <a:pt x="268351" y="2672080"/>
                  </a:lnTo>
                  <a:cubicBezTo>
                    <a:pt x="120142" y="2672080"/>
                    <a:pt x="0" y="2552446"/>
                    <a:pt x="0" y="2404872"/>
                  </a:cubicBezTo>
                  <a:close/>
                </a:path>
              </a:pathLst>
            </a:custGeom>
            <a:solidFill>
              <a:srgbClr val="BA7FAE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239768" cy="2703830"/>
            </a:xfrm>
            <a:custGeom>
              <a:avLst/>
              <a:gdLst/>
              <a:ahLst/>
              <a:cxnLst/>
              <a:rect r="r" b="b" t="t" l="l"/>
              <a:pathLst>
                <a:path h="2703830" w="4239768">
                  <a:moveTo>
                    <a:pt x="0" y="283083"/>
                  </a:moveTo>
                  <a:cubicBezTo>
                    <a:pt x="0" y="126619"/>
                    <a:pt x="127381" y="0"/>
                    <a:pt x="284226" y="0"/>
                  </a:cubicBezTo>
                  <a:lnTo>
                    <a:pt x="3955542" y="0"/>
                  </a:lnTo>
                  <a:lnTo>
                    <a:pt x="3955542" y="15875"/>
                  </a:lnTo>
                  <a:lnTo>
                    <a:pt x="3955542" y="0"/>
                  </a:lnTo>
                  <a:cubicBezTo>
                    <a:pt x="4112514" y="0"/>
                    <a:pt x="4239768" y="126619"/>
                    <a:pt x="4239768" y="283083"/>
                  </a:cubicBezTo>
                  <a:lnTo>
                    <a:pt x="4223893" y="283083"/>
                  </a:lnTo>
                  <a:lnTo>
                    <a:pt x="4239768" y="283083"/>
                  </a:lnTo>
                  <a:lnTo>
                    <a:pt x="4239768" y="2420747"/>
                  </a:lnTo>
                  <a:lnTo>
                    <a:pt x="4223893" y="2420747"/>
                  </a:lnTo>
                  <a:lnTo>
                    <a:pt x="4239768" y="2420747"/>
                  </a:lnTo>
                  <a:cubicBezTo>
                    <a:pt x="4239768" y="2577211"/>
                    <a:pt x="4112387" y="2703830"/>
                    <a:pt x="3955542" y="2703830"/>
                  </a:cubicBezTo>
                  <a:lnTo>
                    <a:pt x="3955542" y="2687955"/>
                  </a:lnTo>
                  <a:lnTo>
                    <a:pt x="3955542" y="2703830"/>
                  </a:lnTo>
                  <a:lnTo>
                    <a:pt x="284226" y="2703830"/>
                  </a:lnTo>
                  <a:lnTo>
                    <a:pt x="284226" y="2687955"/>
                  </a:lnTo>
                  <a:lnTo>
                    <a:pt x="284226" y="2703830"/>
                  </a:lnTo>
                  <a:cubicBezTo>
                    <a:pt x="127381" y="2703830"/>
                    <a:pt x="0" y="2577211"/>
                    <a:pt x="0" y="2420747"/>
                  </a:cubicBezTo>
                  <a:lnTo>
                    <a:pt x="0" y="283083"/>
                  </a:lnTo>
                  <a:lnTo>
                    <a:pt x="15875" y="283083"/>
                  </a:lnTo>
                  <a:lnTo>
                    <a:pt x="0" y="283083"/>
                  </a:lnTo>
                  <a:moveTo>
                    <a:pt x="31750" y="283083"/>
                  </a:moveTo>
                  <a:lnTo>
                    <a:pt x="31750" y="2420747"/>
                  </a:lnTo>
                  <a:lnTo>
                    <a:pt x="15875" y="2420747"/>
                  </a:lnTo>
                  <a:lnTo>
                    <a:pt x="31750" y="2420747"/>
                  </a:lnTo>
                  <a:cubicBezTo>
                    <a:pt x="31750" y="2559431"/>
                    <a:pt x="144780" y="2672080"/>
                    <a:pt x="284226" y="2672080"/>
                  </a:cubicBezTo>
                  <a:lnTo>
                    <a:pt x="3955542" y="2672080"/>
                  </a:lnTo>
                  <a:cubicBezTo>
                    <a:pt x="4094988" y="2672080"/>
                    <a:pt x="4208018" y="2559431"/>
                    <a:pt x="4208018" y="2420747"/>
                  </a:cubicBezTo>
                  <a:lnTo>
                    <a:pt x="4208018" y="283083"/>
                  </a:lnTo>
                  <a:cubicBezTo>
                    <a:pt x="4208018" y="144399"/>
                    <a:pt x="4094988" y="31750"/>
                    <a:pt x="3955542" y="31750"/>
                  </a:cubicBezTo>
                  <a:lnTo>
                    <a:pt x="284226" y="31750"/>
                  </a:lnTo>
                  <a:lnTo>
                    <a:pt x="284226" y="15875"/>
                  </a:lnTo>
                  <a:lnTo>
                    <a:pt x="284226" y="31750"/>
                  </a:lnTo>
                  <a:cubicBezTo>
                    <a:pt x="144780" y="31750"/>
                    <a:pt x="31750" y="144399"/>
                    <a:pt x="31750" y="28308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5845984" y="6600931"/>
            <a:ext cx="3179831" cy="2027885"/>
            <a:chOff x="0" y="0"/>
            <a:chExt cx="4239774" cy="270384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15875" y="15875"/>
              <a:ext cx="4208018" cy="2672080"/>
            </a:xfrm>
            <a:custGeom>
              <a:avLst/>
              <a:gdLst/>
              <a:ahLst/>
              <a:cxnLst/>
              <a:rect r="r" b="b" t="t" l="l"/>
              <a:pathLst>
                <a:path h="2672080" w="4208018">
                  <a:moveTo>
                    <a:pt x="0" y="267208"/>
                  </a:moveTo>
                  <a:cubicBezTo>
                    <a:pt x="0" y="119634"/>
                    <a:pt x="120142" y="0"/>
                    <a:pt x="268351" y="0"/>
                  </a:cubicBezTo>
                  <a:lnTo>
                    <a:pt x="3939667" y="0"/>
                  </a:lnTo>
                  <a:cubicBezTo>
                    <a:pt x="4087876" y="0"/>
                    <a:pt x="4208018" y="119634"/>
                    <a:pt x="4208018" y="267208"/>
                  </a:cubicBezTo>
                  <a:lnTo>
                    <a:pt x="4208018" y="2404872"/>
                  </a:lnTo>
                  <a:cubicBezTo>
                    <a:pt x="4208018" y="2552446"/>
                    <a:pt x="4087876" y="2672080"/>
                    <a:pt x="3939667" y="2672080"/>
                  </a:cubicBezTo>
                  <a:lnTo>
                    <a:pt x="268351" y="2672080"/>
                  </a:lnTo>
                  <a:cubicBezTo>
                    <a:pt x="120142" y="2672080"/>
                    <a:pt x="0" y="2552446"/>
                    <a:pt x="0" y="2404872"/>
                  </a:cubicBezTo>
                  <a:close/>
                </a:path>
              </a:pathLst>
            </a:custGeom>
            <a:solidFill>
              <a:srgbClr val="FFFFFF">
                <a:alpha val="80784"/>
              </a:srgbClr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239768" cy="2703830"/>
            </a:xfrm>
            <a:custGeom>
              <a:avLst/>
              <a:gdLst/>
              <a:ahLst/>
              <a:cxnLst/>
              <a:rect r="r" b="b" t="t" l="l"/>
              <a:pathLst>
                <a:path h="2703830" w="4239768">
                  <a:moveTo>
                    <a:pt x="0" y="283083"/>
                  </a:moveTo>
                  <a:cubicBezTo>
                    <a:pt x="0" y="126619"/>
                    <a:pt x="127381" y="0"/>
                    <a:pt x="284226" y="0"/>
                  </a:cubicBezTo>
                  <a:lnTo>
                    <a:pt x="3955542" y="0"/>
                  </a:lnTo>
                  <a:lnTo>
                    <a:pt x="3955542" y="15875"/>
                  </a:lnTo>
                  <a:lnTo>
                    <a:pt x="3955542" y="0"/>
                  </a:lnTo>
                  <a:cubicBezTo>
                    <a:pt x="4112514" y="0"/>
                    <a:pt x="4239768" y="126619"/>
                    <a:pt x="4239768" y="283083"/>
                  </a:cubicBezTo>
                  <a:lnTo>
                    <a:pt x="4223893" y="283083"/>
                  </a:lnTo>
                  <a:lnTo>
                    <a:pt x="4239768" y="283083"/>
                  </a:lnTo>
                  <a:lnTo>
                    <a:pt x="4239768" y="2420747"/>
                  </a:lnTo>
                  <a:lnTo>
                    <a:pt x="4223893" y="2420747"/>
                  </a:lnTo>
                  <a:lnTo>
                    <a:pt x="4239768" y="2420747"/>
                  </a:lnTo>
                  <a:cubicBezTo>
                    <a:pt x="4239768" y="2577211"/>
                    <a:pt x="4112387" y="2703830"/>
                    <a:pt x="3955542" y="2703830"/>
                  </a:cubicBezTo>
                  <a:lnTo>
                    <a:pt x="3955542" y="2687955"/>
                  </a:lnTo>
                  <a:lnTo>
                    <a:pt x="3955542" y="2703830"/>
                  </a:lnTo>
                  <a:lnTo>
                    <a:pt x="284226" y="2703830"/>
                  </a:lnTo>
                  <a:lnTo>
                    <a:pt x="284226" y="2687955"/>
                  </a:lnTo>
                  <a:lnTo>
                    <a:pt x="284226" y="2703830"/>
                  </a:lnTo>
                  <a:cubicBezTo>
                    <a:pt x="127381" y="2703830"/>
                    <a:pt x="0" y="2577211"/>
                    <a:pt x="0" y="2420747"/>
                  </a:cubicBezTo>
                  <a:lnTo>
                    <a:pt x="0" y="283083"/>
                  </a:lnTo>
                  <a:lnTo>
                    <a:pt x="15875" y="283083"/>
                  </a:lnTo>
                  <a:lnTo>
                    <a:pt x="0" y="283083"/>
                  </a:lnTo>
                  <a:moveTo>
                    <a:pt x="31750" y="283083"/>
                  </a:moveTo>
                  <a:lnTo>
                    <a:pt x="31750" y="2420747"/>
                  </a:lnTo>
                  <a:lnTo>
                    <a:pt x="15875" y="2420747"/>
                  </a:lnTo>
                  <a:lnTo>
                    <a:pt x="31750" y="2420747"/>
                  </a:lnTo>
                  <a:cubicBezTo>
                    <a:pt x="31750" y="2559431"/>
                    <a:pt x="144780" y="2672080"/>
                    <a:pt x="284226" y="2672080"/>
                  </a:cubicBezTo>
                  <a:lnTo>
                    <a:pt x="3955542" y="2672080"/>
                  </a:lnTo>
                  <a:cubicBezTo>
                    <a:pt x="4094988" y="2672080"/>
                    <a:pt x="4208018" y="2559431"/>
                    <a:pt x="4208018" y="2420747"/>
                  </a:cubicBezTo>
                  <a:lnTo>
                    <a:pt x="4208018" y="283083"/>
                  </a:lnTo>
                  <a:cubicBezTo>
                    <a:pt x="4208018" y="144399"/>
                    <a:pt x="4094988" y="31750"/>
                    <a:pt x="3955542" y="31750"/>
                  </a:cubicBezTo>
                  <a:lnTo>
                    <a:pt x="284226" y="31750"/>
                  </a:lnTo>
                  <a:lnTo>
                    <a:pt x="284226" y="15875"/>
                  </a:lnTo>
                  <a:lnTo>
                    <a:pt x="284226" y="31750"/>
                  </a:lnTo>
                  <a:cubicBezTo>
                    <a:pt x="144780" y="31750"/>
                    <a:pt x="31750" y="144399"/>
                    <a:pt x="31750" y="283083"/>
                  </a:cubicBezTo>
                  <a:close/>
                </a:path>
              </a:pathLst>
            </a:custGeom>
            <a:solidFill>
              <a:srgbClr val="BA7FAE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5904682" y="6659629"/>
            <a:ext cx="3062434" cy="1910488"/>
            <a:chOff x="0" y="0"/>
            <a:chExt cx="4083246" cy="2547318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083246" cy="2547318"/>
            </a:xfrm>
            <a:custGeom>
              <a:avLst/>
              <a:gdLst/>
              <a:ahLst/>
              <a:cxnLst/>
              <a:rect r="r" b="b" t="t" l="l"/>
              <a:pathLst>
                <a:path h="2547318" w="4083246">
                  <a:moveTo>
                    <a:pt x="0" y="0"/>
                  </a:moveTo>
                  <a:lnTo>
                    <a:pt x="4083246" y="0"/>
                  </a:lnTo>
                  <a:lnTo>
                    <a:pt x="4083246" y="2547318"/>
                  </a:lnTo>
                  <a:lnTo>
                    <a:pt x="0" y="25473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9525"/>
              <a:ext cx="4083246" cy="25377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050"/>
                </a:lnSpc>
              </a:pPr>
              <a:r>
                <a:rPr lang="en-US" sz="375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Agregado de elementos de menú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1281351" y="3345848"/>
            <a:ext cx="3179831" cy="2027885"/>
            <a:chOff x="0" y="0"/>
            <a:chExt cx="4239774" cy="2703846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15875" y="15875"/>
              <a:ext cx="4208018" cy="2672080"/>
            </a:xfrm>
            <a:custGeom>
              <a:avLst/>
              <a:gdLst/>
              <a:ahLst/>
              <a:cxnLst/>
              <a:rect r="r" b="b" t="t" l="l"/>
              <a:pathLst>
                <a:path h="2672080" w="4208018">
                  <a:moveTo>
                    <a:pt x="0" y="267208"/>
                  </a:moveTo>
                  <a:cubicBezTo>
                    <a:pt x="0" y="119634"/>
                    <a:pt x="120142" y="0"/>
                    <a:pt x="268351" y="0"/>
                  </a:cubicBezTo>
                  <a:lnTo>
                    <a:pt x="3939667" y="0"/>
                  </a:lnTo>
                  <a:cubicBezTo>
                    <a:pt x="4087876" y="0"/>
                    <a:pt x="4208018" y="119634"/>
                    <a:pt x="4208018" y="267208"/>
                  </a:cubicBezTo>
                  <a:lnTo>
                    <a:pt x="4208018" y="2404872"/>
                  </a:lnTo>
                  <a:cubicBezTo>
                    <a:pt x="4208018" y="2552446"/>
                    <a:pt x="4087876" y="2672080"/>
                    <a:pt x="3939667" y="2672080"/>
                  </a:cubicBezTo>
                  <a:lnTo>
                    <a:pt x="268351" y="2672080"/>
                  </a:lnTo>
                  <a:cubicBezTo>
                    <a:pt x="120142" y="2672080"/>
                    <a:pt x="0" y="2552446"/>
                    <a:pt x="0" y="2404872"/>
                  </a:cubicBezTo>
                  <a:close/>
                </a:path>
              </a:pathLst>
            </a:custGeom>
            <a:solidFill>
              <a:srgbClr val="C696A8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4239768" cy="2703830"/>
            </a:xfrm>
            <a:custGeom>
              <a:avLst/>
              <a:gdLst/>
              <a:ahLst/>
              <a:cxnLst/>
              <a:rect r="r" b="b" t="t" l="l"/>
              <a:pathLst>
                <a:path h="2703830" w="4239768">
                  <a:moveTo>
                    <a:pt x="0" y="283083"/>
                  </a:moveTo>
                  <a:cubicBezTo>
                    <a:pt x="0" y="126619"/>
                    <a:pt x="127381" y="0"/>
                    <a:pt x="284226" y="0"/>
                  </a:cubicBezTo>
                  <a:lnTo>
                    <a:pt x="3955542" y="0"/>
                  </a:lnTo>
                  <a:lnTo>
                    <a:pt x="3955542" y="15875"/>
                  </a:lnTo>
                  <a:lnTo>
                    <a:pt x="3955542" y="0"/>
                  </a:lnTo>
                  <a:cubicBezTo>
                    <a:pt x="4112514" y="0"/>
                    <a:pt x="4239768" y="126619"/>
                    <a:pt x="4239768" y="283083"/>
                  </a:cubicBezTo>
                  <a:lnTo>
                    <a:pt x="4223893" y="283083"/>
                  </a:lnTo>
                  <a:lnTo>
                    <a:pt x="4239768" y="283083"/>
                  </a:lnTo>
                  <a:lnTo>
                    <a:pt x="4239768" y="2420747"/>
                  </a:lnTo>
                  <a:lnTo>
                    <a:pt x="4223893" y="2420747"/>
                  </a:lnTo>
                  <a:lnTo>
                    <a:pt x="4239768" y="2420747"/>
                  </a:lnTo>
                  <a:cubicBezTo>
                    <a:pt x="4239768" y="2577211"/>
                    <a:pt x="4112387" y="2703830"/>
                    <a:pt x="3955542" y="2703830"/>
                  </a:cubicBezTo>
                  <a:lnTo>
                    <a:pt x="3955542" y="2687955"/>
                  </a:lnTo>
                  <a:lnTo>
                    <a:pt x="3955542" y="2703830"/>
                  </a:lnTo>
                  <a:lnTo>
                    <a:pt x="284226" y="2703830"/>
                  </a:lnTo>
                  <a:lnTo>
                    <a:pt x="284226" y="2687955"/>
                  </a:lnTo>
                  <a:lnTo>
                    <a:pt x="284226" y="2703830"/>
                  </a:lnTo>
                  <a:cubicBezTo>
                    <a:pt x="127381" y="2703830"/>
                    <a:pt x="0" y="2577211"/>
                    <a:pt x="0" y="2420747"/>
                  </a:cubicBezTo>
                  <a:lnTo>
                    <a:pt x="0" y="283083"/>
                  </a:lnTo>
                  <a:lnTo>
                    <a:pt x="15875" y="283083"/>
                  </a:lnTo>
                  <a:lnTo>
                    <a:pt x="0" y="283083"/>
                  </a:lnTo>
                  <a:moveTo>
                    <a:pt x="31750" y="283083"/>
                  </a:moveTo>
                  <a:lnTo>
                    <a:pt x="31750" y="2420747"/>
                  </a:lnTo>
                  <a:lnTo>
                    <a:pt x="15875" y="2420747"/>
                  </a:lnTo>
                  <a:lnTo>
                    <a:pt x="31750" y="2420747"/>
                  </a:lnTo>
                  <a:cubicBezTo>
                    <a:pt x="31750" y="2559431"/>
                    <a:pt x="144780" y="2672080"/>
                    <a:pt x="284226" y="2672080"/>
                  </a:cubicBezTo>
                  <a:lnTo>
                    <a:pt x="3955542" y="2672080"/>
                  </a:lnTo>
                  <a:cubicBezTo>
                    <a:pt x="4094988" y="2672080"/>
                    <a:pt x="4208018" y="2559431"/>
                    <a:pt x="4208018" y="2420747"/>
                  </a:cubicBezTo>
                  <a:lnTo>
                    <a:pt x="4208018" y="283083"/>
                  </a:lnTo>
                  <a:cubicBezTo>
                    <a:pt x="4208018" y="144399"/>
                    <a:pt x="4094988" y="31750"/>
                    <a:pt x="3955542" y="31750"/>
                  </a:cubicBezTo>
                  <a:lnTo>
                    <a:pt x="284226" y="31750"/>
                  </a:lnTo>
                  <a:lnTo>
                    <a:pt x="284226" y="15875"/>
                  </a:lnTo>
                  <a:lnTo>
                    <a:pt x="284226" y="31750"/>
                  </a:lnTo>
                  <a:cubicBezTo>
                    <a:pt x="144780" y="31750"/>
                    <a:pt x="31750" y="144399"/>
                    <a:pt x="31750" y="28308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1632019" y="3678983"/>
            <a:ext cx="3179831" cy="2027885"/>
            <a:chOff x="0" y="0"/>
            <a:chExt cx="4239774" cy="2703846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15875" y="15875"/>
              <a:ext cx="4208018" cy="2672080"/>
            </a:xfrm>
            <a:custGeom>
              <a:avLst/>
              <a:gdLst/>
              <a:ahLst/>
              <a:cxnLst/>
              <a:rect r="r" b="b" t="t" l="l"/>
              <a:pathLst>
                <a:path h="2672080" w="4208018">
                  <a:moveTo>
                    <a:pt x="0" y="267208"/>
                  </a:moveTo>
                  <a:cubicBezTo>
                    <a:pt x="0" y="119634"/>
                    <a:pt x="120142" y="0"/>
                    <a:pt x="268351" y="0"/>
                  </a:cubicBezTo>
                  <a:lnTo>
                    <a:pt x="3939667" y="0"/>
                  </a:lnTo>
                  <a:cubicBezTo>
                    <a:pt x="4087876" y="0"/>
                    <a:pt x="4208018" y="119634"/>
                    <a:pt x="4208018" y="267208"/>
                  </a:cubicBezTo>
                  <a:lnTo>
                    <a:pt x="4208018" y="2404872"/>
                  </a:lnTo>
                  <a:cubicBezTo>
                    <a:pt x="4208018" y="2552446"/>
                    <a:pt x="4087876" y="2672080"/>
                    <a:pt x="3939667" y="2672080"/>
                  </a:cubicBezTo>
                  <a:lnTo>
                    <a:pt x="268351" y="2672080"/>
                  </a:lnTo>
                  <a:cubicBezTo>
                    <a:pt x="120142" y="2672080"/>
                    <a:pt x="0" y="2552446"/>
                    <a:pt x="0" y="2404872"/>
                  </a:cubicBezTo>
                  <a:close/>
                </a:path>
              </a:pathLst>
            </a:custGeom>
            <a:solidFill>
              <a:srgbClr val="FFFFFF">
                <a:alpha val="80784"/>
              </a:srgbClr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4239768" cy="2703830"/>
            </a:xfrm>
            <a:custGeom>
              <a:avLst/>
              <a:gdLst/>
              <a:ahLst/>
              <a:cxnLst/>
              <a:rect r="r" b="b" t="t" l="l"/>
              <a:pathLst>
                <a:path h="2703830" w="4239768">
                  <a:moveTo>
                    <a:pt x="0" y="283083"/>
                  </a:moveTo>
                  <a:cubicBezTo>
                    <a:pt x="0" y="126619"/>
                    <a:pt x="127381" y="0"/>
                    <a:pt x="284226" y="0"/>
                  </a:cubicBezTo>
                  <a:lnTo>
                    <a:pt x="3955542" y="0"/>
                  </a:lnTo>
                  <a:lnTo>
                    <a:pt x="3955542" y="15875"/>
                  </a:lnTo>
                  <a:lnTo>
                    <a:pt x="3955542" y="0"/>
                  </a:lnTo>
                  <a:cubicBezTo>
                    <a:pt x="4112514" y="0"/>
                    <a:pt x="4239768" y="126619"/>
                    <a:pt x="4239768" y="283083"/>
                  </a:cubicBezTo>
                  <a:lnTo>
                    <a:pt x="4223893" y="283083"/>
                  </a:lnTo>
                  <a:lnTo>
                    <a:pt x="4239768" y="283083"/>
                  </a:lnTo>
                  <a:lnTo>
                    <a:pt x="4239768" y="2420747"/>
                  </a:lnTo>
                  <a:lnTo>
                    <a:pt x="4223893" y="2420747"/>
                  </a:lnTo>
                  <a:lnTo>
                    <a:pt x="4239768" y="2420747"/>
                  </a:lnTo>
                  <a:cubicBezTo>
                    <a:pt x="4239768" y="2577211"/>
                    <a:pt x="4112387" y="2703830"/>
                    <a:pt x="3955542" y="2703830"/>
                  </a:cubicBezTo>
                  <a:lnTo>
                    <a:pt x="3955542" y="2687955"/>
                  </a:lnTo>
                  <a:lnTo>
                    <a:pt x="3955542" y="2703830"/>
                  </a:lnTo>
                  <a:lnTo>
                    <a:pt x="284226" y="2703830"/>
                  </a:lnTo>
                  <a:lnTo>
                    <a:pt x="284226" y="2687955"/>
                  </a:lnTo>
                  <a:lnTo>
                    <a:pt x="284226" y="2703830"/>
                  </a:lnTo>
                  <a:cubicBezTo>
                    <a:pt x="127381" y="2703830"/>
                    <a:pt x="0" y="2577211"/>
                    <a:pt x="0" y="2420747"/>
                  </a:cubicBezTo>
                  <a:lnTo>
                    <a:pt x="0" y="283083"/>
                  </a:lnTo>
                  <a:lnTo>
                    <a:pt x="15875" y="283083"/>
                  </a:lnTo>
                  <a:lnTo>
                    <a:pt x="0" y="283083"/>
                  </a:lnTo>
                  <a:moveTo>
                    <a:pt x="31750" y="283083"/>
                  </a:moveTo>
                  <a:lnTo>
                    <a:pt x="31750" y="2420747"/>
                  </a:lnTo>
                  <a:lnTo>
                    <a:pt x="15875" y="2420747"/>
                  </a:lnTo>
                  <a:lnTo>
                    <a:pt x="31750" y="2420747"/>
                  </a:lnTo>
                  <a:cubicBezTo>
                    <a:pt x="31750" y="2559431"/>
                    <a:pt x="144780" y="2672080"/>
                    <a:pt x="284226" y="2672080"/>
                  </a:cubicBezTo>
                  <a:lnTo>
                    <a:pt x="3955542" y="2672080"/>
                  </a:lnTo>
                  <a:cubicBezTo>
                    <a:pt x="4094988" y="2672080"/>
                    <a:pt x="4208018" y="2559431"/>
                    <a:pt x="4208018" y="2420747"/>
                  </a:cubicBezTo>
                  <a:lnTo>
                    <a:pt x="4208018" y="283083"/>
                  </a:lnTo>
                  <a:cubicBezTo>
                    <a:pt x="4208018" y="144399"/>
                    <a:pt x="4094988" y="31750"/>
                    <a:pt x="3955542" y="31750"/>
                  </a:cubicBezTo>
                  <a:lnTo>
                    <a:pt x="284226" y="31750"/>
                  </a:lnTo>
                  <a:lnTo>
                    <a:pt x="284226" y="15875"/>
                  </a:lnTo>
                  <a:lnTo>
                    <a:pt x="284226" y="31750"/>
                  </a:lnTo>
                  <a:cubicBezTo>
                    <a:pt x="144780" y="31750"/>
                    <a:pt x="31750" y="144399"/>
                    <a:pt x="31750" y="283083"/>
                  </a:cubicBezTo>
                  <a:close/>
                </a:path>
              </a:pathLst>
            </a:custGeom>
            <a:solidFill>
              <a:srgbClr val="C696A8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1690717" y="3737681"/>
            <a:ext cx="3062434" cy="1910489"/>
            <a:chOff x="0" y="0"/>
            <a:chExt cx="4083246" cy="2547318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4083246" cy="2547318"/>
            </a:xfrm>
            <a:custGeom>
              <a:avLst/>
              <a:gdLst/>
              <a:ahLst/>
              <a:cxnLst/>
              <a:rect r="r" b="b" t="t" l="l"/>
              <a:pathLst>
                <a:path h="2547318" w="4083246">
                  <a:moveTo>
                    <a:pt x="0" y="0"/>
                  </a:moveTo>
                  <a:lnTo>
                    <a:pt x="4083246" y="0"/>
                  </a:lnTo>
                  <a:lnTo>
                    <a:pt x="4083246" y="2547318"/>
                  </a:lnTo>
                  <a:lnTo>
                    <a:pt x="0" y="25473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6" id="46"/>
            <p:cNvSpPr txBox="true"/>
            <p:nvPr/>
          </p:nvSpPr>
          <p:spPr>
            <a:xfrm>
              <a:off x="0" y="9525"/>
              <a:ext cx="4083246" cy="25377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050"/>
                </a:lnSpc>
              </a:pPr>
              <a:r>
                <a:rPr lang="en-US" sz="375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Elementos de menú (MenuItem)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9352672" y="6267796"/>
            <a:ext cx="3179831" cy="2027885"/>
            <a:chOff x="0" y="0"/>
            <a:chExt cx="4239774" cy="2703846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15875" y="15875"/>
              <a:ext cx="4208018" cy="2672080"/>
            </a:xfrm>
            <a:custGeom>
              <a:avLst/>
              <a:gdLst/>
              <a:ahLst/>
              <a:cxnLst/>
              <a:rect r="r" b="b" t="t" l="l"/>
              <a:pathLst>
                <a:path h="2672080" w="4208018">
                  <a:moveTo>
                    <a:pt x="0" y="267208"/>
                  </a:moveTo>
                  <a:cubicBezTo>
                    <a:pt x="0" y="119634"/>
                    <a:pt x="120142" y="0"/>
                    <a:pt x="268351" y="0"/>
                  </a:cubicBezTo>
                  <a:lnTo>
                    <a:pt x="3939667" y="0"/>
                  </a:lnTo>
                  <a:cubicBezTo>
                    <a:pt x="4087876" y="0"/>
                    <a:pt x="4208018" y="119634"/>
                    <a:pt x="4208018" y="267208"/>
                  </a:cubicBezTo>
                  <a:lnTo>
                    <a:pt x="4208018" y="2404872"/>
                  </a:lnTo>
                  <a:cubicBezTo>
                    <a:pt x="4208018" y="2552446"/>
                    <a:pt x="4087876" y="2672080"/>
                    <a:pt x="3939667" y="2672080"/>
                  </a:cubicBezTo>
                  <a:lnTo>
                    <a:pt x="268351" y="2672080"/>
                  </a:lnTo>
                  <a:cubicBezTo>
                    <a:pt x="120142" y="2672080"/>
                    <a:pt x="0" y="2552446"/>
                    <a:pt x="0" y="2404872"/>
                  </a:cubicBezTo>
                  <a:close/>
                </a:path>
              </a:pathLst>
            </a:custGeom>
            <a:solidFill>
              <a:srgbClr val="BA7FAE"/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4239768" cy="2703830"/>
            </a:xfrm>
            <a:custGeom>
              <a:avLst/>
              <a:gdLst/>
              <a:ahLst/>
              <a:cxnLst/>
              <a:rect r="r" b="b" t="t" l="l"/>
              <a:pathLst>
                <a:path h="2703830" w="4239768">
                  <a:moveTo>
                    <a:pt x="0" y="283083"/>
                  </a:moveTo>
                  <a:cubicBezTo>
                    <a:pt x="0" y="126619"/>
                    <a:pt x="127381" y="0"/>
                    <a:pt x="284226" y="0"/>
                  </a:cubicBezTo>
                  <a:lnTo>
                    <a:pt x="3955542" y="0"/>
                  </a:lnTo>
                  <a:lnTo>
                    <a:pt x="3955542" y="15875"/>
                  </a:lnTo>
                  <a:lnTo>
                    <a:pt x="3955542" y="0"/>
                  </a:lnTo>
                  <a:cubicBezTo>
                    <a:pt x="4112514" y="0"/>
                    <a:pt x="4239768" y="126619"/>
                    <a:pt x="4239768" y="283083"/>
                  </a:cubicBezTo>
                  <a:lnTo>
                    <a:pt x="4223893" y="283083"/>
                  </a:lnTo>
                  <a:lnTo>
                    <a:pt x="4239768" y="283083"/>
                  </a:lnTo>
                  <a:lnTo>
                    <a:pt x="4239768" y="2420747"/>
                  </a:lnTo>
                  <a:lnTo>
                    <a:pt x="4223893" y="2420747"/>
                  </a:lnTo>
                  <a:lnTo>
                    <a:pt x="4239768" y="2420747"/>
                  </a:lnTo>
                  <a:cubicBezTo>
                    <a:pt x="4239768" y="2577211"/>
                    <a:pt x="4112387" y="2703830"/>
                    <a:pt x="3955542" y="2703830"/>
                  </a:cubicBezTo>
                  <a:lnTo>
                    <a:pt x="3955542" y="2687955"/>
                  </a:lnTo>
                  <a:lnTo>
                    <a:pt x="3955542" y="2703830"/>
                  </a:lnTo>
                  <a:lnTo>
                    <a:pt x="284226" y="2703830"/>
                  </a:lnTo>
                  <a:lnTo>
                    <a:pt x="284226" y="2687955"/>
                  </a:lnTo>
                  <a:lnTo>
                    <a:pt x="284226" y="2703830"/>
                  </a:lnTo>
                  <a:cubicBezTo>
                    <a:pt x="127381" y="2703830"/>
                    <a:pt x="0" y="2577211"/>
                    <a:pt x="0" y="2420747"/>
                  </a:cubicBezTo>
                  <a:lnTo>
                    <a:pt x="0" y="283083"/>
                  </a:lnTo>
                  <a:lnTo>
                    <a:pt x="15875" y="283083"/>
                  </a:lnTo>
                  <a:lnTo>
                    <a:pt x="0" y="283083"/>
                  </a:lnTo>
                  <a:moveTo>
                    <a:pt x="31750" y="283083"/>
                  </a:moveTo>
                  <a:lnTo>
                    <a:pt x="31750" y="2420747"/>
                  </a:lnTo>
                  <a:lnTo>
                    <a:pt x="15875" y="2420747"/>
                  </a:lnTo>
                  <a:lnTo>
                    <a:pt x="31750" y="2420747"/>
                  </a:lnTo>
                  <a:cubicBezTo>
                    <a:pt x="31750" y="2559431"/>
                    <a:pt x="144780" y="2672080"/>
                    <a:pt x="284226" y="2672080"/>
                  </a:cubicBezTo>
                  <a:lnTo>
                    <a:pt x="3955542" y="2672080"/>
                  </a:lnTo>
                  <a:cubicBezTo>
                    <a:pt x="4094988" y="2672080"/>
                    <a:pt x="4208018" y="2559431"/>
                    <a:pt x="4208018" y="2420747"/>
                  </a:cubicBezTo>
                  <a:lnTo>
                    <a:pt x="4208018" y="283083"/>
                  </a:lnTo>
                  <a:cubicBezTo>
                    <a:pt x="4208018" y="144399"/>
                    <a:pt x="4094988" y="31750"/>
                    <a:pt x="3955542" y="31750"/>
                  </a:cubicBezTo>
                  <a:lnTo>
                    <a:pt x="284226" y="31750"/>
                  </a:lnTo>
                  <a:lnTo>
                    <a:pt x="284226" y="15875"/>
                  </a:lnTo>
                  <a:lnTo>
                    <a:pt x="284226" y="31750"/>
                  </a:lnTo>
                  <a:cubicBezTo>
                    <a:pt x="144780" y="31750"/>
                    <a:pt x="31750" y="144399"/>
                    <a:pt x="31750" y="28308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9703340" y="6600931"/>
            <a:ext cx="3179830" cy="2027885"/>
            <a:chOff x="0" y="0"/>
            <a:chExt cx="4239774" cy="2703846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15875" y="15875"/>
              <a:ext cx="4208018" cy="2672080"/>
            </a:xfrm>
            <a:custGeom>
              <a:avLst/>
              <a:gdLst/>
              <a:ahLst/>
              <a:cxnLst/>
              <a:rect r="r" b="b" t="t" l="l"/>
              <a:pathLst>
                <a:path h="2672080" w="4208018">
                  <a:moveTo>
                    <a:pt x="0" y="267208"/>
                  </a:moveTo>
                  <a:cubicBezTo>
                    <a:pt x="0" y="119634"/>
                    <a:pt x="120142" y="0"/>
                    <a:pt x="268351" y="0"/>
                  </a:cubicBezTo>
                  <a:lnTo>
                    <a:pt x="3939667" y="0"/>
                  </a:lnTo>
                  <a:cubicBezTo>
                    <a:pt x="4087876" y="0"/>
                    <a:pt x="4208018" y="119634"/>
                    <a:pt x="4208018" y="267208"/>
                  </a:cubicBezTo>
                  <a:lnTo>
                    <a:pt x="4208018" y="2404872"/>
                  </a:lnTo>
                  <a:cubicBezTo>
                    <a:pt x="4208018" y="2552446"/>
                    <a:pt x="4087876" y="2672080"/>
                    <a:pt x="3939667" y="2672080"/>
                  </a:cubicBezTo>
                  <a:lnTo>
                    <a:pt x="268351" y="2672080"/>
                  </a:lnTo>
                  <a:cubicBezTo>
                    <a:pt x="120142" y="2672080"/>
                    <a:pt x="0" y="2552446"/>
                    <a:pt x="0" y="2404872"/>
                  </a:cubicBezTo>
                  <a:close/>
                </a:path>
              </a:pathLst>
            </a:custGeom>
            <a:solidFill>
              <a:srgbClr val="FFFFFF">
                <a:alpha val="80784"/>
              </a:srgbClr>
            </a:solid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4239768" cy="2703830"/>
            </a:xfrm>
            <a:custGeom>
              <a:avLst/>
              <a:gdLst/>
              <a:ahLst/>
              <a:cxnLst/>
              <a:rect r="r" b="b" t="t" l="l"/>
              <a:pathLst>
                <a:path h="2703830" w="4239768">
                  <a:moveTo>
                    <a:pt x="0" y="283083"/>
                  </a:moveTo>
                  <a:cubicBezTo>
                    <a:pt x="0" y="126619"/>
                    <a:pt x="127381" y="0"/>
                    <a:pt x="284226" y="0"/>
                  </a:cubicBezTo>
                  <a:lnTo>
                    <a:pt x="3955542" y="0"/>
                  </a:lnTo>
                  <a:lnTo>
                    <a:pt x="3955542" y="15875"/>
                  </a:lnTo>
                  <a:lnTo>
                    <a:pt x="3955542" y="0"/>
                  </a:lnTo>
                  <a:cubicBezTo>
                    <a:pt x="4112514" y="0"/>
                    <a:pt x="4239768" y="126619"/>
                    <a:pt x="4239768" y="283083"/>
                  </a:cubicBezTo>
                  <a:lnTo>
                    <a:pt x="4223893" y="283083"/>
                  </a:lnTo>
                  <a:lnTo>
                    <a:pt x="4239768" y="283083"/>
                  </a:lnTo>
                  <a:lnTo>
                    <a:pt x="4239768" y="2420747"/>
                  </a:lnTo>
                  <a:lnTo>
                    <a:pt x="4223893" y="2420747"/>
                  </a:lnTo>
                  <a:lnTo>
                    <a:pt x="4239768" y="2420747"/>
                  </a:lnTo>
                  <a:cubicBezTo>
                    <a:pt x="4239768" y="2577211"/>
                    <a:pt x="4112387" y="2703830"/>
                    <a:pt x="3955542" y="2703830"/>
                  </a:cubicBezTo>
                  <a:lnTo>
                    <a:pt x="3955542" y="2687955"/>
                  </a:lnTo>
                  <a:lnTo>
                    <a:pt x="3955542" y="2703830"/>
                  </a:lnTo>
                  <a:lnTo>
                    <a:pt x="284226" y="2703830"/>
                  </a:lnTo>
                  <a:lnTo>
                    <a:pt x="284226" y="2687955"/>
                  </a:lnTo>
                  <a:lnTo>
                    <a:pt x="284226" y="2703830"/>
                  </a:lnTo>
                  <a:cubicBezTo>
                    <a:pt x="127381" y="2703830"/>
                    <a:pt x="0" y="2577211"/>
                    <a:pt x="0" y="2420747"/>
                  </a:cubicBezTo>
                  <a:lnTo>
                    <a:pt x="0" y="283083"/>
                  </a:lnTo>
                  <a:lnTo>
                    <a:pt x="15875" y="283083"/>
                  </a:lnTo>
                  <a:lnTo>
                    <a:pt x="0" y="283083"/>
                  </a:lnTo>
                  <a:moveTo>
                    <a:pt x="31750" y="283083"/>
                  </a:moveTo>
                  <a:lnTo>
                    <a:pt x="31750" y="2420747"/>
                  </a:lnTo>
                  <a:lnTo>
                    <a:pt x="15875" y="2420747"/>
                  </a:lnTo>
                  <a:lnTo>
                    <a:pt x="31750" y="2420747"/>
                  </a:lnTo>
                  <a:cubicBezTo>
                    <a:pt x="31750" y="2559431"/>
                    <a:pt x="144780" y="2672080"/>
                    <a:pt x="284226" y="2672080"/>
                  </a:cubicBezTo>
                  <a:lnTo>
                    <a:pt x="3955542" y="2672080"/>
                  </a:lnTo>
                  <a:cubicBezTo>
                    <a:pt x="4094988" y="2672080"/>
                    <a:pt x="4208018" y="2559431"/>
                    <a:pt x="4208018" y="2420747"/>
                  </a:cubicBezTo>
                  <a:lnTo>
                    <a:pt x="4208018" y="283083"/>
                  </a:lnTo>
                  <a:cubicBezTo>
                    <a:pt x="4208018" y="144399"/>
                    <a:pt x="4094988" y="31750"/>
                    <a:pt x="3955542" y="31750"/>
                  </a:cubicBezTo>
                  <a:lnTo>
                    <a:pt x="284226" y="31750"/>
                  </a:lnTo>
                  <a:lnTo>
                    <a:pt x="284226" y="15875"/>
                  </a:lnTo>
                  <a:lnTo>
                    <a:pt x="284226" y="31750"/>
                  </a:lnTo>
                  <a:cubicBezTo>
                    <a:pt x="144780" y="31750"/>
                    <a:pt x="31750" y="144399"/>
                    <a:pt x="31750" y="283083"/>
                  </a:cubicBezTo>
                  <a:close/>
                </a:path>
              </a:pathLst>
            </a:custGeom>
            <a:solidFill>
              <a:srgbClr val="BA7FAE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9762038" y="6659629"/>
            <a:ext cx="3062434" cy="1910488"/>
            <a:chOff x="0" y="0"/>
            <a:chExt cx="4083246" cy="2547318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4083246" cy="2547318"/>
            </a:xfrm>
            <a:custGeom>
              <a:avLst/>
              <a:gdLst/>
              <a:ahLst/>
              <a:cxnLst/>
              <a:rect r="r" b="b" t="t" l="l"/>
              <a:pathLst>
                <a:path h="2547318" w="4083246">
                  <a:moveTo>
                    <a:pt x="0" y="0"/>
                  </a:moveTo>
                  <a:lnTo>
                    <a:pt x="4083246" y="0"/>
                  </a:lnTo>
                  <a:lnTo>
                    <a:pt x="4083246" y="2547318"/>
                  </a:lnTo>
                  <a:lnTo>
                    <a:pt x="0" y="25473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5" id="55"/>
            <p:cNvSpPr txBox="true"/>
            <p:nvPr/>
          </p:nvSpPr>
          <p:spPr>
            <a:xfrm>
              <a:off x="0" y="9525"/>
              <a:ext cx="4083246" cy="25377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050"/>
                </a:lnSpc>
              </a:pPr>
              <a:r>
                <a:rPr lang="en-US" sz="375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Opciones dentro de un menú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3210030" y="6267796"/>
            <a:ext cx="3179831" cy="2027885"/>
            <a:chOff x="0" y="0"/>
            <a:chExt cx="4239774" cy="2703846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15875" y="15875"/>
              <a:ext cx="4208018" cy="2672080"/>
            </a:xfrm>
            <a:custGeom>
              <a:avLst/>
              <a:gdLst/>
              <a:ahLst/>
              <a:cxnLst/>
              <a:rect r="r" b="b" t="t" l="l"/>
              <a:pathLst>
                <a:path h="2672080" w="4208018">
                  <a:moveTo>
                    <a:pt x="0" y="267208"/>
                  </a:moveTo>
                  <a:cubicBezTo>
                    <a:pt x="0" y="119634"/>
                    <a:pt x="120142" y="0"/>
                    <a:pt x="268351" y="0"/>
                  </a:cubicBezTo>
                  <a:lnTo>
                    <a:pt x="3939667" y="0"/>
                  </a:lnTo>
                  <a:cubicBezTo>
                    <a:pt x="4087876" y="0"/>
                    <a:pt x="4208018" y="119634"/>
                    <a:pt x="4208018" y="267208"/>
                  </a:cubicBezTo>
                  <a:lnTo>
                    <a:pt x="4208018" y="2404872"/>
                  </a:lnTo>
                  <a:cubicBezTo>
                    <a:pt x="4208018" y="2552446"/>
                    <a:pt x="4087876" y="2672080"/>
                    <a:pt x="3939667" y="2672080"/>
                  </a:cubicBezTo>
                  <a:lnTo>
                    <a:pt x="268351" y="2672080"/>
                  </a:lnTo>
                  <a:cubicBezTo>
                    <a:pt x="120142" y="2672080"/>
                    <a:pt x="0" y="2552446"/>
                    <a:pt x="0" y="2404872"/>
                  </a:cubicBezTo>
                  <a:close/>
                </a:path>
              </a:pathLst>
            </a:custGeom>
            <a:solidFill>
              <a:srgbClr val="BA7FAE"/>
            </a:solidFill>
          </p:spPr>
        </p:sp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4239768" cy="2703830"/>
            </a:xfrm>
            <a:custGeom>
              <a:avLst/>
              <a:gdLst/>
              <a:ahLst/>
              <a:cxnLst/>
              <a:rect r="r" b="b" t="t" l="l"/>
              <a:pathLst>
                <a:path h="2703830" w="4239768">
                  <a:moveTo>
                    <a:pt x="0" y="283083"/>
                  </a:moveTo>
                  <a:cubicBezTo>
                    <a:pt x="0" y="126619"/>
                    <a:pt x="127381" y="0"/>
                    <a:pt x="284226" y="0"/>
                  </a:cubicBezTo>
                  <a:lnTo>
                    <a:pt x="3955542" y="0"/>
                  </a:lnTo>
                  <a:lnTo>
                    <a:pt x="3955542" y="15875"/>
                  </a:lnTo>
                  <a:lnTo>
                    <a:pt x="3955542" y="0"/>
                  </a:lnTo>
                  <a:cubicBezTo>
                    <a:pt x="4112514" y="0"/>
                    <a:pt x="4239768" y="126619"/>
                    <a:pt x="4239768" y="283083"/>
                  </a:cubicBezTo>
                  <a:lnTo>
                    <a:pt x="4223893" y="283083"/>
                  </a:lnTo>
                  <a:lnTo>
                    <a:pt x="4239768" y="283083"/>
                  </a:lnTo>
                  <a:lnTo>
                    <a:pt x="4239768" y="2420747"/>
                  </a:lnTo>
                  <a:lnTo>
                    <a:pt x="4223893" y="2420747"/>
                  </a:lnTo>
                  <a:lnTo>
                    <a:pt x="4239768" y="2420747"/>
                  </a:lnTo>
                  <a:cubicBezTo>
                    <a:pt x="4239768" y="2577211"/>
                    <a:pt x="4112387" y="2703830"/>
                    <a:pt x="3955542" y="2703830"/>
                  </a:cubicBezTo>
                  <a:lnTo>
                    <a:pt x="3955542" y="2687955"/>
                  </a:lnTo>
                  <a:lnTo>
                    <a:pt x="3955542" y="2703830"/>
                  </a:lnTo>
                  <a:lnTo>
                    <a:pt x="284226" y="2703830"/>
                  </a:lnTo>
                  <a:lnTo>
                    <a:pt x="284226" y="2687955"/>
                  </a:lnTo>
                  <a:lnTo>
                    <a:pt x="284226" y="2703830"/>
                  </a:lnTo>
                  <a:cubicBezTo>
                    <a:pt x="127381" y="2703830"/>
                    <a:pt x="0" y="2577211"/>
                    <a:pt x="0" y="2420747"/>
                  </a:cubicBezTo>
                  <a:lnTo>
                    <a:pt x="0" y="283083"/>
                  </a:lnTo>
                  <a:lnTo>
                    <a:pt x="15875" y="283083"/>
                  </a:lnTo>
                  <a:lnTo>
                    <a:pt x="0" y="283083"/>
                  </a:lnTo>
                  <a:moveTo>
                    <a:pt x="31750" y="283083"/>
                  </a:moveTo>
                  <a:lnTo>
                    <a:pt x="31750" y="2420747"/>
                  </a:lnTo>
                  <a:lnTo>
                    <a:pt x="15875" y="2420747"/>
                  </a:lnTo>
                  <a:lnTo>
                    <a:pt x="31750" y="2420747"/>
                  </a:lnTo>
                  <a:cubicBezTo>
                    <a:pt x="31750" y="2559431"/>
                    <a:pt x="144780" y="2672080"/>
                    <a:pt x="284226" y="2672080"/>
                  </a:cubicBezTo>
                  <a:lnTo>
                    <a:pt x="3955542" y="2672080"/>
                  </a:lnTo>
                  <a:cubicBezTo>
                    <a:pt x="4094988" y="2672080"/>
                    <a:pt x="4208018" y="2559431"/>
                    <a:pt x="4208018" y="2420747"/>
                  </a:cubicBezTo>
                  <a:lnTo>
                    <a:pt x="4208018" y="283083"/>
                  </a:lnTo>
                  <a:cubicBezTo>
                    <a:pt x="4208018" y="144399"/>
                    <a:pt x="4094988" y="31750"/>
                    <a:pt x="3955542" y="31750"/>
                  </a:cubicBezTo>
                  <a:lnTo>
                    <a:pt x="284226" y="31750"/>
                  </a:lnTo>
                  <a:lnTo>
                    <a:pt x="284226" y="15875"/>
                  </a:lnTo>
                  <a:lnTo>
                    <a:pt x="284226" y="31750"/>
                  </a:lnTo>
                  <a:cubicBezTo>
                    <a:pt x="144780" y="31750"/>
                    <a:pt x="31750" y="144399"/>
                    <a:pt x="31750" y="28308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13560698" y="6600931"/>
            <a:ext cx="3179831" cy="2027885"/>
            <a:chOff x="0" y="0"/>
            <a:chExt cx="4239774" cy="2703846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15875" y="15875"/>
              <a:ext cx="4208018" cy="2672080"/>
            </a:xfrm>
            <a:custGeom>
              <a:avLst/>
              <a:gdLst/>
              <a:ahLst/>
              <a:cxnLst/>
              <a:rect r="r" b="b" t="t" l="l"/>
              <a:pathLst>
                <a:path h="2672080" w="4208018">
                  <a:moveTo>
                    <a:pt x="0" y="267208"/>
                  </a:moveTo>
                  <a:cubicBezTo>
                    <a:pt x="0" y="119634"/>
                    <a:pt x="120142" y="0"/>
                    <a:pt x="268351" y="0"/>
                  </a:cubicBezTo>
                  <a:lnTo>
                    <a:pt x="3939667" y="0"/>
                  </a:lnTo>
                  <a:cubicBezTo>
                    <a:pt x="4087876" y="0"/>
                    <a:pt x="4208018" y="119634"/>
                    <a:pt x="4208018" y="267208"/>
                  </a:cubicBezTo>
                  <a:lnTo>
                    <a:pt x="4208018" y="2404872"/>
                  </a:lnTo>
                  <a:cubicBezTo>
                    <a:pt x="4208018" y="2552446"/>
                    <a:pt x="4087876" y="2672080"/>
                    <a:pt x="3939667" y="2672080"/>
                  </a:cubicBezTo>
                  <a:lnTo>
                    <a:pt x="268351" y="2672080"/>
                  </a:lnTo>
                  <a:cubicBezTo>
                    <a:pt x="120142" y="2672080"/>
                    <a:pt x="0" y="2552446"/>
                    <a:pt x="0" y="2404872"/>
                  </a:cubicBezTo>
                  <a:close/>
                </a:path>
              </a:pathLst>
            </a:custGeom>
            <a:solidFill>
              <a:srgbClr val="FFFFFF">
                <a:alpha val="80784"/>
              </a:srgbClr>
            </a:solidFill>
          </p:spPr>
        </p:sp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4239768" cy="2703830"/>
            </a:xfrm>
            <a:custGeom>
              <a:avLst/>
              <a:gdLst/>
              <a:ahLst/>
              <a:cxnLst/>
              <a:rect r="r" b="b" t="t" l="l"/>
              <a:pathLst>
                <a:path h="2703830" w="4239768">
                  <a:moveTo>
                    <a:pt x="0" y="283083"/>
                  </a:moveTo>
                  <a:cubicBezTo>
                    <a:pt x="0" y="126619"/>
                    <a:pt x="127381" y="0"/>
                    <a:pt x="284226" y="0"/>
                  </a:cubicBezTo>
                  <a:lnTo>
                    <a:pt x="3955542" y="0"/>
                  </a:lnTo>
                  <a:lnTo>
                    <a:pt x="3955542" y="15875"/>
                  </a:lnTo>
                  <a:lnTo>
                    <a:pt x="3955542" y="0"/>
                  </a:lnTo>
                  <a:cubicBezTo>
                    <a:pt x="4112514" y="0"/>
                    <a:pt x="4239768" y="126619"/>
                    <a:pt x="4239768" y="283083"/>
                  </a:cubicBezTo>
                  <a:lnTo>
                    <a:pt x="4223893" y="283083"/>
                  </a:lnTo>
                  <a:lnTo>
                    <a:pt x="4239768" y="283083"/>
                  </a:lnTo>
                  <a:lnTo>
                    <a:pt x="4239768" y="2420747"/>
                  </a:lnTo>
                  <a:lnTo>
                    <a:pt x="4223893" y="2420747"/>
                  </a:lnTo>
                  <a:lnTo>
                    <a:pt x="4239768" y="2420747"/>
                  </a:lnTo>
                  <a:cubicBezTo>
                    <a:pt x="4239768" y="2577211"/>
                    <a:pt x="4112387" y="2703830"/>
                    <a:pt x="3955542" y="2703830"/>
                  </a:cubicBezTo>
                  <a:lnTo>
                    <a:pt x="3955542" y="2687955"/>
                  </a:lnTo>
                  <a:lnTo>
                    <a:pt x="3955542" y="2703830"/>
                  </a:lnTo>
                  <a:lnTo>
                    <a:pt x="284226" y="2703830"/>
                  </a:lnTo>
                  <a:lnTo>
                    <a:pt x="284226" y="2687955"/>
                  </a:lnTo>
                  <a:lnTo>
                    <a:pt x="284226" y="2703830"/>
                  </a:lnTo>
                  <a:cubicBezTo>
                    <a:pt x="127381" y="2703830"/>
                    <a:pt x="0" y="2577211"/>
                    <a:pt x="0" y="2420747"/>
                  </a:cubicBezTo>
                  <a:lnTo>
                    <a:pt x="0" y="283083"/>
                  </a:lnTo>
                  <a:lnTo>
                    <a:pt x="15875" y="283083"/>
                  </a:lnTo>
                  <a:lnTo>
                    <a:pt x="0" y="283083"/>
                  </a:lnTo>
                  <a:moveTo>
                    <a:pt x="31750" y="283083"/>
                  </a:moveTo>
                  <a:lnTo>
                    <a:pt x="31750" y="2420747"/>
                  </a:lnTo>
                  <a:lnTo>
                    <a:pt x="15875" y="2420747"/>
                  </a:lnTo>
                  <a:lnTo>
                    <a:pt x="31750" y="2420747"/>
                  </a:lnTo>
                  <a:cubicBezTo>
                    <a:pt x="31750" y="2559431"/>
                    <a:pt x="144780" y="2672080"/>
                    <a:pt x="284226" y="2672080"/>
                  </a:cubicBezTo>
                  <a:lnTo>
                    <a:pt x="3955542" y="2672080"/>
                  </a:lnTo>
                  <a:cubicBezTo>
                    <a:pt x="4094988" y="2672080"/>
                    <a:pt x="4208018" y="2559431"/>
                    <a:pt x="4208018" y="2420747"/>
                  </a:cubicBezTo>
                  <a:lnTo>
                    <a:pt x="4208018" y="283083"/>
                  </a:lnTo>
                  <a:cubicBezTo>
                    <a:pt x="4208018" y="144399"/>
                    <a:pt x="4094988" y="31750"/>
                    <a:pt x="3955542" y="31750"/>
                  </a:cubicBezTo>
                  <a:lnTo>
                    <a:pt x="284226" y="31750"/>
                  </a:lnTo>
                  <a:lnTo>
                    <a:pt x="284226" y="15875"/>
                  </a:lnTo>
                  <a:lnTo>
                    <a:pt x="284226" y="31750"/>
                  </a:lnTo>
                  <a:cubicBezTo>
                    <a:pt x="144780" y="31750"/>
                    <a:pt x="31750" y="144399"/>
                    <a:pt x="31750" y="283083"/>
                  </a:cubicBezTo>
                  <a:close/>
                </a:path>
              </a:pathLst>
            </a:custGeom>
            <a:solidFill>
              <a:srgbClr val="BA7FAE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13619396" y="6659629"/>
            <a:ext cx="3062434" cy="1910488"/>
            <a:chOff x="0" y="0"/>
            <a:chExt cx="4083246" cy="2547318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4083246" cy="2547318"/>
            </a:xfrm>
            <a:custGeom>
              <a:avLst/>
              <a:gdLst/>
              <a:ahLst/>
              <a:cxnLst/>
              <a:rect r="r" b="b" t="t" l="l"/>
              <a:pathLst>
                <a:path h="2547318" w="4083246">
                  <a:moveTo>
                    <a:pt x="0" y="0"/>
                  </a:moveTo>
                  <a:lnTo>
                    <a:pt x="4083246" y="0"/>
                  </a:lnTo>
                  <a:lnTo>
                    <a:pt x="4083246" y="2547318"/>
                  </a:lnTo>
                  <a:lnTo>
                    <a:pt x="0" y="25473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64" id="64"/>
            <p:cNvSpPr txBox="true"/>
            <p:nvPr/>
          </p:nvSpPr>
          <p:spPr>
            <a:xfrm>
              <a:off x="0" y="9525"/>
              <a:ext cx="4083246" cy="25377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050"/>
                </a:lnSpc>
              </a:pPr>
              <a:r>
                <a:rPr lang="en-US" sz="375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Manejo de eventos de menú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383838">
                <a:alpha val="100000"/>
              </a:srgbClr>
            </a:gs>
            <a:gs pos="65000">
              <a:srgbClr val="000000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lin ang="162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762" y="9601200"/>
            <a:ext cx="18283238" cy="685800"/>
            <a:chOff x="0" y="0"/>
            <a:chExt cx="24377650" cy="914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7650" cy="914400"/>
            </a:xfrm>
            <a:custGeom>
              <a:avLst/>
              <a:gdLst/>
              <a:ahLst/>
              <a:cxnLst/>
              <a:rect r="r" b="b" t="t" l="l"/>
              <a:pathLst>
                <a:path h="914400" w="24377650">
                  <a:moveTo>
                    <a:pt x="0" y="0"/>
                  </a:moveTo>
                  <a:lnTo>
                    <a:pt x="24377650" y="0"/>
                  </a:lnTo>
                  <a:lnTo>
                    <a:pt x="2437765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262626"/>
            </a:solidFill>
          </p:spPr>
        </p:sp>
      </p:grpSp>
      <p:sp>
        <p:nvSpPr>
          <p:cNvPr name="AutoShape 4" id="4"/>
          <p:cNvSpPr/>
          <p:nvPr/>
        </p:nvSpPr>
        <p:spPr>
          <a:xfrm rot="4374">
            <a:off x="1780767" y="2846070"/>
            <a:ext cx="14969502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963388" y="952419"/>
            <a:ext cx="5058794" cy="7583856"/>
            <a:chOff x="0" y="0"/>
            <a:chExt cx="6745058" cy="1011180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745058" cy="10111808"/>
            </a:xfrm>
            <a:custGeom>
              <a:avLst/>
              <a:gdLst/>
              <a:ahLst/>
              <a:cxnLst/>
              <a:rect r="r" b="b" t="t" l="l"/>
              <a:pathLst>
                <a:path h="10111808" w="6745058">
                  <a:moveTo>
                    <a:pt x="0" y="0"/>
                  </a:moveTo>
                  <a:lnTo>
                    <a:pt x="6745058" y="0"/>
                  </a:lnTo>
                  <a:lnTo>
                    <a:pt x="6745058" y="10111808"/>
                  </a:lnTo>
                  <a:lnTo>
                    <a:pt x="0" y="1011180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161925"/>
              <a:ext cx="6745058" cy="994988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775"/>
                </a:lnSpc>
              </a:pPr>
              <a:r>
                <a:rPr lang="en-US" sz="8100" spc="-75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Interfaces de oyentes (Listeners)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0" y="9601200"/>
            <a:ext cx="18283238" cy="685800"/>
            <a:chOff x="0" y="0"/>
            <a:chExt cx="24377650" cy="914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377650" cy="914400"/>
            </a:xfrm>
            <a:custGeom>
              <a:avLst/>
              <a:gdLst/>
              <a:ahLst/>
              <a:cxnLst/>
              <a:rect r="r" b="b" t="t" l="l"/>
              <a:pathLst>
                <a:path h="914400" w="24377650">
                  <a:moveTo>
                    <a:pt x="0" y="0"/>
                  </a:moveTo>
                  <a:lnTo>
                    <a:pt x="24377650" y="0"/>
                  </a:lnTo>
                  <a:lnTo>
                    <a:pt x="2437765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262626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033511" y="951233"/>
            <a:ext cx="8316276" cy="1834851"/>
            <a:chOff x="0" y="0"/>
            <a:chExt cx="11088368" cy="244646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15875" y="15875"/>
              <a:ext cx="11056620" cy="2414778"/>
            </a:xfrm>
            <a:custGeom>
              <a:avLst/>
              <a:gdLst/>
              <a:ahLst/>
              <a:cxnLst/>
              <a:rect r="r" b="b" t="t" l="l"/>
              <a:pathLst>
                <a:path h="2414778" w="11056620">
                  <a:moveTo>
                    <a:pt x="0" y="0"/>
                  </a:moveTo>
                  <a:lnTo>
                    <a:pt x="11056620" y="0"/>
                  </a:lnTo>
                  <a:lnTo>
                    <a:pt x="11056620" y="2414778"/>
                  </a:lnTo>
                  <a:lnTo>
                    <a:pt x="0" y="2414778"/>
                  </a:lnTo>
                  <a:close/>
                </a:path>
              </a:pathLst>
            </a:custGeom>
            <a:solidFill>
              <a:srgbClr val="E7D8E3">
                <a:alpha val="80784"/>
              </a:srgbClr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088370" cy="2446528"/>
            </a:xfrm>
            <a:custGeom>
              <a:avLst/>
              <a:gdLst/>
              <a:ahLst/>
              <a:cxnLst/>
              <a:rect r="r" b="b" t="t" l="l"/>
              <a:pathLst>
                <a:path h="2446528" w="11088370">
                  <a:moveTo>
                    <a:pt x="15875" y="0"/>
                  </a:moveTo>
                  <a:lnTo>
                    <a:pt x="11072495" y="0"/>
                  </a:lnTo>
                  <a:cubicBezTo>
                    <a:pt x="11081258" y="0"/>
                    <a:pt x="11088370" y="7112"/>
                    <a:pt x="11088370" y="15875"/>
                  </a:cubicBezTo>
                  <a:lnTo>
                    <a:pt x="11088370" y="2430653"/>
                  </a:lnTo>
                  <a:cubicBezTo>
                    <a:pt x="11088370" y="2439416"/>
                    <a:pt x="11081258" y="2446528"/>
                    <a:pt x="11072495" y="2446528"/>
                  </a:cubicBezTo>
                  <a:lnTo>
                    <a:pt x="15875" y="2446528"/>
                  </a:lnTo>
                  <a:cubicBezTo>
                    <a:pt x="7112" y="2446528"/>
                    <a:pt x="0" y="2439416"/>
                    <a:pt x="0" y="2430653"/>
                  </a:cubicBezTo>
                  <a:lnTo>
                    <a:pt x="0" y="15875"/>
                  </a:lnTo>
                  <a:cubicBezTo>
                    <a:pt x="0" y="7112"/>
                    <a:pt x="7112" y="0"/>
                    <a:pt x="15875" y="0"/>
                  </a:cubicBezTo>
                  <a:moveTo>
                    <a:pt x="15875" y="31750"/>
                  </a:moveTo>
                  <a:lnTo>
                    <a:pt x="15875" y="15875"/>
                  </a:lnTo>
                  <a:lnTo>
                    <a:pt x="31750" y="15875"/>
                  </a:lnTo>
                  <a:lnTo>
                    <a:pt x="31750" y="2430653"/>
                  </a:lnTo>
                  <a:lnTo>
                    <a:pt x="15875" y="2430653"/>
                  </a:lnTo>
                  <a:lnTo>
                    <a:pt x="15875" y="2414778"/>
                  </a:lnTo>
                  <a:lnTo>
                    <a:pt x="11072495" y="2414778"/>
                  </a:lnTo>
                  <a:lnTo>
                    <a:pt x="11072495" y="2430653"/>
                  </a:lnTo>
                  <a:lnTo>
                    <a:pt x="11056620" y="2430653"/>
                  </a:lnTo>
                  <a:lnTo>
                    <a:pt x="11056620" y="15875"/>
                  </a:lnTo>
                  <a:lnTo>
                    <a:pt x="11072495" y="15875"/>
                  </a:lnTo>
                  <a:lnTo>
                    <a:pt x="11072495" y="31750"/>
                  </a:lnTo>
                  <a:lnTo>
                    <a:pt x="15875" y="31750"/>
                  </a:lnTo>
                  <a:close/>
                </a:path>
              </a:pathLst>
            </a:custGeom>
            <a:solidFill>
              <a:srgbClr val="E7D8E3">
                <a:alpha val="80784"/>
              </a:srgbClr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9033511" y="951233"/>
            <a:ext cx="8316276" cy="1834851"/>
            <a:chOff x="0" y="0"/>
            <a:chExt cx="11088368" cy="244646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088368" cy="2446468"/>
            </a:xfrm>
            <a:custGeom>
              <a:avLst/>
              <a:gdLst/>
              <a:ahLst/>
              <a:cxnLst/>
              <a:rect r="r" b="b" t="t" l="l"/>
              <a:pathLst>
                <a:path h="2446468" w="11088368">
                  <a:moveTo>
                    <a:pt x="0" y="0"/>
                  </a:moveTo>
                  <a:lnTo>
                    <a:pt x="11088368" y="0"/>
                  </a:lnTo>
                  <a:lnTo>
                    <a:pt x="11088368" y="2446468"/>
                  </a:lnTo>
                  <a:lnTo>
                    <a:pt x="0" y="244646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19050"/>
              <a:ext cx="11088368" cy="24274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99"/>
                </a:lnSpc>
              </a:pPr>
              <a:r>
                <a:rPr lang="en-US" sz="2499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Manejo de acciones de botones.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6960395" y="951233"/>
            <a:ext cx="2096928" cy="1834851"/>
            <a:chOff x="0" y="0"/>
            <a:chExt cx="2795904" cy="244646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15875" y="15875"/>
              <a:ext cx="2764155" cy="2414778"/>
            </a:xfrm>
            <a:custGeom>
              <a:avLst/>
              <a:gdLst/>
              <a:ahLst/>
              <a:cxnLst/>
              <a:rect r="r" b="b" t="t" l="l"/>
              <a:pathLst>
                <a:path h="2414778" w="2764155">
                  <a:moveTo>
                    <a:pt x="0" y="0"/>
                  </a:moveTo>
                  <a:lnTo>
                    <a:pt x="2764155" y="0"/>
                  </a:lnTo>
                  <a:lnTo>
                    <a:pt x="2764155" y="2414778"/>
                  </a:lnTo>
                  <a:lnTo>
                    <a:pt x="0" y="2414778"/>
                  </a:lnTo>
                  <a:close/>
                </a:path>
              </a:pathLst>
            </a:custGeom>
            <a:solidFill>
              <a:srgbClr val="BA7FAE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795905" cy="2446528"/>
            </a:xfrm>
            <a:custGeom>
              <a:avLst/>
              <a:gdLst/>
              <a:ahLst/>
              <a:cxnLst/>
              <a:rect r="r" b="b" t="t" l="l"/>
              <a:pathLst>
                <a:path h="2446528" w="2795905">
                  <a:moveTo>
                    <a:pt x="15875" y="0"/>
                  </a:moveTo>
                  <a:lnTo>
                    <a:pt x="2780030" y="0"/>
                  </a:lnTo>
                  <a:cubicBezTo>
                    <a:pt x="2788793" y="0"/>
                    <a:pt x="2795905" y="7112"/>
                    <a:pt x="2795905" y="15875"/>
                  </a:cubicBezTo>
                  <a:lnTo>
                    <a:pt x="2795905" y="2430653"/>
                  </a:lnTo>
                  <a:cubicBezTo>
                    <a:pt x="2795905" y="2439416"/>
                    <a:pt x="2788793" y="2446528"/>
                    <a:pt x="2780030" y="2446528"/>
                  </a:cubicBezTo>
                  <a:lnTo>
                    <a:pt x="15875" y="2446528"/>
                  </a:lnTo>
                  <a:cubicBezTo>
                    <a:pt x="7112" y="2446528"/>
                    <a:pt x="0" y="2439416"/>
                    <a:pt x="0" y="2430653"/>
                  </a:cubicBezTo>
                  <a:lnTo>
                    <a:pt x="0" y="15875"/>
                  </a:lnTo>
                  <a:cubicBezTo>
                    <a:pt x="0" y="7112"/>
                    <a:pt x="7112" y="0"/>
                    <a:pt x="15875" y="0"/>
                  </a:cubicBezTo>
                  <a:moveTo>
                    <a:pt x="15875" y="31750"/>
                  </a:moveTo>
                  <a:lnTo>
                    <a:pt x="15875" y="15875"/>
                  </a:lnTo>
                  <a:lnTo>
                    <a:pt x="31750" y="15875"/>
                  </a:lnTo>
                  <a:lnTo>
                    <a:pt x="31750" y="2430653"/>
                  </a:lnTo>
                  <a:lnTo>
                    <a:pt x="15875" y="2430653"/>
                  </a:lnTo>
                  <a:lnTo>
                    <a:pt x="15875" y="2414778"/>
                  </a:lnTo>
                  <a:lnTo>
                    <a:pt x="2780030" y="2414778"/>
                  </a:lnTo>
                  <a:lnTo>
                    <a:pt x="2780030" y="2430653"/>
                  </a:lnTo>
                  <a:lnTo>
                    <a:pt x="2764155" y="2430653"/>
                  </a:lnTo>
                  <a:lnTo>
                    <a:pt x="2764155" y="15875"/>
                  </a:lnTo>
                  <a:lnTo>
                    <a:pt x="2780030" y="15875"/>
                  </a:lnTo>
                  <a:lnTo>
                    <a:pt x="2780030" y="31750"/>
                  </a:lnTo>
                  <a:lnTo>
                    <a:pt x="15875" y="31750"/>
                  </a:lnTo>
                  <a:close/>
                </a:path>
              </a:pathLst>
            </a:custGeom>
            <a:solidFill>
              <a:srgbClr val="BA7FAE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6960395" y="951233"/>
            <a:ext cx="2096928" cy="1834851"/>
            <a:chOff x="0" y="0"/>
            <a:chExt cx="2795904" cy="244646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795904" cy="2446468"/>
            </a:xfrm>
            <a:custGeom>
              <a:avLst/>
              <a:gdLst/>
              <a:ahLst/>
              <a:cxnLst/>
              <a:rect r="r" b="b" t="t" l="l"/>
              <a:pathLst>
                <a:path h="2446468" w="2795904">
                  <a:moveTo>
                    <a:pt x="0" y="0"/>
                  </a:moveTo>
                  <a:lnTo>
                    <a:pt x="2795904" y="0"/>
                  </a:lnTo>
                  <a:lnTo>
                    <a:pt x="2795904" y="2446468"/>
                  </a:lnTo>
                  <a:lnTo>
                    <a:pt x="0" y="244646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9525"/>
              <a:ext cx="2795904" cy="24369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30"/>
                </a:lnSpc>
              </a:pPr>
              <a:r>
                <a:rPr lang="en-US" sz="225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ActionListener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9033511" y="2870936"/>
            <a:ext cx="8316276" cy="1834851"/>
            <a:chOff x="0" y="0"/>
            <a:chExt cx="11088368" cy="244646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15875" y="15875"/>
              <a:ext cx="11056620" cy="2414778"/>
            </a:xfrm>
            <a:custGeom>
              <a:avLst/>
              <a:gdLst/>
              <a:ahLst/>
              <a:cxnLst/>
              <a:rect r="r" b="b" t="t" l="l"/>
              <a:pathLst>
                <a:path h="2414778" w="11056620">
                  <a:moveTo>
                    <a:pt x="0" y="0"/>
                  </a:moveTo>
                  <a:lnTo>
                    <a:pt x="11056620" y="0"/>
                  </a:lnTo>
                  <a:lnTo>
                    <a:pt x="11056620" y="2414778"/>
                  </a:lnTo>
                  <a:lnTo>
                    <a:pt x="0" y="2414778"/>
                  </a:lnTo>
                  <a:close/>
                </a:path>
              </a:pathLst>
            </a:custGeom>
            <a:solidFill>
              <a:srgbClr val="E7DDEA">
                <a:alpha val="80784"/>
              </a:srgbClr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1088370" cy="2446528"/>
            </a:xfrm>
            <a:custGeom>
              <a:avLst/>
              <a:gdLst/>
              <a:ahLst/>
              <a:cxnLst/>
              <a:rect r="r" b="b" t="t" l="l"/>
              <a:pathLst>
                <a:path h="2446528" w="11088370">
                  <a:moveTo>
                    <a:pt x="15875" y="0"/>
                  </a:moveTo>
                  <a:lnTo>
                    <a:pt x="11072495" y="0"/>
                  </a:lnTo>
                  <a:cubicBezTo>
                    <a:pt x="11081258" y="0"/>
                    <a:pt x="11088370" y="7112"/>
                    <a:pt x="11088370" y="15875"/>
                  </a:cubicBezTo>
                  <a:lnTo>
                    <a:pt x="11088370" y="2430653"/>
                  </a:lnTo>
                  <a:cubicBezTo>
                    <a:pt x="11088370" y="2439416"/>
                    <a:pt x="11081258" y="2446528"/>
                    <a:pt x="11072495" y="2446528"/>
                  </a:cubicBezTo>
                  <a:lnTo>
                    <a:pt x="15875" y="2446528"/>
                  </a:lnTo>
                  <a:cubicBezTo>
                    <a:pt x="7112" y="2446528"/>
                    <a:pt x="0" y="2439416"/>
                    <a:pt x="0" y="2430653"/>
                  </a:cubicBezTo>
                  <a:lnTo>
                    <a:pt x="0" y="15875"/>
                  </a:lnTo>
                  <a:cubicBezTo>
                    <a:pt x="0" y="7112"/>
                    <a:pt x="7112" y="0"/>
                    <a:pt x="15875" y="0"/>
                  </a:cubicBezTo>
                  <a:moveTo>
                    <a:pt x="15875" y="31750"/>
                  </a:moveTo>
                  <a:lnTo>
                    <a:pt x="15875" y="15875"/>
                  </a:lnTo>
                  <a:lnTo>
                    <a:pt x="31750" y="15875"/>
                  </a:lnTo>
                  <a:lnTo>
                    <a:pt x="31750" y="2430653"/>
                  </a:lnTo>
                  <a:lnTo>
                    <a:pt x="15875" y="2430653"/>
                  </a:lnTo>
                  <a:lnTo>
                    <a:pt x="15875" y="2414778"/>
                  </a:lnTo>
                  <a:lnTo>
                    <a:pt x="11072495" y="2414778"/>
                  </a:lnTo>
                  <a:lnTo>
                    <a:pt x="11072495" y="2430653"/>
                  </a:lnTo>
                  <a:lnTo>
                    <a:pt x="11056620" y="2430653"/>
                  </a:lnTo>
                  <a:lnTo>
                    <a:pt x="11056620" y="15875"/>
                  </a:lnTo>
                  <a:lnTo>
                    <a:pt x="11072495" y="15875"/>
                  </a:lnTo>
                  <a:lnTo>
                    <a:pt x="11072495" y="31750"/>
                  </a:lnTo>
                  <a:lnTo>
                    <a:pt x="15875" y="31750"/>
                  </a:lnTo>
                  <a:close/>
                </a:path>
              </a:pathLst>
            </a:custGeom>
            <a:solidFill>
              <a:srgbClr val="E7DDEA">
                <a:alpha val="80784"/>
              </a:srgbClr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9033511" y="2870936"/>
            <a:ext cx="8316276" cy="1834851"/>
            <a:chOff x="0" y="0"/>
            <a:chExt cx="11088368" cy="244646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1088368" cy="2446468"/>
            </a:xfrm>
            <a:custGeom>
              <a:avLst/>
              <a:gdLst/>
              <a:ahLst/>
              <a:cxnLst/>
              <a:rect r="r" b="b" t="t" l="l"/>
              <a:pathLst>
                <a:path h="2446468" w="11088368">
                  <a:moveTo>
                    <a:pt x="0" y="0"/>
                  </a:moveTo>
                  <a:lnTo>
                    <a:pt x="11088368" y="0"/>
                  </a:lnTo>
                  <a:lnTo>
                    <a:pt x="11088368" y="2446468"/>
                  </a:lnTo>
                  <a:lnTo>
                    <a:pt x="0" y="244646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19050"/>
              <a:ext cx="11088368" cy="24274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99"/>
                </a:lnSpc>
              </a:pPr>
              <a:r>
                <a:rPr lang="en-US" sz="2499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Manejo de eventos del ratón.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6960395" y="2870936"/>
            <a:ext cx="2096928" cy="1834851"/>
            <a:chOff x="0" y="0"/>
            <a:chExt cx="2795904" cy="244646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15875" y="15875"/>
              <a:ext cx="2764155" cy="2414778"/>
            </a:xfrm>
            <a:custGeom>
              <a:avLst/>
              <a:gdLst/>
              <a:ahLst/>
              <a:cxnLst/>
              <a:rect r="r" b="b" t="t" l="l"/>
              <a:pathLst>
                <a:path h="2414778" w="2764155">
                  <a:moveTo>
                    <a:pt x="0" y="0"/>
                  </a:moveTo>
                  <a:lnTo>
                    <a:pt x="2764155" y="0"/>
                  </a:lnTo>
                  <a:lnTo>
                    <a:pt x="2764155" y="2414778"/>
                  </a:lnTo>
                  <a:lnTo>
                    <a:pt x="0" y="2414778"/>
                  </a:lnTo>
                  <a:close/>
                </a:path>
              </a:pathLst>
            </a:custGeom>
            <a:solidFill>
              <a:srgbClr val="BC96C6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795905" cy="2446528"/>
            </a:xfrm>
            <a:custGeom>
              <a:avLst/>
              <a:gdLst/>
              <a:ahLst/>
              <a:cxnLst/>
              <a:rect r="r" b="b" t="t" l="l"/>
              <a:pathLst>
                <a:path h="2446528" w="2795905">
                  <a:moveTo>
                    <a:pt x="15875" y="0"/>
                  </a:moveTo>
                  <a:lnTo>
                    <a:pt x="2780030" y="0"/>
                  </a:lnTo>
                  <a:cubicBezTo>
                    <a:pt x="2788793" y="0"/>
                    <a:pt x="2795905" y="7112"/>
                    <a:pt x="2795905" y="15875"/>
                  </a:cubicBezTo>
                  <a:lnTo>
                    <a:pt x="2795905" y="2430653"/>
                  </a:lnTo>
                  <a:cubicBezTo>
                    <a:pt x="2795905" y="2439416"/>
                    <a:pt x="2788793" y="2446528"/>
                    <a:pt x="2780030" y="2446528"/>
                  </a:cubicBezTo>
                  <a:lnTo>
                    <a:pt x="15875" y="2446528"/>
                  </a:lnTo>
                  <a:cubicBezTo>
                    <a:pt x="7112" y="2446528"/>
                    <a:pt x="0" y="2439416"/>
                    <a:pt x="0" y="2430653"/>
                  </a:cubicBezTo>
                  <a:lnTo>
                    <a:pt x="0" y="15875"/>
                  </a:lnTo>
                  <a:cubicBezTo>
                    <a:pt x="0" y="7112"/>
                    <a:pt x="7112" y="0"/>
                    <a:pt x="15875" y="0"/>
                  </a:cubicBezTo>
                  <a:moveTo>
                    <a:pt x="15875" y="31750"/>
                  </a:moveTo>
                  <a:lnTo>
                    <a:pt x="15875" y="15875"/>
                  </a:lnTo>
                  <a:lnTo>
                    <a:pt x="31750" y="15875"/>
                  </a:lnTo>
                  <a:lnTo>
                    <a:pt x="31750" y="2430653"/>
                  </a:lnTo>
                  <a:lnTo>
                    <a:pt x="15875" y="2430653"/>
                  </a:lnTo>
                  <a:lnTo>
                    <a:pt x="15875" y="2414778"/>
                  </a:lnTo>
                  <a:lnTo>
                    <a:pt x="2780030" y="2414778"/>
                  </a:lnTo>
                  <a:lnTo>
                    <a:pt x="2780030" y="2430653"/>
                  </a:lnTo>
                  <a:lnTo>
                    <a:pt x="2764155" y="2430653"/>
                  </a:lnTo>
                  <a:lnTo>
                    <a:pt x="2764155" y="15875"/>
                  </a:lnTo>
                  <a:lnTo>
                    <a:pt x="2780030" y="15875"/>
                  </a:lnTo>
                  <a:lnTo>
                    <a:pt x="2780030" y="31750"/>
                  </a:lnTo>
                  <a:lnTo>
                    <a:pt x="15875" y="31750"/>
                  </a:lnTo>
                  <a:close/>
                </a:path>
              </a:pathLst>
            </a:custGeom>
            <a:solidFill>
              <a:srgbClr val="BC96C6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6960395" y="2870936"/>
            <a:ext cx="2096928" cy="1834851"/>
            <a:chOff x="0" y="0"/>
            <a:chExt cx="2795904" cy="2446468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795904" cy="2446468"/>
            </a:xfrm>
            <a:custGeom>
              <a:avLst/>
              <a:gdLst/>
              <a:ahLst/>
              <a:cxnLst/>
              <a:rect r="r" b="b" t="t" l="l"/>
              <a:pathLst>
                <a:path h="2446468" w="2795904">
                  <a:moveTo>
                    <a:pt x="0" y="0"/>
                  </a:moveTo>
                  <a:lnTo>
                    <a:pt x="2795904" y="0"/>
                  </a:lnTo>
                  <a:lnTo>
                    <a:pt x="2795904" y="2446468"/>
                  </a:lnTo>
                  <a:lnTo>
                    <a:pt x="0" y="244646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9525"/>
              <a:ext cx="2795904" cy="24369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30"/>
                </a:lnSpc>
              </a:pPr>
              <a:r>
                <a:rPr lang="en-US" sz="225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MouseListener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9033511" y="4790638"/>
            <a:ext cx="8316276" cy="1834851"/>
            <a:chOff x="0" y="0"/>
            <a:chExt cx="11088368" cy="2446468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15875" y="15875"/>
              <a:ext cx="11056620" cy="2414778"/>
            </a:xfrm>
            <a:custGeom>
              <a:avLst/>
              <a:gdLst/>
              <a:ahLst/>
              <a:cxnLst/>
              <a:rect r="r" b="b" t="t" l="l"/>
              <a:pathLst>
                <a:path h="2414778" w="11056620">
                  <a:moveTo>
                    <a:pt x="0" y="0"/>
                  </a:moveTo>
                  <a:lnTo>
                    <a:pt x="11056620" y="0"/>
                  </a:lnTo>
                  <a:lnTo>
                    <a:pt x="11056620" y="2414778"/>
                  </a:lnTo>
                  <a:lnTo>
                    <a:pt x="0" y="2414778"/>
                  </a:lnTo>
                  <a:close/>
                </a:path>
              </a:pathLst>
            </a:custGeom>
            <a:solidFill>
              <a:srgbClr val="DDD8E7">
                <a:alpha val="80784"/>
              </a:srgbClr>
            </a:solid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1088370" cy="2446528"/>
            </a:xfrm>
            <a:custGeom>
              <a:avLst/>
              <a:gdLst/>
              <a:ahLst/>
              <a:cxnLst/>
              <a:rect r="r" b="b" t="t" l="l"/>
              <a:pathLst>
                <a:path h="2446528" w="11088370">
                  <a:moveTo>
                    <a:pt x="15875" y="0"/>
                  </a:moveTo>
                  <a:lnTo>
                    <a:pt x="11072495" y="0"/>
                  </a:lnTo>
                  <a:cubicBezTo>
                    <a:pt x="11081258" y="0"/>
                    <a:pt x="11088370" y="7112"/>
                    <a:pt x="11088370" y="15875"/>
                  </a:cubicBezTo>
                  <a:lnTo>
                    <a:pt x="11088370" y="2430653"/>
                  </a:lnTo>
                  <a:cubicBezTo>
                    <a:pt x="11088370" y="2439416"/>
                    <a:pt x="11081258" y="2446528"/>
                    <a:pt x="11072495" y="2446528"/>
                  </a:cubicBezTo>
                  <a:lnTo>
                    <a:pt x="15875" y="2446528"/>
                  </a:lnTo>
                  <a:cubicBezTo>
                    <a:pt x="7112" y="2446528"/>
                    <a:pt x="0" y="2439416"/>
                    <a:pt x="0" y="2430653"/>
                  </a:cubicBezTo>
                  <a:lnTo>
                    <a:pt x="0" y="15875"/>
                  </a:lnTo>
                  <a:cubicBezTo>
                    <a:pt x="0" y="7112"/>
                    <a:pt x="7112" y="0"/>
                    <a:pt x="15875" y="0"/>
                  </a:cubicBezTo>
                  <a:moveTo>
                    <a:pt x="15875" y="31750"/>
                  </a:moveTo>
                  <a:lnTo>
                    <a:pt x="15875" y="15875"/>
                  </a:lnTo>
                  <a:lnTo>
                    <a:pt x="31750" y="15875"/>
                  </a:lnTo>
                  <a:lnTo>
                    <a:pt x="31750" y="2430653"/>
                  </a:lnTo>
                  <a:lnTo>
                    <a:pt x="15875" y="2430653"/>
                  </a:lnTo>
                  <a:lnTo>
                    <a:pt x="15875" y="2414778"/>
                  </a:lnTo>
                  <a:lnTo>
                    <a:pt x="11072495" y="2414778"/>
                  </a:lnTo>
                  <a:lnTo>
                    <a:pt x="11072495" y="2430653"/>
                  </a:lnTo>
                  <a:lnTo>
                    <a:pt x="11056620" y="2430653"/>
                  </a:lnTo>
                  <a:lnTo>
                    <a:pt x="11056620" y="15875"/>
                  </a:lnTo>
                  <a:lnTo>
                    <a:pt x="11072495" y="15875"/>
                  </a:lnTo>
                  <a:lnTo>
                    <a:pt x="11072495" y="31750"/>
                  </a:lnTo>
                  <a:lnTo>
                    <a:pt x="15875" y="31750"/>
                  </a:lnTo>
                  <a:close/>
                </a:path>
              </a:pathLst>
            </a:custGeom>
            <a:solidFill>
              <a:srgbClr val="DDD8E7">
                <a:alpha val="80784"/>
              </a:srgbClr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9033511" y="4790638"/>
            <a:ext cx="8316276" cy="1834851"/>
            <a:chOff x="0" y="0"/>
            <a:chExt cx="11088368" cy="2446468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1088368" cy="2446468"/>
            </a:xfrm>
            <a:custGeom>
              <a:avLst/>
              <a:gdLst/>
              <a:ahLst/>
              <a:cxnLst/>
              <a:rect r="r" b="b" t="t" l="l"/>
              <a:pathLst>
                <a:path h="2446468" w="11088368">
                  <a:moveTo>
                    <a:pt x="0" y="0"/>
                  </a:moveTo>
                  <a:lnTo>
                    <a:pt x="11088368" y="0"/>
                  </a:lnTo>
                  <a:lnTo>
                    <a:pt x="11088368" y="2446468"/>
                  </a:lnTo>
                  <a:lnTo>
                    <a:pt x="0" y="244646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0" y="19050"/>
              <a:ext cx="11088368" cy="24274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99"/>
                </a:lnSpc>
              </a:pPr>
              <a:r>
                <a:rPr lang="en-US" sz="2499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Manejo de eventos del teclado.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6960395" y="4790638"/>
            <a:ext cx="2096928" cy="1834851"/>
            <a:chOff x="0" y="0"/>
            <a:chExt cx="2795904" cy="2446468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15875" y="15875"/>
              <a:ext cx="2764155" cy="2414778"/>
            </a:xfrm>
            <a:custGeom>
              <a:avLst/>
              <a:gdLst/>
              <a:ahLst/>
              <a:cxnLst/>
              <a:rect r="r" b="b" t="t" l="l"/>
              <a:pathLst>
                <a:path h="2414778" w="2764155">
                  <a:moveTo>
                    <a:pt x="0" y="0"/>
                  </a:moveTo>
                  <a:lnTo>
                    <a:pt x="2764155" y="0"/>
                  </a:lnTo>
                  <a:lnTo>
                    <a:pt x="2764155" y="2414778"/>
                  </a:lnTo>
                  <a:lnTo>
                    <a:pt x="0" y="2414778"/>
                  </a:lnTo>
                  <a:close/>
                </a:path>
              </a:pathLst>
            </a:custGeom>
            <a:solidFill>
              <a:srgbClr val="957FBA"/>
            </a:solidFill>
          </p:spPr>
        </p:sp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795905" cy="2446528"/>
            </a:xfrm>
            <a:custGeom>
              <a:avLst/>
              <a:gdLst/>
              <a:ahLst/>
              <a:cxnLst/>
              <a:rect r="r" b="b" t="t" l="l"/>
              <a:pathLst>
                <a:path h="2446528" w="2795905">
                  <a:moveTo>
                    <a:pt x="15875" y="0"/>
                  </a:moveTo>
                  <a:lnTo>
                    <a:pt x="2780030" y="0"/>
                  </a:lnTo>
                  <a:cubicBezTo>
                    <a:pt x="2788793" y="0"/>
                    <a:pt x="2795905" y="7112"/>
                    <a:pt x="2795905" y="15875"/>
                  </a:cubicBezTo>
                  <a:lnTo>
                    <a:pt x="2795905" y="2430653"/>
                  </a:lnTo>
                  <a:cubicBezTo>
                    <a:pt x="2795905" y="2439416"/>
                    <a:pt x="2788793" y="2446528"/>
                    <a:pt x="2780030" y="2446528"/>
                  </a:cubicBezTo>
                  <a:lnTo>
                    <a:pt x="15875" y="2446528"/>
                  </a:lnTo>
                  <a:cubicBezTo>
                    <a:pt x="7112" y="2446528"/>
                    <a:pt x="0" y="2439416"/>
                    <a:pt x="0" y="2430653"/>
                  </a:cubicBezTo>
                  <a:lnTo>
                    <a:pt x="0" y="15875"/>
                  </a:lnTo>
                  <a:cubicBezTo>
                    <a:pt x="0" y="7112"/>
                    <a:pt x="7112" y="0"/>
                    <a:pt x="15875" y="0"/>
                  </a:cubicBezTo>
                  <a:moveTo>
                    <a:pt x="15875" y="31750"/>
                  </a:moveTo>
                  <a:lnTo>
                    <a:pt x="15875" y="15875"/>
                  </a:lnTo>
                  <a:lnTo>
                    <a:pt x="31750" y="15875"/>
                  </a:lnTo>
                  <a:lnTo>
                    <a:pt x="31750" y="2430653"/>
                  </a:lnTo>
                  <a:lnTo>
                    <a:pt x="15875" y="2430653"/>
                  </a:lnTo>
                  <a:lnTo>
                    <a:pt x="15875" y="2414778"/>
                  </a:lnTo>
                  <a:lnTo>
                    <a:pt x="2780030" y="2414778"/>
                  </a:lnTo>
                  <a:lnTo>
                    <a:pt x="2780030" y="2430653"/>
                  </a:lnTo>
                  <a:lnTo>
                    <a:pt x="2764155" y="2430653"/>
                  </a:lnTo>
                  <a:lnTo>
                    <a:pt x="2764155" y="15875"/>
                  </a:lnTo>
                  <a:lnTo>
                    <a:pt x="2780030" y="15875"/>
                  </a:lnTo>
                  <a:lnTo>
                    <a:pt x="2780030" y="31750"/>
                  </a:lnTo>
                  <a:lnTo>
                    <a:pt x="15875" y="31750"/>
                  </a:lnTo>
                  <a:close/>
                </a:path>
              </a:pathLst>
            </a:custGeom>
            <a:solidFill>
              <a:srgbClr val="957FBA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6960395" y="4790638"/>
            <a:ext cx="2096928" cy="1834851"/>
            <a:chOff x="0" y="0"/>
            <a:chExt cx="2795904" cy="2446468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795904" cy="2446468"/>
            </a:xfrm>
            <a:custGeom>
              <a:avLst/>
              <a:gdLst/>
              <a:ahLst/>
              <a:cxnLst/>
              <a:rect r="r" b="b" t="t" l="l"/>
              <a:pathLst>
                <a:path h="2446468" w="2795904">
                  <a:moveTo>
                    <a:pt x="0" y="0"/>
                  </a:moveTo>
                  <a:lnTo>
                    <a:pt x="2795904" y="0"/>
                  </a:lnTo>
                  <a:lnTo>
                    <a:pt x="2795904" y="2446468"/>
                  </a:lnTo>
                  <a:lnTo>
                    <a:pt x="0" y="244646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5" id="45"/>
            <p:cNvSpPr txBox="true"/>
            <p:nvPr/>
          </p:nvSpPr>
          <p:spPr>
            <a:xfrm>
              <a:off x="0" y="9525"/>
              <a:ext cx="2795904" cy="24369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30"/>
                </a:lnSpc>
              </a:pPr>
              <a:r>
                <a:rPr lang="en-US" sz="225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KeyListener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9033511" y="6710339"/>
            <a:ext cx="8316276" cy="1834851"/>
            <a:chOff x="0" y="0"/>
            <a:chExt cx="11088368" cy="2446468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15875" y="15875"/>
              <a:ext cx="11056620" cy="2414778"/>
            </a:xfrm>
            <a:custGeom>
              <a:avLst/>
              <a:gdLst/>
              <a:ahLst/>
              <a:cxnLst/>
              <a:rect r="r" b="b" t="t" l="l"/>
              <a:pathLst>
                <a:path h="2414778" w="11056620">
                  <a:moveTo>
                    <a:pt x="0" y="0"/>
                  </a:moveTo>
                  <a:lnTo>
                    <a:pt x="11056620" y="0"/>
                  </a:lnTo>
                  <a:lnTo>
                    <a:pt x="11056620" y="2414778"/>
                  </a:lnTo>
                  <a:lnTo>
                    <a:pt x="0" y="2414778"/>
                  </a:lnTo>
                  <a:close/>
                </a:path>
              </a:pathLst>
            </a:custGeom>
            <a:solidFill>
              <a:srgbClr val="DDDDEA">
                <a:alpha val="80784"/>
              </a:srgbClr>
            </a:solidFill>
          </p:spPr>
        </p:sp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1088370" cy="2446528"/>
            </a:xfrm>
            <a:custGeom>
              <a:avLst/>
              <a:gdLst/>
              <a:ahLst/>
              <a:cxnLst/>
              <a:rect r="r" b="b" t="t" l="l"/>
              <a:pathLst>
                <a:path h="2446528" w="11088370">
                  <a:moveTo>
                    <a:pt x="15875" y="0"/>
                  </a:moveTo>
                  <a:lnTo>
                    <a:pt x="11072495" y="0"/>
                  </a:lnTo>
                  <a:cubicBezTo>
                    <a:pt x="11081258" y="0"/>
                    <a:pt x="11088370" y="7112"/>
                    <a:pt x="11088370" y="15875"/>
                  </a:cubicBezTo>
                  <a:lnTo>
                    <a:pt x="11088370" y="2430653"/>
                  </a:lnTo>
                  <a:cubicBezTo>
                    <a:pt x="11088370" y="2439416"/>
                    <a:pt x="11081258" y="2446528"/>
                    <a:pt x="11072495" y="2446528"/>
                  </a:cubicBezTo>
                  <a:lnTo>
                    <a:pt x="15875" y="2446528"/>
                  </a:lnTo>
                  <a:cubicBezTo>
                    <a:pt x="7112" y="2446528"/>
                    <a:pt x="0" y="2439416"/>
                    <a:pt x="0" y="2430653"/>
                  </a:cubicBezTo>
                  <a:lnTo>
                    <a:pt x="0" y="15875"/>
                  </a:lnTo>
                  <a:cubicBezTo>
                    <a:pt x="0" y="7112"/>
                    <a:pt x="7112" y="0"/>
                    <a:pt x="15875" y="0"/>
                  </a:cubicBezTo>
                  <a:moveTo>
                    <a:pt x="15875" y="31750"/>
                  </a:moveTo>
                  <a:lnTo>
                    <a:pt x="15875" y="15875"/>
                  </a:lnTo>
                  <a:lnTo>
                    <a:pt x="31750" y="15875"/>
                  </a:lnTo>
                  <a:lnTo>
                    <a:pt x="31750" y="2430653"/>
                  </a:lnTo>
                  <a:lnTo>
                    <a:pt x="15875" y="2430653"/>
                  </a:lnTo>
                  <a:lnTo>
                    <a:pt x="15875" y="2414778"/>
                  </a:lnTo>
                  <a:lnTo>
                    <a:pt x="11072495" y="2414778"/>
                  </a:lnTo>
                  <a:lnTo>
                    <a:pt x="11072495" y="2430653"/>
                  </a:lnTo>
                  <a:lnTo>
                    <a:pt x="11056620" y="2430653"/>
                  </a:lnTo>
                  <a:lnTo>
                    <a:pt x="11056620" y="15875"/>
                  </a:lnTo>
                  <a:lnTo>
                    <a:pt x="11072495" y="15875"/>
                  </a:lnTo>
                  <a:lnTo>
                    <a:pt x="11072495" y="31750"/>
                  </a:lnTo>
                  <a:lnTo>
                    <a:pt x="15875" y="31750"/>
                  </a:lnTo>
                  <a:close/>
                </a:path>
              </a:pathLst>
            </a:custGeom>
            <a:solidFill>
              <a:srgbClr val="DDDDEA">
                <a:alpha val="80784"/>
              </a:srgbClr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9033511" y="6710339"/>
            <a:ext cx="8316276" cy="1834851"/>
            <a:chOff x="0" y="0"/>
            <a:chExt cx="11088368" cy="2446468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1088368" cy="2446468"/>
            </a:xfrm>
            <a:custGeom>
              <a:avLst/>
              <a:gdLst/>
              <a:ahLst/>
              <a:cxnLst/>
              <a:rect r="r" b="b" t="t" l="l"/>
              <a:pathLst>
                <a:path h="2446468" w="11088368">
                  <a:moveTo>
                    <a:pt x="0" y="0"/>
                  </a:moveTo>
                  <a:lnTo>
                    <a:pt x="11088368" y="0"/>
                  </a:lnTo>
                  <a:lnTo>
                    <a:pt x="11088368" y="2446468"/>
                  </a:lnTo>
                  <a:lnTo>
                    <a:pt x="0" y="244646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1" id="51"/>
            <p:cNvSpPr txBox="true"/>
            <p:nvPr/>
          </p:nvSpPr>
          <p:spPr>
            <a:xfrm>
              <a:off x="0" y="19050"/>
              <a:ext cx="11088368" cy="24274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99"/>
                </a:lnSpc>
              </a:pPr>
              <a:r>
                <a:rPr lang="en-US" sz="2499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Manejo de eventos de ventanas.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6960395" y="6710339"/>
            <a:ext cx="2096928" cy="1834851"/>
            <a:chOff x="0" y="0"/>
            <a:chExt cx="2795904" cy="2446468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15875" y="15875"/>
              <a:ext cx="2764155" cy="2414778"/>
            </a:xfrm>
            <a:custGeom>
              <a:avLst/>
              <a:gdLst/>
              <a:ahLst/>
              <a:cxnLst/>
              <a:rect r="r" b="b" t="t" l="l"/>
              <a:pathLst>
                <a:path h="2414778" w="2764155">
                  <a:moveTo>
                    <a:pt x="0" y="0"/>
                  </a:moveTo>
                  <a:lnTo>
                    <a:pt x="2764155" y="0"/>
                  </a:lnTo>
                  <a:lnTo>
                    <a:pt x="2764155" y="2414778"/>
                  </a:lnTo>
                  <a:lnTo>
                    <a:pt x="0" y="2414778"/>
                  </a:lnTo>
                  <a:close/>
                </a:path>
              </a:pathLst>
            </a:custGeom>
            <a:solidFill>
              <a:srgbClr val="9698C6"/>
            </a:solidFill>
          </p:spPr>
        </p:sp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2795905" cy="2446528"/>
            </a:xfrm>
            <a:custGeom>
              <a:avLst/>
              <a:gdLst/>
              <a:ahLst/>
              <a:cxnLst/>
              <a:rect r="r" b="b" t="t" l="l"/>
              <a:pathLst>
                <a:path h="2446528" w="2795905">
                  <a:moveTo>
                    <a:pt x="15875" y="0"/>
                  </a:moveTo>
                  <a:lnTo>
                    <a:pt x="2780030" y="0"/>
                  </a:lnTo>
                  <a:cubicBezTo>
                    <a:pt x="2788793" y="0"/>
                    <a:pt x="2795905" y="7112"/>
                    <a:pt x="2795905" y="15875"/>
                  </a:cubicBezTo>
                  <a:lnTo>
                    <a:pt x="2795905" y="2430653"/>
                  </a:lnTo>
                  <a:cubicBezTo>
                    <a:pt x="2795905" y="2439416"/>
                    <a:pt x="2788793" y="2446528"/>
                    <a:pt x="2780030" y="2446528"/>
                  </a:cubicBezTo>
                  <a:lnTo>
                    <a:pt x="15875" y="2446528"/>
                  </a:lnTo>
                  <a:cubicBezTo>
                    <a:pt x="7112" y="2446528"/>
                    <a:pt x="0" y="2439416"/>
                    <a:pt x="0" y="2430653"/>
                  </a:cubicBezTo>
                  <a:lnTo>
                    <a:pt x="0" y="15875"/>
                  </a:lnTo>
                  <a:cubicBezTo>
                    <a:pt x="0" y="7112"/>
                    <a:pt x="7112" y="0"/>
                    <a:pt x="15875" y="0"/>
                  </a:cubicBezTo>
                  <a:moveTo>
                    <a:pt x="15875" y="31750"/>
                  </a:moveTo>
                  <a:lnTo>
                    <a:pt x="15875" y="15875"/>
                  </a:lnTo>
                  <a:lnTo>
                    <a:pt x="31750" y="15875"/>
                  </a:lnTo>
                  <a:lnTo>
                    <a:pt x="31750" y="2430653"/>
                  </a:lnTo>
                  <a:lnTo>
                    <a:pt x="15875" y="2430653"/>
                  </a:lnTo>
                  <a:lnTo>
                    <a:pt x="15875" y="2414778"/>
                  </a:lnTo>
                  <a:lnTo>
                    <a:pt x="2780030" y="2414778"/>
                  </a:lnTo>
                  <a:lnTo>
                    <a:pt x="2780030" y="2430653"/>
                  </a:lnTo>
                  <a:lnTo>
                    <a:pt x="2764155" y="2430653"/>
                  </a:lnTo>
                  <a:lnTo>
                    <a:pt x="2764155" y="15875"/>
                  </a:lnTo>
                  <a:lnTo>
                    <a:pt x="2780030" y="15875"/>
                  </a:lnTo>
                  <a:lnTo>
                    <a:pt x="2780030" y="31750"/>
                  </a:lnTo>
                  <a:lnTo>
                    <a:pt x="15875" y="31750"/>
                  </a:lnTo>
                  <a:close/>
                </a:path>
              </a:pathLst>
            </a:custGeom>
            <a:solidFill>
              <a:srgbClr val="9698C6"/>
            </a:soli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6960395" y="6710339"/>
            <a:ext cx="2096928" cy="1834851"/>
            <a:chOff x="0" y="0"/>
            <a:chExt cx="2795904" cy="2446468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2795904" cy="2446468"/>
            </a:xfrm>
            <a:custGeom>
              <a:avLst/>
              <a:gdLst/>
              <a:ahLst/>
              <a:cxnLst/>
              <a:rect r="r" b="b" t="t" l="l"/>
              <a:pathLst>
                <a:path h="2446468" w="2795904">
                  <a:moveTo>
                    <a:pt x="0" y="0"/>
                  </a:moveTo>
                  <a:lnTo>
                    <a:pt x="2795904" y="0"/>
                  </a:lnTo>
                  <a:lnTo>
                    <a:pt x="2795904" y="2446468"/>
                  </a:lnTo>
                  <a:lnTo>
                    <a:pt x="0" y="244646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7" id="57"/>
            <p:cNvSpPr txBox="true"/>
            <p:nvPr/>
          </p:nvSpPr>
          <p:spPr>
            <a:xfrm>
              <a:off x="0" y="9525"/>
              <a:ext cx="2795904" cy="24369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30"/>
                </a:lnSpc>
              </a:pPr>
              <a:r>
                <a:rPr lang="en-US" sz="225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WindowListener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bg>
      <p:bgPr>
        <a:solidFill>
          <a:srgbClr val="E2E8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762" y="9601200"/>
            <a:ext cx="18283238" cy="685800"/>
            <a:chOff x="0" y="0"/>
            <a:chExt cx="24377650" cy="914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7650" cy="914400"/>
            </a:xfrm>
            <a:custGeom>
              <a:avLst/>
              <a:gdLst/>
              <a:ahLst/>
              <a:cxnLst/>
              <a:rect r="r" b="b" t="t" l="l"/>
              <a:pathLst>
                <a:path h="914400" w="24377650">
                  <a:moveTo>
                    <a:pt x="0" y="0"/>
                  </a:moveTo>
                  <a:lnTo>
                    <a:pt x="24377650" y="0"/>
                  </a:lnTo>
                  <a:lnTo>
                    <a:pt x="2437765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262626"/>
            </a:solidFill>
          </p:spPr>
        </p:sp>
      </p:grpSp>
      <p:sp>
        <p:nvSpPr>
          <p:cNvPr name="AutoShape 4" id="4"/>
          <p:cNvSpPr/>
          <p:nvPr/>
        </p:nvSpPr>
        <p:spPr>
          <a:xfrm rot="4374">
            <a:off x="1780767" y="2846070"/>
            <a:ext cx="14969502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4572" y="0"/>
            <a:ext cx="18283428" cy="10287000"/>
            <a:chOff x="0" y="0"/>
            <a:chExt cx="24377904" cy="13716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37790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77904">
                  <a:moveTo>
                    <a:pt x="0" y="0"/>
                  </a:moveTo>
                  <a:lnTo>
                    <a:pt x="24377904" y="0"/>
                  </a:lnTo>
                  <a:lnTo>
                    <a:pt x="2437790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288124" y="1445996"/>
            <a:ext cx="5681186" cy="7407542"/>
            <a:chOff x="0" y="0"/>
            <a:chExt cx="7574914" cy="987672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574914" cy="9876722"/>
            </a:xfrm>
            <a:custGeom>
              <a:avLst/>
              <a:gdLst/>
              <a:ahLst/>
              <a:cxnLst/>
              <a:rect r="r" b="b" t="t" l="l"/>
              <a:pathLst>
                <a:path h="9876722" w="7574914">
                  <a:moveTo>
                    <a:pt x="0" y="0"/>
                  </a:moveTo>
                  <a:lnTo>
                    <a:pt x="7574914" y="0"/>
                  </a:lnTo>
                  <a:lnTo>
                    <a:pt x="7574914" y="9876722"/>
                  </a:lnTo>
                  <a:lnTo>
                    <a:pt x="0" y="987672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161925"/>
              <a:ext cx="7574914" cy="97147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7775"/>
                </a:lnSpc>
              </a:pPr>
              <a:r>
                <a:rPr lang="en-US" sz="8100" spc="-75">
                  <a:solidFill>
                    <a:srgbClr val="404040"/>
                  </a:solidFill>
                  <a:latin typeface="Arimo"/>
                  <a:ea typeface="Arimo"/>
                  <a:cs typeface="Arimo"/>
                  <a:sym typeface="Arimo"/>
                </a:rPr>
                <a:t>SWING</a:t>
              </a:r>
            </a:p>
          </p:txBody>
        </p:sp>
      </p:grpSp>
      <p:sp>
        <p:nvSpPr>
          <p:cNvPr name="AutoShape 10" id="10"/>
          <p:cNvSpPr/>
          <p:nvPr/>
        </p:nvSpPr>
        <p:spPr>
          <a:xfrm rot="5376291">
            <a:off x="5386224" y="5133973"/>
            <a:ext cx="4143474" cy="0"/>
          </a:xfrm>
          <a:prstGeom prst="line">
            <a:avLst/>
          </a:prstGeom>
          <a:ln cap="rnd" w="19050">
            <a:solidFill>
              <a:srgbClr val="362441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1" id="11"/>
          <p:cNvGrpSpPr/>
          <p:nvPr/>
        </p:nvGrpSpPr>
        <p:grpSpPr>
          <a:xfrm rot="0">
            <a:off x="7952697" y="1445261"/>
            <a:ext cx="8952272" cy="7408277"/>
            <a:chOff x="0" y="0"/>
            <a:chExt cx="11936362" cy="987770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936362" cy="9877702"/>
            </a:xfrm>
            <a:custGeom>
              <a:avLst/>
              <a:gdLst/>
              <a:ahLst/>
              <a:cxnLst/>
              <a:rect r="r" b="b" t="t" l="l"/>
              <a:pathLst>
                <a:path h="9877702" w="11936362">
                  <a:moveTo>
                    <a:pt x="0" y="0"/>
                  </a:moveTo>
                  <a:lnTo>
                    <a:pt x="11936362" y="0"/>
                  </a:lnTo>
                  <a:lnTo>
                    <a:pt x="11936362" y="9877702"/>
                  </a:lnTo>
                  <a:lnTo>
                    <a:pt x="0" y="987770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11936362" cy="9934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624364" indent="-312182" lvl="1">
                <a:lnSpc>
                  <a:spcPts val="4554"/>
                </a:lnSpc>
                <a:buFont typeface="Arial"/>
                <a:buChar char="•"/>
              </a:pPr>
              <a:r>
                <a:rPr lang="en-US" sz="3450">
                  <a:solidFill>
                    <a:srgbClr val="404040"/>
                  </a:solidFill>
                  <a:latin typeface="Arimo"/>
                  <a:ea typeface="Arimo"/>
                  <a:cs typeface="Arimo"/>
                  <a:sym typeface="Arimo"/>
                </a:rPr>
                <a:t>Definición, Conponentes Básicos</a:t>
              </a:r>
            </a:p>
          </p:txBody>
        </p:sp>
      </p:grp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762" y="9601200"/>
            <a:ext cx="18283238" cy="685800"/>
            <a:chOff x="0" y="0"/>
            <a:chExt cx="24377650" cy="914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7650" cy="914400"/>
            </a:xfrm>
            <a:custGeom>
              <a:avLst/>
              <a:gdLst/>
              <a:ahLst/>
              <a:cxnLst/>
              <a:rect r="r" b="b" t="t" l="l"/>
              <a:pathLst>
                <a:path h="914400" w="24377650">
                  <a:moveTo>
                    <a:pt x="0" y="0"/>
                  </a:moveTo>
                  <a:lnTo>
                    <a:pt x="24377650" y="0"/>
                  </a:lnTo>
                  <a:lnTo>
                    <a:pt x="2437765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262626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24" y="0"/>
            <a:ext cx="6076186" cy="10287000"/>
            <a:chOff x="0" y="0"/>
            <a:chExt cx="8101582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0158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8101584">
                  <a:moveTo>
                    <a:pt x="0" y="0"/>
                  </a:moveTo>
                  <a:lnTo>
                    <a:pt x="8101584" y="0"/>
                  </a:lnTo>
                  <a:lnTo>
                    <a:pt x="810158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62626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738555" y="775253"/>
            <a:ext cx="4627266" cy="8659260"/>
            <a:chOff x="0" y="0"/>
            <a:chExt cx="6169688" cy="115456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169688" cy="11545680"/>
            </a:xfrm>
            <a:custGeom>
              <a:avLst/>
              <a:gdLst/>
              <a:ahLst/>
              <a:cxnLst/>
              <a:rect r="r" b="b" t="t" l="l"/>
              <a:pathLst>
                <a:path h="11545680" w="6169688">
                  <a:moveTo>
                    <a:pt x="0" y="0"/>
                  </a:moveTo>
                  <a:lnTo>
                    <a:pt x="6169688" y="0"/>
                  </a:lnTo>
                  <a:lnTo>
                    <a:pt x="6169688" y="11545680"/>
                  </a:lnTo>
                  <a:lnTo>
                    <a:pt x="0" y="1154568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123825"/>
              <a:ext cx="6169688" cy="114218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sz="6999" spc="-97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Definición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7100888" y="947738"/>
            <a:ext cx="10220325" cy="23812"/>
            <a:chOff x="0" y="0"/>
            <a:chExt cx="13627100" cy="3175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15875" y="15875"/>
              <a:ext cx="13595350" cy="0"/>
            </a:xfrm>
            <a:custGeom>
              <a:avLst/>
              <a:gdLst/>
              <a:ahLst/>
              <a:cxnLst/>
              <a:rect r="r" b="b" t="t" l="l"/>
              <a:pathLst>
                <a:path h="0" w="13595350">
                  <a:moveTo>
                    <a:pt x="0" y="0"/>
                  </a:moveTo>
                  <a:lnTo>
                    <a:pt x="13595350" y="0"/>
                  </a:lnTo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15875" y="0"/>
              <a:ext cx="13595350" cy="31750"/>
            </a:xfrm>
            <a:custGeom>
              <a:avLst/>
              <a:gdLst/>
              <a:ahLst/>
              <a:cxnLst/>
              <a:rect r="r" b="b" t="t" l="l"/>
              <a:pathLst>
                <a:path h="31750" w="13595350">
                  <a:moveTo>
                    <a:pt x="0" y="0"/>
                  </a:moveTo>
                  <a:lnTo>
                    <a:pt x="13595350" y="0"/>
                  </a:lnTo>
                  <a:lnTo>
                    <a:pt x="13595350" y="31750"/>
                  </a:lnTo>
                  <a:lnTo>
                    <a:pt x="0" y="3175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7105651" y="1028700"/>
            <a:ext cx="10215562" cy="3040154"/>
            <a:chOff x="0" y="0"/>
            <a:chExt cx="13620750" cy="405353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620750" cy="4053539"/>
            </a:xfrm>
            <a:custGeom>
              <a:avLst/>
              <a:gdLst/>
              <a:ahLst/>
              <a:cxnLst/>
              <a:rect r="r" b="b" t="t" l="l"/>
              <a:pathLst>
                <a:path h="4053539" w="13620750">
                  <a:moveTo>
                    <a:pt x="0" y="0"/>
                  </a:moveTo>
                  <a:lnTo>
                    <a:pt x="13620750" y="0"/>
                  </a:lnTo>
                  <a:lnTo>
                    <a:pt x="13620750" y="4053539"/>
                  </a:lnTo>
                  <a:lnTo>
                    <a:pt x="0" y="405353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47625"/>
              <a:ext cx="13620750" cy="4005914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just">
                <a:lnSpc>
                  <a:spcPts val="6804"/>
                </a:lnSpc>
              </a:pPr>
              <a:r>
                <a:rPr lang="en-US" sz="630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Swing es una biblioteca gráfica avanzada que extiende AWT.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7100888" y="4523430"/>
            <a:ext cx="10220325" cy="23812"/>
            <a:chOff x="0" y="0"/>
            <a:chExt cx="13627100" cy="3175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15875" y="15875"/>
              <a:ext cx="13595350" cy="0"/>
            </a:xfrm>
            <a:custGeom>
              <a:avLst/>
              <a:gdLst/>
              <a:ahLst/>
              <a:cxnLst/>
              <a:rect r="r" b="b" t="t" l="l"/>
              <a:pathLst>
                <a:path h="0" w="13595350">
                  <a:moveTo>
                    <a:pt x="0" y="0"/>
                  </a:moveTo>
                  <a:lnTo>
                    <a:pt x="13595350" y="0"/>
                  </a:lnTo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15875" y="0"/>
              <a:ext cx="13595350" cy="31750"/>
            </a:xfrm>
            <a:custGeom>
              <a:avLst/>
              <a:gdLst/>
              <a:ahLst/>
              <a:cxnLst/>
              <a:rect r="r" b="b" t="t" l="l"/>
              <a:pathLst>
                <a:path h="31750" w="13595350">
                  <a:moveTo>
                    <a:pt x="0" y="0"/>
                  </a:moveTo>
                  <a:lnTo>
                    <a:pt x="13595350" y="0"/>
                  </a:lnTo>
                  <a:lnTo>
                    <a:pt x="13595350" y="31750"/>
                  </a:lnTo>
                  <a:lnTo>
                    <a:pt x="0" y="3175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7100888" y="4604392"/>
            <a:ext cx="10215562" cy="4710037"/>
            <a:chOff x="0" y="0"/>
            <a:chExt cx="13620750" cy="628005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3620750" cy="6280050"/>
            </a:xfrm>
            <a:custGeom>
              <a:avLst/>
              <a:gdLst/>
              <a:ahLst/>
              <a:cxnLst/>
              <a:rect r="r" b="b" t="t" l="l"/>
              <a:pathLst>
                <a:path h="6280050" w="13620750">
                  <a:moveTo>
                    <a:pt x="0" y="0"/>
                  </a:moveTo>
                  <a:lnTo>
                    <a:pt x="13620750" y="0"/>
                  </a:lnTo>
                  <a:lnTo>
                    <a:pt x="13620750" y="6280050"/>
                  </a:lnTo>
                  <a:lnTo>
                    <a:pt x="0" y="62800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47625"/>
              <a:ext cx="13620750" cy="623242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just">
                <a:lnSpc>
                  <a:spcPts val="6804"/>
                </a:lnSpc>
              </a:pPr>
              <a:r>
                <a:rPr lang="en-US" sz="630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Utiliza componentes ligeros  que no dependen de los componentes nativos del sistema operativo.</a:t>
              </a:r>
            </a:p>
          </p:txBody>
        </p:sp>
      </p:grp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762" y="9601200"/>
            <a:ext cx="18283238" cy="685800"/>
            <a:chOff x="0" y="0"/>
            <a:chExt cx="24377650" cy="914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7650" cy="914400"/>
            </a:xfrm>
            <a:custGeom>
              <a:avLst/>
              <a:gdLst/>
              <a:ahLst/>
              <a:cxnLst/>
              <a:rect r="r" b="b" t="t" l="l"/>
              <a:pathLst>
                <a:path h="914400" w="24377650">
                  <a:moveTo>
                    <a:pt x="0" y="0"/>
                  </a:moveTo>
                  <a:lnTo>
                    <a:pt x="24377650" y="0"/>
                  </a:lnTo>
                  <a:lnTo>
                    <a:pt x="2437765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262626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4762" y="9601200"/>
            <a:ext cx="18283238" cy="685800"/>
            <a:chOff x="0" y="0"/>
            <a:chExt cx="24377650" cy="914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77650" cy="914400"/>
            </a:xfrm>
            <a:custGeom>
              <a:avLst/>
              <a:gdLst/>
              <a:ahLst/>
              <a:cxnLst/>
              <a:rect r="r" b="b" t="t" l="l"/>
              <a:pathLst>
                <a:path h="914400" w="24377650">
                  <a:moveTo>
                    <a:pt x="0" y="0"/>
                  </a:moveTo>
                  <a:lnTo>
                    <a:pt x="24377650" y="0"/>
                  </a:lnTo>
                  <a:lnTo>
                    <a:pt x="2437765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262626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5754756" y="1138426"/>
            <a:ext cx="10978762" cy="5062396"/>
            <a:chOff x="0" y="0"/>
            <a:chExt cx="14638350" cy="674986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638350" cy="6749862"/>
            </a:xfrm>
            <a:custGeom>
              <a:avLst/>
              <a:gdLst/>
              <a:ahLst/>
              <a:cxnLst/>
              <a:rect r="r" b="b" t="t" l="l"/>
              <a:pathLst>
                <a:path h="6749862" w="14638350">
                  <a:moveTo>
                    <a:pt x="0" y="0"/>
                  </a:moveTo>
                  <a:lnTo>
                    <a:pt x="14638350" y="0"/>
                  </a:lnTo>
                  <a:lnTo>
                    <a:pt x="14638350" y="6749862"/>
                  </a:lnTo>
                  <a:lnTo>
                    <a:pt x="0" y="674986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85725"/>
              <a:ext cx="14638350" cy="6664137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11988"/>
                </a:lnSpc>
              </a:pPr>
              <a:r>
                <a:rPr lang="en-US" sz="11100" spc="-75">
                  <a:solidFill>
                    <a:srgbClr val="262626"/>
                  </a:solidFill>
                  <a:latin typeface="Arimo"/>
                  <a:ea typeface="Arimo"/>
                  <a:cs typeface="Arimo"/>
                  <a:sym typeface="Arimo"/>
                </a:rPr>
                <a:t>Componentes básicos de SWING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5754756" y="6683430"/>
            <a:ext cx="10982919" cy="1714500"/>
            <a:chOff x="0" y="0"/>
            <a:chExt cx="14643892" cy="2286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4643892" cy="2286000"/>
            </a:xfrm>
            <a:custGeom>
              <a:avLst/>
              <a:gdLst/>
              <a:ahLst/>
              <a:cxnLst/>
              <a:rect r="r" b="b" t="t" l="l"/>
              <a:pathLst>
                <a:path h="2286000" w="14643892">
                  <a:moveTo>
                    <a:pt x="0" y="0"/>
                  </a:moveTo>
                  <a:lnTo>
                    <a:pt x="14643892" y="0"/>
                  </a:lnTo>
                  <a:lnTo>
                    <a:pt x="14643892" y="2286000"/>
                  </a:lnTo>
                  <a:lnTo>
                    <a:pt x="0" y="22860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19050"/>
              <a:ext cx="14643892" cy="2266950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888"/>
                </a:lnSpc>
              </a:pPr>
              <a:r>
                <a:rPr lang="en-US" sz="3600" spc="299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Componentes Visuales, Contenedores, Menús</a:t>
              </a:r>
            </a:p>
          </p:txBody>
        </p:sp>
      </p:grpSp>
      <p:sp>
        <p:nvSpPr>
          <p:cNvPr name="Freeform 12" id="12" descr="Arrow Circle"/>
          <p:cNvSpPr/>
          <p:nvPr/>
        </p:nvSpPr>
        <p:spPr>
          <a:xfrm flipH="false" flipV="false" rot="0">
            <a:off x="931460" y="2685728"/>
            <a:ext cx="4137496" cy="4137497"/>
          </a:xfrm>
          <a:custGeom>
            <a:avLst/>
            <a:gdLst/>
            <a:ahLst/>
            <a:cxnLst/>
            <a:rect r="r" b="b" t="t" l="l"/>
            <a:pathLst>
              <a:path h="4137497" w="4137496">
                <a:moveTo>
                  <a:pt x="0" y="0"/>
                </a:moveTo>
                <a:lnTo>
                  <a:pt x="4137496" y="0"/>
                </a:lnTo>
                <a:lnTo>
                  <a:pt x="4137496" y="4137496"/>
                </a:lnTo>
                <a:lnTo>
                  <a:pt x="0" y="41374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3" id="13"/>
          <p:cNvSpPr/>
          <p:nvPr/>
        </p:nvSpPr>
        <p:spPr>
          <a:xfrm rot="6110">
            <a:off x="5927843" y="6442130"/>
            <a:ext cx="10717547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4" id="14"/>
          <p:cNvGrpSpPr/>
          <p:nvPr/>
        </p:nvGrpSpPr>
        <p:grpSpPr>
          <a:xfrm rot="0">
            <a:off x="0" y="9601200"/>
            <a:ext cx="18288000" cy="685800"/>
            <a:chOff x="0" y="0"/>
            <a:chExt cx="24384000" cy="914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4384000" cy="914400"/>
            </a:xfrm>
            <a:custGeom>
              <a:avLst/>
              <a:gdLst/>
              <a:ahLst/>
              <a:cxnLst/>
              <a:rect r="r" b="b" t="t" l="l"/>
              <a:pathLst>
                <a:path h="9144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262626"/>
            </a:solidFill>
          </p:spPr>
        </p:sp>
      </p:grp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762" y="9601200"/>
            <a:ext cx="18283238" cy="685800"/>
            <a:chOff x="0" y="0"/>
            <a:chExt cx="24377650" cy="914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7650" cy="914400"/>
            </a:xfrm>
            <a:custGeom>
              <a:avLst/>
              <a:gdLst/>
              <a:ahLst/>
              <a:cxnLst/>
              <a:rect r="r" b="b" t="t" l="l"/>
              <a:pathLst>
                <a:path h="914400" w="24377650">
                  <a:moveTo>
                    <a:pt x="0" y="0"/>
                  </a:moveTo>
                  <a:lnTo>
                    <a:pt x="24377650" y="0"/>
                  </a:lnTo>
                  <a:lnTo>
                    <a:pt x="2437765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262626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24" y="0"/>
            <a:ext cx="6076186" cy="10287000"/>
            <a:chOff x="0" y="0"/>
            <a:chExt cx="8101582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0158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8101584">
                  <a:moveTo>
                    <a:pt x="0" y="0"/>
                  </a:moveTo>
                  <a:lnTo>
                    <a:pt x="8101584" y="0"/>
                  </a:lnTo>
                  <a:lnTo>
                    <a:pt x="810158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62626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738555" y="775252"/>
            <a:ext cx="4627266" cy="8659260"/>
            <a:chOff x="0" y="0"/>
            <a:chExt cx="6169688" cy="115456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169688" cy="11545680"/>
            </a:xfrm>
            <a:custGeom>
              <a:avLst/>
              <a:gdLst/>
              <a:ahLst/>
              <a:cxnLst/>
              <a:rect r="r" b="b" t="t" l="l"/>
              <a:pathLst>
                <a:path h="11545680" w="6169688">
                  <a:moveTo>
                    <a:pt x="0" y="0"/>
                  </a:moveTo>
                  <a:lnTo>
                    <a:pt x="6169688" y="0"/>
                  </a:lnTo>
                  <a:lnTo>
                    <a:pt x="6169688" y="11545680"/>
                  </a:lnTo>
                  <a:lnTo>
                    <a:pt x="0" y="1154568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95250"/>
              <a:ext cx="6169688" cy="11450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184"/>
                </a:lnSpc>
              </a:pPr>
              <a:r>
                <a:rPr lang="en-US" sz="5400" spc="-75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Componentes visuales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7100888" y="1531666"/>
            <a:ext cx="10220325" cy="727575"/>
            <a:chOff x="0" y="0"/>
            <a:chExt cx="13627100" cy="9701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15875" y="10226"/>
              <a:ext cx="13595350" cy="949658"/>
            </a:xfrm>
            <a:custGeom>
              <a:avLst/>
              <a:gdLst/>
              <a:ahLst/>
              <a:cxnLst/>
              <a:rect r="r" b="b" t="t" l="l"/>
              <a:pathLst>
                <a:path h="949658" w="13595350">
                  <a:moveTo>
                    <a:pt x="0" y="0"/>
                  </a:moveTo>
                  <a:lnTo>
                    <a:pt x="13595350" y="0"/>
                  </a:lnTo>
                  <a:lnTo>
                    <a:pt x="13595350" y="949658"/>
                  </a:lnTo>
                  <a:lnTo>
                    <a:pt x="0" y="949658"/>
                  </a:lnTo>
                  <a:close/>
                </a:path>
              </a:pathLst>
            </a:custGeom>
            <a:solidFill>
              <a:srgbClr val="FFFFFF">
                <a:alpha val="80784"/>
              </a:srgbClr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627100" cy="970116"/>
            </a:xfrm>
            <a:custGeom>
              <a:avLst/>
              <a:gdLst/>
              <a:ahLst/>
              <a:cxnLst/>
              <a:rect r="r" b="b" t="t" l="l"/>
              <a:pathLst>
                <a:path h="970116" w="13627100">
                  <a:moveTo>
                    <a:pt x="15875" y="0"/>
                  </a:moveTo>
                  <a:lnTo>
                    <a:pt x="13611225" y="0"/>
                  </a:lnTo>
                  <a:cubicBezTo>
                    <a:pt x="13619987" y="0"/>
                    <a:pt x="13627100" y="4581"/>
                    <a:pt x="13627100" y="10226"/>
                  </a:cubicBezTo>
                  <a:lnTo>
                    <a:pt x="13627100" y="959884"/>
                  </a:lnTo>
                  <a:cubicBezTo>
                    <a:pt x="13627100" y="965529"/>
                    <a:pt x="13619987" y="970116"/>
                    <a:pt x="13611225" y="970116"/>
                  </a:cubicBezTo>
                  <a:lnTo>
                    <a:pt x="15875" y="970116"/>
                  </a:lnTo>
                  <a:cubicBezTo>
                    <a:pt x="7112" y="970116"/>
                    <a:pt x="0" y="965529"/>
                    <a:pt x="0" y="959884"/>
                  </a:cubicBezTo>
                  <a:lnTo>
                    <a:pt x="0" y="10226"/>
                  </a:lnTo>
                  <a:cubicBezTo>
                    <a:pt x="0" y="4581"/>
                    <a:pt x="7112" y="0"/>
                    <a:pt x="15875" y="0"/>
                  </a:cubicBezTo>
                  <a:moveTo>
                    <a:pt x="15875" y="20453"/>
                  </a:moveTo>
                  <a:lnTo>
                    <a:pt x="15875" y="10226"/>
                  </a:lnTo>
                  <a:lnTo>
                    <a:pt x="31750" y="10226"/>
                  </a:lnTo>
                  <a:lnTo>
                    <a:pt x="31750" y="959884"/>
                  </a:lnTo>
                  <a:lnTo>
                    <a:pt x="15875" y="959884"/>
                  </a:lnTo>
                  <a:lnTo>
                    <a:pt x="15875" y="949658"/>
                  </a:lnTo>
                  <a:lnTo>
                    <a:pt x="13611225" y="949658"/>
                  </a:lnTo>
                  <a:lnTo>
                    <a:pt x="13611225" y="959884"/>
                  </a:lnTo>
                  <a:lnTo>
                    <a:pt x="13595350" y="959884"/>
                  </a:lnTo>
                  <a:lnTo>
                    <a:pt x="13595350" y="10226"/>
                  </a:lnTo>
                  <a:lnTo>
                    <a:pt x="13611225" y="10226"/>
                  </a:lnTo>
                  <a:lnTo>
                    <a:pt x="13611225" y="20453"/>
                  </a:lnTo>
                  <a:lnTo>
                    <a:pt x="15875" y="20453"/>
                  </a:lnTo>
                  <a:close/>
                </a:path>
              </a:pathLst>
            </a:custGeom>
            <a:solidFill>
              <a:srgbClr val="BA7FAE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7100888" y="1531666"/>
            <a:ext cx="10220325" cy="727575"/>
            <a:chOff x="0" y="0"/>
            <a:chExt cx="13627100" cy="9701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627100" cy="970100"/>
            </a:xfrm>
            <a:custGeom>
              <a:avLst/>
              <a:gdLst/>
              <a:ahLst/>
              <a:cxnLst/>
              <a:rect r="r" b="b" t="t" l="l"/>
              <a:pathLst>
                <a:path h="970100" w="13627100">
                  <a:moveTo>
                    <a:pt x="0" y="0"/>
                  </a:moveTo>
                  <a:lnTo>
                    <a:pt x="13627100" y="0"/>
                  </a:lnTo>
                  <a:lnTo>
                    <a:pt x="13627100" y="970100"/>
                  </a:lnTo>
                  <a:lnTo>
                    <a:pt x="0" y="9701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9525"/>
              <a:ext cx="13627100" cy="96057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 marL="488632" indent="-162878" lvl="2">
                <a:lnSpc>
                  <a:spcPts val="2916"/>
                </a:lnSpc>
                <a:buFont typeface="Arial"/>
                <a:buChar char="⚬"/>
              </a:pPr>
              <a:r>
                <a:rPr lang="en-US" sz="270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Creación y personalización.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7367447" y="618274"/>
            <a:ext cx="7161371" cy="820852"/>
            <a:chOff x="0" y="0"/>
            <a:chExt cx="9548494" cy="109447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15875" y="15875"/>
              <a:ext cx="9516745" cy="1062736"/>
            </a:xfrm>
            <a:custGeom>
              <a:avLst/>
              <a:gdLst/>
              <a:ahLst/>
              <a:cxnLst/>
              <a:rect r="r" b="b" t="t" l="l"/>
              <a:pathLst>
                <a:path h="1062736" w="9516745">
                  <a:moveTo>
                    <a:pt x="0" y="177165"/>
                  </a:moveTo>
                  <a:cubicBezTo>
                    <a:pt x="0" y="79375"/>
                    <a:pt x="81407" y="0"/>
                    <a:pt x="181864" y="0"/>
                  </a:cubicBezTo>
                  <a:lnTo>
                    <a:pt x="9334881" y="0"/>
                  </a:lnTo>
                  <a:cubicBezTo>
                    <a:pt x="9435338" y="0"/>
                    <a:pt x="9516745" y="79248"/>
                    <a:pt x="9516745" y="177165"/>
                  </a:cubicBezTo>
                  <a:lnTo>
                    <a:pt x="9516745" y="885571"/>
                  </a:lnTo>
                  <a:cubicBezTo>
                    <a:pt x="9516745" y="983361"/>
                    <a:pt x="9435338" y="1062736"/>
                    <a:pt x="9334881" y="1062736"/>
                  </a:cubicBezTo>
                  <a:lnTo>
                    <a:pt x="181864" y="1062736"/>
                  </a:lnTo>
                  <a:cubicBezTo>
                    <a:pt x="81407" y="1062736"/>
                    <a:pt x="0" y="983488"/>
                    <a:pt x="0" y="885571"/>
                  </a:cubicBezTo>
                  <a:close/>
                </a:path>
              </a:pathLst>
            </a:custGeom>
            <a:solidFill>
              <a:srgbClr val="BA7FAE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548495" cy="1094486"/>
            </a:xfrm>
            <a:custGeom>
              <a:avLst/>
              <a:gdLst/>
              <a:ahLst/>
              <a:cxnLst/>
              <a:rect r="r" b="b" t="t" l="l"/>
              <a:pathLst>
                <a:path h="1094486" w="9548495">
                  <a:moveTo>
                    <a:pt x="0" y="193040"/>
                  </a:moveTo>
                  <a:cubicBezTo>
                    <a:pt x="0" y="85979"/>
                    <a:pt x="88900" y="0"/>
                    <a:pt x="197739" y="0"/>
                  </a:cubicBezTo>
                  <a:lnTo>
                    <a:pt x="9350756" y="0"/>
                  </a:lnTo>
                  <a:lnTo>
                    <a:pt x="9350756" y="15875"/>
                  </a:lnTo>
                  <a:lnTo>
                    <a:pt x="9350756" y="0"/>
                  </a:lnTo>
                  <a:cubicBezTo>
                    <a:pt x="9459595" y="0"/>
                    <a:pt x="9548495" y="85979"/>
                    <a:pt x="9548495" y="193040"/>
                  </a:cubicBezTo>
                  <a:lnTo>
                    <a:pt x="9532620" y="193040"/>
                  </a:lnTo>
                  <a:lnTo>
                    <a:pt x="9548495" y="193040"/>
                  </a:lnTo>
                  <a:lnTo>
                    <a:pt x="9548495" y="901446"/>
                  </a:lnTo>
                  <a:lnTo>
                    <a:pt x="9532620" y="901446"/>
                  </a:lnTo>
                  <a:lnTo>
                    <a:pt x="9548495" y="901446"/>
                  </a:lnTo>
                  <a:cubicBezTo>
                    <a:pt x="9548495" y="1008380"/>
                    <a:pt x="9459595" y="1094486"/>
                    <a:pt x="9350756" y="1094486"/>
                  </a:cubicBezTo>
                  <a:lnTo>
                    <a:pt x="9350756" y="1078611"/>
                  </a:lnTo>
                  <a:lnTo>
                    <a:pt x="9350756" y="1094486"/>
                  </a:lnTo>
                  <a:lnTo>
                    <a:pt x="197739" y="1094486"/>
                  </a:lnTo>
                  <a:lnTo>
                    <a:pt x="197739" y="1078611"/>
                  </a:lnTo>
                  <a:lnTo>
                    <a:pt x="197739" y="1094486"/>
                  </a:lnTo>
                  <a:cubicBezTo>
                    <a:pt x="88900" y="1094486"/>
                    <a:pt x="0" y="1008507"/>
                    <a:pt x="0" y="901446"/>
                  </a:cubicBezTo>
                  <a:lnTo>
                    <a:pt x="0" y="193040"/>
                  </a:lnTo>
                  <a:lnTo>
                    <a:pt x="15875" y="193040"/>
                  </a:lnTo>
                  <a:lnTo>
                    <a:pt x="0" y="193040"/>
                  </a:lnTo>
                  <a:moveTo>
                    <a:pt x="31750" y="193040"/>
                  </a:moveTo>
                  <a:lnTo>
                    <a:pt x="31750" y="901446"/>
                  </a:lnTo>
                  <a:lnTo>
                    <a:pt x="15875" y="901446"/>
                  </a:lnTo>
                  <a:lnTo>
                    <a:pt x="31750" y="901446"/>
                  </a:lnTo>
                  <a:cubicBezTo>
                    <a:pt x="31750" y="990092"/>
                    <a:pt x="105664" y="1062736"/>
                    <a:pt x="197739" y="1062736"/>
                  </a:cubicBezTo>
                  <a:lnTo>
                    <a:pt x="9350756" y="1062736"/>
                  </a:lnTo>
                  <a:cubicBezTo>
                    <a:pt x="9442831" y="1062736"/>
                    <a:pt x="9516745" y="990092"/>
                    <a:pt x="9516745" y="901446"/>
                  </a:cubicBezTo>
                  <a:lnTo>
                    <a:pt x="9516745" y="193040"/>
                  </a:lnTo>
                  <a:cubicBezTo>
                    <a:pt x="9516745" y="104394"/>
                    <a:pt x="9442831" y="31750"/>
                    <a:pt x="9350756" y="31750"/>
                  </a:cubicBezTo>
                  <a:lnTo>
                    <a:pt x="197739" y="31750"/>
                  </a:lnTo>
                  <a:lnTo>
                    <a:pt x="197739" y="15875"/>
                  </a:lnTo>
                  <a:lnTo>
                    <a:pt x="197739" y="31750"/>
                  </a:lnTo>
                  <a:cubicBezTo>
                    <a:pt x="105664" y="31750"/>
                    <a:pt x="31750" y="104394"/>
                    <a:pt x="31750" y="19304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7649621" y="617180"/>
            <a:ext cx="7083553" cy="743036"/>
            <a:chOff x="0" y="0"/>
            <a:chExt cx="9444738" cy="99071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444738" cy="990714"/>
            </a:xfrm>
            <a:custGeom>
              <a:avLst/>
              <a:gdLst/>
              <a:ahLst/>
              <a:cxnLst/>
              <a:rect r="r" b="b" t="t" l="l"/>
              <a:pathLst>
                <a:path h="990714" w="9444738">
                  <a:moveTo>
                    <a:pt x="0" y="0"/>
                  </a:moveTo>
                  <a:lnTo>
                    <a:pt x="9444738" y="0"/>
                  </a:lnTo>
                  <a:lnTo>
                    <a:pt x="9444738" y="990714"/>
                  </a:lnTo>
                  <a:lnTo>
                    <a:pt x="0" y="99071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9525"/>
              <a:ext cx="9444738" cy="9811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16"/>
                </a:lnSpc>
              </a:pPr>
              <a:r>
                <a:rPr lang="en-US" sz="27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Botones (JButton)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7100888" y="3181636"/>
            <a:ext cx="10220325" cy="727575"/>
            <a:chOff x="0" y="0"/>
            <a:chExt cx="13627100" cy="9701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15875" y="10226"/>
              <a:ext cx="13595350" cy="949658"/>
            </a:xfrm>
            <a:custGeom>
              <a:avLst/>
              <a:gdLst/>
              <a:ahLst/>
              <a:cxnLst/>
              <a:rect r="r" b="b" t="t" l="l"/>
              <a:pathLst>
                <a:path h="949658" w="13595350">
                  <a:moveTo>
                    <a:pt x="0" y="0"/>
                  </a:moveTo>
                  <a:lnTo>
                    <a:pt x="13595350" y="0"/>
                  </a:lnTo>
                  <a:lnTo>
                    <a:pt x="13595350" y="949658"/>
                  </a:lnTo>
                  <a:lnTo>
                    <a:pt x="0" y="949658"/>
                  </a:lnTo>
                  <a:close/>
                </a:path>
              </a:pathLst>
            </a:custGeom>
            <a:solidFill>
              <a:srgbClr val="FFFFFF">
                <a:alpha val="80784"/>
              </a:srgbClr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3627100" cy="970116"/>
            </a:xfrm>
            <a:custGeom>
              <a:avLst/>
              <a:gdLst/>
              <a:ahLst/>
              <a:cxnLst/>
              <a:rect r="r" b="b" t="t" l="l"/>
              <a:pathLst>
                <a:path h="970116" w="13627100">
                  <a:moveTo>
                    <a:pt x="15875" y="0"/>
                  </a:moveTo>
                  <a:lnTo>
                    <a:pt x="13611225" y="0"/>
                  </a:lnTo>
                  <a:cubicBezTo>
                    <a:pt x="13619987" y="0"/>
                    <a:pt x="13627100" y="4581"/>
                    <a:pt x="13627100" y="10226"/>
                  </a:cubicBezTo>
                  <a:lnTo>
                    <a:pt x="13627100" y="959884"/>
                  </a:lnTo>
                  <a:cubicBezTo>
                    <a:pt x="13627100" y="965529"/>
                    <a:pt x="13619987" y="970116"/>
                    <a:pt x="13611225" y="970116"/>
                  </a:cubicBezTo>
                  <a:lnTo>
                    <a:pt x="15875" y="970116"/>
                  </a:lnTo>
                  <a:cubicBezTo>
                    <a:pt x="7112" y="970116"/>
                    <a:pt x="0" y="965529"/>
                    <a:pt x="0" y="959884"/>
                  </a:cubicBezTo>
                  <a:lnTo>
                    <a:pt x="0" y="10226"/>
                  </a:lnTo>
                  <a:cubicBezTo>
                    <a:pt x="0" y="4581"/>
                    <a:pt x="7112" y="0"/>
                    <a:pt x="15875" y="0"/>
                  </a:cubicBezTo>
                  <a:moveTo>
                    <a:pt x="15875" y="20453"/>
                  </a:moveTo>
                  <a:lnTo>
                    <a:pt x="15875" y="10226"/>
                  </a:lnTo>
                  <a:lnTo>
                    <a:pt x="31750" y="10226"/>
                  </a:lnTo>
                  <a:lnTo>
                    <a:pt x="31750" y="959884"/>
                  </a:lnTo>
                  <a:lnTo>
                    <a:pt x="15875" y="959884"/>
                  </a:lnTo>
                  <a:lnTo>
                    <a:pt x="15875" y="949658"/>
                  </a:lnTo>
                  <a:lnTo>
                    <a:pt x="13611225" y="949658"/>
                  </a:lnTo>
                  <a:lnTo>
                    <a:pt x="13611225" y="959884"/>
                  </a:lnTo>
                  <a:lnTo>
                    <a:pt x="13595350" y="959884"/>
                  </a:lnTo>
                  <a:lnTo>
                    <a:pt x="13595350" y="10226"/>
                  </a:lnTo>
                  <a:lnTo>
                    <a:pt x="13611225" y="10226"/>
                  </a:lnTo>
                  <a:lnTo>
                    <a:pt x="13611225" y="20453"/>
                  </a:lnTo>
                  <a:lnTo>
                    <a:pt x="15875" y="20453"/>
                  </a:lnTo>
                  <a:close/>
                </a:path>
              </a:pathLst>
            </a:custGeom>
            <a:solidFill>
              <a:srgbClr val="BC96C6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7100888" y="3181636"/>
            <a:ext cx="10220325" cy="727575"/>
            <a:chOff x="0" y="0"/>
            <a:chExt cx="13627100" cy="9701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3627100" cy="970100"/>
            </a:xfrm>
            <a:custGeom>
              <a:avLst/>
              <a:gdLst/>
              <a:ahLst/>
              <a:cxnLst/>
              <a:rect r="r" b="b" t="t" l="l"/>
              <a:pathLst>
                <a:path h="970100" w="13627100">
                  <a:moveTo>
                    <a:pt x="0" y="0"/>
                  </a:moveTo>
                  <a:lnTo>
                    <a:pt x="13627100" y="0"/>
                  </a:lnTo>
                  <a:lnTo>
                    <a:pt x="13627100" y="970100"/>
                  </a:lnTo>
                  <a:lnTo>
                    <a:pt x="0" y="9701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9525"/>
              <a:ext cx="13627100" cy="96057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 marL="488632" indent="-162878" lvl="2">
                <a:lnSpc>
                  <a:spcPts val="2916"/>
                </a:lnSpc>
                <a:buFont typeface="Arial"/>
                <a:buChar char="⚬"/>
              </a:pPr>
              <a:r>
                <a:rPr lang="en-US" sz="270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Mostrar texto e imágenes.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7367447" y="2310012"/>
            <a:ext cx="7161371" cy="820852"/>
            <a:chOff x="0" y="0"/>
            <a:chExt cx="9548494" cy="109447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15875" y="15875"/>
              <a:ext cx="9516745" cy="1062736"/>
            </a:xfrm>
            <a:custGeom>
              <a:avLst/>
              <a:gdLst/>
              <a:ahLst/>
              <a:cxnLst/>
              <a:rect r="r" b="b" t="t" l="l"/>
              <a:pathLst>
                <a:path h="1062736" w="9516745">
                  <a:moveTo>
                    <a:pt x="0" y="177165"/>
                  </a:moveTo>
                  <a:cubicBezTo>
                    <a:pt x="0" y="79375"/>
                    <a:pt x="81407" y="0"/>
                    <a:pt x="181864" y="0"/>
                  </a:cubicBezTo>
                  <a:lnTo>
                    <a:pt x="9334881" y="0"/>
                  </a:lnTo>
                  <a:cubicBezTo>
                    <a:pt x="9435338" y="0"/>
                    <a:pt x="9516745" y="79248"/>
                    <a:pt x="9516745" y="177165"/>
                  </a:cubicBezTo>
                  <a:lnTo>
                    <a:pt x="9516745" y="885571"/>
                  </a:lnTo>
                  <a:cubicBezTo>
                    <a:pt x="9516745" y="983361"/>
                    <a:pt x="9435338" y="1062736"/>
                    <a:pt x="9334881" y="1062736"/>
                  </a:cubicBezTo>
                  <a:lnTo>
                    <a:pt x="181864" y="1062736"/>
                  </a:lnTo>
                  <a:cubicBezTo>
                    <a:pt x="81407" y="1062736"/>
                    <a:pt x="0" y="983488"/>
                    <a:pt x="0" y="885571"/>
                  </a:cubicBezTo>
                  <a:close/>
                </a:path>
              </a:pathLst>
            </a:custGeom>
            <a:solidFill>
              <a:srgbClr val="BC96C6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9548495" cy="1094486"/>
            </a:xfrm>
            <a:custGeom>
              <a:avLst/>
              <a:gdLst/>
              <a:ahLst/>
              <a:cxnLst/>
              <a:rect r="r" b="b" t="t" l="l"/>
              <a:pathLst>
                <a:path h="1094486" w="9548495">
                  <a:moveTo>
                    <a:pt x="0" y="193040"/>
                  </a:moveTo>
                  <a:cubicBezTo>
                    <a:pt x="0" y="85979"/>
                    <a:pt x="88900" y="0"/>
                    <a:pt x="197739" y="0"/>
                  </a:cubicBezTo>
                  <a:lnTo>
                    <a:pt x="9350756" y="0"/>
                  </a:lnTo>
                  <a:lnTo>
                    <a:pt x="9350756" y="15875"/>
                  </a:lnTo>
                  <a:lnTo>
                    <a:pt x="9350756" y="0"/>
                  </a:lnTo>
                  <a:cubicBezTo>
                    <a:pt x="9459595" y="0"/>
                    <a:pt x="9548495" y="85979"/>
                    <a:pt x="9548495" y="193040"/>
                  </a:cubicBezTo>
                  <a:lnTo>
                    <a:pt x="9532620" y="193040"/>
                  </a:lnTo>
                  <a:lnTo>
                    <a:pt x="9548495" y="193040"/>
                  </a:lnTo>
                  <a:lnTo>
                    <a:pt x="9548495" y="901446"/>
                  </a:lnTo>
                  <a:lnTo>
                    <a:pt x="9532620" y="901446"/>
                  </a:lnTo>
                  <a:lnTo>
                    <a:pt x="9548495" y="901446"/>
                  </a:lnTo>
                  <a:cubicBezTo>
                    <a:pt x="9548495" y="1008380"/>
                    <a:pt x="9459595" y="1094486"/>
                    <a:pt x="9350756" y="1094486"/>
                  </a:cubicBezTo>
                  <a:lnTo>
                    <a:pt x="9350756" y="1078611"/>
                  </a:lnTo>
                  <a:lnTo>
                    <a:pt x="9350756" y="1094486"/>
                  </a:lnTo>
                  <a:lnTo>
                    <a:pt x="197739" y="1094486"/>
                  </a:lnTo>
                  <a:lnTo>
                    <a:pt x="197739" y="1078611"/>
                  </a:lnTo>
                  <a:lnTo>
                    <a:pt x="197739" y="1094486"/>
                  </a:lnTo>
                  <a:cubicBezTo>
                    <a:pt x="88900" y="1094486"/>
                    <a:pt x="0" y="1008507"/>
                    <a:pt x="0" y="901446"/>
                  </a:cubicBezTo>
                  <a:lnTo>
                    <a:pt x="0" y="193040"/>
                  </a:lnTo>
                  <a:lnTo>
                    <a:pt x="15875" y="193040"/>
                  </a:lnTo>
                  <a:lnTo>
                    <a:pt x="0" y="193040"/>
                  </a:lnTo>
                  <a:moveTo>
                    <a:pt x="31750" y="193040"/>
                  </a:moveTo>
                  <a:lnTo>
                    <a:pt x="31750" y="901446"/>
                  </a:lnTo>
                  <a:lnTo>
                    <a:pt x="15875" y="901446"/>
                  </a:lnTo>
                  <a:lnTo>
                    <a:pt x="31750" y="901446"/>
                  </a:lnTo>
                  <a:cubicBezTo>
                    <a:pt x="31750" y="990092"/>
                    <a:pt x="105664" y="1062736"/>
                    <a:pt x="197739" y="1062736"/>
                  </a:cubicBezTo>
                  <a:lnTo>
                    <a:pt x="9350756" y="1062736"/>
                  </a:lnTo>
                  <a:cubicBezTo>
                    <a:pt x="9442831" y="1062736"/>
                    <a:pt x="9516745" y="990092"/>
                    <a:pt x="9516745" y="901446"/>
                  </a:cubicBezTo>
                  <a:lnTo>
                    <a:pt x="9516745" y="193040"/>
                  </a:lnTo>
                  <a:cubicBezTo>
                    <a:pt x="9516745" y="104394"/>
                    <a:pt x="9442831" y="31750"/>
                    <a:pt x="9350756" y="31750"/>
                  </a:cubicBezTo>
                  <a:lnTo>
                    <a:pt x="197739" y="31750"/>
                  </a:lnTo>
                  <a:lnTo>
                    <a:pt x="197739" y="15875"/>
                  </a:lnTo>
                  <a:lnTo>
                    <a:pt x="197739" y="31750"/>
                  </a:lnTo>
                  <a:cubicBezTo>
                    <a:pt x="105664" y="31750"/>
                    <a:pt x="31750" y="104394"/>
                    <a:pt x="31750" y="19304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7649621" y="2314775"/>
            <a:ext cx="7083553" cy="743036"/>
            <a:chOff x="0" y="0"/>
            <a:chExt cx="9444738" cy="990714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9444738" cy="990714"/>
            </a:xfrm>
            <a:custGeom>
              <a:avLst/>
              <a:gdLst/>
              <a:ahLst/>
              <a:cxnLst/>
              <a:rect r="r" b="b" t="t" l="l"/>
              <a:pathLst>
                <a:path h="990714" w="9444738">
                  <a:moveTo>
                    <a:pt x="0" y="0"/>
                  </a:moveTo>
                  <a:lnTo>
                    <a:pt x="9444738" y="0"/>
                  </a:lnTo>
                  <a:lnTo>
                    <a:pt x="9444738" y="990714"/>
                  </a:lnTo>
                  <a:lnTo>
                    <a:pt x="0" y="99071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9525"/>
              <a:ext cx="9444738" cy="9811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16"/>
                </a:lnSpc>
              </a:pPr>
              <a:r>
                <a:rPr lang="en-US" sz="27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Etiquetas (JLabel)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7100888" y="4831607"/>
            <a:ext cx="10220325" cy="727575"/>
            <a:chOff x="0" y="0"/>
            <a:chExt cx="13627100" cy="9701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15875" y="10226"/>
              <a:ext cx="13595350" cy="949658"/>
            </a:xfrm>
            <a:custGeom>
              <a:avLst/>
              <a:gdLst/>
              <a:ahLst/>
              <a:cxnLst/>
              <a:rect r="r" b="b" t="t" l="l"/>
              <a:pathLst>
                <a:path h="949658" w="13595350">
                  <a:moveTo>
                    <a:pt x="0" y="0"/>
                  </a:moveTo>
                  <a:lnTo>
                    <a:pt x="13595350" y="0"/>
                  </a:lnTo>
                  <a:lnTo>
                    <a:pt x="13595350" y="949658"/>
                  </a:lnTo>
                  <a:lnTo>
                    <a:pt x="0" y="949658"/>
                  </a:lnTo>
                  <a:close/>
                </a:path>
              </a:pathLst>
            </a:custGeom>
            <a:solidFill>
              <a:srgbClr val="FFFFFF">
                <a:alpha val="80784"/>
              </a:srgbClr>
            </a:solid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3627100" cy="970116"/>
            </a:xfrm>
            <a:custGeom>
              <a:avLst/>
              <a:gdLst/>
              <a:ahLst/>
              <a:cxnLst/>
              <a:rect r="r" b="b" t="t" l="l"/>
              <a:pathLst>
                <a:path h="970116" w="13627100">
                  <a:moveTo>
                    <a:pt x="15875" y="0"/>
                  </a:moveTo>
                  <a:lnTo>
                    <a:pt x="13611225" y="0"/>
                  </a:lnTo>
                  <a:cubicBezTo>
                    <a:pt x="13619987" y="0"/>
                    <a:pt x="13627100" y="4581"/>
                    <a:pt x="13627100" y="10226"/>
                  </a:cubicBezTo>
                  <a:lnTo>
                    <a:pt x="13627100" y="959884"/>
                  </a:lnTo>
                  <a:cubicBezTo>
                    <a:pt x="13627100" y="965529"/>
                    <a:pt x="13619987" y="970116"/>
                    <a:pt x="13611225" y="970116"/>
                  </a:cubicBezTo>
                  <a:lnTo>
                    <a:pt x="15875" y="970116"/>
                  </a:lnTo>
                  <a:cubicBezTo>
                    <a:pt x="7112" y="970116"/>
                    <a:pt x="0" y="965529"/>
                    <a:pt x="0" y="959884"/>
                  </a:cubicBezTo>
                  <a:lnTo>
                    <a:pt x="0" y="10226"/>
                  </a:lnTo>
                  <a:cubicBezTo>
                    <a:pt x="0" y="4581"/>
                    <a:pt x="7112" y="0"/>
                    <a:pt x="15875" y="0"/>
                  </a:cubicBezTo>
                  <a:moveTo>
                    <a:pt x="15875" y="20453"/>
                  </a:moveTo>
                  <a:lnTo>
                    <a:pt x="15875" y="10226"/>
                  </a:lnTo>
                  <a:lnTo>
                    <a:pt x="31750" y="10226"/>
                  </a:lnTo>
                  <a:lnTo>
                    <a:pt x="31750" y="959884"/>
                  </a:lnTo>
                  <a:lnTo>
                    <a:pt x="15875" y="959884"/>
                  </a:lnTo>
                  <a:lnTo>
                    <a:pt x="15875" y="949658"/>
                  </a:lnTo>
                  <a:lnTo>
                    <a:pt x="13611225" y="949658"/>
                  </a:lnTo>
                  <a:lnTo>
                    <a:pt x="13611225" y="959884"/>
                  </a:lnTo>
                  <a:lnTo>
                    <a:pt x="13595350" y="959884"/>
                  </a:lnTo>
                  <a:lnTo>
                    <a:pt x="13595350" y="10226"/>
                  </a:lnTo>
                  <a:lnTo>
                    <a:pt x="13611225" y="10226"/>
                  </a:lnTo>
                  <a:lnTo>
                    <a:pt x="13611225" y="20453"/>
                  </a:lnTo>
                  <a:lnTo>
                    <a:pt x="15875" y="20453"/>
                  </a:lnTo>
                  <a:close/>
                </a:path>
              </a:pathLst>
            </a:custGeom>
            <a:solidFill>
              <a:srgbClr val="957FBA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7100888" y="4831607"/>
            <a:ext cx="10220325" cy="727575"/>
            <a:chOff x="0" y="0"/>
            <a:chExt cx="13627100" cy="9701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3627100" cy="970100"/>
            </a:xfrm>
            <a:custGeom>
              <a:avLst/>
              <a:gdLst/>
              <a:ahLst/>
              <a:cxnLst/>
              <a:rect r="r" b="b" t="t" l="l"/>
              <a:pathLst>
                <a:path h="970100" w="13627100">
                  <a:moveTo>
                    <a:pt x="0" y="0"/>
                  </a:moveTo>
                  <a:lnTo>
                    <a:pt x="13627100" y="0"/>
                  </a:lnTo>
                  <a:lnTo>
                    <a:pt x="13627100" y="970100"/>
                  </a:lnTo>
                  <a:lnTo>
                    <a:pt x="0" y="9701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9525"/>
              <a:ext cx="13627100" cy="96057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 marL="488632" indent="-162878" lvl="2">
                <a:lnSpc>
                  <a:spcPts val="2916"/>
                </a:lnSpc>
                <a:buFont typeface="Arial"/>
                <a:buChar char="⚬"/>
              </a:pPr>
              <a:r>
                <a:rPr lang="en-US" sz="270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Entrada de texto.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7406356" y="4033036"/>
            <a:ext cx="7161371" cy="676361"/>
            <a:chOff x="0" y="0"/>
            <a:chExt cx="9548494" cy="901814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15875" y="13081"/>
              <a:ext cx="9516745" cy="875666"/>
            </a:xfrm>
            <a:custGeom>
              <a:avLst/>
              <a:gdLst/>
              <a:ahLst/>
              <a:cxnLst/>
              <a:rect r="r" b="b" t="t" l="l"/>
              <a:pathLst>
                <a:path h="875666" w="9516745">
                  <a:moveTo>
                    <a:pt x="0" y="145979"/>
                  </a:moveTo>
                  <a:cubicBezTo>
                    <a:pt x="0" y="65402"/>
                    <a:pt x="81407" y="0"/>
                    <a:pt x="181864" y="0"/>
                  </a:cubicBezTo>
                  <a:lnTo>
                    <a:pt x="9334881" y="0"/>
                  </a:lnTo>
                  <a:cubicBezTo>
                    <a:pt x="9435338" y="0"/>
                    <a:pt x="9516745" y="65298"/>
                    <a:pt x="9516745" y="145979"/>
                  </a:cubicBezTo>
                  <a:lnTo>
                    <a:pt x="9516745" y="729686"/>
                  </a:lnTo>
                  <a:cubicBezTo>
                    <a:pt x="9516745" y="810263"/>
                    <a:pt x="9435338" y="875666"/>
                    <a:pt x="9334881" y="875666"/>
                  </a:cubicBezTo>
                  <a:lnTo>
                    <a:pt x="181864" y="875666"/>
                  </a:lnTo>
                  <a:cubicBezTo>
                    <a:pt x="81407" y="875666"/>
                    <a:pt x="0" y="810367"/>
                    <a:pt x="0" y="729686"/>
                  </a:cubicBezTo>
                  <a:close/>
                </a:path>
              </a:pathLst>
            </a:custGeom>
            <a:solidFill>
              <a:srgbClr val="957FBA"/>
            </a:solidFill>
          </p:spPr>
        </p:sp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9548495" cy="901830"/>
            </a:xfrm>
            <a:custGeom>
              <a:avLst/>
              <a:gdLst/>
              <a:ahLst/>
              <a:cxnLst/>
              <a:rect r="r" b="b" t="t" l="l"/>
              <a:pathLst>
                <a:path h="901830" w="9548495">
                  <a:moveTo>
                    <a:pt x="0" y="159060"/>
                  </a:moveTo>
                  <a:cubicBezTo>
                    <a:pt x="0" y="70844"/>
                    <a:pt x="88900" y="0"/>
                    <a:pt x="197739" y="0"/>
                  </a:cubicBezTo>
                  <a:lnTo>
                    <a:pt x="9350756" y="0"/>
                  </a:lnTo>
                  <a:lnTo>
                    <a:pt x="9350756" y="13081"/>
                  </a:lnTo>
                  <a:lnTo>
                    <a:pt x="9350756" y="0"/>
                  </a:lnTo>
                  <a:cubicBezTo>
                    <a:pt x="9459595" y="0"/>
                    <a:pt x="9548495" y="70844"/>
                    <a:pt x="9548495" y="159060"/>
                  </a:cubicBezTo>
                  <a:lnTo>
                    <a:pt x="9532620" y="159060"/>
                  </a:lnTo>
                  <a:lnTo>
                    <a:pt x="9548495" y="159060"/>
                  </a:lnTo>
                  <a:lnTo>
                    <a:pt x="9548495" y="742767"/>
                  </a:lnTo>
                  <a:lnTo>
                    <a:pt x="9532620" y="742767"/>
                  </a:lnTo>
                  <a:lnTo>
                    <a:pt x="9548495" y="742767"/>
                  </a:lnTo>
                  <a:cubicBezTo>
                    <a:pt x="9548495" y="830878"/>
                    <a:pt x="9459595" y="901830"/>
                    <a:pt x="9350756" y="901830"/>
                  </a:cubicBezTo>
                  <a:lnTo>
                    <a:pt x="9350756" y="888747"/>
                  </a:lnTo>
                  <a:lnTo>
                    <a:pt x="9350756" y="901830"/>
                  </a:lnTo>
                  <a:lnTo>
                    <a:pt x="197739" y="901830"/>
                  </a:lnTo>
                  <a:lnTo>
                    <a:pt x="197739" y="888747"/>
                  </a:lnTo>
                  <a:lnTo>
                    <a:pt x="197739" y="901830"/>
                  </a:lnTo>
                  <a:cubicBezTo>
                    <a:pt x="88900" y="901830"/>
                    <a:pt x="0" y="830983"/>
                    <a:pt x="0" y="742767"/>
                  </a:cubicBezTo>
                  <a:lnTo>
                    <a:pt x="0" y="159060"/>
                  </a:lnTo>
                  <a:lnTo>
                    <a:pt x="15875" y="159060"/>
                  </a:lnTo>
                  <a:lnTo>
                    <a:pt x="0" y="159060"/>
                  </a:lnTo>
                  <a:moveTo>
                    <a:pt x="31750" y="159060"/>
                  </a:moveTo>
                  <a:lnTo>
                    <a:pt x="31750" y="742767"/>
                  </a:lnTo>
                  <a:lnTo>
                    <a:pt x="15875" y="742767"/>
                  </a:lnTo>
                  <a:lnTo>
                    <a:pt x="31750" y="742767"/>
                  </a:lnTo>
                  <a:cubicBezTo>
                    <a:pt x="31750" y="815809"/>
                    <a:pt x="105664" y="875666"/>
                    <a:pt x="197739" y="875666"/>
                  </a:cubicBezTo>
                  <a:lnTo>
                    <a:pt x="9350756" y="875666"/>
                  </a:lnTo>
                  <a:cubicBezTo>
                    <a:pt x="9442831" y="875666"/>
                    <a:pt x="9516745" y="815809"/>
                    <a:pt x="9516745" y="742767"/>
                  </a:cubicBezTo>
                  <a:lnTo>
                    <a:pt x="9516745" y="159060"/>
                  </a:lnTo>
                  <a:cubicBezTo>
                    <a:pt x="9516745" y="86018"/>
                    <a:pt x="9442831" y="26161"/>
                    <a:pt x="9350756" y="26161"/>
                  </a:cubicBezTo>
                  <a:lnTo>
                    <a:pt x="197739" y="26161"/>
                  </a:lnTo>
                  <a:lnTo>
                    <a:pt x="197739" y="13081"/>
                  </a:lnTo>
                  <a:lnTo>
                    <a:pt x="197739" y="26161"/>
                  </a:lnTo>
                  <a:cubicBezTo>
                    <a:pt x="105664" y="26161"/>
                    <a:pt x="31750" y="86018"/>
                    <a:pt x="31750" y="15906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7649621" y="4080661"/>
            <a:ext cx="7083553" cy="628736"/>
            <a:chOff x="0" y="0"/>
            <a:chExt cx="9444738" cy="838314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9444738" cy="838314"/>
            </a:xfrm>
            <a:custGeom>
              <a:avLst/>
              <a:gdLst/>
              <a:ahLst/>
              <a:cxnLst/>
              <a:rect r="r" b="b" t="t" l="l"/>
              <a:pathLst>
                <a:path h="838314" w="9444738">
                  <a:moveTo>
                    <a:pt x="0" y="0"/>
                  </a:moveTo>
                  <a:lnTo>
                    <a:pt x="9444738" y="0"/>
                  </a:lnTo>
                  <a:lnTo>
                    <a:pt x="9444738" y="838314"/>
                  </a:lnTo>
                  <a:lnTo>
                    <a:pt x="0" y="83831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4" id="44"/>
            <p:cNvSpPr txBox="true"/>
            <p:nvPr/>
          </p:nvSpPr>
          <p:spPr>
            <a:xfrm>
              <a:off x="0" y="9525"/>
              <a:ext cx="9444738" cy="8287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16"/>
                </a:lnSpc>
              </a:pPr>
              <a:r>
                <a:rPr lang="en-US" sz="27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Campos de texto (JTextField)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7100888" y="6481577"/>
            <a:ext cx="10220325" cy="727465"/>
            <a:chOff x="0" y="0"/>
            <a:chExt cx="13627100" cy="969953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15875" y="10225"/>
              <a:ext cx="13595350" cy="949514"/>
            </a:xfrm>
            <a:custGeom>
              <a:avLst/>
              <a:gdLst/>
              <a:ahLst/>
              <a:cxnLst/>
              <a:rect r="r" b="b" t="t" l="l"/>
              <a:pathLst>
                <a:path h="949514" w="13595350">
                  <a:moveTo>
                    <a:pt x="0" y="0"/>
                  </a:moveTo>
                  <a:lnTo>
                    <a:pt x="13595350" y="0"/>
                  </a:lnTo>
                  <a:lnTo>
                    <a:pt x="13595350" y="949514"/>
                  </a:lnTo>
                  <a:lnTo>
                    <a:pt x="0" y="949514"/>
                  </a:lnTo>
                  <a:close/>
                </a:path>
              </a:pathLst>
            </a:custGeom>
            <a:solidFill>
              <a:srgbClr val="FFFFFF">
                <a:alpha val="80784"/>
              </a:srgbClr>
            </a:solidFill>
          </p:spPr>
        </p:sp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3627100" cy="969969"/>
            </a:xfrm>
            <a:custGeom>
              <a:avLst/>
              <a:gdLst/>
              <a:ahLst/>
              <a:cxnLst/>
              <a:rect r="r" b="b" t="t" l="l"/>
              <a:pathLst>
                <a:path h="969969" w="13627100">
                  <a:moveTo>
                    <a:pt x="15875" y="0"/>
                  </a:moveTo>
                  <a:lnTo>
                    <a:pt x="13611225" y="0"/>
                  </a:lnTo>
                  <a:cubicBezTo>
                    <a:pt x="13619987" y="0"/>
                    <a:pt x="13627100" y="4581"/>
                    <a:pt x="13627100" y="10225"/>
                  </a:cubicBezTo>
                  <a:lnTo>
                    <a:pt x="13627100" y="959739"/>
                  </a:lnTo>
                  <a:cubicBezTo>
                    <a:pt x="13627100" y="965383"/>
                    <a:pt x="13619987" y="969969"/>
                    <a:pt x="13611225" y="969969"/>
                  </a:cubicBezTo>
                  <a:lnTo>
                    <a:pt x="15875" y="969969"/>
                  </a:lnTo>
                  <a:cubicBezTo>
                    <a:pt x="7112" y="969969"/>
                    <a:pt x="0" y="965383"/>
                    <a:pt x="0" y="959739"/>
                  </a:cubicBezTo>
                  <a:lnTo>
                    <a:pt x="0" y="10225"/>
                  </a:lnTo>
                  <a:cubicBezTo>
                    <a:pt x="0" y="4581"/>
                    <a:pt x="7112" y="0"/>
                    <a:pt x="15875" y="0"/>
                  </a:cubicBezTo>
                  <a:moveTo>
                    <a:pt x="15875" y="20450"/>
                  </a:moveTo>
                  <a:lnTo>
                    <a:pt x="15875" y="10225"/>
                  </a:lnTo>
                  <a:lnTo>
                    <a:pt x="31750" y="10225"/>
                  </a:lnTo>
                  <a:lnTo>
                    <a:pt x="31750" y="959739"/>
                  </a:lnTo>
                  <a:lnTo>
                    <a:pt x="15875" y="959739"/>
                  </a:lnTo>
                  <a:lnTo>
                    <a:pt x="15875" y="949514"/>
                  </a:lnTo>
                  <a:lnTo>
                    <a:pt x="13611225" y="949514"/>
                  </a:lnTo>
                  <a:lnTo>
                    <a:pt x="13611225" y="959739"/>
                  </a:lnTo>
                  <a:lnTo>
                    <a:pt x="13595350" y="959739"/>
                  </a:lnTo>
                  <a:lnTo>
                    <a:pt x="13595350" y="10225"/>
                  </a:lnTo>
                  <a:lnTo>
                    <a:pt x="13611225" y="10225"/>
                  </a:lnTo>
                  <a:lnTo>
                    <a:pt x="13611225" y="20450"/>
                  </a:lnTo>
                  <a:lnTo>
                    <a:pt x="15875" y="20450"/>
                  </a:lnTo>
                  <a:close/>
                </a:path>
              </a:pathLst>
            </a:custGeom>
            <a:solidFill>
              <a:srgbClr val="9698C6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7100888" y="6481577"/>
            <a:ext cx="10220325" cy="545681"/>
            <a:chOff x="0" y="0"/>
            <a:chExt cx="13627100" cy="727575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3627100" cy="727575"/>
            </a:xfrm>
            <a:custGeom>
              <a:avLst/>
              <a:gdLst/>
              <a:ahLst/>
              <a:cxnLst/>
              <a:rect r="r" b="b" t="t" l="l"/>
              <a:pathLst>
                <a:path h="727575" w="13627100">
                  <a:moveTo>
                    <a:pt x="0" y="0"/>
                  </a:moveTo>
                  <a:lnTo>
                    <a:pt x="13627100" y="0"/>
                  </a:lnTo>
                  <a:lnTo>
                    <a:pt x="13627100" y="727575"/>
                  </a:lnTo>
                  <a:lnTo>
                    <a:pt x="0" y="7275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0" id="50"/>
            <p:cNvSpPr txBox="true"/>
            <p:nvPr/>
          </p:nvSpPr>
          <p:spPr>
            <a:xfrm>
              <a:off x="0" y="9525"/>
              <a:ext cx="13627100" cy="718050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 marL="488632" indent="-162878" lvl="2">
                <a:lnSpc>
                  <a:spcPts val="2916"/>
                </a:lnSpc>
                <a:buFont typeface="Arial"/>
                <a:buChar char="⚬"/>
              </a:pPr>
              <a:r>
                <a:rPr lang="en-US" sz="270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Entrada de texto multilínea.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7367447" y="5654432"/>
            <a:ext cx="7200279" cy="703320"/>
            <a:chOff x="0" y="0"/>
            <a:chExt cx="9548494" cy="932693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15875" y="13528"/>
              <a:ext cx="9516745" cy="905649"/>
            </a:xfrm>
            <a:custGeom>
              <a:avLst/>
              <a:gdLst/>
              <a:ahLst/>
              <a:cxnLst/>
              <a:rect r="r" b="b" t="t" l="l"/>
              <a:pathLst>
                <a:path h="905649" w="9516745">
                  <a:moveTo>
                    <a:pt x="0" y="150978"/>
                  </a:moveTo>
                  <a:cubicBezTo>
                    <a:pt x="0" y="67643"/>
                    <a:pt x="81407" y="0"/>
                    <a:pt x="181864" y="0"/>
                  </a:cubicBezTo>
                  <a:lnTo>
                    <a:pt x="9334881" y="0"/>
                  </a:lnTo>
                  <a:cubicBezTo>
                    <a:pt x="9435338" y="0"/>
                    <a:pt x="9516745" y="67535"/>
                    <a:pt x="9516745" y="150978"/>
                  </a:cubicBezTo>
                  <a:lnTo>
                    <a:pt x="9516745" y="754672"/>
                  </a:lnTo>
                  <a:cubicBezTo>
                    <a:pt x="9516745" y="838007"/>
                    <a:pt x="9435338" y="905650"/>
                    <a:pt x="9334881" y="905650"/>
                  </a:cubicBezTo>
                  <a:lnTo>
                    <a:pt x="181864" y="905650"/>
                  </a:lnTo>
                  <a:cubicBezTo>
                    <a:pt x="81407" y="905650"/>
                    <a:pt x="0" y="838116"/>
                    <a:pt x="0" y="754672"/>
                  </a:cubicBezTo>
                  <a:close/>
                </a:path>
              </a:pathLst>
            </a:custGeom>
            <a:solidFill>
              <a:srgbClr val="9698C6"/>
            </a:solidFill>
          </p:spPr>
        </p:sp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9548495" cy="932709"/>
            </a:xfrm>
            <a:custGeom>
              <a:avLst/>
              <a:gdLst/>
              <a:ahLst/>
              <a:cxnLst/>
              <a:rect r="r" b="b" t="t" l="l"/>
              <a:pathLst>
                <a:path h="932709" w="9548495">
                  <a:moveTo>
                    <a:pt x="0" y="164506"/>
                  </a:moveTo>
                  <a:cubicBezTo>
                    <a:pt x="0" y="73270"/>
                    <a:pt x="88900" y="0"/>
                    <a:pt x="197739" y="0"/>
                  </a:cubicBezTo>
                  <a:lnTo>
                    <a:pt x="9350756" y="0"/>
                  </a:lnTo>
                  <a:lnTo>
                    <a:pt x="9350756" y="13528"/>
                  </a:lnTo>
                  <a:lnTo>
                    <a:pt x="9350756" y="0"/>
                  </a:lnTo>
                  <a:cubicBezTo>
                    <a:pt x="9459595" y="0"/>
                    <a:pt x="9548495" y="73270"/>
                    <a:pt x="9548495" y="164506"/>
                  </a:cubicBezTo>
                  <a:lnTo>
                    <a:pt x="9532620" y="164506"/>
                  </a:lnTo>
                  <a:lnTo>
                    <a:pt x="9548495" y="164506"/>
                  </a:lnTo>
                  <a:lnTo>
                    <a:pt x="9548495" y="768200"/>
                  </a:lnTo>
                  <a:lnTo>
                    <a:pt x="9532620" y="768200"/>
                  </a:lnTo>
                  <a:lnTo>
                    <a:pt x="9548495" y="768200"/>
                  </a:lnTo>
                  <a:cubicBezTo>
                    <a:pt x="9548495" y="859328"/>
                    <a:pt x="9459595" y="932709"/>
                    <a:pt x="9350756" y="932709"/>
                  </a:cubicBezTo>
                  <a:lnTo>
                    <a:pt x="9350756" y="919178"/>
                  </a:lnTo>
                  <a:lnTo>
                    <a:pt x="9350756" y="932709"/>
                  </a:lnTo>
                  <a:lnTo>
                    <a:pt x="197739" y="932709"/>
                  </a:lnTo>
                  <a:lnTo>
                    <a:pt x="197739" y="919178"/>
                  </a:lnTo>
                  <a:lnTo>
                    <a:pt x="197739" y="932709"/>
                  </a:lnTo>
                  <a:cubicBezTo>
                    <a:pt x="88900" y="932709"/>
                    <a:pt x="0" y="859436"/>
                    <a:pt x="0" y="768200"/>
                  </a:cubicBezTo>
                  <a:lnTo>
                    <a:pt x="0" y="164506"/>
                  </a:lnTo>
                  <a:lnTo>
                    <a:pt x="15875" y="164506"/>
                  </a:lnTo>
                  <a:lnTo>
                    <a:pt x="0" y="164506"/>
                  </a:lnTo>
                  <a:moveTo>
                    <a:pt x="31750" y="164506"/>
                  </a:moveTo>
                  <a:lnTo>
                    <a:pt x="31750" y="768200"/>
                  </a:lnTo>
                  <a:lnTo>
                    <a:pt x="15875" y="768200"/>
                  </a:lnTo>
                  <a:lnTo>
                    <a:pt x="31750" y="768200"/>
                  </a:lnTo>
                  <a:cubicBezTo>
                    <a:pt x="31750" y="843743"/>
                    <a:pt x="105664" y="905649"/>
                    <a:pt x="197739" y="905649"/>
                  </a:cubicBezTo>
                  <a:lnTo>
                    <a:pt x="9350756" y="905649"/>
                  </a:lnTo>
                  <a:cubicBezTo>
                    <a:pt x="9442831" y="905649"/>
                    <a:pt x="9516745" y="843743"/>
                    <a:pt x="9516745" y="768200"/>
                  </a:cubicBezTo>
                  <a:lnTo>
                    <a:pt x="9516745" y="164506"/>
                  </a:lnTo>
                  <a:cubicBezTo>
                    <a:pt x="9516745" y="88963"/>
                    <a:pt x="9442831" y="27057"/>
                    <a:pt x="9350756" y="27057"/>
                  </a:cubicBezTo>
                  <a:lnTo>
                    <a:pt x="197739" y="27057"/>
                  </a:lnTo>
                  <a:lnTo>
                    <a:pt x="197739" y="13528"/>
                  </a:lnTo>
                  <a:lnTo>
                    <a:pt x="197739" y="27057"/>
                  </a:lnTo>
                  <a:cubicBezTo>
                    <a:pt x="105664" y="27057"/>
                    <a:pt x="31750" y="88963"/>
                    <a:pt x="31750" y="16450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7649621" y="5730632"/>
            <a:ext cx="7083553" cy="543573"/>
            <a:chOff x="0" y="0"/>
            <a:chExt cx="9444738" cy="724764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9444738" cy="724764"/>
            </a:xfrm>
            <a:custGeom>
              <a:avLst/>
              <a:gdLst/>
              <a:ahLst/>
              <a:cxnLst/>
              <a:rect r="r" b="b" t="t" l="l"/>
              <a:pathLst>
                <a:path h="724764" w="9444738">
                  <a:moveTo>
                    <a:pt x="0" y="0"/>
                  </a:moveTo>
                  <a:lnTo>
                    <a:pt x="9444738" y="0"/>
                  </a:lnTo>
                  <a:lnTo>
                    <a:pt x="9444738" y="724764"/>
                  </a:lnTo>
                  <a:lnTo>
                    <a:pt x="0" y="72476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6" id="56"/>
            <p:cNvSpPr txBox="true"/>
            <p:nvPr/>
          </p:nvSpPr>
          <p:spPr>
            <a:xfrm>
              <a:off x="0" y="9525"/>
              <a:ext cx="9444738" cy="7152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16"/>
                </a:lnSpc>
              </a:pPr>
              <a:r>
                <a:rPr lang="en-US" sz="27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Áreas de texto (JTextArea)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7100888" y="8226797"/>
            <a:ext cx="10220325" cy="682829"/>
            <a:chOff x="0" y="0"/>
            <a:chExt cx="13627100" cy="910438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15875" y="9597"/>
              <a:ext cx="13595350" cy="891253"/>
            </a:xfrm>
            <a:custGeom>
              <a:avLst/>
              <a:gdLst/>
              <a:ahLst/>
              <a:cxnLst/>
              <a:rect r="r" b="b" t="t" l="l"/>
              <a:pathLst>
                <a:path h="891253" w="13595350">
                  <a:moveTo>
                    <a:pt x="0" y="0"/>
                  </a:moveTo>
                  <a:lnTo>
                    <a:pt x="13595350" y="0"/>
                  </a:lnTo>
                  <a:lnTo>
                    <a:pt x="13595350" y="891254"/>
                  </a:lnTo>
                  <a:lnTo>
                    <a:pt x="0" y="891254"/>
                  </a:lnTo>
                  <a:close/>
                </a:path>
              </a:pathLst>
            </a:custGeom>
            <a:solidFill>
              <a:srgbClr val="FFFFFF">
                <a:alpha val="80784"/>
              </a:srgbClr>
            </a:solidFill>
          </p:spPr>
        </p:sp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3627100" cy="910454"/>
            </a:xfrm>
            <a:custGeom>
              <a:avLst/>
              <a:gdLst/>
              <a:ahLst/>
              <a:cxnLst/>
              <a:rect r="r" b="b" t="t" l="l"/>
              <a:pathLst>
                <a:path h="910454" w="13627100">
                  <a:moveTo>
                    <a:pt x="15875" y="0"/>
                  </a:moveTo>
                  <a:lnTo>
                    <a:pt x="13611225" y="0"/>
                  </a:lnTo>
                  <a:cubicBezTo>
                    <a:pt x="13619987" y="0"/>
                    <a:pt x="13627100" y="4300"/>
                    <a:pt x="13627100" y="9597"/>
                  </a:cubicBezTo>
                  <a:lnTo>
                    <a:pt x="13627100" y="900851"/>
                  </a:lnTo>
                  <a:cubicBezTo>
                    <a:pt x="13627100" y="906148"/>
                    <a:pt x="13619987" y="910454"/>
                    <a:pt x="13611225" y="910454"/>
                  </a:cubicBezTo>
                  <a:lnTo>
                    <a:pt x="15875" y="910454"/>
                  </a:lnTo>
                  <a:cubicBezTo>
                    <a:pt x="7112" y="910454"/>
                    <a:pt x="0" y="906148"/>
                    <a:pt x="0" y="900851"/>
                  </a:cubicBezTo>
                  <a:lnTo>
                    <a:pt x="0" y="9597"/>
                  </a:lnTo>
                  <a:cubicBezTo>
                    <a:pt x="0" y="4300"/>
                    <a:pt x="7112" y="0"/>
                    <a:pt x="15875" y="0"/>
                  </a:cubicBezTo>
                  <a:moveTo>
                    <a:pt x="15875" y="19195"/>
                  </a:moveTo>
                  <a:lnTo>
                    <a:pt x="15875" y="9597"/>
                  </a:lnTo>
                  <a:lnTo>
                    <a:pt x="31750" y="9597"/>
                  </a:lnTo>
                  <a:lnTo>
                    <a:pt x="31750" y="900851"/>
                  </a:lnTo>
                  <a:lnTo>
                    <a:pt x="15875" y="900851"/>
                  </a:lnTo>
                  <a:lnTo>
                    <a:pt x="15875" y="891253"/>
                  </a:lnTo>
                  <a:lnTo>
                    <a:pt x="13611225" y="891253"/>
                  </a:lnTo>
                  <a:lnTo>
                    <a:pt x="13611225" y="900851"/>
                  </a:lnTo>
                  <a:lnTo>
                    <a:pt x="13595350" y="900851"/>
                  </a:lnTo>
                  <a:lnTo>
                    <a:pt x="13595350" y="9597"/>
                  </a:lnTo>
                  <a:lnTo>
                    <a:pt x="13611225" y="9597"/>
                  </a:lnTo>
                  <a:lnTo>
                    <a:pt x="13611225" y="19195"/>
                  </a:lnTo>
                  <a:lnTo>
                    <a:pt x="15875" y="19195"/>
                  </a:lnTo>
                  <a:close/>
                </a:path>
              </a:pathLst>
            </a:custGeom>
            <a:solidFill>
              <a:srgbClr val="7F9ABA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7100888" y="8302997"/>
            <a:ext cx="10220325" cy="778079"/>
            <a:chOff x="0" y="0"/>
            <a:chExt cx="13627100" cy="1037438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3627100" cy="1037438"/>
            </a:xfrm>
            <a:custGeom>
              <a:avLst/>
              <a:gdLst/>
              <a:ahLst/>
              <a:cxnLst/>
              <a:rect r="r" b="b" t="t" l="l"/>
              <a:pathLst>
                <a:path h="1037438" w="13627100">
                  <a:moveTo>
                    <a:pt x="0" y="0"/>
                  </a:moveTo>
                  <a:lnTo>
                    <a:pt x="13627100" y="0"/>
                  </a:lnTo>
                  <a:lnTo>
                    <a:pt x="13627100" y="1037438"/>
                  </a:lnTo>
                  <a:lnTo>
                    <a:pt x="0" y="10374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62" id="62"/>
            <p:cNvSpPr txBox="true"/>
            <p:nvPr/>
          </p:nvSpPr>
          <p:spPr>
            <a:xfrm>
              <a:off x="0" y="9525"/>
              <a:ext cx="13627100" cy="1027913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 marL="488632" indent="-162878" lvl="2">
                <a:lnSpc>
                  <a:spcPts val="2916"/>
                </a:lnSpc>
                <a:buFont typeface="Arial"/>
                <a:buChar char="⚬"/>
              </a:pPr>
              <a:r>
                <a:rPr lang="en-US" sz="270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Selección binaria.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7386901" y="7380492"/>
            <a:ext cx="7161371" cy="751055"/>
            <a:chOff x="0" y="0"/>
            <a:chExt cx="9548494" cy="1001407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15875" y="14525"/>
              <a:ext cx="9516745" cy="972371"/>
            </a:xfrm>
            <a:custGeom>
              <a:avLst/>
              <a:gdLst/>
              <a:ahLst/>
              <a:cxnLst/>
              <a:rect r="r" b="b" t="t" l="l"/>
              <a:pathLst>
                <a:path h="972371" w="9516745">
                  <a:moveTo>
                    <a:pt x="0" y="162101"/>
                  </a:moveTo>
                  <a:cubicBezTo>
                    <a:pt x="0" y="72626"/>
                    <a:pt x="81407" y="0"/>
                    <a:pt x="181864" y="0"/>
                  </a:cubicBezTo>
                  <a:lnTo>
                    <a:pt x="9334881" y="0"/>
                  </a:lnTo>
                  <a:cubicBezTo>
                    <a:pt x="9435338" y="0"/>
                    <a:pt x="9516745" y="72510"/>
                    <a:pt x="9516745" y="162101"/>
                  </a:cubicBezTo>
                  <a:lnTo>
                    <a:pt x="9516745" y="810271"/>
                  </a:lnTo>
                  <a:cubicBezTo>
                    <a:pt x="9516745" y="899746"/>
                    <a:pt x="9435338" y="972372"/>
                    <a:pt x="9334881" y="972372"/>
                  </a:cubicBezTo>
                  <a:lnTo>
                    <a:pt x="181864" y="972372"/>
                  </a:lnTo>
                  <a:cubicBezTo>
                    <a:pt x="81407" y="972372"/>
                    <a:pt x="0" y="899862"/>
                    <a:pt x="0" y="810271"/>
                  </a:cubicBezTo>
                  <a:close/>
                </a:path>
              </a:pathLst>
            </a:custGeom>
            <a:solidFill>
              <a:srgbClr val="7F9ABA"/>
            </a:solidFill>
          </p:spPr>
        </p:sp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9548495" cy="1001423"/>
            </a:xfrm>
            <a:custGeom>
              <a:avLst/>
              <a:gdLst/>
              <a:ahLst/>
              <a:cxnLst/>
              <a:rect r="r" b="b" t="t" l="l"/>
              <a:pathLst>
                <a:path h="1001423" w="9548495">
                  <a:moveTo>
                    <a:pt x="0" y="176626"/>
                  </a:moveTo>
                  <a:cubicBezTo>
                    <a:pt x="0" y="78668"/>
                    <a:pt x="88900" y="0"/>
                    <a:pt x="197739" y="0"/>
                  </a:cubicBezTo>
                  <a:lnTo>
                    <a:pt x="9350756" y="0"/>
                  </a:lnTo>
                  <a:lnTo>
                    <a:pt x="9350756" y="14525"/>
                  </a:lnTo>
                  <a:lnTo>
                    <a:pt x="9350756" y="0"/>
                  </a:lnTo>
                  <a:cubicBezTo>
                    <a:pt x="9459595" y="0"/>
                    <a:pt x="9548495" y="78668"/>
                    <a:pt x="9548495" y="176626"/>
                  </a:cubicBezTo>
                  <a:lnTo>
                    <a:pt x="9532620" y="176626"/>
                  </a:lnTo>
                  <a:lnTo>
                    <a:pt x="9548495" y="176626"/>
                  </a:lnTo>
                  <a:lnTo>
                    <a:pt x="9548495" y="824796"/>
                  </a:lnTo>
                  <a:lnTo>
                    <a:pt x="9532620" y="824796"/>
                  </a:lnTo>
                  <a:lnTo>
                    <a:pt x="9548495" y="824796"/>
                  </a:lnTo>
                  <a:cubicBezTo>
                    <a:pt x="9548495" y="922637"/>
                    <a:pt x="9459595" y="1001423"/>
                    <a:pt x="9350756" y="1001423"/>
                  </a:cubicBezTo>
                  <a:lnTo>
                    <a:pt x="9350756" y="986897"/>
                  </a:lnTo>
                  <a:lnTo>
                    <a:pt x="9350756" y="1001423"/>
                  </a:lnTo>
                  <a:lnTo>
                    <a:pt x="197739" y="1001423"/>
                  </a:lnTo>
                  <a:lnTo>
                    <a:pt x="197739" y="986897"/>
                  </a:lnTo>
                  <a:lnTo>
                    <a:pt x="197739" y="1001423"/>
                  </a:lnTo>
                  <a:cubicBezTo>
                    <a:pt x="88900" y="1001423"/>
                    <a:pt x="0" y="922753"/>
                    <a:pt x="0" y="824796"/>
                  </a:cubicBezTo>
                  <a:lnTo>
                    <a:pt x="0" y="176626"/>
                  </a:lnTo>
                  <a:lnTo>
                    <a:pt x="15875" y="176626"/>
                  </a:lnTo>
                  <a:lnTo>
                    <a:pt x="0" y="176626"/>
                  </a:lnTo>
                  <a:moveTo>
                    <a:pt x="31750" y="176626"/>
                  </a:moveTo>
                  <a:lnTo>
                    <a:pt x="31750" y="824796"/>
                  </a:lnTo>
                  <a:lnTo>
                    <a:pt x="15875" y="824796"/>
                  </a:lnTo>
                  <a:lnTo>
                    <a:pt x="31750" y="824796"/>
                  </a:lnTo>
                  <a:cubicBezTo>
                    <a:pt x="31750" y="905904"/>
                    <a:pt x="105664" y="972371"/>
                    <a:pt x="197739" y="972371"/>
                  </a:cubicBezTo>
                  <a:lnTo>
                    <a:pt x="9350756" y="972371"/>
                  </a:lnTo>
                  <a:cubicBezTo>
                    <a:pt x="9442831" y="972371"/>
                    <a:pt x="9516745" y="905904"/>
                    <a:pt x="9516745" y="824796"/>
                  </a:cubicBezTo>
                  <a:lnTo>
                    <a:pt x="9516745" y="176626"/>
                  </a:lnTo>
                  <a:cubicBezTo>
                    <a:pt x="9516745" y="95517"/>
                    <a:pt x="9442831" y="29050"/>
                    <a:pt x="9350756" y="29050"/>
                  </a:cubicBezTo>
                  <a:lnTo>
                    <a:pt x="197739" y="29050"/>
                  </a:lnTo>
                  <a:lnTo>
                    <a:pt x="197739" y="14525"/>
                  </a:lnTo>
                  <a:lnTo>
                    <a:pt x="197739" y="29050"/>
                  </a:lnTo>
                  <a:cubicBezTo>
                    <a:pt x="105664" y="29050"/>
                    <a:pt x="31750" y="95517"/>
                    <a:pt x="31750" y="17662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7649621" y="7470227"/>
            <a:ext cx="7083553" cy="571586"/>
            <a:chOff x="0" y="0"/>
            <a:chExt cx="9444738" cy="762114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9444738" cy="762114"/>
            </a:xfrm>
            <a:custGeom>
              <a:avLst/>
              <a:gdLst/>
              <a:ahLst/>
              <a:cxnLst/>
              <a:rect r="r" b="b" t="t" l="l"/>
              <a:pathLst>
                <a:path h="762114" w="9444738">
                  <a:moveTo>
                    <a:pt x="0" y="0"/>
                  </a:moveTo>
                  <a:lnTo>
                    <a:pt x="9444738" y="0"/>
                  </a:lnTo>
                  <a:lnTo>
                    <a:pt x="9444738" y="762114"/>
                  </a:lnTo>
                  <a:lnTo>
                    <a:pt x="0" y="76211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68" id="68"/>
            <p:cNvSpPr txBox="true"/>
            <p:nvPr/>
          </p:nvSpPr>
          <p:spPr>
            <a:xfrm>
              <a:off x="0" y="9525"/>
              <a:ext cx="9444738" cy="7525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16"/>
                </a:lnSpc>
              </a:pPr>
              <a:r>
                <a:rPr lang="en-US" sz="27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Casillas de verificación (JCheckBox)</a:t>
              </a:r>
            </a:p>
          </p:txBody>
        </p:sp>
      </p:grp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762" y="9601200"/>
            <a:ext cx="18283238" cy="685800"/>
            <a:chOff x="0" y="0"/>
            <a:chExt cx="24377650" cy="914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7650" cy="914400"/>
            </a:xfrm>
            <a:custGeom>
              <a:avLst/>
              <a:gdLst/>
              <a:ahLst/>
              <a:cxnLst/>
              <a:rect r="r" b="b" t="t" l="l"/>
              <a:pathLst>
                <a:path h="914400" w="24377650">
                  <a:moveTo>
                    <a:pt x="0" y="0"/>
                  </a:moveTo>
                  <a:lnTo>
                    <a:pt x="24377650" y="0"/>
                  </a:lnTo>
                  <a:lnTo>
                    <a:pt x="2437765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262626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65200" y="2249836"/>
            <a:ext cx="6006718" cy="4566199"/>
            <a:chOff x="0" y="0"/>
            <a:chExt cx="8008958" cy="608826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008958" cy="6088266"/>
            </a:xfrm>
            <a:custGeom>
              <a:avLst/>
              <a:gdLst/>
              <a:ahLst/>
              <a:cxnLst/>
              <a:rect r="r" b="b" t="t" l="l"/>
              <a:pathLst>
                <a:path h="6088266" w="8008958">
                  <a:moveTo>
                    <a:pt x="0" y="0"/>
                  </a:moveTo>
                  <a:lnTo>
                    <a:pt x="8008958" y="0"/>
                  </a:lnTo>
                  <a:lnTo>
                    <a:pt x="8008958" y="6088266"/>
                  </a:lnTo>
                  <a:lnTo>
                    <a:pt x="0" y="608826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123825"/>
              <a:ext cx="8008958" cy="59644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7200"/>
                </a:lnSpc>
              </a:pPr>
              <a:r>
                <a:rPr lang="en-US" sz="7500" spc="-75">
                  <a:solidFill>
                    <a:srgbClr val="404040"/>
                  </a:solidFill>
                  <a:latin typeface="Arimo"/>
                  <a:ea typeface="Arimo"/>
                  <a:cs typeface="Arimo"/>
                  <a:sym typeface="Arimo"/>
                </a:rPr>
                <a:t>Contenedores</a:t>
              </a:r>
            </a:p>
          </p:txBody>
        </p:sp>
      </p:grpSp>
      <p:sp>
        <p:nvSpPr>
          <p:cNvPr name="AutoShape 7" id="7"/>
          <p:cNvSpPr/>
          <p:nvPr/>
        </p:nvSpPr>
        <p:spPr>
          <a:xfrm>
            <a:off x="7383084" y="2682163"/>
            <a:ext cx="19050" cy="413385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0" y="9601200"/>
            <a:ext cx="18288000" cy="685800"/>
            <a:chOff x="0" y="0"/>
            <a:chExt cx="24384000" cy="914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384000" cy="914400"/>
            </a:xfrm>
            <a:custGeom>
              <a:avLst/>
              <a:gdLst/>
              <a:ahLst/>
              <a:cxnLst/>
              <a:rect r="r" b="b" t="t" l="l"/>
              <a:pathLst>
                <a:path h="9144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262626"/>
            </a:solidFill>
          </p:spPr>
        </p:sp>
      </p:grpSp>
      <p:grpSp>
        <p:nvGrpSpPr>
          <p:cNvPr name="Group 10" id="10"/>
          <p:cNvGrpSpPr/>
          <p:nvPr/>
        </p:nvGrpSpPr>
        <p:grpSpPr>
          <a:xfrm rot="5400000">
            <a:off x="11628223" y="1260743"/>
            <a:ext cx="2766543" cy="2409988"/>
            <a:chOff x="0" y="0"/>
            <a:chExt cx="3688724" cy="321331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15875" y="15875"/>
              <a:ext cx="3656965" cy="3181604"/>
            </a:xfrm>
            <a:custGeom>
              <a:avLst/>
              <a:gdLst/>
              <a:ahLst/>
              <a:cxnLst/>
              <a:rect r="r" b="b" t="t" l="l"/>
              <a:pathLst>
                <a:path h="3181604" w="3656965">
                  <a:moveTo>
                    <a:pt x="0" y="1590802"/>
                  </a:moveTo>
                  <a:lnTo>
                    <a:pt x="796417" y="0"/>
                  </a:lnTo>
                  <a:lnTo>
                    <a:pt x="2860548" y="0"/>
                  </a:lnTo>
                  <a:lnTo>
                    <a:pt x="3656965" y="1590802"/>
                  </a:lnTo>
                  <a:lnTo>
                    <a:pt x="2860548" y="3181604"/>
                  </a:lnTo>
                  <a:lnTo>
                    <a:pt x="796417" y="3181604"/>
                  </a:lnTo>
                  <a:close/>
                </a:path>
              </a:pathLst>
            </a:custGeom>
            <a:solidFill>
              <a:srgbClr val="BA7FAE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-635" y="0"/>
              <a:ext cx="3689985" cy="3213354"/>
            </a:xfrm>
            <a:custGeom>
              <a:avLst/>
              <a:gdLst/>
              <a:ahLst/>
              <a:cxnLst/>
              <a:rect r="r" b="b" t="t" l="l"/>
              <a:pathLst>
                <a:path h="3213354" w="3689985">
                  <a:moveTo>
                    <a:pt x="2286" y="1599565"/>
                  </a:moveTo>
                  <a:lnTo>
                    <a:pt x="798703" y="8763"/>
                  </a:lnTo>
                  <a:cubicBezTo>
                    <a:pt x="801370" y="3429"/>
                    <a:pt x="806831" y="0"/>
                    <a:pt x="812927" y="0"/>
                  </a:cubicBezTo>
                  <a:lnTo>
                    <a:pt x="2877058" y="0"/>
                  </a:lnTo>
                  <a:cubicBezTo>
                    <a:pt x="2883027" y="0"/>
                    <a:pt x="2888615" y="3429"/>
                    <a:pt x="2891282" y="8763"/>
                  </a:cubicBezTo>
                  <a:lnTo>
                    <a:pt x="3687699" y="1599565"/>
                  </a:lnTo>
                  <a:cubicBezTo>
                    <a:pt x="3689985" y="1604010"/>
                    <a:pt x="3689985" y="1609344"/>
                    <a:pt x="3687699" y="1613789"/>
                  </a:cubicBezTo>
                  <a:lnTo>
                    <a:pt x="2891282" y="3204591"/>
                  </a:lnTo>
                  <a:cubicBezTo>
                    <a:pt x="2888615" y="3209925"/>
                    <a:pt x="2883154" y="3213354"/>
                    <a:pt x="2877058" y="3213354"/>
                  </a:cubicBezTo>
                  <a:lnTo>
                    <a:pt x="812927" y="3213354"/>
                  </a:lnTo>
                  <a:cubicBezTo>
                    <a:pt x="806958" y="3213354"/>
                    <a:pt x="801370" y="3209925"/>
                    <a:pt x="798703" y="3204591"/>
                  </a:cubicBezTo>
                  <a:lnTo>
                    <a:pt x="2286" y="1613789"/>
                  </a:lnTo>
                  <a:cubicBezTo>
                    <a:pt x="0" y="1609344"/>
                    <a:pt x="0" y="1604010"/>
                    <a:pt x="2286" y="1599565"/>
                  </a:cubicBezTo>
                  <a:moveTo>
                    <a:pt x="30734" y="1613789"/>
                  </a:moveTo>
                  <a:lnTo>
                    <a:pt x="16510" y="1606677"/>
                  </a:lnTo>
                  <a:lnTo>
                    <a:pt x="30734" y="1599565"/>
                  </a:lnTo>
                  <a:lnTo>
                    <a:pt x="827151" y="3190367"/>
                  </a:lnTo>
                  <a:lnTo>
                    <a:pt x="812927" y="3197479"/>
                  </a:lnTo>
                  <a:lnTo>
                    <a:pt x="812927" y="3181604"/>
                  </a:lnTo>
                  <a:lnTo>
                    <a:pt x="2877058" y="3181604"/>
                  </a:lnTo>
                  <a:lnTo>
                    <a:pt x="2877058" y="3197479"/>
                  </a:lnTo>
                  <a:lnTo>
                    <a:pt x="2862834" y="3190367"/>
                  </a:lnTo>
                  <a:lnTo>
                    <a:pt x="3659251" y="1599565"/>
                  </a:lnTo>
                  <a:lnTo>
                    <a:pt x="3673475" y="1606677"/>
                  </a:lnTo>
                  <a:lnTo>
                    <a:pt x="3659251" y="1613789"/>
                  </a:lnTo>
                  <a:lnTo>
                    <a:pt x="2862834" y="22987"/>
                  </a:lnTo>
                  <a:lnTo>
                    <a:pt x="2877058" y="15875"/>
                  </a:lnTo>
                  <a:lnTo>
                    <a:pt x="2877058" y="31750"/>
                  </a:lnTo>
                  <a:lnTo>
                    <a:pt x="812927" y="31750"/>
                  </a:lnTo>
                  <a:lnTo>
                    <a:pt x="812927" y="15875"/>
                  </a:lnTo>
                  <a:lnTo>
                    <a:pt x="827151" y="22987"/>
                  </a:lnTo>
                  <a:lnTo>
                    <a:pt x="30734" y="1613789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2178345" y="1509875"/>
            <a:ext cx="1666298" cy="1911726"/>
            <a:chOff x="0" y="0"/>
            <a:chExt cx="2221730" cy="254896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221730" cy="2548968"/>
            </a:xfrm>
            <a:custGeom>
              <a:avLst/>
              <a:gdLst/>
              <a:ahLst/>
              <a:cxnLst/>
              <a:rect r="r" b="b" t="t" l="l"/>
              <a:pathLst>
                <a:path h="2548968" w="2221730">
                  <a:moveTo>
                    <a:pt x="0" y="0"/>
                  </a:moveTo>
                  <a:lnTo>
                    <a:pt x="2221730" y="0"/>
                  </a:lnTo>
                  <a:lnTo>
                    <a:pt x="2221730" y="2548968"/>
                  </a:lnTo>
                  <a:lnTo>
                    <a:pt x="0" y="254896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19050"/>
              <a:ext cx="2221730" cy="25299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30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Ventanas (JFrame)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4267464" y="1633393"/>
            <a:ext cx="3079938" cy="1664688"/>
            <a:chOff x="0" y="0"/>
            <a:chExt cx="4106584" cy="221958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106584" cy="2219584"/>
            </a:xfrm>
            <a:custGeom>
              <a:avLst/>
              <a:gdLst/>
              <a:ahLst/>
              <a:cxnLst/>
              <a:rect r="r" b="b" t="t" l="l"/>
              <a:pathLst>
                <a:path h="2219584" w="4106584">
                  <a:moveTo>
                    <a:pt x="0" y="0"/>
                  </a:moveTo>
                  <a:lnTo>
                    <a:pt x="4106584" y="0"/>
                  </a:lnTo>
                  <a:lnTo>
                    <a:pt x="4106584" y="2219584"/>
                  </a:lnTo>
                  <a:lnTo>
                    <a:pt x="0" y="221958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19050"/>
              <a:ext cx="4106584" cy="22005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300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Ventanas principales de la aplicación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5400000">
            <a:off x="9051152" y="1260743"/>
            <a:ext cx="2766543" cy="2409988"/>
            <a:chOff x="0" y="0"/>
            <a:chExt cx="3688724" cy="321331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15875" y="15875"/>
              <a:ext cx="3656965" cy="3181604"/>
            </a:xfrm>
            <a:custGeom>
              <a:avLst/>
              <a:gdLst/>
              <a:ahLst/>
              <a:cxnLst/>
              <a:rect r="r" b="b" t="t" l="l"/>
              <a:pathLst>
                <a:path h="3181604" w="3656965">
                  <a:moveTo>
                    <a:pt x="0" y="1590802"/>
                  </a:moveTo>
                  <a:lnTo>
                    <a:pt x="796417" y="0"/>
                  </a:lnTo>
                  <a:lnTo>
                    <a:pt x="2860548" y="0"/>
                  </a:lnTo>
                  <a:lnTo>
                    <a:pt x="3656965" y="1590802"/>
                  </a:lnTo>
                  <a:lnTo>
                    <a:pt x="2860548" y="3181604"/>
                  </a:lnTo>
                  <a:lnTo>
                    <a:pt x="796417" y="3181604"/>
                  </a:lnTo>
                  <a:close/>
                </a:path>
              </a:pathLst>
            </a:custGeom>
            <a:solidFill>
              <a:srgbClr val="BC96C6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-635" y="0"/>
              <a:ext cx="3689985" cy="3213354"/>
            </a:xfrm>
            <a:custGeom>
              <a:avLst/>
              <a:gdLst/>
              <a:ahLst/>
              <a:cxnLst/>
              <a:rect r="r" b="b" t="t" l="l"/>
              <a:pathLst>
                <a:path h="3213354" w="3689985">
                  <a:moveTo>
                    <a:pt x="2286" y="1599565"/>
                  </a:moveTo>
                  <a:lnTo>
                    <a:pt x="798703" y="8763"/>
                  </a:lnTo>
                  <a:cubicBezTo>
                    <a:pt x="801370" y="3429"/>
                    <a:pt x="806831" y="0"/>
                    <a:pt x="812927" y="0"/>
                  </a:cubicBezTo>
                  <a:lnTo>
                    <a:pt x="2877058" y="0"/>
                  </a:lnTo>
                  <a:cubicBezTo>
                    <a:pt x="2883027" y="0"/>
                    <a:pt x="2888615" y="3429"/>
                    <a:pt x="2891282" y="8763"/>
                  </a:cubicBezTo>
                  <a:lnTo>
                    <a:pt x="3687699" y="1599565"/>
                  </a:lnTo>
                  <a:cubicBezTo>
                    <a:pt x="3689985" y="1604010"/>
                    <a:pt x="3689985" y="1609344"/>
                    <a:pt x="3687699" y="1613789"/>
                  </a:cubicBezTo>
                  <a:lnTo>
                    <a:pt x="2891282" y="3204591"/>
                  </a:lnTo>
                  <a:cubicBezTo>
                    <a:pt x="2888615" y="3209925"/>
                    <a:pt x="2883154" y="3213354"/>
                    <a:pt x="2877058" y="3213354"/>
                  </a:cubicBezTo>
                  <a:lnTo>
                    <a:pt x="812927" y="3213354"/>
                  </a:lnTo>
                  <a:cubicBezTo>
                    <a:pt x="806958" y="3213354"/>
                    <a:pt x="801370" y="3209925"/>
                    <a:pt x="798703" y="3204591"/>
                  </a:cubicBezTo>
                  <a:lnTo>
                    <a:pt x="2286" y="1613789"/>
                  </a:lnTo>
                  <a:cubicBezTo>
                    <a:pt x="0" y="1609344"/>
                    <a:pt x="0" y="1604010"/>
                    <a:pt x="2286" y="1599565"/>
                  </a:cubicBezTo>
                  <a:moveTo>
                    <a:pt x="30734" y="1613789"/>
                  </a:moveTo>
                  <a:lnTo>
                    <a:pt x="16510" y="1606677"/>
                  </a:lnTo>
                  <a:lnTo>
                    <a:pt x="30734" y="1599565"/>
                  </a:lnTo>
                  <a:lnTo>
                    <a:pt x="827151" y="3190367"/>
                  </a:lnTo>
                  <a:lnTo>
                    <a:pt x="812927" y="3197479"/>
                  </a:lnTo>
                  <a:lnTo>
                    <a:pt x="812927" y="3181604"/>
                  </a:lnTo>
                  <a:lnTo>
                    <a:pt x="2877058" y="3181604"/>
                  </a:lnTo>
                  <a:lnTo>
                    <a:pt x="2877058" y="3197479"/>
                  </a:lnTo>
                  <a:lnTo>
                    <a:pt x="2862834" y="3190367"/>
                  </a:lnTo>
                  <a:lnTo>
                    <a:pt x="3659251" y="1599565"/>
                  </a:lnTo>
                  <a:lnTo>
                    <a:pt x="3673475" y="1606677"/>
                  </a:lnTo>
                  <a:lnTo>
                    <a:pt x="3659251" y="1613789"/>
                  </a:lnTo>
                  <a:lnTo>
                    <a:pt x="2862834" y="22987"/>
                  </a:lnTo>
                  <a:lnTo>
                    <a:pt x="2877058" y="15875"/>
                  </a:lnTo>
                  <a:lnTo>
                    <a:pt x="2877058" y="31750"/>
                  </a:lnTo>
                  <a:lnTo>
                    <a:pt x="812927" y="31750"/>
                  </a:lnTo>
                  <a:lnTo>
                    <a:pt x="812927" y="15875"/>
                  </a:lnTo>
                  <a:lnTo>
                    <a:pt x="827151" y="22987"/>
                  </a:lnTo>
                  <a:lnTo>
                    <a:pt x="30734" y="1613789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2" id="22"/>
          <p:cNvGrpSpPr/>
          <p:nvPr/>
        </p:nvGrpSpPr>
        <p:grpSpPr>
          <a:xfrm rot="5400000">
            <a:off x="10334750" y="3588773"/>
            <a:ext cx="2766543" cy="2409988"/>
            <a:chOff x="0" y="0"/>
            <a:chExt cx="3688724" cy="321331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15875" y="15875"/>
              <a:ext cx="3656965" cy="3181604"/>
            </a:xfrm>
            <a:custGeom>
              <a:avLst/>
              <a:gdLst/>
              <a:ahLst/>
              <a:cxnLst/>
              <a:rect r="r" b="b" t="t" l="l"/>
              <a:pathLst>
                <a:path h="3181604" w="3656965">
                  <a:moveTo>
                    <a:pt x="0" y="1590802"/>
                  </a:moveTo>
                  <a:lnTo>
                    <a:pt x="796417" y="0"/>
                  </a:lnTo>
                  <a:lnTo>
                    <a:pt x="2860548" y="0"/>
                  </a:lnTo>
                  <a:lnTo>
                    <a:pt x="3656965" y="1590802"/>
                  </a:lnTo>
                  <a:lnTo>
                    <a:pt x="2860548" y="3181604"/>
                  </a:lnTo>
                  <a:lnTo>
                    <a:pt x="796417" y="3181604"/>
                  </a:lnTo>
                  <a:close/>
                </a:path>
              </a:pathLst>
            </a:custGeom>
            <a:solidFill>
              <a:srgbClr val="957FBA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-635" y="0"/>
              <a:ext cx="3689985" cy="3213354"/>
            </a:xfrm>
            <a:custGeom>
              <a:avLst/>
              <a:gdLst/>
              <a:ahLst/>
              <a:cxnLst/>
              <a:rect r="r" b="b" t="t" l="l"/>
              <a:pathLst>
                <a:path h="3213354" w="3689985">
                  <a:moveTo>
                    <a:pt x="2286" y="1599565"/>
                  </a:moveTo>
                  <a:lnTo>
                    <a:pt x="798703" y="8763"/>
                  </a:lnTo>
                  <a:cubicBezTo>
                    <a:pt x="801370" y="3429"/>
                    <a:pt x="806831" y="0"/>
                    <a:pt x="812927" y="0"/>
                  </a:cubicBezTo>
                  <a:lnTo>
                    <a:pt x="2877058" y="0"/>
                  </a:lnTo>
                  <a:cubicBezTo>
                    <a:pt x="2883027" y="0"/>
                    <a:pt x="2888615" y="3429"/>
                    <a:pt x="2891282" y="8763"/>
                  </a:cubicBezTo>
                  <a:lnTo>
                    <a:pt x="3687699" y="1599565"/>
                  </a:lnTo>
                  <a:cubicBezTo>
                    <a:pt x="3689985" y="1604010"/>
                    <a:pt x="3689985" y="1609344"/>
                    <a:pt x="3687699" y="1613789"/>
                  </a:cubicBezTo>
                  <a:lnTo>
                    <a:pt x="2891282" y="3204591"/>
                  </a:lnTo>
                  <a:cubicBezTo>
                    <a:pt x="2888615" y="3209925"/>
                    <a:pt x="2883154" y="3213354"/>
                    <a:pt x="2877058" y="3213354"/>
                  </a:cubicBezTo>
                  <a:lnTo>
                    <a:pt x="812927" y="3213354"/>
                  </a:lnTo>
                  <a:cubicBezTo>
                    <a:pt x="806958" y="3213354"/>
                    <a:pt x="801370" y="3209925"/>
                    <a:pt x="798703" y="3204591"/>
                  </a:cubicBezTo>
                  <a:lnTo>
                    <a:pt x="2286" y="1613789"/>
                  </a:lnTo>
                  <a:cubicBezTo>
                    <a:pt x="0" y="1609344"/>
                    <a:pt x="0" y="1604010"/>
                    <a:pt x="2286" y="1599565"/>
                  </a:cubicBezTo>
                  <a:moveTo>
                    <a:pt x="30734" y="1613789"/>
                  </a:moveTo>
                  <a:lnTo>
                    <a:pt x="16510" y="1606677"/>
                  </a:lnTo>
                  <a:lnTo>
                    <a:pt x="30734" y="1599565"/>
                  </a:lnTo>
                  <a:lnTo>
                    <a:pt x="827151" y="3190367"/>
                  </a:lnTo>
                  <a:lnTo>
                    <a:pt x="812927" y="3197479"/>
                  </a:lnTo>
                  <a:lnTo>
                    <a:pt x="812927" y="3181604"/>
                  </a:lnTo>
                  <a:lnTo>
                    <a:pt x="2877058" y="3181604"/>
                  </a:lnTo>
                  <a:lnTo>
                    <a:pt x="2877058" y="3197479"/>
                  </a:lnTo>
                  <a:lnTo>
                    <a:pt x="2862834" y="3190367"/>
                  </a:lnTo>
                  <a:lnTo>
                    <a:pt x="3659251" y="1599565"/>
                  </a:lnTo>
                  <a:lnTo>
                    <a:pt x="3673475" y="1606677"/>
                  </a:lnTo>
                  <a:lnTo>
                    <a:pt x="3659251" y="1613789"/>
                  </a:lnTo>
                  <a:lnTo>
                    <a:pt x="2862834" y="22987"/>
                  </a:lnTo>
                  <a:lnTo>
                    <a:pt x="2877058" y="15875"/>
                  </a:lnTo>
                  <a:lnTo>
                    <a:pt x="2877058" y="31750"/>
                  </a:lnTo>
                  <a:lnTo>
                    <a:pt x="812927" y="31750"/>
                  </a:lnTo>
                  <a:lnTo>
                    <a:pt x="812927" y="15875"/>
                  </a:lnTo>
                  <a:lnTo>
                    <a:pt x="827151" y="22987"/>
                  </a:lnTo>
                  <a:lnTo>
                    <a:pt x="30734" y="1613789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0884872" y="3837905"/>
            <a:ext cx="1666298" cy="1911726"/>
            <a:chOff x="0" y="0"/>
            <a:chExt cx="2221730" cy="254896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221730" cy="2548968"/>
            </a:xfrm>
            <a:custGeom>
              <a:avLst/>
              <a:gdLst/>
              <a:ahLst/>
              <a:cxnLst/>
              <a:rect r="r" b="b" t="t" l="l"/>
              <a:pathLst>
                <a:path h="2548968" w="2221730">
                  <a:moveTo>
                    <a:pt x="0" y="0"/>
                  </a:moveTo>
                  <a:lnTo>
                    <a:pt x="2221730" y="0"/>
                  </a:lnTo>
                  <a:lnTo>
                    <a:pt x="2221730" y="2548968"/>
                  </a:lnTo>
                  <a:lnTo>
                    <a:pt x="0" y="254896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19050"/>
              <a:ext cx="2221730" cy="25299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30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Páneles (JPanel)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7454522" y="3961423"/>
            <a:ext cx="2981199" cy="1664688"/>
            <a:chOff x="0" y="0"/>
            <a:chExt cx="3974932" cy="221958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974932" cy="2219584"/>
            </a:xfrm>
            <a:custGeom>
              <a:avLst/>
              <a:gdLst/>
              <a:ahLst/>
              <a:cxnLst/>
              <a:rect r="r" b="b" t="t" l="l"/>
              <a:pathLst>
                <a:path h="2219584" w="3974932">
                  <a:moveTo>
                    <a:pt x="0" y="0"/>
                  </a:moveTo>
                  <a:lnTo>
                    <a:pt x="3974932" y="0"/>
                  </a:lnTo>
                  <a:lnTo>
                    <a:pt x="3974932" y="2219584"/>
                  </a:lnTo>
                  <a:lnTo>
                    <a:pt x="0" y="221958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19050"/>
              <a:ext cx="3974932" cy="22005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240"/>
                </a:lnSpc>
              </a:pPr>
              <a:r>
                <a:rPr lang="en-US" sz="300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Contenedores para organizar componentes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5400000">
            <a:off x="12911821" y="3588773"/>
            <a:ext cx="2766543" cy="2409988"/>
            <a:chOff x="0" y="0"/>
            <a:chExt cx="3688724" cy="3213318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15875" y="15875"/>
              <a:ext cx="3656965" cy="3181604"/>
            </a:xfrm>
            <a:custGeom>
              <a:avLst/>
              <a:gdLst/>
              <a:ahLst/>
              <a:cxnLst/>
              <a:rect r="r" b="b" t="t" l="l"/>
              <a:pathLst>
                <a:path h="3181604" w="3656965">
                  <a:moveTo>
                    <a:pt x="0" y="1590802"/>
                  </a:moveTo>
                  <a:lnTo>
                    <a:pt x="796417" y="0"/>
                  </a:lnTo>
                  <a:lnTo>
                    <a:pt x="2860548" y="0"/>
                  </a:lnTo>
                  <a:lnTo>
                    <a:pt x="3656965" y="1590802"/>
                  </a:lnTo>
                  <a:lnTo>
                    <a:pt x="2860548" y="3181604"/>
                  </a:lnTo>
                  <a:lnTo>
                    <a:pt x="796417" y="3181604"/>
                  </a:lnTo>
                  <a:close/>
                </a:path>
              </a:pathLst>
            </a:custGeom>
            <a:solidFill>
              <a:srgbClr val="9698C6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-635" y="0"/>
              <a:ext cx="3689985" cy="3213354"/>
            </a:xfrm>
            <a:custGeom>
              <a:avLst/>
              <a:gdLst/>
              <a:ahLst/>
              <a:cxnLst/>
              <a:rect r="r" b="b" t="t" l="l"/>
              <a:pathLst>
                <a:path h="3213354" w="3689985">
                  <a:moveTo>
                    <a:pt x="2286" y="1599565"/>
                  </a:moveTo>
                  <a:lnTo>
                    <a:pt x="798703" y="8763"/>
                  </a:lnTo>
                  <a:cubicBezTo>
                    <a:pt x="801370" y="3429"/>
                    <a:pt x="806831" y="0"/>
                    <a:pt x="812927" y="0"/>
                  </a:cubicBezTo>
                  <a:lnTo>
                    <a:pt x="2877058" y="0"/>
                  </a:lnTo>
                  <a:cubicBezTo>
                    <a:pt x="2883027" y="0"/>
                    <a:pt x="2888615" y="3429"/>
                    <a:pt x="2891282" y="8763"/>
                  </a:cubicBezTo>
                  <a:lnTo>
                    <a:pt x="3687699" y="1599565"/>
                  </a:lnTo>
                  <a:cubicBezTo>
                    <a:pt x="3689985" y="1604010"/>
                    <a:pt x="3689985" y="1609344"/>
                    <a:pt x="3687699" y="1613789"/>
                  </a:cubicBezTo>
                  <a:lnTo>
                    <a:pt x="2891282" y="3204591"/>
                  </a:lnTo>
                  <a:cubicBezTo>
                    <a:pt x="2888615" y="3209925"/>
                    <a:pt x="2883154" y="3213354"/>
                    <a:pt x="2877058" y="3213354"/>
                  </a:cubicBezTo>
                  <a:lnTo>
                    <a:pt x="812927" y="3213354"/>
                  </a:lnTo>
                  <a:cubicBezTo>
                    <a:pt x="806958" y="3213354"/>
                    <a:pt x="801370" y="3209925"/>
                    <a:pt x="798703" y="3204591"/>
                  </a:cubicBezTo>
                  <a:lnTo>
                    <a:pt x="2286" y="1613789"/>
                  </a:lnTo>
                  <a:cubicBezTo>
                    <a:pt x="0" y="1609344"/>
                    <a:pt x="0" y="1604010"/>
                    <a:pt x="2286" y="1599565"/>
                  </a:cubicBezTo>
                  <a:moveTo>
                    <a:pt x="30734" y="1613789"/>
                  </a:moveTo>
                  <a:lnTo>
                    <a:pt x="16510" y="1606677"/>
                  </a:lnTo>
                  <a:lnTo>
                    <a:pt x="30734" y="1599565"/>
                  </a:lnTo>
                  <a:lnTo>
                    <a:pt x="827151" y="3190367"/>
                  </a:lnTo>
                  <a:lnTo>
                    <a:pt x="812927" y="3197479"/>
                  </a:lnTo>
                  <a:lnTo>
                    <a:pt x="812927" y="3181604"/>
                  </a:lnTo>
                  <a:lnTo>
                    <a:pt x="2877058" y="3181604"/>
                  </a:lnTo>
                  <a:lnTo>
                    <a:pt x="2877058" y="3197479"/>
                  </a:lnTo>
                  <a:lnTo>
                    <a:pt x="2862834" y="3190367"/>
                  </a:lnTo>
                  <a:lnTo>
                    <a:pt x="3659251" y="1599565"/>
                  </a:lnTo>
                  <a:lnTo>
                    <a:pt x="3673475" y="1606677"/>
                  </a:lnTo>
                  <a:lnTo>
                    <a:pt x="3659251" y="1613789"/>
                  </a:lnTo>
                  <a:lnTo>
                    <a:pt x="2862834" y="22987"/>
                  </a:lnTo>
                  <a:lnTo>
                    <a:pt x="2877058" y="15875"/>
                  </a:lnTo>
                  <a:lnTo>
                    <a:pt x="2877058" y="31750"/>
                  </a:lnTo>
                  <a:lnTo>
                    <a:pt x="812927" y="31750"/>
                  </a:lnTo>
                  <a:lnTo>
                    <a:pt x="812927" y="15875"/>
                  </a:lnTo>
                  <a:lnTo>
                    <a:pt x="827151" y="22987"/>
                  </a:lnTo>
                  <a:lnTo>
                    <a:pt x="30734" y="1613789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4" id="34"/>
          <p:cNvGrpSpPr/>
          <p:nvPr/>
        </p:nvGrpSpPr>
        <p:grpSpPr>
          <a:xfrm rot="5400000">
            <a:off x="11628223" y="5916805"/>
            <a:ext cx="2766543" cy="2409988"/>
            <a:chOff x="0" y="0"/>
            <a:chExt cx="3688724" cy="3213318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15875" y="15875"/>
              <a:ext cx="3656965" cy="3181604"/>
            </a:xfrm>
            <a:custGeom>
              <a:avLst/>
              <a:gdLst/>
              <a:ahLst/>
              <a:cxnLst/>
              <a:rect r="r" b="b" t="t" l="l"/>
              <a:pathLst>
                <a:path h="3181604" w="3656965">
                  <a:moveTo>
                    <a:pt x="0" y="1590802"/>
                  </a:moveTo>
                  <a:lnTo>
                    <a:pt x="796417" y="0"/>
                  </a:lnTo>
                  <a:lnTo>
                    <a:pt x="2860548" y="0"/>
                  </a:lnTo>
                  <a:lnTo>
                    <a:pt x="3656965" y="1590802"/>
                  </a:lnTo>
                  <a:lnTo>
                    <a:pt x="2860548" y="3181604"/>
                  </a:lnTo>
                  <a:lnTo>
                    <a:pt x="796417" y="3181604"/>
                  </a:lnTo>
                  <a:close/>
                </a:path>
              </a:pathLst>
            </a:custGeom>
            <a:solidFill>
              <a:srgbClr val="7F9ABA"/>
            </a:solid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-635" y="0"/>
              <a:ext cx="3689985" cy="3213354"/>
            </a:xfrm>
            <a:custGeom>
              <a:avLst/>
              <a:gdLst/>
              <a:ahLst/>
              <a:cxnLst/>
              <a:rect r="r" b="b" t="t" l="l"/>
              <a:pathLst>
                <a:path h="3213354" w="3689985">
                  <a:moveTo>
                    <a:pt x="2286" y="1599565"/>
                  </a:moveTo>
                  <a:lnTo>
                    <a:pt x="798703" y="8763"/>
                  </a:lnTo>
                  <a:cubicBezTo>
                    <a:pt x="801370" y="3429"/>
                    <a:pt x="806831" y="0"/>
                    <a:pt x="812927" y="0"/>
                  </a:cubicBezTo>
                  <a:lnTo>
                    <a:pt x="2877058" y="0"/>
                  </a:lnTo>
                  <a:cubicBezTo>
                    <a:pt x="2883027" y="0"/>
                    <a:pt x="2888615" y="3429"/>
                    <a:pt x="2891282" y="8763"/>
                  </a:cubicBezTo>
                  <a:lnTo>
                    <a:pt x="3687699" y="1599565"/>
                  </a:lnTo>
                  <a:cubicBezTo>
                    <a:pt x="3689985" y="1604010"/>
                    <a:pt x="3689985" y="1609344"/>
                    <a:pt x="3687699" y="1613789"/>
                  </a:cubicBezTo>
                  <a:lnTo>
                    <a:pt x="2891282" y="3204591"/>
                  </a:lnTo>
                  <a:cubicBezTo>
                    <a:pt x="2888615" y="3209925"/>
                    <a:pt x="2883154" y="3213354"/>
                    <a:pt x="2877058" y="3213354"/>
                  </a:cubicBezTo>
                  <a:lnTo>
                    <a:pt x="812927" y="3213354"/>
                  </a:lnTo>
                  <a:cubicBezTo>
                    <a:pt x="806958" y="3213354"/>
                    <a:pt x="801370" y="3209925"/>
                    <a:pt x="798703" y="3204591"/>
                  </a:cubicBezTo>
                  <a:lnTo>
                    <a:pt x="2286" y="1613789"/>
                  </a:lnTo>
                  <a:cubicBezTo>
                    <a:pt x="0" y="1609344"/>
                    <a:pt x="0" y="1604010"/>
                    <a:pt x="2286" y="1599565"/>
                  </a:cubicBezTo>
                  <a:moveTo>
                    <a:pt x="30734" y="1613789"/>
                  </a:moveTo>
                  <a:lnTo>
                    <a:pt x="16510" y="1606677"/>
                  </a:lnTo>
                  <a:lnTo>
                    <a:pt x="30734" y="1599565"/>
                  </a:lnTo>
                  <a:lnTo>
                    <a:pt x="827151" y="3190367"/>
                  </a:lnTo>
                  <a:lnTo>
                    <a:pt x="812927" y="3197479"/>
                  </a:lnTo>
                  <a:lnTo>
                    <a:pt x="812927" y="3181604"/>
                  </a:lnTo>
                  <a:lnTo>
                    <a:pt x="2877058" y="3181604"/>
                  </a:lnTo>
                  <a:lnTo>
                    <a:pt x="2877058" y="3197479"/>
                  </a:lnTo>
                  <a:lnTo>
                    <a:pt x="2862834" y="3190367"/>
                  </a:lnTo>
                  <a:lnTo>
                    <a:pt x="3659251" y="1599565"/>
                  </a:lnTo>
                  <a:lnTo>
                    <a:pt x="3673475" y="1606677"/>
                  </a:lnTo>
                  <a:lnTo>
                    <a:pt x="3659251" y="1613789"/>
                  </a:lnTo>
                  <a:lnTo>
                    <a:pt x="2862834" y="22987"/>
                  </a:lnTo>
                  <a:lnTo>
                    <a:pt x="2877058" y="15875"/>
                  </a:lnTo>
                  <a:lnTo>
                    <a:pt x="2877058" y="31750"/>
                  </a:lnTo>
                  <a:lnTo>
                    <a:pt x="812927" y="31750"/>
                  </a:lnTo>
                  <a:lnTo>
                    <a:pt x="812927" y="15875"/>
                  </a:lnTo>
                  <a:lnTo>
                    <a:pt x="827151" y="22987"/>
                  </a:lnTo>
                  <a:lnTo>
                    <a:pt x="30734" y="1613789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2178345" y="6165937"/>
            <a:ext cx="1666298" cy="1911726"/>
            <a:chOff x="0" y="0"/>
            <a:chExt cx="2221730" cy="2548968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221730" cy="2548968"/>
            </a:xfrm>
            <a:custGeom>
              <a:avLst/>
              <a:gdLst/>
              <a:ahLst/>
              <a:cxnLst/>
              <a:rect r="r" b="b" t="t" l="l"/>
              <a:pathLst>
                <a:path h="2548968" w="2221730">
                  <a:moveTo>
                    <a:pt x="0" y="0"/>
                  </a:moveTo>
                  <a:lnTo>
                    <a:pt x="2221730" y="0"/>
                  </a:lnTo>
                  <a:lnTo>
                    <a:pt x="2221730" y="2548968"/>
                  </a:lnTo>
                  <a:lnTo>
                    <a:pt x="0" y="254896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0" y="19050"/>
              <a:ext cx="2221730" cy="25299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30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Diálogos (JDialog)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4267464" y="6289454"/>
            <a:ext cx="3079938" cy="1664688"/>
            <a:chOff x="0" y="0"/>
            <a:chExt cx="4106584" cy="2219584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4106584" cy="2219584"/>
            </a:xfrm>
            <a:custGeom>
              <a:avLst/>
              <a:gdLst/>
              <a:ahLst/>
              <a:cxnLst/>
              <a:rect r="r" b="b" t="t" l="l"/>
              <a:pathLst>
                <a:path h="2219584" w="4106584">
                  <a:moveTo>
                    <a:pt x="0" y="0"/>
                  </a:moveTo>
                  <a:lnTo>
                    <a:pt x="4106584" y="0"/>
                  </a:lnTo>
                  <a:lnTo>
                    <a:pt x="4106584" y="2219584"/>
                  </a:lnTo>
                  <a:lnTo>
                    <a:pt x="0" y="221958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2" id="42"/>
            <p:cNvSpPr txBox="true"/>
            <p:nvPr/>
          </p:nvSpPr>
          <p:spPr>
            <a:xfrm>
              <a:off x="0" y="19050"/>
              <a:ext cx="4106584" cy="22005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300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Ventanas emergentes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5400000">
            <a:off x="9051152" y="5916805"/>
            <a:ext cx="2766543" cy="2409988"/>
            <a:chOff x="0" y="0"/>
            <a:chExt cx="3688724" cy="3213318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15875" y="15875"/>
              <a:ext cx="3656965" cy="3181604"/>
            </a:xfrm>
            <a:custGeom>
              <a:avLst/>
              <a:gdLst/>
              <a:ahLst/>
              <a:cxnLst/>
              <a:rect r="r" b="b" t="t" l="l"/>
              <a:pathLst>
                <a:path h="3181604" w="3656965">
                  <a:moveTo>
                    <a:pt x="0" y="1590802"/>
                  </a:moveTo>
                  <a:lnTo>
                    <a:pt x="796417" y="0"/>
                  </a:lnTo>
                  <a:lnTo>
                    <a:pt x="2860548" y="0"/>
                  </a:lnTo>
                  <a:lnTo>
                    <a:pt x="3656965" y="1590802"/>
                  </a:lnTo>
                  <a:lnTo>
                    <a:pt x="2860548" y="3181604"/>
                  </a:lnTo>
                  <a:lnTo>
                    <a:pt x="796417" y="3181604"/>
                  </a:lnTo>
                  <a:close/>
                </a:path>
              </a:pathLst>
            </a:custGeom>
            <a:solidFill>
              <a:srgbClr val="BA7FAE"/>
            </a:solidFill>
          </p:spPr>
        </p:sp>
        <p:sp>
          <p:nvSpPr>
            <p:cNvPr name="Freeform 45" id="45"/>
            <p:cNvSpPr/>
            <p:nvPr/>
          </p:nvSpPr>
          <p:spPr>
            <a:xfrm flipH="false" flipV="false" rot="0">
              <a:off x="-635" y="0"/>
              <a:ext cx="3689985" cy="3213354"/>
            </a:xfrm>
            <a:custGeom>
              <a:avLst/>
              <a:gdLst/>
              <a:ahLst/>
              <a:cxnLst/>
              <a:rect r="r" b="b" t="t" l="l"/>
              <a:pathLst>
                <a:path h="3213354" w="3689985">
                  <a:moveTo>
                    <a:pt x="2286" y="1599565"/>
                  </a:moveTo>
                  <a:lnTo>
                    <a:pt x="798703" y="8763"/>
                  </a:lnTo>
                  <a:cubicBezTo>
                    <a:pt x="801370" y="3429"/>
                    <a:pt x="806831" y="0"/>
                    <a:pt x="812927" y="0"/>
                  </a:cubicBezTo>
                  <a:lnTo>
                    <a:pt x="2877058" y="0"/>
                  </a:lnTo>
                  <a:cubicBezTo>
                    <a:pt x="2883027" y="0"/>
                    <a:pt x="2888615" y="3429"/>
                    <a:pt x="2891282" y="8763"/>
                  </a:cubicBezTo>
                  <a:lnTo>
                    <a:pt x="3687699" y="1599565"/>
                  </a:lnTo>
                  <a:cubicBezTo>
                    <a:pt x="3689985" y="1604010"/>
                    <a:pt x="3689985" y="1609344"/>
                    <a:pt x="3687699" y="1613789"/>
                  </a:cubicBezTo>
                  <a:lnTo>
                    <a:pt x="2891282" y="3204591"/>
                  </a:lnTo>
                  <a:cubicBezTo>
                    <a:pt x="2888615" y="3209925"/>
                    <a:pt x="2883154" y="3213354"/>
                    <a:pt x="2877058" y="3213354"/>
                  </a:cubicBezTo>
                  <a:lnTo>
                    <a:pt x="812927" y="3213354"/>
                  </a:lnTo>
                  <a:cubicBezTo>
                    <a:pt x="806958" y="3213354"/>
                    <a:pt x="801370" y="3209925"/>
                    <a:pt x="798703" y="3204591"/>
                  </a:cubicBezTo>
                  <a:lnTo>
                    <a:pt x="2286" y="1613789"/>
                  </a:lnTo>
                  <a:cubicBezTo>
                    <a:pt x="0" y="1609344"/>
                    <a:pt x="0" y="1604010"/>
                    <a:pt x="2286" y="1599565"/>
                  </a:cubicBezTo>
                  <a:moveTo>
                    <a:pt x="30734" y="1613789"/>
                  </a:moveTo>
                  <a:lnTo>
                    <a:pt x="16510" y="1606677"/>
                  </a:lnTo>
                  <a:lnTo>
                    <a:pt x="30734" y="1599565"/>
                  </a:lnTo>
                  <a:lnTo>
                    <a:pt x="827151" y="3190367"/>
                  </a:lnTo>
                  <a:lnTo>
                    <a:pt x="812927" y="3197479"/>
                  </a:lnTo>
                  <a:lnTo>
                    <a:pt x="812927" y="3181604"/>
                  </a:lnTo>
                  <a:lnTo>
                    <a:pt x="2877058" y="3181604"/>
                  </a:lnTo>
                  <a:lnTo>
                    <a:pt x="2877058" y="3197479"/>
                  </a:lnTo>
                  <a:lnTo>
                    <a:pt x="2862834" y="3190367"/>
                  </a:lnTo>
                  <a:lnTo>
                    <a:pt x="3659251" y="1599565"/>
                  </a:lnTo>
                  <a:lnTo>
                    <a:pt x="3673475" y="1606677"/>
                  </a:lnTo>
                  <a:lnTo>
                    <a:pt x="3659251" y="1613789"/>
                  </a:lnTo>
                  <a:lnTo>
                    <a:pt x="2862834" y="22987"/>
                  </a:lnTo>
                  <a:lnTo>
                    <a:pt x="2877058" y="15875"/>
                  </a:lnTo>
                  <a:lnTo>
                    <a:pt x="2877058" y="31750"/>
                  </a:lnTo>
                  <a:lnTo>
                    <a:pt x="812927" y="31750"/>
                  </a:lnTo>
                  <a:lnTo>
                    <a:pt x="812927" y="15875"/>
                  </a:lnTo>
                  <a:lnTo>
                    <a:pt x="827151" y="22987"/>
                  </a:lnTo>
                  <a:lnTo>
                    <a:pt x="30734" y="1613789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762" y="9601200"/>
            <a:ext cx="18283238" cy="685800"/>
            <a:chOff x="0" y="0"/>
            <a:chExt cx="24377650" cy="914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7650" cy="914400"/>
            </a:xfrm>
            <a:custGeom>
              <a:avLst/>
              <a:gdLst/>
              <a:ahLst/>
              <a:cxnLst/>
              <a:rect r="r" b="b" t="t" l="l"/>
              <a:pathLst>
                <a:path h="914400" w="24377650">
                  <a:moveTo>
                    <a:pt x="0" y="0"/>
                  </a:moveTo>
                  <a:lnTo>
                    <a:pt x="24377650" y="0"/>
                  </a:lnTo>
                  <a:lnTo>
                    <a:pt x="2437765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262626"/>
            </a:solidFill>
          </p:spPr>
        </p:sp>
      </p:grpSp>
      <p:sp>
        <p:nvSpPr>
          <p:cNvPr name="AutoShape 4" id="4"/>
          <p:cNvSpPr/>
          <p:nvPr/>
        </p:nvSpPr>
        <p:spPr>
          <a:xfrm rot="4374">
            <a:off x="1780767" y="2846070"/>
            <a:ext cx="14969502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1645920" y="429904"/>
            <a:ext cx="15087600" cy="2176135"/>
            <a:chOff x="0" y="0"/>
            <a:chExt cx="20116800" cy="290151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116800" cy="2901514"/>
            </a:xfrm>
            <a:custGeom>
              <a:avLst/>
              <a:gdLst/>
              <a:ahLst/>
              <a:cxnLst/>
              <a:rect r="r" b="b" t="t" l="l"/>
              <a:pathLst>
                <a:path h="2901514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2901514"/>
                  </a:lnTo>
                  <a:lnTo>
                    <a:pt x="0" y="290151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161925"/>
              <a:ext cx="20116800" cy="2739589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7775"/>
                </a:lnSpc>
              </a:pPr>
              <a:r>
                <a:rPr lang="en-US" sz="8100" spc="-75">
                  <a:solidFill>
                    <a:srgbClr val="404040"/>
                  </a:solidFill>
                  <a:latin typeface="Arimo"/>
                  <a:ea typeface="Arimo"/>
                  <a:cs typeface="Arimo"/>
                  <a:sym typeface="Arimo"/>
                </a:rPr>
                <a:t>Menús</a:t>
              </a:r>
            </a:p>
          </p:txBody>
        </p:sp>
      </p:grpSp>
      <p:sp>
        <p:nvSpPr>
          <p:cNvPr name="AutoShape 8" id="8"/>
          <p:cNvSpPr/>
          <p:nvPr/>
        </p:nvSpPr>
        <p:spPr>
          <a:xfrm rot="4374">
            <a:off x="1780767" y="2846070"/>
            <a:ext cx="14969502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" id="9"/>
          <p:cNvGrpSpPr/>
          <p:nvPr/>
        </p:nvGrpSpPr>
        <p:grpSpPr>
          <a:xfrm rot="0">
            <a:off x="0" y="9601200"/>
            <a:ext cx="18288000" cy="685800"/>
            <a:chOff x="0" y="0"/>
            <a:chExt cx="24384000" cy="9144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4384000" cy="914400"/>
            </a:xfrm>
            <a:custGeom>
              <a:avLst/>
              <a:gdLst/>
              <a:ahLst/>
              <a:cxnLst/>
              <a:rect r="r" b="b" t="t" l="l"/>
              <a:pathLst>
                <a:path h="9144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262626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3118723" y="3135923"/>
            <a:ext cx="3431783" cy="2187873"/>
            <a:chOff x="0" y="0"/>
            <a:chExt cx="4575710" cy="291716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5875" y="15875"/>
              <a:ext cx="4543933" cy="2885440"/>
            </a:xfrm>
            <a:custGeom>
              <a:avLst/>
              <a:gdLst/>
              <a:ahLst/>
              <a:cxnLst/>
              <a:rect r="r" b="b" t="t" l="l"/>
              <a:pathLst>
                <a:path h="2885440" w="4543933">
                  <a:moveTo>
                    <a:pt x="0" y="288544"/>
                  </a:moveTo>
                  <a:cubicBezTo>
                    <a:pt x="0" y="129159"/>
                    <a:pt x="129667" y="0"/>
                    <a:pt x="289687" y="0"/>
                  </a:cubicBezTo>
                  <a:lnTo>
                    <a:pt x="4254246" y="0"/>
                  </a:lnTo>
                  <a:cubicBezTo>
                    <a:pt x="4414266" y="0"/>
                    <a:pt x="4543933" y="129159"/>
                    <a:pt x="4543933" y="288544"/>
                  </a:cubicBezTo>
                  <a:lnTo>
                    <a:pt x="4543933" y="2596896"/>
                  </a:lnTo>
                  <a:cubicBezTo>
                    <a:pt x="4543933" y="2756281"/>
                    <a:pt x="4414266" y="2885440"/>
                    <a:pt x="4254246" y="2885440"/>
                  </a:cubicBezTo>
                  <a:lnTo>
                    <a:pt x="289687" y="2885440"/>
                  </a:lnTo>
                  <a:cubicBezTo>
                    <a:pt x="129667" y="2885440"/>
                    <a:pt x="0" y="2756281"/>
                    <a:pt x="0" y="2596896"/>
                  </a:cubicBezTo>
                  <a:close/>
                </a:path>
              </a:pathLst>
            </a:custGeom>
            <a:solidFill>
              <a:srgbClr val="C696A8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575683" cy="2917190"/>
            </a:xfrm>
            <a:custGeom>
              <a:avLst/>
              <a:gdLst/>
              <a:ahLst/>
              <a:cxnLst/>
              <a:rect r="r" b="b" t="t" l="l"/>
              <a:pathLst>
                <a:path h="2917190" w="4575683">
                  <a:moveTo>
                    <a:pt x="0" y="304419"/>
                  </a:moveTo>
                  <a:cubicBezTo>
                    <a:pt x="0" y="136271"/>
                    <a:pt x="136906" y="0"/>
                    <a:pt x="305562" y="0"/>
                  </a:cubicBezTo>
                  <a:lnTo>
                    <a:pt x="4270121" y="0"/>
                  </a:lnTo>
                  <a:lnTo>
                    <a:pt x="4270121" y="15875"/>
                  </a:lnTo>
                  <a:lnTo>
                    <a:pt x="4270121" y="0"/>
                  </a:lnTo>
                  <a:cubicBezTo>
                    <a:pt x="4438777" y="0"/>
                    <a:pt x="4575683" y="136271"/>
                    <a:pt x="4575683" y="304419"/>
                  </a:cubicBezTo>
                  <a:lnTo>
                    <a:pt x="4559808" y="304419"/>
                  </a:lnTo>
                  <a:lnTo>
                    <a:pt x="4575683" y="304419"/>
                  </a:lnTo>
                  <a:lnTo>
                    <a:pt x="4575683" y="2612771"/>
                  </a:lnTo>
                  <a:lnTo>
                    <a:pt x="4559808" y="2612771"/>
                  </a:lnTo>
                  <a:lnTo>
                    <a:pt x="4575683" y="2612771"/>
                  </a:lnTo>
                  <a:cubicBezTo>
                    <a:pt x="4575683" y="2780919"/>
                    <a:pt x="4438777" y="2917190"/>
                    <a:pt x="4270121" y="2917190"/>
                  </a:cubicBezTo>
                  <a:lnTo>
                    <a:pt x="4270121" y="2901315"/>
                  </a:lnTo>
                  <a:lnTo>
                    <a:pt x="4270121" y="2917190"/>
                  </a:lnTo>
                  <a:lnTo>
                    <a:pt x="305562" y="2917190"/>
                  </a:lnTo>
                  <a:lnTo>
                    <a:pt x="305562" y="2901315"/>
                  </a:lnTo>
                  <a:lnTo>
                    <a:pt x="305562" y="2917190"/>
                  </a:lnTo>
                  <a:cubicBezTo>
                    <a:pt x="136906" y="2917190"/>
                    <a:pt x="0" y="2780919"/>
                    <a:pt x="0" y="2612771"/>
                  </a:cubicBezTo>
                  <a:lnTo>
                    <a:pt x="0" y="304419"/>
                  </a:lnTo>
                  <a:lnTo>
                    <a:pt x="15875" y="304419"/>
                  </a:lnTo>
                  <a:lnTo>
                    <a:pt x="0" y="304419"/>
                  </a:lnTo>
                  <a:moveTo>
                    <a:pt x="31750" y="304419"/>
                  </a:moveTo>
                  <a:lnTo>
                    <a:pt x="31750" y="2612771"/>
                  </a:lnTo>
                  <a:lnTo>
                    <a:pt x="15875" y="2612771"/>
                  </a:lnTo>
                  <a:lnTo>
                    <a:pt x="31750" y="2612771"/>
                  </a:lnTo>
                  <a:cubicBezTo>
                    <a:pt x="31750" y="2763266"/>
                    <a:pt x="154305" y="2885440"/>
                    <a:pt x="305562" y="2885440"/>
                  </a:cubicBezTo>
                  <a:lnTo>
                    <a:pt x="4270121" y="2885440"/>
                  </a:lnTo>
                  <a:cubicBezTo>
                    <a:pt x="4421378" y="2885440"/>
                    <a:pt x="4543933" y="2763266"/>
                    <a:pt x="4543933" y="2612771"/>
                  </a:cubicBezTo>
                  <a:lnTo>
                    <a:pt x="4543933" y="304419"/>
                  </a:lnTo>
                  <a:cubicBezTo>
                    <a:pt x="4543933" y="153924"/>
                    <a:pt x="4421378" y="31750"/>
                    <a:pt x="4270121" y="31750"/>
                  </a:cubicBezTo>
                  <a:lnTo>
                    <a:pt x="305562" y="31750"/>
                  </a:lnTo>
                  <a:lnTo>
                    <a:pt x="305562" y="15875"/>
                  </a:lnTo>
                  <a:lnTo>
                    <a:pt x="305562" y="31750"/>
                  </a:lnTo>
                  <a:cubicBezTo>
                    <a:pt x="154305" y="31750"/>
                    <a:pt x="31750" y="153924"/>
                    <a:pt x="31750" y="304419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3497387" y="3495653"/>
            <a:ext cx="3431782" cy="2187873"/>
            <a:chOff x="0" y="0"/>
            <a:chExt cx="4575710" cy="291716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5875" y="15875"/>
              <a:ext cx="4543933" cy="2885440"/>
            </a:xfrm>
            <a:custGeom>
              <a:avLst/>
              <a:gdLst/>
              <a:ahLst/>
              <a:cxnLst/>
              <a:rect r="r" b="b" t="t" l="l"/>
              <a:pathLst>
                <a:path h="2885440" w="4543933">
                  <a:moveTo>
                    <a:pt x="0" y="288544"/>
                  </a:moveTo>
                  <a:cubicBezTo>
                    <a:pt x="0" y="129159"/>
                    <a:pt x="129667" y="0"/>
                    <a:pt x="289687" y="0"/>
                  </a:cubicBezTo>
                  <a:lnTo>
                    <a:pt x="4254246" y="0"/>
                  </a:lnTo>
                  <a:cubicBezTo>
                    <a:pt x="4414266" y="0"/>
                    <a:pt x="4543933" y="129159"/>
                    <a:pt x="4543933" y="288544"/>
                  </a:cubicBezTo>
                  <a:lnTo>
                    <a:pt x="4543933" y="2596896"/>
                  </a:lnTo>
                  <a:cubicBezTo>
                    <a:pt x="4543933" y="2756281"/>
                    <a:pt x="4414266" y="2885440"/>
                    <a:pt x="4254246" y="2885440"/>
                  </a:cubicBezTo>
                  <a:lnTo>
                    <a:pt x="289687" y="2885440"/>
                  </a:lnTo>
                  <a:cubicBezTo>
                    <a:pt x="129667" y="2885440"/>
                    <a:pt x="0" y="2756281"/>
                    <a:pt x="0" y="2596896"/>
                  </a:cubicBezTo>
                  <a:close/>
                </a:path>
              </a:pathLst>
            </a:custGeom>
            <a:solidFill>
              <a:srgbClr val="FFFFFF">
                <a:alpha val="80784"/>
              </a:srgbClr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575683" cy="2917190"/>
            </a:xfrm>
            <a:custGeom>
              <a:avLst/>
              <a:gdLst/>
              <a:ahLst/>
              <a:cxnLst/>
              <a:rect r="r" b="b" t="t" l="l"/>
              <a:pathLst>
                <a:path h="2917190" w="4575683">
                  <a:moveTo>
                    <a:pt x="0" y="304419"/>
                  </a:moveTo>
                  <a:cubicBezTo>
                    <a:pt x="0" y="136271"/>
                    <a:pt x="136906" y="0"/>
                    <a:pt x="305562" y="0"/>
                  </a:cubicBezTo>
                  <a:lnTo>
                    <a:pt x="4270121" y="0"/>
                  </a:lnTo>
                  <a:lnTo>
                    <a:pt x="4270121" y="15875"/>
                  </a:lnTo>
                  <a:lnTo>
                    <a:pt x="4270121" y="0"/>
                  </a:lnTo>
                  <a:cubicBezTo>
                    <a:pt x="4438777" y="0"/>
                    <a:pt x="4575683" y="136271"/>
                    <a:pt x="4575683" y="304419"/>
                  </a:cubicBezTo>
                  <a:lnTo>
                    <a:pt x="4559808" y="304419"/>
                  </a:lnTo>
                  <a:lnTo>
                    <a:pt x="4575683" y="304419"/>
                  </a:lnTo>
                  <a:lnTo>
                    <a:pt x="4575683" y="2612771"/>
                  </a:lnTo>
                  <a:lnTo>
                    <a:pt x="4559808" y="2612771"/>
                  </a:lnTo>
                  <a:lnTo>
                    <a:pt x="4575683" y="2612771"/>
                  </a:lnTo>
                  <a:cubicBezTo>
                    <a:pt x="4575683" y="2780919"/>
                    <a:pt x="4438777" y="2917190"/>
                    <a:pt x="4270121" y="2917190"/>
                  </a:cubicBezTo>
                  <a:lnTo>
                    <a:pt x="4270121" y="2901315"/>
                  </a:lnTo>
                  <a:lnTo>
                    <a:pt x="4270121" y="2917190"/>
                  </a:lnTo>
                  <a:lnTo>
                    <a:pt x="305562" y="2917190"/>
                  </a:lnTo>
                  <a:lnTo>
                    <a:pt x="305562" y="2901315"/>
                  </a:lnTo>
                  <a:lnTo>
                    <a:pt x="305562" y="2917190"/>
                  </a:lnTo>
                  <a:cubicBezTo>
                    <a:pt x="136906" y="2917190"/>
                    <a:pt x="0" y="2780919"/>
                    <a:pt x="0" y="2612771"/>
                  </a:cubicBezTo>
                  <a:lnTo>
                    <a:pt x="0" y="304419"/>
                  </a:lnTo>
                  <a:lnTo>
                    <a:pt x="15875" y="304419"/>
                  </a:lnTo>
                  <a:lnTo>
                    <a:pt x="0" y="304419"/>
                  </a:lnTo>
                  <a:moveTo>
                    <a:pt x="31750" y="304419"/>
                  </a:moveTo>
                  <a:lnTo>
                    <a:pt x="31750" y="2612771"/>
                  </a:lnTo>
                  <a:lnTo>
                    <a:pt x="15875" y="2612771"/>
                  </a:lnTo>
                  <a:lnTo>
                    <a:pt x="31750" y="2612771"/>
                  </a:lnTo>
                  <a:cubicBezTo>
                    <a:pt x="31750" y="2763266"/>
                    <a:pt x="154305" y="2885440"/>
                    <a:pt x="305562" y="2885440"/>
                  </a:cubicBezTo>
                  <a:lnTo>
                    <a:pt x="4270121" y="2885440"/>
                  </a:lnTo>
                  <a:cubicBezTo>
                    <a:pt x="4421378" y="2885440"/>
                    <a:pt x="4543933" y="2763266"/>
                    <a:pt x="4543933" y="2612771"/>
                  </a:cubicBezTo>
                  <a:lnTo>
                    <a:pt x="4543933" y="304419"/>
                  </a:lnTo>
                  <a:cubicBezTo>
                    <a:pt x="4543933" y="153924"/>
                    <a:pt x="4421378" y="31750"/>
                    <a:pt x="4270121" y="31750"/>
                  </a:cubicBezTo>
                  <a:lnTo>
                    <a:pt x="305562" y="31750"/>
                  </a:lnTo>
                  <a:lnTo>
                    <a:pt x="305562" y="15875"/>
                  </a:lnTo>
                  <a:lnTo>
                    <a:pt x="305562" y="31750"/>
                  </a:lnTo>
                  <a:cubicBezTo>
                    <a:pt x="154305" y="31750"/>
                    <a:pt x="31750" y="153924"/>
                    <a:pt x="31750" y="304419"/>
                  </a:cubicBezTo>
                  <a:close/>
                </a:path>
              </a:pathLst>
            </a:custGeom>
            <a:solidFill>
              <a:srgbClr val="C696A8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3560770" y="3559036"/>
            <a:ext cx="3305018" cy="2061108"/>
            <a:chOff x="0" y="0"/>
            <a:chExt cx="4406690" cy="274814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406690" cy="2748144"/>
            </a:xfrm>
            <a:custGeom>
              <a:avLst/>
              <a:gdLst/>
              <a:ahLst/>
              <a:cxnLst/>
              <a:rect r="r" b="b" t="t" l="l"/>
              <a:pathLst>
                <a:path h="2748144" w="4406690">
                  <a:moveTo>
                    <a:pt x="0" y="0"/>
                  </a:moveTo>
                  <a:lnTo>
                    <a:pt x="4406690" y="0"/>
                  </a:lnTo>
                  <a:lnTo>
                    <a:pt x="4406690" y="2748144"/>
                  </a:lnTo>
                  <a:lnTo>
                    <a:pt x="0" y="274814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28575"/>
              <a:ext cx="4406690" cy="27195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74"/>
                </a:lnSpc>
              </a:pPr>
              <a:r>
                <a:rPr lang="en-US" sz="405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Barra de menú (JMenuBar)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3118723" y="6291136"/>
            <a:ext cx="3431783" cy="2187873"/>
            <a:chOff x="0" y="0"/>
            <a:chExt cx="4575710" cy="291716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5875" y="15875"/>
              <a:ext cx="4543933" cy="2885440"/>
            </a:xfrm>
            <a:custGeom>
              <a:avLst/>
              <a:gdLst/>
              <a:ahLst/>
              <a:cxnLst/>
              <a:rect r="r" b="b" t="t" l="l"/>
              <a:pathLst>
                <a:path h="2885440" w="4543933">
                  <a:moveTo>
                    <a:pt x="0" y="288544"/>
                  </a:moveTo>
                  <a:cubicBezTo>
                    <a:pt x="0" y="129159"/>
                    <a:pt x="129667" y="0"/>
                    <a:pt x="289687" y="0"/>
                  </a:cubicBezTo>
                  <a:lnTo>
                    <a:pt x="4254246" y="0"/>
                  </a:lnTo>
                  <a:cubicBezTo>
                    <a:pt x="4414266" y="0"/>
                    <a:pt x="4543933" y="129159"/>
                    <a:pt x="4543933" y="288544"/>
                  </a:cubicBezTo>
                  <a:lnTo>
                    <a:pt x="4543933" y="2596896"/>
                  </a:lnTo>
                  <a:cubicBezTo>
                    <a:pt x="4543933" y="2756281"/>
                    <a:pt x="4414266" y="2885440"/>
                    <a:pt x="4254246" y="2885440"/>
                  </a:cubicBezTo>
                  <a:lnTo>
                    <a:pt x="289687" y="2885440"/>
                  </a:lnTo>
                  <a:cubicBezTo>
                    <a:pt x="129667" y="2885440"/>
                    <a:pt x="0" y="2756281"/>
                    <a:pt x="0" y="2596896"/>
                  </a:cubicBezTo>
                  <a:close/>
                </a:path>
              </a:pathLst>
            </a:custGeom>
            <a:solidFill>
              <a:srgbClr val="BA7FAE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575683" cy="2917190"/>
            </a:xfrm>
            <a:custGeom>
              <a:avLst/>
              <a:gdLst/>
              <a:ahLst/>
              <a:cxnLst/>
              <a:rect r="r" b="b" t="t" l="l"/>
              <a:pathLst>
                <a:path h="2917190" w="4575683">
                  <a:moveTo>
                    <a:pt x="0" y="304419"/>
                  </a:moveTo>
                  <a:cubicBezTo>
                    <a:pt x="0" y="136271"/>
                    <a:pt x="136906" y="0"/>
                    <a:pt x="305562" y="0"/>
                  </a:cubicBezTo>
                  <a:lnTo>
                    <a:pt x="4270121" y="0"/>
                  </a:lnTo>
                  <a:lnTo>
                    <a:pt x="4270121" y="15875"/>
                  </a:lnTo>
                  <a:lnTo>
                    <a:pt x="4270121" y="0"/>
                  </a:lnTo>
                  <a:cubicBezTo>
                    <a:pt x="4438777" y="0"/>
                    <a:pt x="4575683" y="136271"/>
                    <a:pt x="4575683" y="304419"/>
                  </a:cubicBezTo>
                  <a:lnTo>
                    <a:pt x="4559808" y="304419"/>
                  </a:lnTo>
                  <a:lnTo>
                    <a:pt x="4575683" y="304419"/>
                  </a:lnTo>
                  <a:lnTo>
                    <a:pt x="4575683" y="2612771"/>
                  </a:lnTo>
                  <a:lnTo>
                    <a:pt x="4559808" y="2612771"/>
                  </a:lnTo>
                  <a:lnTo>
                    <a:pt x="4575683" y="2612771"/>
                  </a:lnTo>
                  <a:cubicBezTo>
                    <a:pt x="4575683" y="2780919"/>
                    <a:pt x="4438777" y="2917190"/>
                    <a:pt x="4270121" y="2917190"/>
                  </a:cubicBezTo>
                  <a:lnTo>
                    <a:pt x="4270121" y="2901315"/>
                  </a:lnTo>
                  <a:lnTo>
                    <a:pt x="4270121" y="2917190"/>
                  </a:lnTo>
                  <a:lnTo>
                    <a:pt x="305562" y="2917190"/>
                  </a:lnTo>
                  <a:lnTo>
                    <a:pt x="305562" y="2901315"/>
                  </a:lnTo>
                  <a:lnTo>
                    <a:pt x="305562" y="2917190"/>
                  </a:lnTo>
                  <a:cubicBezTo>
                    <a:pt x="136906" y="2917190"/>
                    <a:pt x="0" y="2780919"/>
                    <a:pt x="0" y="2612771"/>
                  </a:cubicBezTo>
                  <a:lnTo>
                    <a:pt x="0" y="304419"/>
                  </a:lnTo>
                  <a:lnTo>
                    <a:pt x="15875" y="304419"/>
                  </a:lnTo>
                  <a:lnTo>
                    <a:pt x="0" y="304419"/>
                  </a:lnTo>
                  <a:moveTo>
                    <a:pt x="31750" y="304419"/>
                  </a:moveTo>
                  <a:lnTo>
                    <a:pt x="31750" y="2612771"/>
                  </a:lnTo>
                  <a:lnTo>
                    <a:pt x="15875" y="2612771"/>
                  </a:lnTo>
                  <a:lnTo>
                    <a:pt x="31750" y="2612771"/>
                  </a:lnTo>
                  <a:cubicBezTo>
                    <a:pt x="31750" y="2763266"/>
                    <a:pt x="154305" y="2885440"/>
                    <a:pt x="305562" y="2885440"/>
                  </a:cubicBezTo>
                  <a:lnTo>
                    <a:pt x="4270121" y="2885440"/>
                  </a:lnTo>
                  <a:cubicBezTo>
                    <a:pt x="4421378" y="2885440"/>
                    <a:pt x="4543933" y="2763266"/>
                    <a:pt x="4543933" y="2612771"/>
                  </a:cubicBezTo>
                  <a:lnTo>
                    <a:pt x="4543933" y="304419"/>
                  </a:lnTo>
                  <a:cubicBezTo>
                    <a:pt x="4543933" y="153924"/>
                    <a:pt x="4421378" y="31750"/>
                    <a:pt x="4270121" y="31750"/>
                  </a:cubicBezTo>
                  <a:lnTo>
                    <a:pt x="305562" y="31750"/>
                  </a:lnTo>
                  <a:lnTo>
                    <a:pt x="305562" y="15875"/>
                  </a:lnTo>
                  <a:lnTo>
                    <a:pt x="305562" y="31750"/>
                  </a:lnTo>
                  <a:cubicBezTo>
                    <a:pt x="154305" y="31750"/>
                    <a:pt x="31750" y="153924"/>
                    <a:pt x="31750" y="304419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3497387" y="6650866"/>
            <a:ext cx="3431782" cy="2187873"/>
            <a:chOff x="0" y="0"/>
            <a:chExt cx="4575710" cy="291716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15875" y="15875"/>
              <a:ext cx="4543933" cy="2885440"/>
            </a:xfrm>
            <a:custGeom>
              <a:avLst/>
              <a:gdLst/>
              <a:ahLst/>
              <a:cxnLst/>
              <a:rect r="r" b="b" t="t" l="l"/>
              <a:pathLst>
                <a:path h="2885440" w="4543933">
                  <a:moveTo>
                    <a:pt x="0" y="288544"/>
                  </a:moveTo>
                  <a:cubicBezTo>
                    <a:pt x="0" y="129159"/>
                    <a:pt x="129667" y="0"/>
                    <a:pt x="289687" y="0"/>
                  </a:cubicBezTo>
                  <a:lnTo>
                    <a:pt x="4254246" y="0"/>
                  </a:lnTo>
                  <a:cubicBezTo>
                    <a:pt x="4414266" y="0"/>
                    <a:pt x="4543933" y="129159"/>
                    <a:pt x="4543933" y="288544"/>
                  </a:cubicBezTo>
                  <a:lnTo>
                    <a:pt x="4543933" y="2596896"/>
                  </a:lnTo>
                  <a:cubicBezTo>
                    <a:pt x="4543933" y="2756281"/>
                    <a:pt x="4414266" y="2885440"/>
                    <a:pt x="4254246" y="2885440"/>
                  </a:cubicBezTo>
                  <a:lnTo>
                    <a:pt x="289687" y="2885440"/>
                  </a:lnTo>
                  <a:cubicBezTo>
                    <a:pt x="129667" y="2885440"/>
                    <a:pt x="0" y="2756281"/>
                    <a:pt x="0" y="2596896"/>
                  </a:cubicBezTo>
                  <a:close/>
                </a:path>
              </a:pathLst>
            </a:custGeom>
            <a:solidFill>
              <a:srgbClr val="FFFFFF">
                <a:alpha val="80784"/>
              </a:srgbClr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575683" cy="2917190"/>
            </a:xfrm>
            <a:custGeom>
              <a:avLst/>
              <a:gdLst/>
              <a:ahLst/>
              <a:cxnLst/>
              <a:rect r="r" b="b" t="t" l="l"/>
              <a:pathLst>
                <a:path h="2917190" w="4575683">
                  <a:moveTo>
                    <a:pt x="0" y="304419"/>
                  </a:moveTo>
                  <a:cubicBezTo>
                    <a:pt x="0" y="136271"/>
                    <a:pt x="136906" y="0"/>
                    <a:pt x="305562" y="0"/>
                  </a:cubicBezTo>
                  <a:lnTo>
                    <a:pt x="4270121" y="0"/>
                  </a:lnTo>
                  <a:lnTo>
                    <a:pt x="4270121" y="15875"/>
                  </a:lnTo>
                  <a:lnTo>
                    <a:pt x="4270121" y="0"/>
                  </a:lnTo>
                  <a:cubicBezTo>
                    <a:pt x="4438777" y="0"/>
                    <a:pt x="4575683" y="136271"/>
                    <a:pt x="4575683" y="304419"/>
                  </a:cubicBezTo>
                  <a:lnTo>
                    <a:pt x="4559808" y="304419"/>
                  </a:lnTo>
                  <a:lnTo>
                    <a:pt x="4575683" y="304419"/>
                  </a:lnTo>
                  <a:lnTo>
                    <a:pt x="4575683" y="2612771"/>
                  </a:lnTo>
                  <a:lnTo>
                    <a:pt x="4559808" y="2612771"/>
                  </a:lnTo>
                  <a:lnTo>
                    <a:pt x="4575683" y="2612771"/>
                  </a:lnTo>
                  <a:cubicBezTo>
                    <a:pt x="4575683" y="2780919"/>
                    <a:pt x="4438777" y="2917190"/>
                    <a:pt x="4270121" y="2917190"/>
                  </a:cubicBezTo>
                  <a:lnTo>
                    <a:pt x="4270121" y="2901315"/>
                  </a:lnTo>
                  <a:lnTo>
                    <a:pt x="4270121" y="2917190"/>
                  </a:lnTo>
                  <a:lnTo>
                    <a:pt x="305562" y="2917190"/>
                  </a:lnTo>
                  <a:lnTo>
                    <a:pt x="305562" y="2901315"/>
                  </a:lnTo>
                  <a:lnTo>
                    <a:pt x="305562" y="2917190"/>
                  </a:lnTo>
                  <a:cubicBezTo>
                    <a:pt x="136906" y="2917190"/>
                    <a:pt x="0" y="2780919"/>
                    <a:pt x="0" y="2612771"/>
                  </a:cubicBezTo>
                  <a:lnTo>
                    <a:pt x="0" y="304419"/>
                  </a:lnTo>
                  <a:lnTo>
                    <a:pt x="15875" y="304419"/>
                  </a:lnTo>
                  <a:lnTo>
                    <a:pt x="0" y="304419"/>
                  </a:lnTo>
                  <a:moveTo>
                    <a:pt x="31750" y="304419"/>
                  </a:moveTo>
                  <a:lnTo>
                    <a:pt x="31750" y="2612771"/>
                  </a:lnTo>
                  <a:lnTo>
                    <a:pt x="15875" y="2612771"/>
                  </a:lnTo>
                  <a:lnTo>
                    <a:pt x="31750" y="2612771"/>
                  </a:lnTo>
                  <a:cubicBezTo>
                    <a:pt x="31750" y="2763266"/>
                    <a:pt x="154305" y="2885440"/>
                    <a:pt x="305562" y="2885440"/>
                  </a:cubicBezTo>
                  <a:lnTo>
                    <a:pt x="4270121" y="2885440"/>
                  </a:lnTo>
                  <a:cubicBezTo>
                    <a:pt x="4421378" y="2885440"/>
                    <a:pt x="4543933" y="2763266"/>
                    <a:pt x="4543933" y="2612771"/>
                  </a:cubicBezTo>
                  <a:lnTo>
                    <a:pt x="4543933" y="304419"/>
                  </a:lnTo>
                  <a:cubicBezTo>
                    <a:pt x="4543933" y="153924"/>
                    <a:pt x="4421378" y="31750"/>
                    <a:pt x="4270121" y="31750"/>
                  </a:cubicBezTo>
                  <a:lnTo>
                    <a:pt x="305562" y="31750"/>
                  </a:lnTo>
                  <a:lnTo>
                    <a:pt x="305562" y="15875"/>
                  </a:lnTo>
                  <a:lnTo>
                    <a:pt x="305562" y="31750"/>
                  </a:lnTo>
                  <a:cubicBezTo>
                    <a:pt x="154305" y="31750"/>
                    <a:pt x="31750" y="153924"/>
                    <a:pt x="31750" y="304419"/>
                  </a:cubicBezTo>
                  <a:close/>
                </a:path>
              </a:pathLst>
            </a:custGeom>
            <a:solidFill>
              <a:srgbClr val="BA7FAE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3560770" y="6714248"/>
            <a:ext cx="3305018" cy="2061108"/>
            <a:chOff x="0" y="0"/>
            <a:chExt cx="4406690" cy="274814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406690" cy="2748144"/>
            </a:xfrm>
            <a:custGeom>
              <a:avLst/>
              <a:gdLst/>
              <a:ahLst/>
              <a:cxnLst/>
              <a:rect r="r" b="b" t="t" l="l"/>
              <a:pathLst>
                <a:path h="2748144" w="4406690">
                  <a:moveTo>
                    <a:pt x="0" y="0"/>
                  </a:moveTo>
                  <a:lnTo>
                    <a:pt x="4406690" y="0"/>
                  </a:lnTo>
                  <a:lnTo>
                    <a:pt x="4406690" y="2748144"/>
                  </a:lnTo>
                  <a:lnTo>
                    <a:pt x="0" y="274814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28575"/>
              <a:ext cx="4406690" cy="27195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74"/>
                </a:lnSpc>
              </a:pPr>
              <a:r>
                <a:rPr lang="en-US" sz="405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Creación de menús desplegables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7284020" y="3135923"/>
            <a:ext cx="3431782" cy="2187873"/>
            <a:chOff x="0" y="0"/>
            <a:chExt cx="4575710" cy="291716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15875" y="15875"/>
              <a:ext cx="4543933" cy="2885440"/>
            </a:xfrm>
            <a:custGeom>
              <a:avLst/>
              <a:gdLst/>
              <a:ahLst/>
              <a:cxnLst/>
              <a:rect r="r" b="b" t="t" l="l"/>
              <a:pathLst>
                <a:path h="2885440" w="4543933">
                  <a:moveTo>
                    <a:pt x="0" y="288544"/>
                  </a:moveTo>
                  <a:cubicBezTo>
                    <a:pt x="0" y="129159"/>
                    <a:pt x="129667" y="0"/>
                    <a:pt x="289687" y="0"/>
                  </a:cubicBezTo>
                  <a:lnTo>
                    <a:pt x="4254246" y="0"/>
                  </a:lnTo>
                  <a:cubicBezTo>
                    <a:pt x="4414266" y="0"/>
                    <a:pt x="4543933" y="129159"/>
                    <a:pt x="4543933" y="288544"/>
                  </a:cubicBezTo>
                  <a:lnTo>
                    <a:pt x="4543933" y="2596896"/>
                  </a:lnTo>
                  <a:cubicBezTo>
                    <a:pt x="4543933" y="2756281"/>
                    <a:pt x="4414266" y="2885440"/>
                    <a:pt x="4254246" y="2885440"/>
                  </a:cubicBezTo>
                  <a:lnTo>
                    <a:pt x="289687" y="2885440"/>
                  </a:lnTo>
                  <a:cubicBezTo>
                    <a:pt x="129667" y="2885440"/>
                    <a:pt x="0" y="2756281"/>
                    <a:pt x="0" y="2596896"/>
                  </a:cubicBezTo>
                  <a:close/>
                </a:path>
              </a:pathLst>
            </a:custGeom>
            <a:solidFill>
              <a:srgbClr val="C696A8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575683" cy="2917190"/>
            </a:xfrm>
            <a:custGeom>
              <a:avLst/>
              <a:gdLst/>
              <a:ahLst/>
              <a:cxnLst/>
              <a:rect r="r" b="b" t="t" l="l"/>
              <a:pathLst>
                <a:path h="2917190" w="4575683">
                  <a:moveTo>
                    <a:pt x="0" y="304419"/>
                  </a:moveTo>
                  <a:cubicBezTo>
                    <a:pt x="0" y="136271"/>
                    <a:pt x="136906" y="0"/>
                    <a:pt x="305562" y="0"/>
                  </a:cubicBezTo>
                  <a:lnTo>
                    <a:pt x="4270121" y="0"/>
                  </a:lnTo>
                  <a:lnTo>
                    <a:pt x="4270121" y="15875"/>
                  </a:lnTo>
                  <a:lnTo>
                    <a:pt x="4270121" y="0"/>
                  </a:lnTo>
                  <a:cubicBezTo>
                    <a:pt x="4438777" y="0"/>
                    <a:pt x="4575683" y="136271"/>
                    <a:pt x="4575683" y="304419"/>
                  </a:cubicBezTo>
                  <a:lnTo>
                    <a:pt x="4559808" y="304419"/>
                  </a:lnTo>
                  <a:lnTo>
                    <a:pt x="4575683" y="304419"/>
                  </a:lnTo>
                  <a:lnTo>
                    <a:pt x="4575683" y="2612771"/>
                  </a:lnTo>
                  <a:lnTo>
                    <a:pt x="4559808" y="2612771"/>
                  </a:lnTo>
                  <a:lnTo>
                    <a:pt x="4575683" y="2612771"/>
                  </a:lnTo>
                  <a:cubicBezTo>
                    <a:pt x="4575683" y="2780919"/>
                    <a:pt x="4438777" y="2917190"/>
                    <a:pt x="4270121" y="2917190"/>
                  </a:cubicBezTo>
                  <a:lnTo>
                    <a:pt x="4270121" y="2901315"/>
                  </a:lnTo>
                  <a:lnTo>
                    <a:pt x="4270121" y="2917190"/>
                  </a:lnTo>
                  <a:lnTo>
                    <a:pt x="305562" y="2917190"/>
                  </a:lnTo>
                  <a:lnTo>
                    <a:pt x="305562" y="2901315"/>
                  </a:lnTo>
                  <a:lnTo>
                    <a:pt x="305562" y="2917190"/>
                  </a:lnTo>
                  <a:cubicBezTo>
                    <a:pt x="136906" y="2917190"/>
                    <a:pt x="0" y="2780919"/>
                    <a:pt x="0" y="2612771"/>
                  </a:cubicBezTo>
                  <a:lnTo>
                    <a:pt x="0" y="304419"/>
                  </a:lnTo>
                  <a:lnTo>
                    <a:pt x="15875" y="304419"/>
                  </a:lnTo>
                  <a:lnTo>
                    <a:pt x="0" y="304419"/>
                  </a:lnTo>
                  <a:moveTo>
                    <a:pt x="31750" y="304419"/>
                  </a:moveTo>
                  <a:lnTo>
                    <a:pt x="31750" y="2612771"/>
                  </a:lnTo>
                  <a:lnTo>
                    <a:pt x="15875" y="2612771"/>
                  </a:lnTo>
                  <a:lnTo>
                    <a:pt x="31750" y="2612771"/>
                  </a:lnTo>
                  <a:cubicBezTo>
                    <a:pt x="31750" y="2763266"/>
                    <a:pt x="154305" y="2885440"/>
                    <a:pt x="305562" y="2885440"/>
                  </a:cubicBezTo>
                  <a:lnTo>
                    <a:pt x="4270121" y="2885440"/>
                  </a:lnTo>
                  <a:cubicBezTo>
                    <a:pt x="4421378" y="2885440"/>
                    <a:pt x="4543933" y="2763266"/>
                    <a:pt x="4543933" y="2612771"/>
                  </a:cubicBezTo>
                  <a:lnTo>
                    <a:pt x="4543933" y="304419"/>
                  </a:lnTo>
                  <a:cubicBezTo>
                    <a:pt x="4543933" y="153924"/>
                    <a:pt x="4421378" y="31750"/>
                    <a:pt x="4270121" y="31750"/>
                  </a:cubicBezTo>
                  <a:lnTo>
                    <a:pt x="305562" y="31750"/>
                  </a:lnTo>
                  <a:lnTo>
                    <a:pt x="305562" y="15875"/>
                  </a:lnTo>
                  <a:lnTo>
                    <a:pt x="305562" y="31750"/>
                  </a:lnTo>
                  <a:cubicBezTo>
                    <a:pt x="154305" y="31750"/>
                    <a:pt x="31750" y="153924"/>
                    <a:pt x="31750" y="304419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7662683" y="3495653"/>
            <a:ext cx="3431783" cy="2187873"/>
            <a:chOff x="0" y="0"/>
            <a:chExt cx="4575710" cy="2917164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15875" y="15875"/>
              <a:ext cx="4543933" cy="2885440"/>
            </a:xfrm>
            <a:custGeom>
              <a:avLst/>
              <a:gdLst/>
              <a:ahLst/>
              <a:cxnLst/>
              <a:rect r="r" b="b" t="t" l="l"/>
              <a:pathLst>
                <a:path h="2885440" w="4543933">
                  <a:moveTo>
                    <a:pt x="0" y="288544"/>
                  </a:moveTo>
                  <a:cubicBezTo>
                    <a:pt x="0" y="129159"/>
                    <a:pt x="129667" y="0"/>
                    <a:pt x="289687" y="0"/>
                  </a:cubicBezTo>
                  <a:lnTo>
                    <a:pt x="4254246" y="0"/>
                  </a:lnTo>
                  <a:cubicBezTo>
                    <a:pt x="4414266" y="0"/>
                    <a:pt x="4543933" y="129159"/>
                    <a:pt x="4543933" y="288544"/>
                  </a:cubicBezTo>
                  <a:lnTo>
                    <a:pt x="4543933" y="2596896"/>
                  </a:lnTo>
                  <a:cubicBezTo>
                    <a:pt x="4543933" y="2756281"/>
                    <a:pt x="4414266" y="2885440"/>
                    <a:pt x="4254246" y="2885440"/>
                  </a:cubicBezTo>
                  <a:lnTo>
                    <a:pt x="289687" y="2885440"/>
                  </a:lnTo>
                  <a:cubicBezTo>
                    <a:pt x="129667" y="2885440"/>
                    <a:pt x="0" y="2756281"/>
                    <a:pt x="0" y="2596896"/>
                  </a:cubicBezTo>
                  <a:close/>
                </a:path>
              </a:pathLst>
            </a:custGeom>
            <a:solidFill>
              <a:srgbClr val="FFFFFF">
                <a:alpha val="80784"/>
              </a:srgbClr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575683" cy="2917190"/>
            </a:xfrm>
            <a:custGeom>
              <a:avLst/>
              <a:gdLst/>
              <a:ahLst/>
              <a:cxnLst/>
              <a:rect r="r" b="b" t="t" l="l"/>
              <a:pathLst>
                <a:path h="2917190" w="4575683">
                  <a:moveTo>
                    <a:pt x="0" y="304419"/>
                  </a:moveTo>
                  <a:cubicBezTo>
                    <a:pt x="0" y="136271"/>
                    <a:pt x="136906" y="0"/>
                    <a:pt x="305562" y="0"/>
                  </a:cubicBezTo>
                  <a:lnTo>
                    <a:pt x="4270121" y="0"/>
                  </a:lnTo>
                  <a:lnTo>
                    <a:pt x="4270121" y="15875"/>
                  </a:lnTo>
                  <a:lnTo>
                    <a:pt x="4270121" y="0"/>
                  </a:lnTo>
                  <a:cubicBezTo>
                    <a:pt x="4438777" y="0"/>
                    <a:pt x="4575683" y="136271"/>
                    <a:pt x="4575683" y="304419"/>
                  </a:cubicBezTo>
                  <a:lnTo>
                    <a:pt x="4559808" y="304419"/>
                  </a:lnTo>
                  <a:lnTo>
                    <a:pt x="4575683" y="304419"/>
                  </a:lnTo>
                  <a:lnTo>
                    <a:pt x="4575683" y="2612771"/>
                  </a:lnTo>
                  <a:lnTo>
                    <a:pt x="4559808" y="2612771"/>
                  </a:lnTo>
                  <a:lnTo>
                    <a:pt x="4575683" y="2612771"/>
                  </a:lnTo>
                  <a:cubicBezTo>
                    <a:pt x="4575683" y="2780919"/>
                    <a:pt x="4438777" y="2917190"/>
                    <a:pt x="4270121" y="2917190"/>
                  </a:cubicBezTo>
                  <a:lnTo>
                    <a:pt x="4270121" y="2901315"/>
                  </a:lnTo>
                  <a:lnTo>
                    <a:pt x="4270121" y="2917190"/>
                  </a:lnTo>
                  <a:lnTo>
                    <a:pt x="305562" y="2917190"/>
                  </a:lnTo>
                  <a:lnTo>
                    <a:pt x="305562" y="2901315"/>
                  </a:lnTo>
                  <a:lnTo>
                    <a:pt x="305562" y="2917190"/>
                  </a:lnTo>
                  <a:cubicBezTo>
                    <a:pt x="136906" y="2917190"/>
                    <a:pt x="0" y="2780919"/>
                    <a:pt x="0" y="2612771"/>
                  </a:cubicBezTo>
                  <a:lnTo>
                    <a:pt x="0" y="304419"/>
                  </a:lnTo>
                  <a:lnTo>
                    <a:pt x="15875" y="304419"/>
                  </a:lnTo>
                  <a:lnTo>
                    <a:pt x="0" y="304419"/>
                  </a:lnTo>
                  <a:moveTo>
                    <a:pt x="31750" y="304419"/>
                  </a:moveTo>
                  <a:lnTo>
                    <a:pt x="31750" y="2612771"/>
                  </a:lnTo>
                  <a:lnTo>
                    <a:pt x="15875" y="2612771"/>
                  </a:lnTo>
                  <a:lnTo>
                    <a:pt x="31750" y="2612771"/>
                  </a:lnTo>
                  <a:cubicBezTo>
                    <a:pt x="31750" y="2763266"/>
                    <a:pt x="154305" y="2885440"/>
                    <a:pt x="305562" y="2885440"/>
                  </a:cubicBezTo>
                  <a:lnTo>
                    <a:pt x="4270121" y="2885440"/>
                  </a:lnTo>
                  <a:cubicBezTo>
                    <a:pt x="4421378" y="2885440"/>
                    <a:pt x="4543933" y="2763266"/>
                    <a:pt x="4543933" y="2612771"/>
                  </a:cubicBezTo>
                  <a:lnTo>
                    <a:pt x="4543933" y="304419"/>
                  </a:lnTo>
                  <a:cubicBezTo>
                    <a:pt x="4543933" y="153924"/>
                    <a:pt x="4421378" y="31750"/>
                    <a:pt x="4270121" y="31750"/>
                  </a:cubicBezTo>
                  <a:lnTo>
                    <a:pt x="305562" y="31750"/>
                  </a:lnTo>
                  <a:lnTo>
                    <a:pt x="305562" y="15875"/>
                  </a:lnTo>
                  <a:lnTo>
                    <a:pt x="305562" y="31750"/>
                  </a:lnTo>
                  <a:cubicBezTo>
                    <a:pt x="154305" y="31750"/>
                    <a:pt x="31750" y="153924"/>
                    <a:pt x="31750" y="304419"/>
                  </a:cubicBezTo>
                  <a:close/>
                </a:path>
              </a:pathLst>
            </a:custGeom>
            <a:solidFill>
              <a:srgbClr val="C696A8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7726066" y="3559036"/>
            <a:ext cx="3305018" cy="2061108"/>
            <a:chOff x="0" y="0"/>
            <a:chExt cx="4406690" cy="2748144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406690" cy="2748144"/>
            </a:xfrm>
            <a:custGeom>
              <a:avLst/>
              <a:gdLst/>
              <a:ahLst/>
              <a:cxnLst/>
              <a:rect r="r" b="b" t="t" l="l"/>
              <a:pathLst>
                <a:path h="2748144" w="4406690">
                  <a:moveTo>
                    <a:pt x="0" y="0"/>
                  </a:moveTo>
                  <a:lnTo>
                    <a:pt x="4406690" y="0"/>
                  </a:lnTo>
                  <a:lnTo>
                    <a:pt x="4406690" y="2748144"/>
                  </a:lnTo>
                  <a:lnTo>
                    <a:pt x="0" y="274814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28575"/>
              <a:ext cx="4406690" cy="27195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74"/>
                </a:lnSpc>
              </a:pPr>
              <a:r>
                <a:rPr lang="en-US" sz="405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Elementos de menú (JMenuItem)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7284020" y="6291136"/>
            <a:ext cx="3431782" cy="2187873"/>
            <a:chOff x="0" y="0"/>
            <a:chExt cx="4575710" cy="2917164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15875" y="15875"/>
              <a:ext cx="4543933" cy="2885440"/>
            </a:xfrm>
            <a:custGeom>
              <a:avLst/>
              <a:gdLst/>
              <a:ahLst/>
              <a:cxnLst/>
              <a:rect r="r" b="b" t="t" l="l"/>
              <a:pathLst>
                <a:path h="2885440" w="4543933">
                  <a:moveTo>
                    <a:pt x="0" y="288544"/>
                  </a:moveTo>
                  <a:cubicBezTo>
                    <a:pt x="0" y="129159"/>
                    <a:pt x="129667" y="0"/>
                    <a:pt x="289687" y="0"/>
                  </a:cubicBezTo>
                  <a:lnTo>
                    <a:pt x="4254246" y="0"/>
                  </a:lnTo>
                  <a:cubicBezTo>
                    <a:pt x="4414266" y="0"/>
                    <a:pt x="4543933" y="129159"/>
                    <a:pt x="4543933" y="288544"/>
                  </a:cubicBezTo>
                  <a:lnTo>
                    <a:pt x="4543933" y="2596896"/>
                  </a:lnTo>
                  <a:cubicBezTo>
                    <a:pt x="4543933" y="2756281"/>
                    <a:pt x="4414266" y="2885440"/>
                    <a:pt x="4254246" y="2885440"/>
                  </a:cubicBezTo>
                  <a:lnTo>
                    <a:pt x="289687" y="2885440"/>
                  </a:lnTo>
                  <a:cubicBezTo>
                    <a:pt x="129667" y="2885440"/>
                    <a:pt x="0" y="2756281"/>
                    <a:pt x="0" y="2596896"/>
                  </a:cubicBezTo>
                  <a:close/>
                </a:path>
              </a:pathLst>
            </a:custGeom>
            <a:solidFill>
              <a:srgbClr val="BA7FAE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4575683" cy="2917190"/>
            </a:xfrm>
            <a:custGeom>
              <a:avLst/>
              <a:gdLst/>
              <a:ahLst/>
              <a:cxnLst/>
              <a:rect r="r" b="b" t="t" l="l"/>
              <a:pathLst>
                <a:path h="2917190" w="4575683">
                  <a:moveTo>
                    <a:pt x="0" y="304419"/>
                  </a:moveTo>
                  <a:cubicBezTo>
                    <a:pt x="0" y="136271"/>
                    <a:pt x="136906" y="0"/>
                    <a:pt x="305562" y="0"/>
                  </a:cubicBezTo>
                  <a:lnTo>
                    <a:pt x="4270121" y="0"/>
                  </a:lnTo>
                  <a:lnTo>
                    <a:pt x="4270121" y="15875"/>
                  </a:lnTo>
                  <a:lnTo>
                    <a:pt x="4270121" y="0"/>
                  </a:lnTo>
                  <a:cubicBezTo>
                    <a:pt x="4438777" y="0"/>
                    <a:pt x="4575683" y="136271"/>
                    <a:pt x="4575683" y="304419"/>
                  </a:cubicBezTo>
                  <a:lnTo>
                    <a:pt x="4559808" y="304419"/>
                  </a:lnTo>
                  <a:lnTo>
                    <a:pt x="4575683" y="304419"/>
                  </a:lnTo>
                  <a:lnTo>
                    <a:pt x="4575683" y="2612771"/>
                  </a:lnTo>
                  <a:lnTo>
                    <a:pt x="4559808" y="2612771"/>
                  </a:lnTo>
                  <a:lnTo>
                    <a:pt x="4575683" y="2612771"/>
                  </a:lnTo>
                  <a:cubicBezTo>
                    <a:pt x="4575683" y="2780919"/>
                    <a:pt x="4438777" y="2917190"/>
                    <a:pt x="4270121" y="2917190"/>
                  </a:cubicBezTo>
                  <a:lnTo>
                    <a:pt x="4270121" y="2901315"/>
                  </a:lnTo>
                  <a:lnTo>
                    <a:pt x="4270121" y="2917190"/>
                  </a:lnTo>
                  <a:lnTo>
                    <a:pt x="305562" y="2917190"/>
                  </a:lnTo>
                  <a:lnTo>
                    <a:pt x="305562" y="2901315"/>
                  </a:lnTo>
                  <a:lnTo>
                    <a:pt x="305562" y="2917190"/>
                  </a:lnTo>
                  <a:cubicBezTo>
                    <a:pt x="136906" y="2917190"/>
                    <a:pt x="0" y="2780919"/>
                    <a:pt x="0" y="2612771"/>
                  </a:cubicBezTo>
                  <a:lnTo>
                    <a:pt x="0" y="304419"/>
                  </a:lnTo>
                  <a:lnTo>
                    <a:pt x="15875" y="304419"/>
                  </a:lnTo>
                  <a:lnTo>
                    <a:pt x="0" y="304419"/>
                  </a:lnTo>
                  <a:moveTo>
                    <a:pt x="31750" y="304419"/>
                  </a:moveTo>
                  <a:lnTo>
                    <a:pt x="31750" y="2612771"/>
                  </a:lnTo>
                  <a:lnTo>
                    <a:pt x="15875" y="2612771"/>
                  </a:lnTo>
                  <a:lnTo>
                    <a:pt x="31750" y="2612771"/>
                  </a:lnTo>
                  <a:cubicBezTo>
                    <a:pt x="31750" y="2763266"/>
                    <a:pt x="154305" y="2885440"/>
                    <a:pt x="305562" y="2885440"/>
                  </a:cubicBezTo>
                  <a:lnTo>
                    <a:pt x="4270121" y="2885440"/>
                  </a:lnTo>
                  <a:cubicBezTo>
                    <a:pt x="4421378" y="2885440"/>
                    <a:pt x="4543933" y="2763266"/>
                    <a:pt x="4543933" y="2612771"/>
                  </a:cubicBezTo>
                  <a:lnTo>
                    <a:pt x="4543933" y="304419"/>
                  </a:lnTo>
                  <a:cubicBezTo>
                    <a:pt x="4543933" y="153924"/>
                    <a:pt x="4421378" y="31750"/>
                    <a:pt x="4270121" y="31750"/>
                  </a:cubicBezTo>
                  <a:lnTo>
                    <a:pt x="305562" y="31750"/>
                  </a:lnTo>
                  <a:lnTo>
                    <a:pt x="305562" y="15875"/>
                  </a:lnTo>
                  <a:lnTo>
                    <a:pt x="305562" y="31750"/>
                  </a:lnTo>
                  <a:cubicBezTo>
                    <a:pt x="154305" y="31750"/>
                    <a:pt x="31750" y="153924"/>
                    <a:pt x="31750" y="304419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7662683" y="6650866"/>
            <a:ext cx="3431783" cy="2187873"/>
            <a:chOff x="0" y="0"/>
            <a:chExt cx="4575710" cy="2917164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15875" y="15875"/>
              <a:ext cx="4543933" cy="2885440"/>
            </a:xfrm>
            <a:custGeom>
              <a:avLst/>
              <a:gdLst/>
              <a:ahLst/>
              <a:cxnLst/>
              <a:rect r="r" b="b" t="t" l="l"/>
              <a:pathLst>
                <a:path h="2885440" w="4543933">
                  <a:moveTo>
                    <a:pt x="0" y="288544"/>
                  </a:moveTo>
                  <a:cubicBezTo>
                    <a:pt x="0" y="129159"/>
                    <a:pt x="129667" y="0"/>
                    <a:pt x="289687" y="0"/>
                  </a:cubicBezTo>
                  <a:lnTo>
                    <a:pt x="4254246" y="0"/>
                  </a:lnTo>
                  <a:cubicBezTo>
                    <a:pt x="4414266" y="0"/>
                    <a:pt x="4543933" y="129159"/>
                    <a:pt x="4543933" y="288544"/>
                  </a:cubicBezTo>
                  <a:lnTo>
                    <a:pt x="4543933" y="2596896"/>
                  </a:lnTo>
                  <a:cubicBezTo>
                    <a:pt x="4543933" y="2756281"/>
                    <a:pt x="4414266" y="2885440"/>
                    <a:pt x="4254246" y="2885440"/>
                  </a:cubicBezTo>
                  <a:lnTo>
                    <a:pt x="289687" y="2885440"/>
                  </a:lnTo>
                  <a:cubicBezTo>
                    <a:pt x="129667" y="2885440"/>
                    <a:pt x="0" y="2756281"/>
                    <a:pt x="0" y="2596896"/>
                  </a:cubicBezTo>
                  <a:close/>
                </a:path>
              </a:pathLst>
            </a:custGeom>
            <a:solidFill>
              <a:srgbClr val="FFFFFF">
                <a:alpha val="80784"/>
              </a:srgbClr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4575683" cy="2917190"/>
            </a:xfrm>
            <a:custGeom>
              <a:avLst/>
              <a:gdLst/>
              <a:ahLst/>
              <a:cxnLst/>
              <a:rect r="r" b="b" t="t" l="l"/>
              <a:pathLst>
                <a:path h="2917190" w="4575683">
                  <a:moveTo>
                    <a:pt x="0" y="304419"/>
                  </a:moveTo>
                  <a:cubicBezTo>
                    <a:pt x="0" y="136271"/>
                    <a:pt x="136906" y="0"/>
                    <a:pt x="305562" y="0"/>
                  </a:cubicBezTo>
                  <a:lnTo>
                    <a:pt x="4270121" y="0"/>
                  </a:lnTo>
                  <a:lnTo>
                    <a:pt x="4270121" y="15875"/>
                  </a:lnTo>
                  <a:lnTo>
                    <a:pt x="4270121" y="0"/>
                  </a:lnTo>
                  <a:cubicBezTo>
                    <a:pt x="4438777" y="0"/>
                    <a:pt x="4575683" y="136271"/>
                    <a:pt x="4575683" y="304419"/>
                  </a:cubicBezTo>
                  <a:lnTo>
                    <a:pt x="4559808" y="304419"/>
                  </a:lnTo>
                  <a:lnTo>
                    <a:pt x="4575683" y="304419"/>
                  </a:lnTo>
                  <a:lnTo>
                    <a:pt x="4575683" y="2612771"/>
                  </a:lnTo>
                  <a:lnTo>
                    <a:pt x="4559808" y="2612771"/>
                  </a:lnTo>
                  <a:lnTo>
                    <a:pt x="4575683" y="2612771"/>
                  </a:lnTo>
                  <a:cubicBezTo>
                    <a:pt x="4575683" y="2780919"/>
                    <a:pt x="4438777" y="2917190"/>
                    <a:pt x="4270121" y="2917190"/>
                  </a:cubicBezTo>
                  <a:lnTo>
                    <a:pt x="4270121" y="2901315"/>
                  </a:lnTo>
                  <a:lnTo>
                    <a:pt x="4270121" y="2917190"/>
                  </a:lnTo>
                  <a:lnTo>
                    <a:pt x="305562" y="2917190"/>
                  </a:lnTo>
                  <a:lnTo>
                    <a:pt x="305562" y="2901315"/>
                  </a:lnTo>
                  <a:lnTo>
                    <a:pt x="305562" y="2917190"/>
                  </a:lnTo>
                  <a:cubicBezTo>
                    <a:pt x="136906" y="2917190"/>
                    <a:pt x="0" y="2780919"/>
                    <a:pt x="0" y="2612771"/>
                  </a:cubicBezTo>
                  <a:lnTo>
                    <a:pt x="0" y="304419"/>
                  </a:lnTo>
                  <a:lnTo>
                    <a:pt x="15875" y="304419"/>
                  </a:lnTo>
                  <a:lnTo>
                    <a:pt x="0" y="304419"/>
                  </a:lnTo>
                  <a:moveTo>
                    <a:pt x="31750" y="304419"/>
                  </a:moveTo>
                  <a:lnTo>
                    <a:pt x="31750" y="2612771"/>
                  </a:lnTo>
                  <a:lnTo>
                    <a:pt x="15875" y="2612771"/>
                  </a:lnTo>
                  <a:lnTo>
                    <a:pt x="31750" y="2612771"/>
                  </a:lnTo>
                  <a:cubicBezTo>
                    <a:pt x="31750" y="2763266"/>
                    <a:pt x="154305" y="2885440"/>
                    <a:pt x="305562" y="2885440"/>
                  </a:cubicBezTo>
                  <a:lnTo>
                    <a:pt x="4270121" y="2885440"/>
                  </a:lnTo>
                  <a:cubicBezTo>
                    <a:pt x="4421378" y="2885440"/>
                    <a:pt x="4543933" y="2763266"/>
                    <a:pt x="4543933" y="2612771"/>
                  </a:cubicBezTo>
                  <a:lnTo>
                    <a:pt x="4543933" y="304419"/>
                  </a:lnTo>
                  <a:cubicBezTo>
                    <a:pt x="4543933" y="153924"/>
                    <a:pt x="4421378" y="31750"/>
                    <a:pt x="4270121" y="31750"/>
                  </a:cubicBezTo>
                  <a:lnTo>
                    <a:pt x="305562" y="31750"/>
                  </a:lnTo>
                  <a:lnTo>
                    <a:pt x="305562" y="15875"/>
                  </a:lnTo>
                  <a:lnTo>
                    <a:pt x="305562" y="31750"/>
                  </a:lnTo>
                  <a:cubicBezTo>
                    <a:pt x="154305" y="31750"/>
                    <a:pt x="31750" y="153924"/>
                    <a:pt x="31750" y="304419"/>
                  </a:cubicBezTo>
                  <a:close/>
                </a:path>
              </a:pathLst>
            </a:custGeom>
            <a:solidFill>
              <a:srgbClr val="BA7FAE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7726066" y="6714248"/>
            <a:ext cx="3305018" cy="2061108"/>
            <a:chOff x="0" y="0"/>
            <a:chExt cx="4406690" cy="2748144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4406690" cy="2748144"/>
            </a:xfrm>
            <a:custGeom>
              <a:avLst/>
              <a:gdLst/>
              <a:ahLst/>
              <a:cxnLst/>
              <a:rect r="r" b="b" t="t" l="l"/>
              <a:pathLst>
                <a:path h="2748144" w="4406690">
                  <a:moveTo>
                    <a:pt x="0" y="0"/>
                  </a:moveTo>
                  <a:lnTo>
                    <a:pt x="4406690" y="0"/>
                  </a:lnTo>
                  <a:lnTo>
                    <a:pt x="4406690" y="2748144"/>
                  </a:lnTo>
                  <a:lnTo>
                    <a:pt x="0" y="274814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6" id="46"/>
            <p:cNvSpPr txBox="true"/>
            <p:nvPr/>
          </p:nvSpPr>
          <p:spPr>
            <a:xfrm>
              <a:off x="0" y="28575"/>
              <a:ext cx="4406690" cy="27195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74"/>
                </a:lnSpc>
              </a:pPr>
              <a:r>
                <a:rPr lang="en-US" sz="405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Opciones dentro de un menú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1449318" y="3135923"/>
            <a:ext cx="3431782" cy="2187873"/>
            <a:chOff x="0" y="0"/>
            <a:chExt cx="4575710" cy="2917164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15875" y="15875"/>
              <a:ext cx="4543933" cy="2885440"/>
            </a:xfrm>
            <a:custGeom>
              <a:avLst/>
              <a:gdLst/>
              <a:ahLst/>
              <a:cxnLst/>
              <a:rect r="r" b="b" t="t" l="l"/>
              <a:pathLst>
                <a:path h="2885440" w="4543933">
                  <a:moveTo>
                    <a:pt x="0" y="288544"/>
                  </a:moveTo>
                  <a:cubicBezTo>
                    <a:pt x="0" y="129159"/>
                    <a:pt x="129667" y="0"/>
                    <a:pt x="289687" y="0"/>
                  </a:cubicBezTo>
                  <a:lnTo>
                    <a:pt x="4254246" y="0"/>
                  </a:lnTo>
                  <a:cubicBezTo>
                    <a:pt x="4414266" y="0"/>
                    <a:pt x="4543933" y="129159"/>
                    <a:pt x="4543933" y="288544"/>
                  </a:cubicBezTo>
                  <a:lnTo>
                    <a:pt x="4543933" y="2596896"/>
                  </a:lnTo>
                  <a:cubicBezTo>
                    <a:pt x="4543933" y="2756281"/>
                    <a:pt x="4414266" y="2885440"/>
                    <a:pt x="4254246" y="2885440"/>
                  </a:cubicBezTo>
                  <a:lnTo>
                    <a:pt x="289687" y="2885440"/>
                  </a:lnTo>
                  <a:cubicBezTo>
                    <a:pt x="129667" y="2885440"/>
                    <a:pt x="0" y="2756281"/>
                    <a:pt x="0" y="2596896"/>
                  </a:cubicBezTo>
                  <a:close/>
                </a:path>
              </a:pathLst>
            </a:custGeom>
            <a:solidFill>
              <a:srgbClr val="C696A8"/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4575683" cy="2917190"/>
            </a:xfrm>
            <a:custGeom>
              <a:avLst/>
              <a:gdLst/>
              <a:ahLst/>
              <a:cxnLst/>
              <a:rect r="r" b="b" t="t" l="l"/>
              <a:pathLst>
                <a:path h="2917190" w="4575683">
                  <a:moveTo>
                    <a:pt x="0" y="304419"/>
                  </a:moveTo>
                  <a:cubicBezTo>
                    <a:pt x="0" y="136271"/>
                    <a:pt x="136906" y="0"/>
                    <a:pt x="305562" y="0"/>
                  </a:cubicBezTo>
                  <a:lnTo>
                    <a:pt x="4270121" y="0"/>
                  </a:lnTo>
                  <a:lnTo>
                    <a:pt x="4270121" y="15875"/>
                  </a:lnTo>
                  <a:lnTo>
                    <a:pt x="4270121" y="0"/>
                  </a:lnTo>
                  <a:cubicBezTo>
                    <a:pt x="4438777" y="0"/>
                    <a:pt x="4575683" y="136271"/>
                    <a:pt x="4575683" y="304419"/>
                  </a:cubicBezTo>
                  <a:lnTo>
                    <a:pt x="4559808" y="304419"/>
                  </a:lnTo>
                  <a:lnTo>
                    <a:pt x="4575683" y="304419"/>
                  </a:lnTo>
                  <a:lnTo>
                    <a:pt x="4575683" y="2612771"/>
                  </a:lnTo>
                  <a:lnTo>
                    <a:pt x="4559808" y="2612771"/>
                  </a:lnTo>
                  <a:lnTo>
                    <a:pt x="4575683" y="2612771"/>
                  </a:lnTo>
                  <a:cubicBezTo>
                    <a:pt x="4575683" y="2780919"/>
                    <a:pt x="4438777" y="2917190"/>
                    <a:pt x="4270121" y="2917190"/>
                  </a:cubicBezTo>
                  <a:lnTo>
                    <a:pt x="4270121" y="2901315"/>
                  </a:lnTo>
                  <a:lnTo>
                    <a:pt x="4270121" y="2917190"/>
                  </a:lnTo>
                  <a:lnTo>
                    <a:pt x="305562" y="2917190"/>
                  </a:lnTo>
                  <a:lnTo>
                    <a:pt x="305562" y="2901315"/>
                  </a:lnTo>
                  <a:lnTo>
                    <a:pt x="305562" y="2917190"/>
                  </a:lnTo>
                  <a:cubicBezTo>
                    <a:pt x="136906" y="2917190"/>
                    <a:pt x="0" y="2780919"/>
                    <a:pt x="0" y="2612771"/>
                  </a:cubicBezTo>
                  <a:lnTo>
                    <a:pt x="0" y="304419"/>
                  </a:lnTo>
                  <a:lnTo>
                    <a:pt x="15875" y="304419"/>
                  </a:lnTo>
                  <a:lnTo>
                    <a:pt x="0" y="304419"/>
                  </a:lnTo>
                  <a:moveTo>
                    <a:pt x="31750" y="304419"/>
                  </a:moveTo>
                  <a:lnTo>
                    <a:pt x="31750" y="2612771"/>
                  </a:lnTo>
                  <a:lnTo>
                    <a:pt x="15875" y="2612771"/>
                  </a:lnTo>
                  <a:lnTo>
                    <a:pt x="31750" y="2612771"/>
                  </a:lnTo>
                  <a:cubicBezTo>
                    <a:pt x="31750" y="2763266"/>
                    <a:pt x="154305" y="2885440"/>
                    <a:pt x="305562" y="2885440"/>
                  </a:cubicBezTo>
                  <a:lnTo>
                    <a:pt x="4270121" y="2885440"/>
                  </a:lnTo>
                  <a:cubicBezTo>
                    <a:pt x="4421378" y="2885440"/>
                    <a:pt x="4543933" y="2763266"/>
                    <a:pt x="4543933" y="2612771"/>
                  </a:cubicBezTo>
                  <a:lnTo>
                    <a:pt x="4543933" y="304419"/>
                  </a:lnTo>
                  <a:cubicBezTo>
                    <a:pt x="4543933" y="153924"/>
                    <a:pt x="4421378" y="31750"/>
                    <a:pt x="4270121" y="31750"/>
                  </a:cubicBezTo>
                  <a:lnTo>
                    <a:pt x="305562" y="31750"/>
                  </a:lnTo>
                  <a:lnTo>
                    <a:pt x="305562" y="15875"/>
                  </a:lnTo>
                  <a:lnTo>
                    <a:pt x="305562" y="31750"/>
                  </a:lnTo>
                  <a:cubicBezTo>
                    <a:pt x="154305" y="31750"/>
                    <a:pt x="31750" y="153924"/>
                    <a:pt x="31750" y="304419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1827981" y="3495653"/>
            <a:ext cx="3702078" cy="2187873"/>
            <a:chOff x="0" y="0"/>
            <a:chExt cx="4936104" cy="2917164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17125" y="15875"/>
              <a:ext cx="4901824" cy="2885440"/>
            </a:xfrm>
            <a:custGeom>
              <a:avLst/>
              <a:gdLst/>
              <a:ahLst/>
              <a:cxnLst/>
              <a:rect r="r" b="b" t="t" l="l"/>
              <a:pathLst>
                <a:path h="2885440" w="4901824">
                  <a:moveTo>
                    <a:pt x="0" y="288544"/>
                  </a:moveTo>
                  <a:cubicBezTo>
                    <a:pt x="0" y="129159"/>
                    <a:pt x="139880" y="0"/>
                    <a:pt x="312504" y="0"/>
                  </a:cubicBezTo>
                  <a:lnTo>
                    <a:pt x="4589321" y="0"/>
                  </a:lnTo>
                  <a:cubicBezTo>
                    <a:pt x="4761945" y="0"/>
                    <a:pt x="4901824" y="129159"/>
                    <a:pt x="4901824" y="288544"/>
                  </a:cubicBezTo>
                  <a:lnTo>
                    <a:pt x="4901824" y="2596896"/>
                  </a:lnTo>
                  <a:cubicBezTo>
                    <a:pt x="4901824" y="2756281"/>
                    <a:pt x="4761945" y="2885440"/>
                    <a:pt x="4589321" y="2885440"/>
                  </a:cubicBezTo>
                  <a:lnTo>
                    <a:pt x="312504" y="2885440"/>
                  </a:lnTo>
                  <a:cubicBezTo>
                    <a:pt x="139880" y="2885440"/>
                    <a:pt x="0" y="2756281"/>
                    <a:pt x="0" y="2596896"/>
                  </a:cubicBezTo>
                  <a:close/>
                </a:path>
              </a:pathLst>
            </a:custGeom>
            <a:solidFill>
              <a:srgbClr val="FFFFFF">
                <a:alpha val="80784"/>
              </a:srgbClr>
            </a:solid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4936075" cy="2917190"/>
            </a:xfrm>
            <a:custGeom>
              <a:avLst/>
              <a:gdLst/>
              <a:ahLst/>
              <a:cxnLst/>
              <a:rect r="r" b="b" t="t" l="l"/>
              <a:pathLst>
                <a:path h="2917190" w="4936075">
                  <a:moveTo>
                    <a:pt x="0" y="304419"/>
                  </a:moveTo>
                  <a:cubicBezTo>
                    <a:pt x="0" y="136271"/>
                    <a:pt x="147689" y="0"/>
                    <a:pt x="329629" y="0"/>
                  </a:cubicBezTo>
                  <a:lnTo>
                    <a:pt x="4606446" y="0"/>
                  </a:lnTo>
                  <a:lnTo>
                    <a:pt x="4606446" y="15875"/>
                  </a:lnTo>
                  <a:lnTo>
                    <a:pt x="4606446" y="0"/>
                  </a:lnTo>
                  <a:cubicBezTo>
                    <a:pt x="4788386" y="0"/>
                    <a:pt x="4936075" y="136271"/>
                    <a:pt x="4936075" y="304419"/>
                  </a:cubicBezTo>
                  <a:lnTo>
                    <a:pt x="4918949" y="304419"/>
                  </a:lnTo>
                  <a:lnTo>
                    <a:pt x="4936075" y="304419"/>
                  </a:lnTo>
                  <a:lnTo>
                    <a:pt x="4936075" y="2612771"/>
                  </a:lnTo>
                  <a:lnTo>
                    <a:pt x="4918949" y="2612771"/>
                  </a:lnTo>
                  <a:lnTo>
                    <a:pt x="4936075" y="2612771"/>
                  </a:lnTo>
                  <a:cubicBezTo>
                    <a:pt x="4936075" y="2780919"/>
                    <a:pt x="4788386" y="2917190"/>
                    <a:pt x="4606446" y="2917190"/>
                  </a:cubicBezTo>
                  <a:lnTo>
                    <a:pt x="4606446" y="2901315"/>
                  </a:lnTo>
                  <a:lnTo>
                    <a:pt x="4606446" y="2917190"/>
                  </a:lnTo>
                  <a:lnTo>
                    <a:pt x="329629" y="2917190"/>
                  </a:lnTo>
                  <a:lnTo>
                    <a:pt x="329629" y="2901315"/>
                  </a:lnTo>
                  <a:lnTo>
                    <a:pt x="329629" y="2917190"/>
                  </a:lnTo>
                  <a:cubicBezTo>
                    <a:pt x="147689" y="2917190"/>
                    <a:pt x="0" y="2780919"/>
                    <a:pt x="0" y="2612771"/>
                  </a:cubicBezTo>
                  <a:lnTo>
                    <a:pt x="0" y="304419"/>
                  </a:lnTo>
                  <a:lnTo>
                    <a:pt x="17125" y="304419"/>
                  </a:lnTo>
                  <a:lnTo>
                    <a:pt x="0" y="304419"/>
                  </a:lnTo>
                  <a:moveTo>
                    <a:pt x="34251" y="304419"/>
                  </a:moveTo>
                  <a:lnTo>
                    <a:pt x="34251" y="2612771"/>
                  </a:lnTo>
                  <a:lnTo>
                    <a:pt x="17125" y="2612771"/>
                  </a:lnTo>
                  <a:lnTo>
                    <a:pt x="34251" y="2612771"/>
                  </a:lnTo>
                  <a:cubicBezTo>
                    <a:pt x="34251" y="2763266"/>
                    <a:pt x="166458" y="2885440"/>
                    <a:pt x="329629" y="2885440"/>
                  </a:cubicBezTo>
                  <a:lnTo>
                    <a:pt x="4606446" y="2885440"/>
                  </a:lnTo>
                  <a:cubicBezTo>
                    <a:pt x="4769616" y="2885440"/>
                    <a:pt x="4901824" y="2763266"/>
                    <a:pt x="4901824" y="2612771"/>
                  </a:cubicBezTo>
                  <a:lnTo>
                    <a:pt x="4901824" y="304419"/>
                  </a:lnTo>
                  <a:cubicBezTo>
                    <a:pt x="4901824" y="153924"/>
                    <a:pt x="4769616" y="31750"/>
                    <a:pt x="4606446" y="31750"/>
                  </a:cubicBezTo>
                  <a:lnTo>
                    <a:pt x="329629" y="31750"/>
                  </a:lnTo>
                  <a:lnTo>
                    <a:pt x="329629" y="15875"/>
                  </a:lnTo>
                  <a:lnTo>
                    <a:pt x="329629" y="31750"/>
                  </a:lnTo>
                  <a:cubicBezTo>
                    <a:pt x="166458" y="31750"/>
                    <a:pt x="34251" y="153924"/>
                    <a:pt x="34251" y="304419"/>
                  </a:cubicBezTo>
                  <a:close/>
                </a:path>
              </a:pathLst>
            </a:custGeom>
            <a:solidFill>
              <a:srgbClr val="C696A8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11827891" y="3337011"/>
            <a:ext cx="3702168" cy="2482235"/>
            <a:chOff x="0" y="0"/>
            <a:chExt cx="4936224" cy="3309646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4936224" cy="3309646"/>
            </a:xfrm>
            <a:custGeom>
              <a:avLst/>
              <a:gdLst/>
              <a:ahLst/>
              <a:cxnLst/>
              <a:rect r="r" b="b" t="t" l="l"/>
              <a:pathLst>
                <a:path h="3309646" w="4936224">
                  <a:moveTo>
                    <a:pt x="0" y="0"/>
                  </a:moveTo>
                  <a:lnTo>
                    <a:pt x="4936224" y="0"/>
                  </a:lnTo>
                  <a:lnTo>
                    <a:pt x="4936224" y="3309646"/>
                  </a:lnTo>
                  <a:lnTo>
                    <a:pt x="0" y="330964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5" id="55"/>
            <p:cNvSpPr txBox="true"/>
            <p:nvPr/>
          </p:nvSpPr>
          <p:spPr>
            <a:xfrm>
              <a:off x="0" y="28575"/>
              <a:ext cx="4936224" cy="32810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74"/>
                </a:lnSpc>
              </a:pPr>
              <a:r>
                <a:rPr lang="en-US" sz="405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Menús emergentes (JPopupMenu)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1449318" y="6291136"/>
            <a:ext cx="3431782" cy="2187873"/>
            <a:chOff x="0" y="0"/>
            <a:chExt cx="4575710" cy="2917164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15875" y="15875"/>
              <a:ext cx="4543933" cy="2885440"/>
            </a:xfrm>
            <a:custGeom>
              <a:avLst/>
              <a:gdLst/>
              <a:ahLst/>
              <a:cxnLst/>
              <a:rect r="r" b="b" t="t" l="l"/>
              <a:pathLst>
                <a:path h="2885440" w="4543933">
                  <a:moveTo>
                    <a:pt x="0" y="288544"/>
                  </a:moveTo>
                  <a:cubicBezTo>
                    <a:pt x="0" y="129159"/>
                    <a:pt x="129667" y="0"/>
                    <a:pt x="289687" y="0"/>
                  </a:cubicBezTo>
                  <a:lnTo>
                    <a:pt x="4254246" y="0"/>
                  </a:lnTo>
                  <a:cubicBezTo>
                    <a:pt x="4414266" y="0"/>
                    <a:pt x="4543933" y="129159"/>
                    <a:pt x="4543933" y="288544"/>
                  </a:cubicBezTo>
                  <a:lnTo>
                    <a:pt x="4543933" y="2596896"/>
                  </a:lnTo>
                  <a:cubicBezTo>
                    <a:pt x="4543933" y="2756281"/>
                    <a:pt x="4414266" y="2885440"/>
                    <a:pt x="4254246" y="2885440"/>
                  </a:cubicBezTo>
                  <a:lnTo>
                    <a:pt x="289687" y="2885440"/>
                  </a:lnTo>
                  <a:cubicBezTo>
                    <a:pt x="129667" y="2885440"/>
                    <a:pt x="0" y="2756281"/>
                    <a:pt x="0" y="2596896"/>
                  </a:cubicBezTo>
                  <a:close/>
                </a:path>
              </a:pathLst>
            </a:custGeom>
            <a:solidFill>
              <a:srgbClr val="BA7FAE"/>
            </a:solidFill>
          </p:spPr>
        </p:sp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4575683" cy="2917190"/>
            </a:xfrm>
            <a:custGeom>
              <a:avLst/>
              <a:gdLst/>
              <a:ahLst/>
              <a:cxnLst/>
              <a:rect r="r" b="b" t="t" l="l"/>
              <a:pathLst>
                <a:path h="2917190" w="4575683">
                  <a:moveTo>
                    <a:pt x="0" y="304419"/>
                  </a:moveTo>
                  <a:cubicBezTo>
                    <a:pt x="0" y="136271"/>
                    <a:pt x="136906" y="0"/>
                    <a:pt x="305562" y="0"/>
                  </a:cubicBezTo>
                  <a:lnTo>
                    <a:pt x="4270121" y="0"/>
                  </a:lnTo>
                  <a:lnTo>
                    <a:pt x="4270121" y="15875"/>
                  </a:lnTo>
                  <a:lnTo>
                    <a:pt x="4270121" y="0"/>
                  </a:lnTo>
                  <a:cubicBezTo>
                    <a:pt x="4438777" y="0"/>
                    <a:pt x="4575683" y="136271"/>
                    <a:pt x="4575683" y="304419"/>
                  </a:cubicBezTo>
                  <a:lnTo>
                    <a:pt x="4559808" y="304419"/>
                  </a:lnTo>
                  <a:lnTo>
                    <a:pt x="4575683" y="304419"/>
                  </a:lnTo>
                  <a:lnTo>
                    <a:pt x="4575683" y="2612771"/>
                  </a:lnTo>
                  <a:lnTo>
                    <a:pt x="4559808" y="2612771"/>
                  </a:lnTo>
                  <a:lnTo>
                    <a:pt x="4575683" y="2612771"/>
                  </a:lnTo>
                  <a:cubicBezTo>
                    <a:pt x="4575683" y="2780919"/>
                    <a:pt x="4438777" y="2917190"/>
                    <a:pt x="4270121" y="2917190"/>
                  </a:cubicBezTo>
                  <a:lnTo>
                    <a:pt x="4270121" y="2901315"/>
                  </a:lnTo>
                  <a:lnTo>
                    <a:pt x="4270121" y="2917190"/>
                  </a:lnTo>
                  <a:lnTo>
                    <a:pt x="305562" y="2917190"/>
                  </a:lnTo>
                  <a:lnTo>
                    <a:pt x="305562" y="2901315"/>
                  </a:lnTo>
                  <a:lnTo>
                    <a:pt x="305562" y="2917190"/>
                  </a:lnTo>
                  <a:cubicBezTo>
                    <a:pt x="136906" y="2917190"/>
                    <a:pt x="0" y="2780919"/>
                    <a:pt x="0" y="2612771"/>
                  </a:cubicBezTo>
                  <a:lnTo>
                    <a:pt x="0" y="304419"/>
                  </a:lnTo>
                  <a:lnTo>
                    <a:pt x="15875" y="304419"/>
                  </a:lnTo>
                  <a:lnTo>
                    <a:pt x="0" y="304419"/>
                  </a:lnTo>
                  <a:moveTo>
                    <a:pt x="31750" y="304419"/>
                  </a:moveTo>
                  <a:lnTo>
                    <a:pt x="31750" y="2612771"/>
                  </a:lnTo>
                  <a:lnTo>
                    <a:pt x="15875" y="2612771"/>
                  </a:lnTo>
                  <a:lnTo>
                    <a:pt x="31750" y="2612771"/>
                  </a:lnTo>
                  <a:cubicBezTo>
                    <a:pt x="31750" y="2763266"/>
                    <a:pt x="154305" y="2885440"/>
                    <a:pt x="305562" y="2885440"/>
                  </a:cubicBezTo>
                  <a:lnTo>
                    <a:pt x="4270121" y="2885440"/>
                  </a:lnTo>
                  <a:cubicBezTo>
                    <a:pt x="4421378" y="2885440"/>
                    <a:pt x="4543933" y="2763266"/>
                    <a:pt x="4543933" y="2612771"/>
                  </a:cubicBezTo>
                  <a:lnTo>
                    <a:pt x="4543933" y="304419"/>
                  </a:lnTo>
                  <a:cubicBezTo>
                    <a:pt x="4543933" y="153924"/>
                    <a:pt x="4421378" y="31750"/>
                    <a:pt x="4270121" y="31750"/>
                  </a:cubicBezTo>
                  <a:lnTo>
                    <a:pt x="305562" y="31750"/>
                  </a:lnTo>
                  <a:lnTo>
                    <a:pt x="305562" y="15875"/>
                  </a:lnTo>
                  <a:lnTo>
                    <a:pt x="305562" y="31750"/>
                  </a:lnTo>
                  <a:cubicBezTo>
                    <a:pt x="154305" y="31750"/>
                    <a:pt x="31750" y="153924"/>
                    <a:pt x="31750" y="304419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11827981" y="6650866"/>
            <a:ext cx="3431782" cy="2187873"/>
            <a:chOff x="0" y="0"/>
            <a:chExt cx="4575710" cy="2917164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15875" y="15875"/>
              <a:ext cx="4543933" cy="2885440"/>
            </a:xfrm>
            <a:custGeom>
              <a:avLst/>
              <a:gdLst/>
              <a:ahLst/>
              <a:cxnLst/>
              <a:rect r="r" b="b" t="t" l="l"/>
              <a:pathLst>
                <a:path h="2885440" w="4543933">
                  <a:moveTo>
                    <a:pt x="0" y="288544"/>
                  </a:moveTo>
                  <a:cubicBezTo>
                    <a:pt x="0" y="129159"/>
                    <a:pt x="129667" y="0"/>
                    <a:pt x="289687" y="0"/>
                  </a:cubicBezTo>
                  <a:lnTo>
                    <a:pt x="4254246" y="0"/>
                  </a:lnTo>
                  <a:cubicBezTo>
                    <a:pt x="4414266" y="0"/>
                    <a:pt x="4543933" y="129159"/>
                    <a:pt x="4543933" y="288544"/>
                  </a:cubicBezTo>
                  <a:lnTo>
                    <a:pt x="4543933" y="2596896"/>
                  </a:lnTo>
                  <a:cubicBezTo>
                    <a:pt x="4543933" y="2756281"/>
                    <a:pt x="4414266" y="2885440"/>
                    <a:pt x="4254246" y="2885440"/>
                  </a:cubicBezTo>
                  <a:lnTo>
                    <a:pt x="289687" y="2885440"/>
                  </a:lnTo>
                  <a:cubicBezTo>
                    <a:pt x="129667" y="2885440"/>
                    <a:pt x="0" y="2756281"/>
                    <a:pt x="0" y="2596896"/>
                  </a:cubicBezTo>
                  <a:close/>
                </a:path>
              </a:pathLst>
            </a:custGeom>
            <a:solidFill>
              <a:srgbClr val="FFFFFF">
                <a:alpha val="80784"/>
              </a:srgbClr>
            </a:solidFill>
          </p:spPr>
        </p:sp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4575683" cy="2917190"/>
            </a:xfrm>
            <a:custGeom>
              <a:avLst/>
              <a:gdLst/>
              <a:ahLst/>
              <a:cxnLst/>
              <a:rect r="r" b="b" t="t" l="l"/>
              <a:pathLst>
                <a:path h="2917190" w="4575683">
                  <a:moveTo>
                    <a:pt x="0" y="304419"/>
                  </a:moveTo>
                  <a:cubicBezTo>
                    <a:pt x="0" y="136271"/>
                    <a:pt x="136906" y="0"/>
                    <a:pt x="305562" y="0"/>
                  </a:cubicBezTo>
                  <a:lnTo>
                    <a:pt x="4270121" y="0"/>
                  </a:lnTo>
                  <a:lnTo>
                    <a:pt x="4270121" y="15875"/>
                  </a:lnTo>
                  <a:lnTo>
                    <a:pt x="4270121" y="0"/>
                  </a:lnTo>
                  <a:cubicBezTo>
                    <a:pt x="4438777" y="0"/>
                    <a:pt x="4575683" y="136271"/>
                    <a:pt x="4575683" y="304419"/>
                  </a:cubicBezTo>
                  <a:lnTo>
                    <a:pt x="4559808" y="304419"/>
                  </a:lnTo>
                  <a:lnTo>
                    <a:pt x="4575683" y="304419"/>
                  </a:lnTo>
                  <a:lnTo>
                    <a:pt x="4575683" y="2612771"/>
                  </a:lnTo>
                  <a:lnTo>
                    <a:pt x="4559808" y="2612771"/>
                  </a:lnTo>
                  <a:lnTo>
                    <a:pt x="4575683" y="2612771"/>
                  </a:lnTo>
                  <a:cubicBezTo>
                    <a:pt x="4575683" y="2780919"/>
                    <a:pt x="4438777" y="2917190"/>
                    <a:pt x="4270121" y="2917190"/>
                  </a:cubicBezTo>
                  <a:lnTo>
                    <a:pt x="4270121" y="2901315"/>
                  </a:lnTo>
                  <a:lnTo>
                    <a:pt x="4270121" y="2917190"/>
                  </a:lnTo>
                  <a:lnTo>
                    <a:pt x="305562" y="2917190"/>
                  </a:lnTo>
                  <a:lnTo>
                    <a:pt x="305562" y="2901315"/>
                  </a:lnTo>
                  <a:lnTo>
                    <a:pt x="305562" y="2917190"/>
                  </a:lnTo>
                  <a:cubicBezTo>
                    <a:pt x="136906" y="2917190"/>
                    <a:pt x="0" y="2780919"/>
                    <a:pt x="0" y="2612771"/>
                  </a:cubicBezTo>
                  <a:lnTo>
                    <a:pt x="0" y="304419"/>
                  </a:lnTo>
                  <a:lnTo>
                    <a:pt x="15875" y="304419"/>
                  </a:lnTo>
                  <a:lnTo>
                    <a:pt x="0" y="304419"/>
                  </a:lnTo>
                  <a:moveTo>
                    <a:pt x="31750" y="304419"/>
                  </a:moveTo>
                  <a:lnTo>
                    <a:pt x="31750" y="2612771"/>
                  </a:lnTo>
                  <a:lnTo>
                    <a:pt x="15875" y="2612771"/>
                  </a:lnTo>
                  <a:lnTo>
                    <a:pt x="31750" y="2612771"/>
                  </a:lnTo>
                  <a:cubicBezTo>
                    <a:pt x="31750" y="2763266"/>
                    <a:pt x="154305" y="2885440"/>
                    <a:pt x="305562" y="2885440"/>
                  </a:cubicBezTo>
                  <a:lnTo>
                    <a:pt x="4270121" y="2885440"/>
                  </a:lnTo>
                  <a:cubicBezTo>
                    <a:pt x="4421378" y="2885440"/>
                    <a:pt x="4543933" y="2763266"/>
                    <a:pt x="4543933" y="2612771"/>
                  </a:cubicBezTo>
                  <a:lnTo>
                    <a:pt x="4543933" y="304419"/>
                  </a:lnTo>
                  <a:cubicBezTo>
                    <a:pt x="4543933" y="153924"/>
                    <a:pt x="4421378" y="31750"/>
                    <a:pt x="4270121" y="31750"/>
                  </a:cubicBezTo>
                  <a:lnTo>
                    <a:pt x="305562" y="31750"/>
                  </a:lnTo>
                  <a:lnTo>
                    <a:pt x="305562" y="15875"/>
                  </a:lnTo>
                  <a:lnTo>
                    <a:pt x="305562" y="31750"/>
                  </a:lnTo>
                  <a:cubicBezTo>
                    <a:pt x="154305" y="31750"/>
                    <a:pt x="31750" y="153924"/>
                    <a:pt x="31750" y="304419"/>
                  </a:cubicBezTo>
                  <a:close/>
                </a:path>
              </a:pathLst>
            </a:custGeom>
            <a:solidFill>
              <a:srgbClr val="BA7FAE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11891363" y="6714248"/>
            <a:ext cx="3305018" cy="2061108"/>
            <a:chOff x="0" y="0"/>
            <a:chExt cx="4406690" cy="2748144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4406690" cy="2748144"/>
            </a:xfrm>
            <a:custGeom>
              <a:avLst/>
              <a:gdLst/>
              <a:ahLst/>
              <a:cxnLst/>
              <a:rect r="r" b="b" t="t" l="l"/>
              <a:pathLst>
                <a:path h="2748144" w="4406690">
                  <a:moveTo>
                    <a:pt x="0" y="0"/>
                  </a:moveTo>
                  <a:lnTo>
                    <a:pt x="4406690" y="0"/>
                  </a:lnTo>
                  <a:lnTo>
                    <a:pt x="4406690" y="2748144"/>
                  </a:lnTo>
                  <a:lnTo>
                    <a:pt x="0" y="274814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64" id="64"/>
            <p:cNvSpPr txBox="true"/>
            <p:nvPr/>
          </p:nvSpPr>
          <p:spPr>
            <a:xfrm>
              <a:off x="0" y="28575"/>
              <a:ext cx="4406690" cy="27195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74"/>
                </a:lnSpc>
              </a:pPr>
              <a:r>
                <a:rPr lang="en-US" sz="405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Menús contextuales</a:t>
              </a:r>
            </a:p>
          </p:txBody>
        </p:sp>
      </p:grp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762" y="9601200"/>
            <a:ext cx="18283238" cy="685800"/>
            <a:chOff x="0" y="0"/>
            <a:chExt cx="24377650" cy="914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7650" cy="914400"/>
            </a:xfrm>
            <a:custGeom>
              <a:avLst/>
              <a:gdLst/>
              <a:ahLst/>
              <a:cxnLst/>
              <a:rect r="r" b="b" t="t" l="l"/>
              <a:pathLst>
                <a:path h="914400" w="24377650">
                  <a:moveTo>
                    <a:pt x="0" y="0"/>
                  </a:moveTo>
                  <a:lnTo>
                    <a:pt x="24377650" y="0"/>
                  </a:lnTo>
                  <a:lnTo>
                    <a:pt x="2437765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262626"/>
            </a:solidFill>
          </p:spPr>
        </p:sp>
      </p:grpSp>
      <p:sp>
        <p:nvSpPr>
          <p:cNvPr name="AutoShape 4" id="4"/>
          <p:cNvSpPr/>
          <p:nvPr/>
        </p:nvSpPr>
        <p:spPr>
          <a:xfrm rot="4374">
            <a:off x="1780767" y="2846070"/>
            <a:ext cx="14969502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4762" y="9601200"/>
            <a:ext cx="18283238" cy="685800"/>
            <a:chOff x="0" y="0"/>
            <a:chExt cx="24377650" cy="914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377650" cy="914400"/>
            </a:xfrm>
            <a:custGeom>
              <a:avLst/>
              <a:gdLst/>
              <a:ahLst/>
              <a:cxnLst/>
              <a:rect r="r" b="b" t="t" l="l"/>
              <a:pathLst>
                <a:path h="914400" w="24377650">
                  <a:moveTo>
                    <a:pt x="0" y="0"/>
                  </a:moveTo>
                  <a:lnTo>
                    <a:pt x="24377650" y="0"/>
                  </a:lnTo>
                  <a:lnTo>
                    <a:pt x="2437765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262626"/>
            </a:solidFill>
          </p:spPr>
        </p:sp>
      </p:grpSp>
      <p:sp>
        <p:nvSpPr>
          <p:cNvPr name="AutoShape 7" id="7"/>
          <p:cNvSpPr/>
          <p:nvPr/>
        </p:nvSpPr>
        <p:spPr>
          <a:xfrm rot="4415">
            <a:off x="1801956" y="6712111"/>
            <a:ext cx="14832342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4911" y="0"/>
            <a:ext cx="18283089" cy="10288462"/>
            <a:chOff x="0" y="0"/>
            <a:chExt cx="24377452" cy="137179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377396" cy="13717905"/>
            </a:xfrm>
            <a:custGeom>
              <a:avLst/>
              <a:gdLst/>
              <a:ahLst/>
              <a:cxnLst/>
              <a:rect r="r" b="b" t="t" l="l"/>
              <a:pathLst>
                <a:path h="13717905" w="24377396">
                  <a:moveTo>
                    <a:pt x="0" y="0"/>
                  </a:moveTo>
                  <a:lnTo>
                    <a:pt x="24377396" y="0"/>
                  </a:lnTo>
                  <a:lnTo>
                    <a:pt x="24377396" y="13717905"/>
                  </a:lnTo>
                  <a:lnTo>
                    <a:pt x="0" y="13717905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65200" y="1857663"/>
            <a:ext cx="5453889" cy="6533626"/>
            <a:chOff x="0" y="0"/>
            <a:chExt cx="7271852" cy="871150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271893" cy="8711565"/>
            </a:xfrm>
            <a:custGeom>
              <a:avLst/>
              <a:gdLst/>
              <a:ahLst/>
              <a:cxnLst/>
              <a:rect r="r" b="b" t="t" l="l"/>
              <a:pathLst>
                <a:path h="8711565" w="7271893">
                  <a:moveTo>
                    <a:pt x="0" y="0"/>
                  </a:moveTo>
                  <a:lnTo>
                    <a:pt x="7271893" y="0"/>
                  </a:lnTo>
                  <a:lnTo>
                    <a:pt x="7271893" y="8711565"/>
                  </a:lnTo>
                  <a:lnTo>
                    <a:pt x="0" y="8711565"/>
                  </a:lnTo>
                  <a:close/>
                </a:path>
              </a:pathLst>
            </a:custGeom>
            <a:solidFill>
              <a:srgbClr val="000000">
                <a:alpha val="72157"/>
              </a:srgbClr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281416" y="2212851"/>
            <a:ext cx="4821461" cy="4352541"/>
            <a:chOff x="0" y="0"/>
            <a:chExt cx="6428614" cy="580338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428614" cy="5803388"/>
            </a:xfrm>
            <a:custGeom>
              <a:avLst/>
              <a:gdLst/>
              <a:ahLst/>
              <a:cxnLst/>
              <a:rect r="r" b="b" t="t" l="l"/>
              <a:pathLst>
                <a:path h="5803388" w="6428614">
                  <a:moveTo>
                    <a:pt x="0" y="0"/>
                  </a:moveTo>
                  <a:lnTo>
                    <a:pt x="6428614" y="0"/>
                  </a:lnTo>
                  <a:lnTo>
                    <a:pt x="6428614" y="5803388"/>
                  </a:lnTo>
                  <a:lnTo>
                    <a:pt x="0" y="580338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38100"/>
              <a:ext cx="6428614" cy="5765288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7128"/>
                </a:lnSpc>
              </a:pPr>
              <a:r>
                <a:rPr lang="en-US" sz="6600" spc="-75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Dudas o Comentarios</a:t>
              </a:r>
            </a:p>
          </p:txBody>
        </p:sp>
      </p:grpSp>
      <p:sp>
        <p:nvSpPr>
          <p:cNvPr name="AutoShape 15" id="15"/>
          <p:cNvSpPr/>
          <p:nvPr/>
        </p:nvSpPr>
        <p:spPr>
          <a:xfrm rot="20936">
            <a:off x="1346094" y="6753254"/>
            <a:ext cx="4692102" cy="0"/>
          </a:xfrm>
          <a:prstGeom prst="line">
            <a:avLst/>
          </a:prstGeom>
          <a:ln cap="rnd" w="19050">
            <a:solidFill>
              <a:srgbClr val="C696A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6" id="16" descr="Un oso de peluche con un sombrero  El contenido generado por IA puede ser incorrecto."/>
          <p:cNvSpPr/>
          <p:nvPr/>
        </p:nvSpPr>
        <p:spPr>
          <a:xfrm flipH="false" flipV="false" rot="0">
            <a:off x="6904144" y="2670758"/>
            <a:ext cx="4964769" cy="4907438"/>
          </a:xfrm>
          <a:custGeom>
            <a:avLst/>
            <a:gdLst/>
            <a:ahLst/>
            <a:cxnLst/>
            <a:rect r="r" b="b" t="t" l="l"/>
            <a:pathLst>
              <a:path h="4907438" w="4964769">
                <a:moveTo>
                  <a:pt x="0" y="0"/>
                </a:moveTo>
                <a:lnTo>
                  <a:pt x="4964769" y="0"/>
                </a:lnTo>
                <a:lnTo>
                  <a:pt x="4964769" y="4907437"/>
                </a:lnTo>
                <a:lnTo>
                  <a:pt x="0" y="490743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7" id="17" descr="Símbolos amarillo y azul"/>
          <p:cNvSpPr/>
          <p:nvPr/>
        </p:nvSpPr>
        <p:spPr>
          <a:xfrm flipH="false" flipV="false" rot="0">
            <a:off x="12351513" y="2330918"/>
            <a:ext cx="4966376" cy="5587115"/>
          </a:xfrm>
          <a:custGeom>
            <a:avLst/>
            <a:gdLst/>
            <a:ahLst/>
            <a:cxnLst/>
            <a:rect r="r" b="b" t="t" l="l"/>
            <a:pathLst>
              <a:path h="5587115" w="4966376">
                <a:moveTo>
                  <a:pt x="0" y="0"/>
                </a:moveTo>
                <a:lnTo>
                  <a:pt x="4966375" y="0"/>
                </a:lnTo>
                <a:lnTo>
                  <a:pt x="4966375" y="5587114"/>
                </a:lnTo>
                <a:lnTo>
                  <a:pt x="0" y="55871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9767" t="0" r="-27291" b="-18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1" y="9601200"/>
            <a:ext cx="18288000" cy="685800"/>
            <a:chOff x="0" y="0"/>
            <a:chExt cx="24384000" cy="9144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4384000" cy="914400"/>
            </a:xfrm>
            <a:custGeom>
              <a:avLst/>
              <a:gdLst/>
              <a:ahLst/>
              <a:cxnLst/>
              <a:rect r="r" b="b" t="t" l="l"/>
              <a:pathLst>
                <a:path h="9144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262626">
                <a:alpha val="90196"/>
              </a:srgbClr>
            </a:solidFill>
          </p:spPr>
        </p:sp>
      </p:grp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694602" y="5068431"/>
            <a:ext cx="9591850" cy="5218569"/>
            <a:chOff x="0" y="0"/>
            <a:chExt cx="12789134" cy="69580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-762"/>
              <a:ext cx="12789154" cy="6958838"/>
            </a:xfrm>
            <a:custGeom>
              <a:avLst/>
              <a:gdLst/>
              <a:ahLst/>
              <a:cxnLst/>
              <a:rect r="r" b="b" t="t" l="l"/>
              <a:pathLst>
                <a:path h="6958838" w="12789154">
                  <a:moveTo>
                    <a:pt x="10342626" y="1270"/>
                  </a:moveTo>
                  <a:cubicBezTo>
                    <a:pt x="11215370" y="15748"/>
                    <a:pt x="12078081" y="307975"/>
                    <a:pt x="12788647" y="860806"/>
                  </a:cubicBezTo>
                  <a:lnTo>
                    <a:pt x="12789154" y="861314"/>
                  </a:lnTo>
                  <a:lnTo>
                    <a:pt x="12789154" y="6958838"/>
                  </a:lnTo>
                  <a:lnTo>
                    <a:pt x="0" y="6958838"/>
                  </a:lnTo>
                  <a:lnTo>
                    <a:pt x="7833995" y="811784"/>
                  </a:lnTo>
                  <a:lnTo>
                    <a:pt x="7918958" y="748538"/>
                  </a:lnTo>
                  <a:cubicBezTo>
                    <a:pt x="8582152" y="280035"/>
                    <a:pt x="9342247" y="35814"/>
                    <a:pt x="10104374" y="4318"/>
                  </a:cubicBezTo>
                  <a:cubicBezTo>
                    <a:pt x="10183749" y="1016"/>
                    <a:pt x="10263251" y="0"/>
                    <a:pt x="10342499" y="1397"/>
                  </a:cubicBezTo>
                  <a:close/>
                </a:path>
              </a:pathLst>
            </a:custGeom>
            <a:gradFill rotWithShape="true">
              <a:gsLst>
                <a:gs pos="39000">
                  <a:srgbClr val="E3E8E2">
                    <a:alpha val="100000"/>
                  </a:srgbClr>
                </a:gs>
                <a:gs pos="100000">
                  <a:srgbClr val="DE6BEF">
                    <a:alpha val="100000"/>
                  </a:srgbClr>
                </a:gs>
              </a:gsLst>
              <a:lin ang="1200000"/>
            </a:gra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6" id="6" descr="Aparatos de color neón"/>
          <p:cNvSpPr/>
          <p:nvPr/>
        </p:nvSpPr>
        <p:spPr>
          <a:xfrm flipH="false" flipV="false" rot="0">
            <a:off x="30" y="15"/>
            <a:ext cx="18287968" cy="10286984"/>
          </a:xfrm>
          <a:custGeom>
            <a:avLst/>
            <a:gdLst/>
            <a:ahLst/>
            <a:cxnLst/>
            <a:rect r="r" b="b" t="t" l="l"/>
            <a:pathLst>
              <a:path h="10286984" w="18287968">
                <a:moveTo>
                  <a:pt x="0" y="0"/>
                </a:moveTo>
                <a:lnTo>
                  <a:pt x="18287968" y="0"/>
                </a:lnTo>
                <a:lnTo>
                  <a:pt x="18287968" y="10286983"/>
                </a:lnTo>
                <a:lnTo>
                  <a:pt x="0" y="1028698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5" b="-26222"/>
            </a:stretch>
          </a:blipFill>
        </p:spPr>
      </p:sp>
      <p:grpSp>
        <p:nvGrpSpPr>
          <p:cNvPr name="Group 7" id="7"/>
          <p:cNvGrpSpPr/>
          <p:nvPr/>
        </p:nvGrpSpPr>
        <p:grpSpPr>
          <a:xfrm rot="-60000">
            <a:off x="1553333" y="2168154"/>
            <a:ext cx="16787830" cy="8264940"/>
            <a:chOff x="0" y="0"/>
            <a:chExt cx="22383774" cy="110199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-1397"/>
              <a:ext cx="22383623" cy="11021314"/>
            </a:xfrm>
            <a:custGeom>
              <a:avLst/>
              <a:gdLst/>
              <a:ahLst/>
              <a:cxnLst/>
              <a:rect r="r" b="b" t="t" l="l"/>
              <a:pathLst>
                <a:path h="11021314" w="22383623">
                  <a:moveTo>
                    <a:pt x="22232238" y="11021314"/>
                  </a:moveTo>
                  <a:lnTo>
                    <a:pt x="0" y="10633202"/>
                  </a:lnTo>
                  <a:lnTo>
                    <a:pt x="12057634" y="1507490"/>
                  </a:lnTo>
                  <a:lnTo>
                    <a:pt x="12226163" y="1386459"/>
                  </a:lnTo>
                  <a:cubicBezTo>
                    <a:pt x="13541121" y="491871"/>
                    <a:pt x="15037815" y="39370"/>
                    <a:pt x="16531589" y="3683"/>
                  </a:cubicBezTo>
                  <a:cubicBezTo>
                    <a:pt x="16687164" y="0"/>
                    <a:pt x="16842739" y="762"/>
                    <a:pt x="16998060" y="6096"/>
                  </a:cubicBezTo>
                  <a:cubicBezTo>
                    <a:pt x="18891250" y="70612"/>
                    <a:pt x="20748625" y="802386"/>
                    <a:pt x="22192233" y="2149221"/>
                  </a:cubicBezTo>
                  <a:lnTo>
                    <a:pt x="22383623" y="2336927"/>
                  </a:lnTo>
                  <a:close/>
                </a:path>
              </a:pathLst>
            </a:custGeom>
            <a:gradFill rotWithShape="true">
              <a:gsLst>
                <a:gs pos="23000">
                  <a:srgbClr val="E3E8E2">
                    <a:alpha val="68000"/>
                  </a:srgbClr>
                </a:gs>
                <a:gs pos="100000">
                  <a:srgbClr val="DE6BEF">
                    <a:alpha val="78000"/>
                  </a:srgbClr>
                </a:gs>
              </a:gsLst>
              <a:lin ang="14460000"/>
            </a:gradFill>
          </p:spPr>
        </p:sp>
      </p:grpSp>
      <p:grpSp>
        <p:nvGrpSpPr>
          <p:cNvPr name="Group 9" id="9"/>
          <p:cNvGrpSpPr/>
          <p:nvPr/>
        </p:nvGrpSpPr>
        <p:grpSpPr>
          <a:xfrm rot="0">
            <a:off x="8823669" y="4638976"/>
            <a:ext cx="8143935" cy="3213838"/>
            <a:chOff x="0" y="0"/>
            <a:chExt cx="10858580" cy="428511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858580" cy="4285118"/>
            </a:xfrm>
            <a:custGeom>
              <a:avLst/>
              <a:gdLst/>
              <a:ahLst/>
              <a:cxnLst/>
              <a:rect r="r" b="b" t="t" l="l"/>
              <a:pathLst>
                <a:path h="4285118" w="10858580">
                  <a:moveTo>
                    <a:pt x="0" y="0"/>
                  </a:moveTo>
                  <a:lnTo>
                    <a:pt x="10858580" y="0"/>
                  </a:lnTo>
                  <a:lnTo>
                    <a:pt x="10858580" y="4285118"/>
                  </a:lnTo>
                  <a:lnTo>
                    <a:pt x="0" y="42851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10858580" cy="4313693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r">
                <a:lnSpc>
                  <a:spcPts val="8640"/>
                </a:lnSpc>
              </a:pPr>
              <a:r>
                <a:rPr lang="en-US" sz="7200" b="true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MVC</a:t>
              </a:r>
            </a:p>
            <a:p>
              <a:pPr algn="r">
                <a:lnSpc>
                  <a:spcPts val="3600"/>
                </a:lnSpc>
              </a:pPr>
              <a:r>
                <a:rPr lang="en-US" sz="3000" b="true">
                  <a:solidFill>
                    <a:srgbClr val="262626"/>
                  </a:solidFill>
                  <a:latin typeface="Arimo Bold"/>
                  <a:ea typeface="Arimo Bold"/>
                  <a:cs typeface="Arimo Bold"/>
                  <a:sym typeface="Arimo Bold"/>
                </a:rPr>
                <a:t>Modelo Vista Controlador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8744726" y="8114458"/>
            <a:ext cx="8222880" cy="1363210"/>
            <a:chOff x="0" y="0"/>
            <a:chExt cx="10963840" cy="181761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963840" cy="1817614"/>
            </a:xfrm>
            <a:custGeom>
              <a:avLst/>
              <a:gdLst/>
              <a:ahLst/>
              <a:cxnLst/>
              <a:rect r="r" b="b" t="t" l="l"/>
              <a:pathLst>
                <a:path h="1817614" w="10963840">
                  <a:moveTo>
                    <a:pt x="0" y="0"/>
                  </a:moveTo>
                  <a:lnTo>
                    <a:pt x="10963840" y="0"/>
                  </a:lnTo>
                  <a:lnTo>
                    <a:pt x="10963840" y="1817614"/>
                  </a:lnTo>
                  <a:lnTo>
                    <a:pt x="0" y="181761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85725"/>
              <a:ext cx="10963840" cy="1903339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r">
                <a:lnSpc>
                  <a:spcPts val="4320"/>
                </a:lnSpc>
              </a:pPr>
              <a:r>
                <a:rPr lang="en-US" sz="300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Definición, Elementos, Ventajas</a:t>
              </a:r>
            </a:p>
          </p:txBody>
        </p:sp>
      </p:grp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00200" y="1040259"/>
            <a:ext cx="6260124" cy="1885949"/>
            <a:chOff x="0" y="0"/>
            <a:chExt cx="8346832" cy="251459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346832" cy="2514598"/>
            </a:xfrm>
            <a:custGeom>
              <a:avLst/>
              <a:gdLst/>
              <a:ahLst/>
              <a:cxnLst/>
              <a:rect r="r" b="b" t="t" l="l"/>
              <a:pathLst>
                <a:path h="2514598" w="8346832">
                  <a:moveTo>
                    <a:pt x="0" y="0"/>
                  </a:moveTo>
                  <a:lnTo>
                    <a:pt x="8346832" y="0"/>
                  </a:lnTo>
                  <a:lnTo>
                    <a:pt x="8346832" y="2514598"/>
                  </a:lnTo>
                  <a:lnTo>
                    <a:pt x="0" y="251459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38100"/>
              <a:ext cx="8346832" cy="24764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184"/>
                </a:lnSpc>
              </a:pPr>
              <a:r>
                <a:rPr lang="en-US" sz="4800" b="true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Patrón MVC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00200" y="2926207"/>
            <a:ext cx="6260122" cy="5063363"/>
            <a:chOff x="0" y="0"/>
            <a:chExt cx="8346830" cy="675115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346830" cy="6751151"/>
            </a:xfrm>
            <a:custGeom>
              <a:avLst/>
              <a:gdLst/>
              <a:ahLst/>
              <a:cxnLst/>
              <a:rect r="r" b="b" t="t" l="l"/>
              <a:pathLst>
                <a:path h="6751151" w="8346830">
                  <a:moveTo>
                    <a:pt x="0" y="0"/>
                  </a:moveTo>
                  <a:lnTo>
                    <a:pt x="8346830" y="0"/>
                  </a:lnTo>
                  <a:lnTo>
                    <a:pt x="8346830" y="6751151"/>
                  </a:lnTo>
                  <a:lnTo>
                    <a:pt x="0" y="675115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8346830" cy="6798776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just">
                <a:lnSpc>
                  <a:spcPts val="3960"/>
                </a:lnSpc>
              </a:pPr>
              <a:r>
                <a:rPr lang="en-US" sz="300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El patrón MVC (Model-View-Controller) es un patrón de diseño arquitectónico que organiza una aplicación en tres componentes principales: Modelo (Model), Vista (View) y Controlador (Controller). Su objetivo es separar las responsabilidades para facilitar el mantenimiento, la escalabilidad y la reutilización del código.</a:t>
              </a:r>
            </a:p>
          </p:txBody>
        </p:sp>
      </p:grpSp>
      <p:sp>
        <p:nvSpPr>
          <p:cNvPr name="Freeform 8" id="8" descr="Patrón de diseño MVC. ¿Qué es y cómo puedo utilizarlo? | Easy App CODE"/>
          <p:cNvSpPr/>
          <p:nvPr/>
        </p:nvSpPr>
        <p:spPr>
          <a:xfrm flipH="false" flipV="false" rot="0">
            <a:off x="9144000" y="2926207"/>
            <a:ext cx="7429500" cy="4383405"/>
          </a:xfrm>
          <a:custGeom>
            <a:avLst/>
            <a:gdLst/>
            <a:ahLst/>
            <a:cxnLst/>
            <a:rect r="r" b="b" t="t" l="l"/>
            <a:pathLst>
              <a:path h="4383405" w="7429500">
                <a:moveTo>
                  <a:pt x="0" y="0"/>
                </a:moveTo>
                <a:lnTo>
                  <a:pt x="7429500" y="0"/>
                </a:lnTo>
                <a:lnTo>
                  <a:pt x="7429500" y="4383406"/>
                </a:lnTo>
                <a:lnTo>
                  <a:pt x="0" y="43834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4" r="0" b="-34"/>
            </a:stretch>
          </a:blipFill>
        </p:spPr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00197" y="633318"/>
            <a:ext cx="8657044" cy="1885949"/>
            <a:chOff x="0" y="0"/>
            <a:chExt cx="11542726" cy="251459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542726" cy="2514598"/>
            </a:xfrm>
            <a:custGeom>
              <a:avLst/>
              <a:gdLst/>
              <a:ahLst/>
              <a:cxnLst/>
              <a:rect r="r" b="b" t="t" l="l"/>
              <a:pathLst>
                <a:path h="2514598" w="11542726">
                  <a:moveTo>
                    <a:pt x="0" y="0"/>
                  </a:moveTo>
                  <a:lnTo>
                    <a:pt x="11542726" y="0"/>
                  </a:lnTo>
                  <a:lnTo>
                    <a:pt x="11542726" y="2514598"/>
                  </a:lnTo>
                  <a:lnTo>
                    <a:pt x="0" y="251459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38100"/>
              <a:ext cx="11542726" cy="24764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128"/>
                </a:lnSpc>
              </a:pPr>
              <a:r>
                <a:rPr lang="en-US" sz="6600" b="true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Componentes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00197" y="2519266"/>
            <a:ext cx="8657046" cy="7103881"/>
            <a:chOff x="0" y="0"/>
            <a:chExt cx="11542728" cy="947184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542728" cy="9471841"/>
            </a:xfrm>
            <a:custGeom>
              <a:avLst/>
              <a:gdLst/>
              <a:ahLst/>
              <a:cxnLst/>
              <a:rect r="r" b="b" t="t" l="l"/>
              <a:pathLst>
                <a:path h="9471841" w="11542728">
                  <a:moveTo>
                    <a:pt x="0" y="0"/>
                  </a:moveTo>
                  <a:lnTo>
                    <a:pt x="11542728" y="0"/>
                  </a:lnTo>
                  <a:lnTo>
                    <a:pt x="11542728" y="9471841"/>
                  </a:lnTo>
                  <a:lnTo>
                    <a:pt x="0" y="947184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11542728" cy="9519466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just" marL="506730" indent="-253365" lvl="1">
                <a:lnSpc>
                  <a:spcPts val="3695"/>
                </a:lnSpc>
                <a:buFont typeface="Arial"/>
                <a:buChar char="•"/>
              </a:pPr>
              <a:r>
                <a:rPr lang="en-US" b="true" sz="2799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Modelo:</a:t>
              </a:r>
              <a:r>
                <a:rPr lang="en-US" sz="2799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 Representa los datos y la lógica de negocio de la aplicación. Maneja las reglas de negocio, la lógica de la aplicación y la gestión de los datos persistentes (por ejemplo, bases de datos).</a:t>
              </a:r>
            </a:p>
            <a:p>
              <a:pPr algn="just" marL="506730" indent="-253365" lvl="1">
                <a:lnSpc>
                  <a:spcPts val="3695"/>
                </a:lnSpc>
                <a:buFont typeface="Arial"/>
                <a:buChar char="•"/>
              </a:pPr>
              <a:r>
                <a:rPr lang="en-US" b="true" sz="2799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Vista:</a:t>
              </a:r>
              <a:r>
                <a:rPr lang="en-US" sz="2799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 Es responsable de la presentación de los datos al usuario. Es lo que el usuario ve y con lo que interactúa (la interfaz de usuario). La vista obtiene datos del modelo y los muestra de forma comprensible para el usuario.</a:t>
              </a:r>
            </a:p>
            <a:p>
              <a:pPr algn="just" marL="506730" indent="-253365" lvl="1">
                <a:lnSpc>
                  <a:spcPts val="3695"/>
                </a:lnSpc>
                <a:buFont typeface="Arial"/>
                <a:buChar char="•"/>
              </a:pPr>
              <a:r>
                <a:rPr lang="en-US" b="true" sz="2799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Controlador:</a:t>
              </a:r>
              <a:r>
                <a:rPr lang="en-US" sz="2799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 Actúa como intermediario entre la vista y el modelo. Recibe las entradas del usuario desde la vista, las procesa y ejecuta las acciones necesarias, como interactuar con el modelo o actualizar la vista.</a:t>
              </a:r>
            </a:p>
          </p:txBody>
        </p:sp>
      </p:grpSp>
      <p:sp>
        <p:nvSpPr>
          <p:cNvPr name="Freeform 8" id="8" descr="Diagrama  Descripción generada automáticamente"/>
          <p:cNvSpPr/>
          <p:nvPr/>
        </p:nvSpPr>
        <p:spPr>
          <a:xfrm flipH="false" flipV="false" rot="0">
            <a:off x="10823800" y="3706432"/>
            <a:ext cx="6614753" cy="4729549"/>
          </a:xfrm>
          <a:custGeom>
            <a:avLst/>
            <a:gdLst/>
            <a:ahLst/>
            <a:cxnLst/>
            <a:rect r="r" b="b" t="t" l="l"/>
            <a:pathLst>
              <a:path h="4729549" w="6614753">
                <a:moveTo>
                  <a:pt x="0" y="0"/>
                </a:moveTo>
                <a:lnTo>
                  <a:pt x="6614753" y="0"/>
                </a:lnTo>
                <a:lnTo>
                  <a:pt x="6614753" y="4729550"/>
                </a:lnTo>
                <a:lnTo>
                  <a:pt x="0" y="47295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7" r="0" b="-17"/>
            </a:stretch>
          </a:blipFill>
        </p:spPr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00200" y="1714499"/>
            <a:ext cx="6260124" cy="1885949"/>
            <a:chOff x="0" y="0"/>
            <a:chExt cx="8346832" cy="251459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346832" cy="2514598"/>
            </a:xfrm>
            <a:custGeom>
              <a:avLst/>
              <a:gdLst/>
              <a:ahLst/>
              <a:cxnLst/>
              <a:rect r="r" b="b" t="t" l="l"/>
              <a:pathLst>
                <a:path h="2514598" w="8346832">
                  <a:moveTo>
                    <a:pt x="0" y="0"/>
                  </a:moveTo>
                  <a:lnTo>
                    <a:pt x="8346832" y="0"/>
                  </a:lnTo>
                  <a:lnTo>
                    <a:pt x="8346832" y="2514598"/>
                  </a:lnTo>
                  <a:lnTo>
                    <a:pt x="0" y="251459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38100"/>
              <a:ext cx="8346832" cy="24764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184"/>
                </a:lnSpc>
              </a:pPr>
              <a:r>
                <a:rPr lang="en-US" sz="4800" b="true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¿</a:t>
              </a:r>
              <a:r>
                <a:rPr lang="en-US" sz="4800" b="true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Cómo aplicarlo?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00195" y="4105275"/>
            <a:ext cx="6260122" cy="4467228"/>
            <a:chOff x="0" y="0"/>
            <a:chExt cx="8346830" cy="595630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346830" cy="5956304"/>
            </a:xfrm>
            <a:custGeom>
              <a:avLst/>
              <a:gdLst/>
              <a:ahLst/>
              <a:cxnLst/>
              <a:rect r="r" b="b" t="t" l="l"/>
              <a:pathLst>
                <a:path h="5956304" w="8346830">
                  <a:moveTo>
                    <a:pt x="0" y="0"/>
                  </a:moveTo>
                  <a:lnTo>
                    <a:pt x="8346830" y="0"/>
                  </a:lnTo>
                  <a:lnTo>
                    <a:pt x="8346830" y="5956304"/>
                  </a:lnTo>
                  <a:lnTo>
                    <a:pt x="0" y="595630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85725"/>
              <a:ext cx="8346830" cy="6042029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just">
                <a:lnSpc>
                  <a:spcPts val="4319"/>
                </a:lnSpc>
              </a:pPr>
              <a:r>
                <a:rPr lang="en-US" sz="2999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El enfoque MVC permite manejar de manera eficiente cómo los datos se muestran al usuario y cómo las interacciones del usuario afectan la aplicación.</a:t>
              </a:r>
            </a:p>
            <a:p>
              <a:pPr algn="just">
                <a:lnSpc>
                  <a:spcPts val="4319"/>
                </a:lnSpc>
              </a:pPr>
            </a:p>
          </p:txBody>
        </p:sp>
      </p:grpSp>
      <p:sp>
        <p:nvSpPr>
          <p:cNvPr name="Freeform 8" id="8" descr="Imagen que contiene Forma  Descripción generada automáticamente"/>
          <p:cNvSpPr/>
          <p:nvPr/>
        </p:nvSpPr>
        <p:spPr>
          <a:xfrm flipH="false" flipV="false" rot="0">
            <a:off x="9144000" y="1468170"/>
            <a:ext cx="7429500" cy="7299481"/>
          </a:xfrm>
          <a:custGeom>
            <a:avLst/>
            <a:gdLst/>
            <a:ahLst/>
            <a:cxnLst/>
            <a:rect r="r" b="b" t="t" l="l"/>
            <a:pathLst>
              <a:path h="7299481" w="7429500">
                <a:moveTo>
                  <a:pt x="0" y="0"/>
                </a:moveTo>
                <a:lnTo>
                  <a:pt x="7429500" y="0"/>
                </a:lnTo>
                <a:lnTo>
                  <a:pt x="7429500" y="7299482"/>
                </a:lnTo>
                <a:lnTo>
                  <a:pt x="0" y="72994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" t="0" r="-7" b="0"/>
            </a:stretch>
          </a:blipFill>
        </p:spPr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00200" y="6091518"/>
            <a:ext cx="7652981" cy="2884394"/>
            <a:chOff x="0" y="0"/>
            <a:chExt cx="10203974" cy="384585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203974" cy="3845858"/>
            </a:xfrm>
            <a:custGeom>
              <a:avLst/>
              <a:gdLst/>
              <a:ahLst/>
              <a:cxnLst/>
              <a:rect r="r" b="b" t="t" l="l"/>
              <a:pathLst>
                <a:path h="3845858" w="10203974">
                  <a:moveTo>
                    <a:pt x="0" y="0"/>
                  </a:moveTo>
                  <a:lnTo>
                    <a:pt x="10203974" y="0"/>
                  </a:lnTo>
                  <a:lnTo>
                    <a:pt x="10203974" y="3845858"/>
                  </a:lnTo>
                  <a:lnTo>
                    <a:pt x="0" y="384585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57150"/>
              <a:ext cx="10203974" cy="3788708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r">
                <a:lnSpc>
                  <a:spcPts val="7776"/>
                </a:lnSpc>
              </a:pPr>
              <a:r>
                <a:rPr lang="en-US" sz="7200" b="true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Modelo</a:t>
              </a:r>
            </a:p>
          </p:txBody>
        </p:sp>
      </p:grpSp>
      <p:sp>
        <p:nvSpPr>
          <p:cNvPr name="Freeform 5" id="5" descr="Seguridad Informática"/>
          <p:cNvSpPr/>
          <p:nvPr/>
        </p:nvSpPr>
        <p:spPr>
          <a:xfrm flipH="false" flipV="false" rot="0">
            <a:off x="1799328" y="1727464"/>
            <a:ext cx="7350855" cy="3840822"/>
          </a:xfrm>
          <a:custGeom>
            <a:avLst/>
            <a:gdLst/>
            <a:ahLst/>
            <a:cxnLst/>
            <a:rect r="r" b="b" t="t" l="l"/>
            <a:pathLst>
              <a:path h="3840822" w="7350855">
                <a:moveTo>
                  <a:pt x="0" y="0"/>
                </a:moveTo>
                <a:lnTo>
                  <a:pt x="7350855" y="0"/>
                </a:lnTo>
                <a:lnTo>
                  <a:pt x="7350855" y="3840822"/>
                </a:lnTo>
                <a:lnTo>
                  <a:pt x="0" y="38408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" t="0" r="-1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969114" y="1310703"/>
            <a:ext cx="5715000" cy="7665593"/>
            <a:chOff x="0" y="0"/>
            <a:chExt cx="7620000" cy="1022079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620000" cy="10220791"/>
            </a:xfrm>
            <a:custGeom>
              <a:avLst/>
              <a:gdLst/>
              <a:ahLst/>
              <a:cxnLst/>
              <a:rect r="r" b="b" t="t" l="l"/>
              <a:pathLst>
                <a:path h="10220791" w="7620000">
                  <a:moveTo>
                    <a:pt x="0" y="0"/>
                  </a:moveTo>
                  <a:lnTo>
                    <a:pt x="7620000" y="0"/>
                  </a:lnTo>
                  <a:lnTo>
                    <a:pt x="7620000" y="10220791"/>
                  </a:lnTo>
                  <a:lnTo>
                    <a:pt x="0" y="1022079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85725"/>
              <a:ext cx="7620000" cy="10306516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just" marL="542925" indent="-271462" lvl="1">
                <a:lnSpc>
                  <a:spcPts val="4320"/>
                </a:lnSpc>
                <a:buFont typeface="Arial"/>
                <a:buChar char="•"/>
              </a:pPr>
              <a:r>
                <a:rPr lang="en-US" sz="300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Es la capa lógica y de datos de la aplicación.</a:t>
              </a:r>
            </a:p>
            <a:p>
              <a:pPr algn="just" marL="542925" indent="-271462" lvl="1">
                <a:lnSpc>
                  <a:spcPts val="4320"/>
                </a:lnSpc>
                <a:buFont typeface="Arial"/>
                <a:buChar char="•"/>
              </a:pPr>
              <a:r>
                <a:rPr lang="en-US" sz="300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Representa la estructura de los datos (tablas en bases de datos, estructuras de objetos, etc.).</a:t>
              </a:r>
            </a:p>
            <a:p>
              <a:pPr algn="just" marL="542925" indent="-271462" lvl="1">
                <a:lnSpc>
                  <a:spcPts val="4320"/>
                </a:lnSpc>
                <a:buFont typeface="Arial"/>
                <a:buChar char="•"/>
              </a:pPr>
              <a:r>
                <a:rPr lang="en-US" sz="300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Gestiona la lógica de negocio y la interacción con la base de datos.</a:t>
              </a:r>
            </a:p>
            <a:p>
              <a:pPr algn="just" marL="542925" indent="-271462" lvl="1">
                <a:lnSpc>
                  <a:spcPts val="4320"/>
                </a:lnSpc>
                <a:buFont typeface="Arial"/>
                <a:buChar char="•"/>
              </a:pPr>
              <a:r>
                <a:rPr lang="en-US" sz="300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Responde a solicitudes de datos realizadas por el controlador.</a:t>
              </a:r>
            </a:p>
            <a:p>
              <a:pPr algn="just" marL="542925" indent="-271462" lvl="1">
                <a:lnSpc>
                  <a:spcPts val="4320"/>
                </a:lnSpc>
                <a:buFont typeface="Arial"/>
                <a:buChar char="•"/>
              </a:pPr>
              <a:r>
                <a:rPr lang="en-US" sz="300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Notifica a la vista cuando los datos cambian.</a:t>
              </a:r>
            </a:p>
          </p:txBody>
        </p:sp>
      </p:grp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00200" y="6091518"/>
            <a:ext cx="7652981" cy="2884394"/>
            <a:chOff x="0" y="0"/>
            <a:chExt cx="10203974" cy="384585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203974" cy="3845858"/>
            </a:xfrm>
            <a:custGeom>
              <a:avLst/>
              <a:gdLst/>
              <a:ahLst/>
              <a:cxnLst/>
              <a:rect r="r" b="b" t="t" l="l"/>
              <a:pathLst>
                <a:path h="3845858" w="10203974">
                  <a:moveTo>
                    <a:pt x="0" y="0"/>
                  </a:moveTo>
                  <a:lnTo>
                    <a:pt x="10203974" y="0"/>
                  </a:lnTo>
                  <a:lnTo>
                    <a:pt x="10203974" y="3845858"/>
                  </a:lnTo>
                  <a:lnTo>
                    <a:pt x="0" y="384585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57150"/>
              <a:ext cx="10203974" cy="3788708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r">
                <a:lnSpc>
                  <a:spcPts val="7776"/>
                </a:lnSpc>
              </a:pPr>
              <a:r>
                <a:rPr lang="en-US" sz="7200" b="true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Ejemplo</a:t>
              </a:r>
            </a:p>
            <a:p>
              <a:pPr algn="r">
                <a:lnSpc>
                  <a:spcPts val="5184"/>
                </a:lnSpc>
              </a:pPr>
              <a:r>
                <a:rPr lang="en-US" sz="4800" b="true">
                  <a:solidFill>
                    <a:srgbClr val="80808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Modelo</a:t>
              </a:r>
            </a:p>
          </p:txBody>
        </p:sp>
      </p:grpSp>
      <p:sp>
        <p:nvSpPr>
          <p:cNvPr name="Freeform 5" id="5" descr="Usuario (informática) - Wikipedia, la enciclopedia libre"/>
          <p:cNvSpPr/>
          <p:nvPr/>
        </p:nvSpPr>
        <p:spPr>
          <a:xfrm flipH="false" flipV="false" rot="0">
            <a:off x="5309361" y="1727464"/>
            <a:ext cx="3840822" cy="3840822"/>
          </a:xfrm>
          <a:custGeom>
            <a:avLst/>
            <a:gdLst/>
            <a:ahLst/>
            <a:cxnLst/>
            <a:rect r="r" b="b" t="t" l="l"/>
            <a:pathLst>
              <a:path h="3840822" w="3840822">
                <a:moveTo>
                  <a:pt x="0" y="0"/>
                </a:moveTo>
                <a:lnTo>
                  <a:pt x="3840822" y="0"/>
                </a:lnTo>
                <a:lnTo>
                  <a:pt x="3840822" y="3840822"/>
                </a:lnTo>
                <a:lnTo>
                  <a:pt x="0" y="38408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886153" y="2724878"/>
            <a:ext cx="6599910" cy="2843408"/>
            <a:chOff x="0" y="0"/>
            <a:chExt cx="8799880" cy="379121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799880" cy="3791211"/>
            </a:xfrm>
            <a:custGeom>
              <a:avLst/>
              <a:gdLst/>
              <a:ahLst/>
              <a:cxnLst/>
              <a:rect r="r" b="b" t="t" l="l"/>
              <a:pathLst>
                <a:path h="3791211" w="8799880">
                  <a:moveTo>
                    <a:pt x="0" y="0"/>
                  </a:moveTo>
                  <a:lnTo>
                    <a:pt x="8799880" y="0"/>
                  </a:lnTo>
                  <a:lnTo>
                    <a:pt x="8799880" y="3791211"/>
                  </a:lnTo>
                  <a:lnTo>
                    <a:pt x="0" y="379121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85725"/>
              <a:ext cx="8799880" cy="3876936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just">
                <a:lnSpc>
                  <a:spcPts val="4319"/>
                </a:lnSpc>
              </a:pPr>
              <a:r>
                <a:rPr lang="en-US" sz="2999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Para un sistema de usuarios, el modelo puede incluir la definición de la entidad "Usuario" y métodos como crearUsuario, editarUsuario y obtenerUsuarioPorID.</a:t>
              </a:r>
            </a:p>
          </p:txBody>
        </p:sp>
      </p:grp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00200" y="6091518"/>
            <a:ext cx="7652981" cy="2884394"/>
            <a:chOff x="0" y="0"/>
            <a:chExt cx="10203974" cy="384585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203974" cy="3845858"/>
            </a:xfrm>
            <a:custGeom>
              <a:avLst/>
              <a:gdLst/>
              <a:ahLst/>
              <a:cxnLst/>
              <a:rect r="r" b="b" t="t" l="l"/>
              <a:pathLst>
                <a:path h="3845858" w="10203974">
                  <a:moveTo>
                    <a:pt x="0" y="0"/>
                  </a:moveTo>
                  <a:lnTo>
                    <a:pt x="10203974" y="0"/>
                  </a:lnTo>
                  <a:lnTo>
                    <a:pt x="10203974" y="3845858"/>
                  </a:lnTo>
                  <a:lnTo>
                    <a:pt x="0" y="384585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57150"/>
              <a:ext cx="10203974" cy="3788708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r">
                <a:lnSpc>
                  <a:spcPts val="7776"/>
                </a:lnSpc>
              </a:pPr>
              <a:r>
                <a:rPr lang="en-US" sz="7200" b="true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Vista</a:t>
              </a:r>
            </a:p>
          </p:txBody>
        </p:sp>
      </p:grpSp>
      <p:sp>
        <p:nvSpPr>
          <p:cNvPr name="Freeform 5" id="5" descr="Seguridad Informática"/>
          <p:cNvSpPr/>
          <p:nvPr/>
        </p:nvSpPr>
        <p:spPr>
          <a:xfrm flipH="false" flipV="false" rot="0">
            <a:off x="1799328" y="1727464"/>
            <a:ext cx="7350855" cy="3840822"/>
          </a:xfrm>
          <a:custGeom>
            <a:avLst/>
            <a:gdLst/>
            <a:ahLst/>
            <a:cxnLst/>
            <a:rect r="r" b="b" t="t" l="l"/>
            <a:pathLst>
              <a:path h="3840822" w="7350855">
                <a:moveTo>
                  <a:pt x="0" y="0"/>
                </a:moveTo>
                <a:lnTo>
                  <a:pt x="7350855" y="0"/>
                </a:lnTo>
                <a:lnTo>
                  <a:pt x="7350855" y="3840822"/>
                </a:lnTo>
                <a:lnTo>
                  <a:pt x="0" y="38408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" t="0" r="-1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858500" y="1716554"/>
            <a:ext cx="5715000" cy="5817161"/>
            <a:chOff x="0" y="0"/>
            <a:chExt cx="7620000" cy="775621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620000" cy="7756215"/>
            </a:xfrm>
            <a:custGeom>
              <a:avLst/>
              <a:gdLst/>
              <a:ahLst/>
              <a:cxnLst/>
              <a:rect r="r" b="b" t="t" l="l"/>
              <a:pathLst>
                <a:path h="7756215" w="7620000">
                  <a:moveTo>
                    <a:pt x="0" y="0"/>
                  </a:moveTo>
                  <a:lnTo>
                    <a:pt x="7620000" y="0"/>
                  </a:lnTo>
                  <a:lnTo>
                    <a:pt x="7620000" y="7756215"/>
                  </a:lnTo>
                  <a:lnTo>
                    <a:pt x="0" y="77562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85725"/>
              <a:ext cx="7620000" cy="7841940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just" marL="542924" indent="-271462" lvl="1">
                <a:lnSpc>
                  <a:spcPts val="4319"/>
                </a:lnSpc>
                <a:buFont typeface="Arial"/>
                <a:buChar char="•"/>
              </a:pPr>
              <a:r>
                <a:rPr lang="en-US" sz="2999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Es la interfaz de usuario.</a:t>
              </a:r>
            </a:p>
            <a:p>
              <a:pPr algn="just" marL="542924" indent="-271462" lvl="1">
                <a:lnSpc>
                  <a:spcPts val="4319"/>
                </a:lnSpc>
                <a:buFont typeface="Arial"/>
                <a:buChar char="•"/>
              </a:pPr>
              <a:r>
                <a:rPr lang="en-US" sz="2999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Presenta los datos al usuario final (generalmente en forma visual).</a:t>
              </a:r>
            </a:p>
            <a:p>
              <a:pPr algn="just" marL="542924" indent="-271462" lvl="1">
                <a:lnSpc>
                  <a:spcPts val="4319"/>
                </a:lnSpc>
                <a:buFont typeface="Arial"/>
                <a:buChar char="•"/>
              </a:pPr>
              <a:r>
                <a:rPr lang="en-US" sz="2999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Depende del modelo, pero no lo modifica directamente.</a:t>
              </a:r>
            </a:p>
            <a:p>
              <a:pPr algn="just" marL="542924" indent="-271462" lvl="1">
                <a:lnSpc>
                  <a:spcPts val="4319"/>
                </a:lnSpc>
                <a:buFont typeface="Arial"/>
                <a:buChar char="•"/>
              </a:pPr>
              <a:r>
                <a:rPr lang="en-US" sz="2999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Se actualiza automáticamente cuando el modelo cambia, en implementaciones más avanzadas.</a:t>
              </a:r>
            </a:p>
          </p:txBody>
        </p:sp>
      </p:grp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91020" y="6856973"/>
            <a:ext cx="7652981" cy="2884394"/>
            <a:chOff x="0" y="0"/>
            <a:chExt cx="10203974" cy="384585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203974" cy="3845858"/>
            </a:xfrm>
            <a:custGeom>
              <a:avLst/>
              <a:gdLst/>
              <a:ahLst/>
              <a:cxnLst/>
              <a:rect r="r" b="b" t="t" l="l"/>
              <a:pathLst>
                <a:path h="3845858" w="10203974">
                  <a:moveTo>
                    <a:pt x="0" y="0"/>
                  </a:moveTo>
                  <a:lnTo>
                    <a:pt x="10203974" y="0"/>
                  </a:lnTo>
                  <a:lnTo>
                    <a:pt x="10203974" y="3845858"/>
                  </a:lnTo>
                  <a:lnTo>
                    <a:pt x="0" y="384585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57150"/>
              <a:ext cx="10203974" cy="3788708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r">
                <a:lnSpc>
                  <a:spcPts val="7776"/>
                </a:lnSpc>
              </a:pPr>
              <a:r>
                <a:rPr lang="en-US" sz="7200" b="true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Ejemplo</a:t>
              </a:r>
            </a:p>
            <a:p>
              <a:pPr algn="r">
                <a:lnSpc>
                  <a:spcPts val="5184"/>
                </a:lnSpc>
              </a:pPr>
              <a:r>
                <a:rPr lang="en-US" sz="4800" b="true">
                  <a:solidFill>
                    <a:srgbClr val="80808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Vista</a:t>
              </a:r>
            </a:p>
          </p:txBody>
        </p:sp>
      </p:grpSp>
      <p:sp>
        <p:nvSpPr>
          <p:cNvPr name="Freeform 5" id="5" descr="Lista de usuarios con PHP y MySql - 18"/>
          <p:cNvSpPr/>
          <p:nvPr/>
        </p:nvSpPr>
        <p:spPr>
          <a:xfrm flipH="false" flipV="false" rot="0">
            <a:off x="1028700" y="2901177"/>
            <a:ext cx="10057383" cy="3655043"/>
          </a:xfrm>
          <a:custGeom>
            <a:avLst/>
            <a:gdLst/>
            <a:ahLst/>
            <a:cxnLst/>
            <a:rect r="r" b="b" t="t" l="l"/>
            <a:pathLst>
              <a:path h="3655043" w="10057383">
                <a:moveTo>
                  <a:pt x="0" y="0"/>
                </a:moveTo>
                <a:lnTo>
                  <a:pt x="10057383" y="0"/>
                </a:lnTo>
                <a:lnTo>
                  <a:pt x="10057383" y="3655043"/>
                </a:lnTo>
                <a:lnTo>
                  <a:pt x="0" y="36550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0570" r="-14960" b="-57366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1798717" y="3678908"/>
            <a:ext cx="5715000" cy="2403769"/>
            <a:chOff x="0" y="0"/>
            <a:chExt cx="7620000" cy="320502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620000" cy="3205025"/>
            </a:xfrm>
            <a:custGeom>
              <a:avLst/>
              <a:gdLst/>
              <a:ahLst/>
              <a:cxnLst/>
              <a:rect r="r" b="b" t="t" l="l"/>
              <a:pathLst>
                <a:path h="3205025" w="7620000">
                  <a:moveTo>
                    <a:pt x="0" y="0"/>
                  </a:moveTo>
                  <a:lnTo>
                    <a:pt x="7620000" y="0"/>
                  </a:lnTo>
                  <a:lnTo>
                    <a:pt x="7620000" y="3205025"/>
                  </a:lnTo>
                  <a:lnTo>
                    <a:pt x="0" y="320502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85725"/>
              <a:ext cx="7620000" cy="3290750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just">
                <a:lnSpc>
                  <a:spcPts val="4319"/>
                </a:lnSpc>
              </a:pPr>
              <a:r>
                <a:rPr lang="en-US" sz="2999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Un formulario de registro o una lista de usuarios mostrada en una ventana</a:t>
              </a:r>
            </a:p>
          </p:txBody>
        </p:sp>
      </p:grp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00200" y="6091518"/>
            <a:ext cx="7652981" cy="2884394"/>
            <a:chOff x="0" y="0"/>
            <a:chExt cx="10203974" cy="384585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203974" cy="3845858"/>
            </a:xfrm>
            <a:custGeom>
              <a:avLst/>
              <a:gdLst/>
              <a:ahLst/>
              <a:cxnLst/>
              <a:rect r="r" b="b" t="t" l="l"/>
              <a:pathLst>
                <a:path h="3845858" w="10203974">
                  <a:moveTo>
                    <a:pt x="0" y="0"/>
                  </a:moveTo>
                  <a:lnTo>
                    <a:pt x="10203974" y="0"/>
                  </a:lnTo>
                  <a:lnTo>
                    <a:pt x="10203974" y="3845858"/>
                  </a:lnTo>
                  <a:lnTo>
                    <a:pt x="0" y="384585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57150"/>
              <a:ext cx="10203974" cy="3788708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r">
                <a:lnSpc>
                  <a:spcPts val="7776"/>
                </a:lnSpc>
              </a:pPr>
              <a:r>
                <a:rPr lang="en-US" sz="7200" b="true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Controlador</a:t>
              </a:r>
            </a:p>
          </p:txBody>
        </p:sp>
      </p:grpSp>
      <p:sp>
        <p:nvSpPr>
          <p:cNvPr name="Freeform 5" id="5" descr="Seguridad Informática"/>
          <p:cNvSpPr/>
          <p:nvPr/>
        </p:nvSpPr>
        <p:spPr>
          <a:xfrm flipH="false" flipV="false" rot="0">
            <a:off x="1799328" y="1727464"/>
            <a:ext cx="7350855" cy="3840822"/>
          </a:xfrm>
          <a:custGeom>
            <a:avLst/>
            <a:gdLst/>
            <a:ahLst/>
            <a:cxnLst/>
            <a:rect r="r" b="b" t="t" l="l"/>
            <a:pathLst>
              <a:path h="3840822" w="7350855">
                <a:moveTo>
                  <a:pt x="0" y="0"/>
                </a:moveTo>
                <a:lnTo>
                  <a:pt x="7350855" y="0"/>
                </a:lnTo>
                <a:lnTo>
                  <a:pt x="7350855" y="3840822"/>
                </a:lnTo>
                <a:lnTo>
                  <a:pt x="0" y="38408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" t="0" r="-1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858500" y="1716554"/>
            <a:ext cx="5715000" cy="6855945"/>
            <a:chOff x="0" y="0"/>
            <a:chExt cx="7620000" cy="914126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620000" cy="9141260"/>
            </a:xfrm>
            <a:custGeom>
              <a:avLst/>
              <a:gdLst/>
              <a:ahLst/>
              <a:cxnLst/>
              <a:rect r="r" b="b" t="t" l="l"/>
              <a:pathLst>
                <a:path h="9141260" w="7620000">
                  <a:moveTo>
                    <a:pt x="0" y="0"/>
                  </a:moveTo>
                  <a:lnTo>
                    <a:pt x="7620000" y="0"/>
                  </a:lnTo>
                  <a:lnTo>
                    <a:pt x="7620000" y="9141260"/>
                  </a:lnTo>
                  <a:lnTo>
                    <a:pt x="0" y="914126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85725"/>
              <a:ext cx="7620000" cy="922698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just" marL="542924" indent="-271462" lvl="1">
                <a:lnSpc>
                  <a:spcPts val="4319"/>
                </a:lnSpc>
                <a:buFont typeface="Arial"/>
                <a:buChar char="•"/>
              </a:pPr>
              <a:r>
                <a:rPr lang="en-US" sz="2999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Actúa como un intermediario entre el modelo y la vista.</a:t>
              </a:r>
            </a:p>
            <a:p>
              <a:pPr algn="just" marL="542924" indent="-271462" lvl="1">
                <a:lnSpc>
                  <a:spcPts val="4319"/>
                </a:lnSpc>
                <a:buFont typeface="Arial"/>
                <a:buChar char="•"/>
              </a:pPr>
              <a:r>
                <a:rPr lang="en-US" sz="2999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Recibe las entradas del usuario (a través de la vista) y las procesa.</a:t>
              </a:r>
            </a:p>
            <a:p>
              <a:pPr algn="just" marL="542924" indent="-271462" lvl="1">
                <a:lnSpc>
                  <a:spcPts val="4319"/>
                </a:lnSpc>
                <a:buFont typeface="Arial"/>
                <a:buChar char="•"/>
              </a:pPr>
              <a:r>
                <a:rPr lang="en-US" sz="2999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Llama a los métodos del modelo para realizar operaciones o actualizar los datos.</a:t>
              </a:r>
            </a:p>
            <a:p>
              <a:pPr algn="just" marL="542924" indent="-271462" lvl="1">
                <a:lnSpc>
                  <a:spcPts val="4319"/>
                </a:lnSpc>
                <a:buFont typeface="Arial"/>
                <a:buChar char="•"/>
              </a:pPr>
              <a:r>
                <a:rPr lang="en-US" sz="2999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Actualiza la vista en función de los resultados.</a:t>
              </a:r>
            </a:p>
          </p:txBody>
        </p:sp>
      </p:grp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97202" y="6838161"/>
            <a:ext cx="7652981" cy="2884394"/>
            <a:chOff x="0" y="0"/>
            <a:chExt cx="10203974" cy="384585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203974" cy="3845858"/>
            </a:xfrm>
            <a:custGeom>
              <a:avLst/>
              <a:gdLst/>
              <a:ahLst/>
              <a:cxnLst/>
              <a:rect r="r" b="b" t="t" l="l"/>
              <a:pathLst>
                <a:path h="3845858" w="10203974">
                  <a:moveTo>
                    <a:pt x="0" y="0"/>
                  </a:moveTo>
                  <a:lnTo>
                    <a:pt x="10203974" y="0"/>
                  </a:lnTo>
                  <a:lnTo>
                    <a:pt x="10203974" y="3845858"/>
                  </a:lnTo>
                  <a:lnTo>
                    <a:pt x="0" y="384585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57150"/>
              <a:ext cx="10203974" cy="3788708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r">
                <a:lnSpc>
                  <a:spcPts val="7776"/>
                </a:lnSpc>
              </a:pPr>
              <a:r>
                <a:rPr lang="en-US" sz="7200" b="true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Ejemplo</a:t>
              </a:r>
            </a:p>
            <a:p>
              <a:pPr algn="r">
                <a:lnSpc>
                  <a:spcPts val="5184"/>
                </a:lnSpc>
              </a:pPr>
              <a:r>
                <a:rPr lang="en-US" sz="4800" b="true">
                  <a:solidFill>
                    <a:srgbClr val="80808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Controlador</a:t>
              </a:r>
            </a:p>
          </p:txBody>
        </p:sp>
      </p:grpSp>
      <p:sp>
        <p:nvSpPr>
          <p:cNvPr name="Freeform 5" id="5" descr="Código de JavaScript - Confirmar el envió de un formulario mediante una  ventana modal"/>
          <p:cNvSpPr/>
          <p:nvPr/>
        </p:nvSpPr>
        <p:spPr>
          <a:xfrm flipH="false" flipV="false" rot="0">
            <a:off x="3071756" y="1669974"/>
            <a:ext cx="6078427" cy="4817152"/>
          </a:xfrm>
          <a:custGeom>
            <a:avLst/>
            <a:gdLst/>
            <a:ahLst/>
            <a:cxnLst/>
            <a:rect r="r" b="b" t="t" l="l"/>
            <a:pathLst>
              <a:path h="4817152" w="6078427">
                <a:moveTo>
                  <a:pt x="0" y="0"/>
                </a:moveTo>
                <a:lnTo>
                  <a:pt x="6078427" y="0"/>
                </a:lnTo>
                <a:lnTo>
                  <a:pt x="6078427" y="4817152"/>
                </a:lnTo>
                <a:lnTo>
                  <a:pt x="0" y="48171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8" r="0" b="-18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499005" y="2233968"/>
            <a:ext cx="5715000" cy="3689163"/>
            <a:chOff x="0" y="0"/>
            <a:chExt cx="7620000" cy="491888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620000" cy="4918884"/>
            </a:xfrm>
            <a:custGeom>
              <a:avLst/>
              <a:gdLst/>
              <a:ahLst/>
              <a:cxnLst/>
              <a:rect r="r" b="b" t="t" l="l"/>
              <a:pathLst>
                <a:path h="4918884" w="7620000">
                  <a:moveTo>
                    <a:pt x="0" y="0"/>
                  </a:moveTo>
                  <a:lnTo>
                    <a:pt x="7620000" y="0"/>
                  </a:lnTo>
                  <a:lnTo>
                    <a:pt x="7620000" y="4918884"/>
                  </a:lnTo>
                  <a:lnTo>
                    <a:pt x="0" y="491888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85725"/>
              <a:ext cx="7620000" cy="5004609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just">
                <a:lnSpc>
                  <a:spcPts val="4319"/>
                </a:lnSpc>
              </a:pPr>
              <a:r>
                <a:rPr lang="en-US" sz="2999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Si un usuario presiona el botón "Enviar", el controlador valida los datos, llama al método guardarUsuario del modelo, y decide si mostrar un mensaje de éxito o error.</a:t>
              </a:r>
            </a:p>
          </p:txBody>
        </p:sp>
      </p:grp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00197" y="899520"/>
            <a:ext cx="8657044" cy="1885949"/>
            <a:chOff x="0" y="0"/>
            <a:chExt cx="11542726" cy="251459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542726" cy="2514598"/>
            </a:xfrm>
            <a:custGeom>
              <a:avLst/>
              <a:gdLst/>
              <a:ahLst/>
              <a:cxnLst/>
              <a:rect r="r" b="b" t="t" l="l"/>
              <a:pathLst>
                <a:path h="2514598" w="11542726">
                  <a:moveTo>
                    <a:pt x="0" y="0"/>
                  </a:moveTo>
                  <a:lnTo>
                    <a:pt x="11542726" y="0"/>
                  </a:lnTo>
                  <a:lnTo>
                    <a:pt x="11542726" y="2514598"/>
                  </a:lnTo>
                  <a:lnTo>
                    <a:pt x="0" y="251459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57150"/>
              <a:ext cx="11542726" cy="24574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776"/>
                </a:lnSpc>
              </a:pPr>
              <a:r>
                <a:rPr lang="en-US" sz="7200" b="true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Flujo de Trabajo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00197" y="3075032"/>
            <a:ext cx="8657046" cy="4867345"/>
            <a:chOff x="0" y="0"/>
            <a:chExt cx="11542728" cy="648979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542728" cy="6489793"/>
            </a:xfrm>
            <a:custGeom>
              <a:avLst/>
              <a:gdLst/>
              <a:ahLst/>
              <a:cxnLst/>
              <a:rect r="r" b="b" t="t" l="l"/>
              <a:pathLst>
                <a:path h="6489793" w="11542728">
                  <a:moveTo>
                    <a:pt x="0" y="0"/>
                  </a:moveTo>
                  <a:lnTo>
                    <a:pt x="11542728" y="0"/>
                  </a:lnTo>
                  <a:lnTo>
                    <a:pt x="11542728" y="6489793"/>
                  </a:lnTo>
                  <a:lnTo>
                    <a:pt x="0" y="648979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11542728" cy="6537418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just" marL="515776" indent="-257888" lvl="1">
                <a:lnSpc>
                  <a:spcPts val="3761"/>
                </a:lnSpc>
                <a:buFont typeface="Arial"/>
                <a:buChar char="•"/>
              </a:pPr>
              <a:r>
                <a:rPr lang="en-US" sz="2849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El usuario interactúa con la vista (por ejemplo, llena un formulario o hace clic en un botón).</a:t>
              </a:r>
            </a:p>
            <a:p>
              <a:pPr algn="just" marL="515776" indent="-257888" lvl="1">
                <a:lnSpc>
                  <a:spcPts val="3761"/>
                </a:lnSpc>
                <a:buFont typeface="Arial"/>
                <a:buChar char="•"/>
              </a:pPr>
              <a:r>
                <a:rPr lang="en-US" sz="2849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La vista envía la solicitud al controlador.</a:t>
              </a:r>
            </a:p>
            <a:p>
              <a:pPr algn="just" marL="515776" indent="-257888" lvl="1">
                <a:lnSpc>
                  <a:spcPts val="3761"/>
                </a:lnSpc>
                <a:buFont typeface="Arial"/>
                <a:buChar char="•"/>
              </a:pPr>
              <a:r>
                <a:rPr lang="en-US" sz="2849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El controlador procesa la solicitud, valida los datos y realiza las operaciones necesarias en el modelo.</a:t>
              </a:r>
            </a:p>
            <a:p>
              <a:pPr algn="just" marL="515776" indent="-257888" lvl="1">
                <a:lnSpc>
                  <a:spcPts val="3761"/>
                </a:lnSpc>
                <a:buFont typeface="Arial"/>
                <a:buChar char="•"/>
              </a:pPr>
              <a:r>
                <a:rPr lang="en-US" sz="2849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El modelo actualiza los datos y notifica al controlador si hubo algún cambio.</a:t>
              </a:r>
            </a:p>
            <a:p>
              <a:pPr algn="just" marL="515776" indent="-257888" lvl="1">
                <a:lnSpc>
                  <a:spcPts val="3761"/>
                </a:lnSpc>
                <a:buFont typeface="Arial"/>
                <a:buChar char="•"/>
              </a:pPr>
              <a:r>
                <a:rPr lang="en-US" sz="2849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El controlador envía las actualizaciones a la vista, que presenta la información actualizada al usuario.</a:t>
              </a:r>
            </a:p>
          </p:txBody>
        </p:sp>
      </p:grpSp>
      <p:sp>
        <p:nvSpPr>
          <p:cNvPr name="Freeform 8" id="8" descr="Diagrama de flujo"/>
          <p:cNvSpPr/>
          <p:nvPr/>
        </p:nvSpPr>
        <p:spPr>
          <a:xfrm flipH="false" flipV="false" rot="0">
            <a:off x="12051013" y="3075032"/>
            <a:ext cx="4716063" cy="4716063"/>
          </a:xfrm>
          <a:custGeom>
            <a:avLst/>
            <a:gdLst/>
            <a:ahLst/>
            <a:cxnLst/>
            <a:rect r="r" b="b" t="t" l="l"/>
            <a:pathLst>
              <a:path h="4716063" w="4716063">
                <a:moveTo>
                  <a:pt x="0" y="0"/>
                </a:moveTo>
                <a:lnTo>
                  <a:pt x="4716063" y="0"/>
                </a:lnTo>
                <a:lnTo>
                  <a:pt x="4716063" y="4716063"/>
                </a:lnTo>
                <a:lnTo>
                  <a:pt x="0" y="47160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694602" y="5068431"/>
            <a:ext cx="9591850" cy="5218569"/>
            <a:chOff x="0" y="0"/>
            <a:chExt cx="12789134" cy="69580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-762"/>
              <a:ext cx="12789154" cy="6958838"/>
            </a:xfrm>
            <a:custGeom>
              <a:avLst/>
              <a:gdLst/>
              <a:ahLst/>
              <a:cxnLst/>
              <a:rect r="r" b="b" t="t" l="l"/>
              <a:pathLst>
                <a:path h="6958838" w="12789154">
                  <a:moveTo>
                    <a:pt x="10342626" y="1270"/>
                  </a:moveTo>
                  <a:cubicBezTo>
                    <a:pt x="11215370" y="15748"/>
                    <a:pt x="12078081" y="307975"/>
                    <a:pt x="12788647" y="860806"/>
                  </a:cubicBezTo>
                  <a:lnTo>
                    <a:pt x="12789154" y="861314"/>
                  </a:lnTo>
                  <a:lnTo>
                    <a:pt x="12789154" y="6958838"/>
                  </a:lnTo>
                  <a:lnTo>
                    <a:pt x="0" y="6958838"/>
                  </a:lnTo>
                  <a:lnTo>
                    <a:pt x="7833995" y="811784"/>
                  </a:lnTo>
                  <a:lnTo>
                    <a:pt x="7918958" y="748538"/>
                  </a:lnTo>
                  <a:cubicBezTo>
                    <a:pt x="8582152" y="280035"/>
                    <a:pt x="9342247" y="35814"/>
                    <a:pt x="10104374" y="4318"/>
                  </a:cubicBezTo>
                  <a:cubicBezTo>
                    <a:pt x="10183749" y="1016"/>
                    <a:pt x="10263251" y="0"/>
                    <a:pt x="10342499" y="1397"/>
                  </a:cubicBezTo>
                  <a:close/>
                </a:path>
              </a:pathLst>
            </a:custGeom>
            <a:gradFill rotWithShape="true">
              <a:gsLst>
                <a:gs pos="39000">
                  <a:srgbClr val="E3E8E2">
                    <a:alpha val="100000"/>
                  </a:srgbClr>
                </a:gs>
                <a:gs pos="100000">
                  <a:srgbClr val="DE6BEF">
                    <a:alpha val="100000"/>
                  </a:srgbClr>
                </a:gs>
              </a:gsLst>
              <a:lin ang="1200000"/>
            </a:gradFill>
          </p:spPr>
        </p:sp>
      </p:grpSp>
      <p:sp>
        <p:nvSpPr>
          <p:cNvPr name="Freeform 4" id="4" descr="Paraguas azul entre una multitud de paraguas blancos"/>
          <p:cNvSpPr/>
          <p:nvPr/>
        </p:nvSpPr>
        <p:spPr>
          <a:xfrm flipH="false" flipV="false" rot="0">
            <a:off x="30" y="15"/>
            <a:ext cx="18287968" cy="10286985"/>
          </a:xfrm>
          <a:custGeom>
            <a:avLst/>
            <a:gdLst/>
            <a:ahLst/>
            <a:cxnLst/>
            <a:rect r="r" b="b" t="t" l="l"/>
            <a:pathLst>
              <a:path h="10286985" w="18287968">
                <a:moveTo>
                  <a:pt x="0" y="0"/>
                </a:moveTo>
                <a:lnTo>
                  <a:pt x="18287968" y="0"/>
                </a:lnTo>
                <a:lnTo>
                  <a:pt x="18287968" y="10286985"/>
                </a:lnTo>
                <a:lnTo>
                  <a:pt x="0" y="102869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212" b="-1778"/>
            </a:stretch>
          </a:blipFill>
        </p:spPr>
      </p:sp>
      <p:grpSp>
        <p:nvGrpSpPr>
          <p:cNvPr name="Group 5" id="5"/>
          <p:cNvGrpSpPr/>
          <p:nvPr/>
        </p:nvGrpSpPr>
        <p:grpSpPr>
          <a:xfrm rot="5400000">
            <a:off x="1440397" y="-1440402"/>
            <a:ext cx="10286997" cy="13167799"/>
            <a:chOff x="0" y="0"/>
            <a:chExt cx="13715996" cy="1755706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716000" cy="17557114"/>
            </a:xfrm>
            <a:custGeom>
              <a:avLst/>
              <a:gdLst/>
              <a:ahLst/>
              <a:cxnLst/>
              <a:rect r="r" b="b" t="t" l="l"/>
              <a:pathLst>
                <a:path h="17557114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7557114"/>
                  </a:lnTo>
                  <a:lnTo>
                    <a:pt x="0" y="17557114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56000">
                  <a:srgbClr val="000000">
                    <a:alpha val="58000"/>
                  </a:srgbClr>
                </a:gs>
                <a:gs pos="100000">
                  <a:srgbClr val="000000">
                    <a:alpha val="51000"/>
                  </a:srgbClr>
                </a:gs>
              </a:gsLst>
              <a:lin ang="0"/>
            </a:gra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600203" y="1683544"/>
            <a:ext cx="7543797" cy="3457869"/>
            <a:chOff x="0" y="0"/>
            <a:chExt cx="10058396" cy="461049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058396" cy="4610492"/>
            </a:xfrm>
            <a:custGeom>
              <a:avLst/>
              <a:gdLst/>
              <a:ahLst/>
              <a:cxnLst/>
              <a:rect r="r" b="b" t="t" l="l"/>
              <a:pathLst>
                <a:path h="4610492" w="10058396">
                  <a:moveTo>
                    <a:pt x="0" y="0"/>
                  </a:moveTo>
                  <a:lnTo>
                    <a:pt x="10058396" y="0"/>
                  </a:lnTo>
                  <a:lnTo>
                    <a:pt x="10058396" y="4610492"/>
                  </a:lnTo>
                  <a:lnTo>
                    <a:pt x="0" y="461049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10058396" cy="4639067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6480"/>
                </a:lnSpc>
              </a:pPr>
              <a:r>
                <a:rPr lang="en-US" sz="54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Ventajas (MVC)</a:t>
              </a:r>
            </a:p>
          </p:txBody>
        </p:sp>
      </p:grpSp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00202" y="1714498"/>
            <a:ext cx="5103384" cy="4071335"/>
            <a:chOff x="0" y="0"/>
            <a:chExt cx="6804512" cy="54284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804512" cy="5428446"/>
            </a:xfrm>
            <a:custGeom>
              <a:avLst/>
              <a:gdLst/>
              <a:ahLst/>
              <a:cxnLst/>
              <a:rect r="r" b="b" t="t" l="l"/>
              <a:pathLst>
                <a:path h="5428446" w="6804512">
                  <a:moveTo>
                    <a:pt x="0" y="0"/>
                  </a:moveTo>
                  <a:lnTo>
                    <a:pt x="6804512" y="0"/>
                  </a:lnTo>
                  <a:lnTo>
                    <a:pt x="6804512" y="5428446"/>
                  </a:lnTo>
                  <a:lnTo>
                    <a:pt x="0" y="542844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28575"/>
              <a:ext cx="6804512" cy="5399871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4860"/>
                </a:lnSpc>
              </a:pPr>
              <a:r>
                <a:rPr lang="en-US" sz="4500" b="true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Separación de responsabilidades</a:t>
              </a:r>
            </a:p>
          </p:txBody>
        </p:sp>
      </p:grpSp>
      <p:sp>
        <p:nvSpPr>
          <p:cNvPr name="Freeform 5" id="5" descr="Separación de responsabilidades - Platzi"/>
          <p:cNvSpPr/>
          <p:nvPr/>
        </p:nvSpPr>
        <p:spPr>
          <a:xfrm flipH="false" flipV="false" rot="0">
            <a:off x="8485178" y="3395483"/>
            <a:ext cx="8259771" cy="2168188"/>
          </a:xfrm>
          <a:custGeom>
            <a:avLst/>
            <a:gdLst/>
            <a:ahLst/>
            <a:cxnLst/>
            <a:rect r="r" b="b" t="t" l="l"/>
            <a:pathLst>
              <a:path h="2168188" w="8259771">
                <a:moveTo>
                  <a:pt x="0" y="0"/>
                </a:moveTo>
                <a:lnTo>
                  <a:pt x="8259771" y="0"/>
                </a:lnTo>
                <a:lnTo>
                  <a:pt x="8259771" y="2168188"/>
                </a:lnTo>
                <a:lnTo>
                  <a:pt x="0" y="21681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2" r="0" b="-22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8392788" y="5882426"/>
            <a:ext cx="8259771" cy="2751487"/>
            <a:chOff x="0" y="0"/>
            <a:chExt cx="11013028" cy="36686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013028" cy="3668650"/>
            </a:xfrm>
            <a:custGeom>
              <a:avLst/>
              <a:gdLst/>
              <a:ahLst/>
              <a:cxnLst/>
              <a:rect r="r" b="b" t="t" l="l"/>
              <a:pathLst>
                <a:path h="3668650" w="11013028">
                  <a:moveTo>
                    <a:pt x="0" y="0"/>
                  </a:moveTo>
                  <a:lnTo>
                    <a:pt x="11013028" y="0"/>
                  </a:lnTo>
                  <a:lnTo>
                    <a:pt x="11013028" y="3668650"/>
                  </a:lnTo>
                  <a:lnTo>
                    <a:pt x="0" y="36686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76200"/>
              <a:ext cx="11013028" cy="3744850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 marL="488632" indent="-244316" lvl="1">
                <a:lnSpc>
                  <a:spcPts val="3887"/>
                </a:lnSpc>
                <a:buFont typeface="Arial"/>
                <a:buChar char="•"/>
              </a:pPr>
              <a:r>
                <a:rPr lang="en-US" sz="270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El modelo gestiona los datos.</a:t>
              </a:r>
            </a:p>
            <a:p>
              <a:pPr algn="l" marL="488632" indent="-244316" lvl="1">
                <a:lnSpc>
                  <a:spcPts val="3887"/>
                </a:lnSpc>
                <a:buFont typeface="Arial"/>
                <a:buChar char="•"/>
              </a:pPr>
              <a:r>
                <a:rPr lang="en-US" sz="270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La vista gestiona la presentación.</a:t>
              </a:r>
            </a:p>
            <a:p>
              <a:pPr algn="l" marL="488632" indent="-244316" lvl="1">
                <a:lnSpc>
                  <a:spcPts val="3887"/>
                </a:lnSpc>
                <a:buFont typeface="Arial"/>
                <a:buChar char="•"/>
              </a:pPr>
              <a:r>
                <a:rPr lang="en-US" sz="270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El controlador gestiona la lógica de aplicación.</a:t>
              </a:r>
            </a:p>
          </p:txBody>
        </p:sp>
      </p:grpSp>
    </p:spTree>
  </p:cSld>
  <p:clrMapOvr>
    <a:masterClrMapping/>
  </p:clrMapOvr>
</p:sld>
</file>

<file path=ppt/slides/slide3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6" id="6" descr="Norma UNE-EN-60706 la Mantenibilidad|Terotecnic Ingeniería"/>
          <p:cNvSpPr/>
          <p:nvPr/>
        </p:nvSpPr>
        <p:spPr>
          <a:xfrm flipH="false" flipV="false" rot="0">
            <a:off x="30" y="15"/>
            <a:ext cx="18287970" cy="10286984"/>
          </a:xfrm>
          <a:custGeom>
            <a:avLst/>
            <a:gdLst/>
            <a:ahLst/>
            <a:cxnLst/>
            <a:rect r="r" b="b" t="t" l="l"/>
            <a:pathLst>
              <a:path h="10286984" w="18287970">
                <a:moveTo>
                  <a:pt x="0" y="0"/>
                </a:moveTo>
                <a:lnTo>
                  <a:pt x="18287970" y="0"/>
                </a:lnTo>
                <a:lnTo>
                  <a:pt x="18287970" y="10286983"/>
                </a:lnTo>
                <a:lnTo>
                  <a:pt x="0" y="102869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 l="-2971" t="0" r="-13873" b="-1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600200" y="1714500"/>
            <a:ext cx="8018253" cy="1885950"/>
            <a:chOff x="0" y="0"/>
            <a:chExt cx="10691004" cy="25146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691004" cy="2514600"/>
            </a:xfrm>
            <a:custGeom>
              <a:avLst/>
              <a:gdLst/>
              <a:ahLst/>
              <a:cxnLst/>
              <a:rect r="r" b="b" t="t" l="l"/>
              <a:pathLst>
                <a:path h="2514600" w="10691004">
                  <a:moveTo>
                    <a:pt x="0" y="0"/>
                  </a:moveTo>
                  <a:lnTo>
                    <a:pt x="10691004" y="0"/>
                  </a:lnTo>
                  <a:lnTo>
                    <a:pt x="10691004" y="2514600"/>
                  </a:lnTo>
                  <a:lnTo>
                    <a:pt x="0" y="2514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57150"/>
              <a:ext cx="10691004" cy="2457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776"/>
                </a:lnSpc>
              </a:pPr>
              <a:r>
                <a:rPr lang="en-US" sz="72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Mantenibilidad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600197" y="3972666"/>
            <a:ext cx="7543803" cy="2359904"/>
            <a:chOff x="0" y="0"/>
            <a:chExt cx="10058404" cy="314653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058404" cy="3146538"/>
            </a:xfrm>
            <a:custGeom>
              <a:avLst/>
              <a:gdLst/>
              <a:ahLst/>
              <a:cxnLst/>
              <a:rect r="r" b="b" t="t" l="l"/>
              <a:pathLst>
                <a:path h="3146538" w="10058404">
                  <a:moveTo>
                    <a:pt x="0" y="0"/>
                  </a:moveTo>
                  <a:lnTo>
                    <a:pt x="10058404" y="0"/>
                  </a:lnTo>
                  <a:lnTo>
                    <a:pt x="10058404" y="3146538"/>
                  </a:lnTo>
                  <a:lnTo>
                    <a:pt x="0" y="31465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76200"/>
              <a:ext cx="10058404" cy="3222738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887"/>
                </a:lnSpc>
              </a:pPr>
              <a:r>
                <a:rPr lang="en-US" sz="27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El código está mejor organizado, lo que facilita la corrección de errores y la implementación de nuevas funcionalidades.</a:t>
              </a:r>
            </a:p>
          </p:txBody>
        </p:sp>
      </p:grpSp>
    </p:spTree>
  </p:cSld>
  <p:clrMapOvr>
    <a:masterClrMapping/>
  </p:clrMapOvr>
</p:sld>
</file>

<file path=ppt/slides/slide3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00200" y="5585900"/>
            <a:ext cx="6028008" cy="3128742"/>
            <a:chOff x="0" y="0"/>
            <a:chExt cx="8037344" cy="417165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037344" cy="4171656"/>
            </a:xfrm>
            <a:custGeom>
              <a:avLst/>
              <a:gdLst/>
              <a:ahLst/>
              <a:cxnLst/>
              <a:rect r="r" b="b" t="t" l="l"/>
              <a:pathLst>
                <a:path h="4171656" w="8037344">
                  <a:moveTo>
                    <a:pt x="0" y="0"/>
                  </a:moveTo>
                  <a:lnTo>
                    <a:pt x="8037344" y="0"/>
                  </a:lnTo>
                  <a:lnTo>
                    <a:pt x="8037344" y="4171656"/>
                  </a:lnTo>
                  <a:lnTo>
                    <a:pt x="0" y="417165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57150"/>
              <a:ext cx="8037344" cy="4114506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r">
                <a:lnSpc>
                  <a:spcPts val="7776"/>
                </a:lnSpc>
              </a:pPr>
              <a:r>
                <a:rPr lang="en-US" sz="7200" b="true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Reutilización del código</a:t>
              </a:r>
            </a:p>
          </p:txBody>
        </p:sp>
      </p:grpSp>
      <p:sp>
        <p:nvSpPr>
          <p:cNvPr name="Freeform 5" id="5" descr="Conoce como reutilizar código con los custom hooks de React | EDteam"/>
          <p:cNvSpPr/>
          <p:nvPr/>
        </p:nvSpPr>
        <p:spPr>
          <a:xfrm flipH="false" flipV="false" rot="0">
            <a:off x="9144000" y="964406"/>
            <a:ext cx="7429501" cy="4179094"/>
          </a:xfrm>
          <a:custGeom>
            <a:avLst/>
            <a:gdLst/>
            <a:ahLst/>
            <a:cxnLst/>
            <a:rect r="r" b="b" t="t" l="l"/>
            <a:pathLst>
              <a:path h="4179094" w="7429501">
                <a:moveTo>
                  <a:pt x="0" y="0"/>
                </a:moveTo>
                <a:lnTo>
                  <a:pt x="7429501" y="0"/>
                </a:lnTo>
                <a:lnTo>
                  <a:pt x="7429501" y="4179094"/>
                </a:lnTo>
                <a:lnTo>
                  <a:pt x="0" y="41790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9016074" y="5649284"/>
            <a:ext cx="7557426" cy="3079569"/>
            <a:chOff x="0" y="0"/>
            <a:chExt cx="10076568" cy="410609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076568" cy="4106092"/>
            </a:xfrm>
            <a:custGeom>
              <a:avLst/>
              <a:gdLst/>
              <a:ahLst/>
              <a:cxnLst/>
              <a:rect r="r" b="b" t="t" l="l"/>
              <a:pathLst>
                <a:path h="4106092" w="10076568">
                  <a:moveTo>
                    <a:pt x="0" y="0"/>
                  </a:moveTo>
                  <a:lnTo>
                    <a:pt x="10076568" y="0"/>
                  </a:lnTo>
                  <a:lnTo>
                    <a:pt x="10076568" y="4106092"/>
                  </a:lnTo>
                  <a:lnTo>
                    <a:pt x="0" y="410609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76200"/>
              <a:ext cx="10076568" cy="4182292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just" marL="488632" indent="-244316" lvl="1">
                <a:lnSpc>
                  <a:spcPts val="3887"/>
                </a:lnSpc>
                <a:buFont typeface="Arial"/>
                <a:buChar char="•"/>
              </a:pPr>
              <a:r>
                <a:rPr lang="en-US" sz="270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Las vistas pueden reutilizar componentes.</a:t>
              </a:r>
            </a:p>
            <a:p>
              <a:pPr algn="just" marL="488632" indent="-244316" lvl="1">
                <a:lnSpc>
                  <a:spcPts val="3887"/>
                </a:lnSpc>
                <a:buFont typeface="Arial"/>
                <a:buChar char="•"/>
              </a:pPr>
              <a:r>
                <a:rPr lang="en-US" sz="270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Los modelos pueden reutilizarse en diferentes controladores o vistas.</a:t>
              </a:r>
            </a:p>
          </p:txBody>
        </p:sp>
      </p:grpSp>
    </p:spTree>
  </p:cSld>
  <p:clrMapOvr>
    <a:masterClrMapping/>
  </p:clrMapOvr>
</p:sld>
</file>

<file path=ppt/slides/slide3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694602" y="5068431"/>
            <a:ext cx="9591850" cy="5218569"/>
            <a:chOff x="0" y="0"/>
            <a:chExt cx="12789134" cy="69580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-762"/>
              <a:ext cx="12789154" cy="6958838"/>
            </a:xfrm>
            <a:custGeom>
              <a:avLst/>
              <a:gdLst/>
              <a:ahLst/>
              <a:cxnLst/>
              <a:rect r="r" b="b" t="t" l="l"/>
              <a:pathLst>
                <a:path h="6958838" w="12789154">
                  <a:moveTo>
                    <a:pt x="10342626" y="1270"/>
                  </a:moveTo>
                  <a:cubicBezTo>
                    <a:pt x="11215370" y="15748"/>
                    <a:pt x="12078081" y="307975"/>
                    <a:pt x="12788647" y="860806"/>
                  </a:cubicBezTo>
                  <a:lnTo>
                    <a:pt x="12789154" y="861314"/>
                  </a:lnTo>
                  <a:lnTo>
                    <a:pt x="12789154" y="6958838"/>
                  </a:lnTo>
                  <a:lnTo>
                    <a:pt x="0" y="6958838"/>
                  </a:lnTo>
                  <a:lnTo>
                    <a:pt x="7833995" y="811784"/>
                  </a:lnTo>
                  <a:lnTo>
                    <a:pt x="7918958" y="748538"/>
                  </a:lnTo>
                  <a:cubicBezTo>
                    <a:pt x="8582152" y="280035"/>
                    <a:pt x="9342247" y="35814"/>
                    <a:pt x="10104374" y="4318"/>
                  </a:cubicBezTo>
                  <a:cubicBezTo>
                    <a:pt x="10183749" y="1016"/>
                    <a:pt x="10263251" y="0"/>
                    <a:pt x="10342499" y="1397"/>
                  </a:cubicBezTo>
                  <a:close/>
                </a:path>
              </a:pathLst>
            </a:custGeom>
            <a:gradFill rotWithShape="true">
              <a:gsLst>
                <a:gs pos="39000">
                  <a:srgbClr val="E3E8E2">
                    <a:alpha val="100000"/>
                  </a:srgbClr>
                </a:gs>
                <a:gs pos="100000">
                  <a:srgbClr val="DE6BEF">
                    <a:alpha val="100000"/>
                  </a:srgbClr>
                </a:gs>
              </a:gsLst>
              <a:lin ang="1200000"/>
            </a:gra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6" id="6" descr="Escalabilidad: ¿Qué es y cómo debemos aplicarla en nuestra empresa?"/>
          <p:cNvSpPr/>
          <p:nvPr/>
        </p:nvSpPr>
        <p:spPr>
          <a:xfrm flipH="false" flipV="false" rot="0">
            <a:off x="1244435" y="-75061"/>
            <a:ext cx="18287968" cy="10286984"/>
          </a:xfrm>
          <a:custGeom>
            <a:avLst/>
            <a:gdLst/>
            <a:ahLst/>
            <a:cxnLst/>
            <a:rect r="r" b="b" t="t" l="l"/>
            <a:pathLst>
              <a:path h="10286984" w="18287968">
                <a:moveTo>
                  <a:pt x="0" y="0"/>
                </a:moveTo>
                <a:lnTo>
                  <a:pt x="18287968" y="0"/>
                </a:lnTo>
                <a:lnTo>
                  <a:pt x="18287968" y="10286984"/>
                </a:lnTo>
                <a:lnTo>
                  <a:pt x="0" y="102869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47356" r="0" b="-30421"/>
            </a:stretch>
          </a:blipFill>
        </p:spPr>
      </p:sp>
      <p:grpSp>
        <p:nvGrpSpPr>
          <p:cNvPr name="Group 7" id="7"/>
          <p:cNvGrpSpPr/>
          <p:nvPr/>
        </p:nvGrpSpPr>
        <p:grpSpPr>
          <a:xfrm rot="-60000">
            <a:off x="1619466" y="2721223"/>
            <a:ext cx="16787830" cy="8264940"/>
            <a:chOff x="0" y="0"/>
            <a:chExt cx="22383774" cy="110199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-1397"/>
              <a:ext cx="22383623" cy="11021314"/>
            </a:xfrm>
            <a:custGeom>
              <a:avLst/>
              <a:gdLst/>
              <a:ahLst/>
              <a:cxnLst/>
              <a:rect r="r" b="b" t="t" l="l"/>
              <a:pathLst>
                <a:path h="11021314" w="22383623">
                  <a:moveTo>
                    <a:pt x="22232238" y="11021314"/>
                  </a:moveTo>
                  <a:lnTo>
                    <a:pt x="0" y="10633202"/>
                  </a:lnTo>
                  <a:lnTo>
                    <a:pt x="12057634" y="1507490"/>
                  </a:lnTo>
                  <a:lnTo>
                    <a:pt x="12226163" y="1386459"/>
                  </a:lnTo>
                  <a:cubicBezTo>
                    <a:pt x="13541121" y="491871"/>
                    <a:pt x="15037815" y="39370"/>
                    <a:pt x="16531589" y="3683"/>
                  </a:cubicBezTo>
                  <a:cubicBezTo>
                    <a:pt x="16687164" y="0"/>
                    <a:pt x="16842739" y="762"/>
                    <a:pt x="16998060" y="6096"/>
                  </a:cubicBezTo>
                  <a:cubicBezTo>
                    <a:pt x="18891250" y="70612"/>
                    <a:pt x="20748625" y="802386"/>
                    <a:pt x="22192233" y="2149221"/>
                  </a:cubicBezTo>
                  <a:lnTo>
                    <a:pt x="22383623" y="2336927"/>
                  </a:lnTo>
                  <a:close/>
                </a:path>
              </a:pathLst>
            </a:custGeom>
            <a:gradFill rotWithShape="true">
              <a:gsLst>
                <a:gs pos="23000">
                  <a:srgbClr val="E3E8E2">
                    <a:alpha val="40000"/>
                  </a:srgbClr>
                </a:gs>
                <a:gs pos="100000">
                  <a:srgbClr val="DE6BEF">
                    <a:alpha val="75000"/>
                  </a:srgbClr>
                </a:gs>
              </a:gsLst>
              <a:lin ang="11460000"/>
            </a:gradFill>
          </p:spPr>
        </p:sp>
      </p:grpSp>
      <p:grpSp>
        <p:nvGrpSpPr>
          <p:cNvPr name="Group 9" id="9"/>
          <p:cNvGrpSpPr/>
          <p:nvPr/>
        </p:nvGrpSpPr>
        <p:grpSpPr>
          <a:xfrm rot="0">
            <a:off x="-3073452" y="913708"/>
            <a:ext cx="8635773" cy="3323301"/>
            <a:chOff x="0" y="0"/>
            <a:chExt cx="11514364" cy="443106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514364" cy="4431068"/>
            </a:xfrm>
            <a:custGeom>
              <a:avLst/>
              <a:gdLst/>
              <a:ahLst/>
              <a:cxnLst/>
              <a:rect r="r" b="b" t="t" l="l"/>
              <a:pathLst>
                <a:path h="4431068" w="11514364">
                  <a:moveTo>
                    <a:pt x="0" y="0"/>
                  </a:moveTo>
                  <a:lnTo>
                    <a:pt x="11514364" y="0"/>
                  </a:lnTo>
                  <a:lnTo>
                    <a:pt x="11514364" y="4431068"/>
                  </a:lnTo>
                  <a:lnTo>
                    <a:pt x="0" y="443106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11514364" cy="4459643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r">
                <a:lnSpc>
                  <a:spcPts val="7200"/>
                </a:lnSpc>
              </a:pPr>
              <a:r>
                <a:rPr lang="en-US" sz="6000" b="true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Escalabilidad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8694601" y="8518504"/>
            <a:ext cx="8222880" cy="1693418"/>
            <a:chOff x="0" y="0"/>
            <a:chExt cx="10963840" cy="225789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963840" cy="2257891"/>
            </a:xfrm>
            <a:custGeom>
              <a:avLst/>
              <a:gdLst/>
              <a:ahLst/>
              <a:cxnLst/>
              <a:rect r="r" b="b" t="t" l="l"/>
              <a:pathLst>
                <a:path h="2257891" w="10963840">
                  <a:moveTo>
                    <a:pt x="0" y="0"/>
                  </a:moveTo>
                  <a:lnTo>
                    <a:pt x="10963840" y="0"/>
                  </a:lnTo>
                  <a:lnTo>
                    <a:pt x="10963840" y="2257891"/>
                  </a:lnTo>
                  <a:lnTo>
                    <a:pt x="0" y="225789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85725"/>
              <a:ext cx="10963840" cy="2343616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just">
                <a:lnSpc>
                  <a:spcPts val="4320"/>
                </a:lnSpc>
              </a:pPr>
              <a:r>
                <a:rPr lang="en-US" sz="300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Al dividir la aplicación en capas, es más fácil añadir nuevas características, como ventanas,  clases y controladores,</a:t>
              </a:r>
            </a:p>
          </p:txBody>
        </p:sp>
      </p:grpSp>
    </p:spTree>
  </p:cSld>
  <p:clrMapOvr>
    <a:masterClrMapping/>
  </p:clrMapOvr>
</p:sld>
</file>

<file path=ppt/slides/slide4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694602" y="5068431"/>
            <a:ext cx="9591850" cy="5218569"/>
            <a:chOff x="0" y="0"/>
            <a:chExt cx="12789134" cy="69580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-762"/>
              <a:ext cx="12789154" cy="6958838"/>
            </a:xfrm>
            <a:custGeom>
              <a:avLst/>
              <a:gdLst/>
              <a:ahLst/>
              <a:cxnLst/>
              <a:rect r="r" b="b" t="t" l="l"/>
              <a:pathLst>
                <a:path h="6958838" w="12789154">
                  <a:moveTo>
                    <a:pt x="10342626" y="1270"/>
                  </a:moveTo>
                  <a:cubicBezTo>
                    <a:pt x="11215370" y="15748"/>
                    <a:pt x="12078081" y="307975"/>
                    <a:pt x="12788647" y="860806"/>
                  </a:cubicBezTo>
                  <a:lnTo>
                    <a:pt x="12789154" y="861314"/>
                  </a:lnTo>
                  <a:lnTo>
                    <a:pt x="12789154" y="6958838"/>
                  </a:lnTo>
                  <a:lnTo>
                    <a:pt x="0" y="6958838"/>
                  </a:lnTo>
                  <a:lnTo>
                    <a:pt x="7833995" y="811784"/>
                  </a:lnTo>
                  <a:lnTo>
                    <a:pt x="7918958" y="748538"/>
                  </a:lnTo>
                  <a:cubicBezTo>
                    <a:pt x="8582152" y="280035"/>
                    <a:pt x="9342247" y="35814"/>
                    <a:pt x="10104374" y="4318"/>
                  </a:cubicBezTo>
                  <a:cubicBezTo>
                    <a:pt x="10183749" y="1016"/>
                    <a:pt x="10263251" y="0"/>
                    <a:pt x="10342499" y="1397"/>
                  </a:cubicBezTo>
                  <a:close/>
                </a:path>
              </a:pathLst>
            </a:custGeom>
            <a:gradFill rotWithShape="true">
              <a:gsLst>
                <a:gs pos="39000">
                  <a:srgbClr val="E3E8E2">
                    <a:alpha val="100000"/>
                  </a:srgbClr>
                </a:gs>
                <a:gs pos="100000">
                  <a:srgbClr val="DE6BEF">
                    <a:alpha val="100000"/>
                  </a:srgbClr>
                </a:gs>
              </a:gsLst>
              <a:lin ang="1200000"/>
            </a:gra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6" id="6" descr="Diagrama  Descripción generada automáticamente con confianza media"/>
          <p:cNvSpPr/>
          <p:nvPr/>
        </p:nvSpPr>
        <p:spPr>
          <a:xfrm flipH="false" flipV="false" rot="0">
            <a:off x="30" y="15"/>
            <a:ext cx="18287968" cy="10286984"/>
          </a:xfrm>
          <a:custGeom>
            <a:avLst/>
            <a:gdLst/>
            <a:ahLst/>
            <a:cxnLst/>
            <a:rect r="r" b="b" t="t" l="l"/>
            <a:pathLst>
              <a:path h="10286984" w="18287968">
                <a:moveTo>
                  <a:pt x="0" y="0"/>
                </a:moveTo>
                <a:lnTo>
                  <a:pt x="18287968" y="0"/>
                </a:lnTo>
                <a:lnTo>
                  <a:pt x="18287968" y="10286983"/>
                </a:lnTo>
                <a:lnTo>
                  <a:pt x="0" y="1028698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5976" r="0" b="-9488"/>
            </a:stretch>
          </a:blipFill>
        </p:spPr>
      </p:sp>
      <p:grpSp>
        <p:nvGrpSpPr>
          <p:cNvPr name="Group 7" id="7"/>
          <p:cNvGrpSpPr/>
          <p:nvPr/>
        </p:nvGrpSpPr>
        <p:grpSpPr>
          <a:xfrm rot="-60000">
            <a:off x="-59267" y="-108114"/>
            <a:ext cx="12873528" cy="7312554"/>
            <a:chOff x="0" y="0"/>
            <a:chExt cx="17164704" cy="975007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7164686" cy="9751060"/>
            </a:xfrm>
            <a:custGeom>
              <a:avLst/>
              <a:gdLst/>
              <a:ahLst/>
              <a:cxnLst/>
              <a:rect r="r" b="b" t="t" l="l"/>
              <a:pathLst>
                <a:path h="9751060" w="17164686">
                  <a:moveTo>
                    <a:pt x="2518283" y="9746615"/>
                  </a:moveTo>
                  <a:cubicBezTo>
                    <a:pt x="1666875" y="9717659"/>
                    <a:pt x="825500" y="9503918"/>
                    <a:pt x="58293" y="9114536"/>
                  </a:cubicBezTo>
                  <a:lnTo>
                    <a:pt x="0" y="9082913"/>
                  </a:lnTo>
                  <a:lnTo>
                    <a:pt x="158496" y="0"/>
                  </a:lnTo>
                  <a:lnTo>
                    <a:pt x="17164686" y="296799"/>
                  </a:lnTo>
                  <a:lnTo>
                    <a:pt x="6128639" y="8649462"/>
                  </a:lnTo>
                  <a:lnTo>
                    <a:pt x="6005449" y="8737981"/>
                  </a:lnTo>
                  <a:cubicBezTo>
                    <a:pt x="5044567" y="9391777"/>
                    <a:pt x="3950843" y="9722358"/>
                    <a:pt x="2859151" y="9748393"/>
                  </a:cubicBezTo>
                  <a:cubicBezTo>
                    <a:pt x="2745486" y="9751060"/>
                    <a:pt x="2631694" y="9750552"/>
                    <a:pt x="2518283" y="9746615"/>
                  </a:cubicBezTo>
                  <a:close/>
                </a:path>
              </a:pathLst>
            </a:custGeom>
            <a:gradFill rotWithShape="true">
              <a:gsLst>
                <a:gs pos="22000">
                  <a:srgbClr val="E3E8E2">
                    <a:alpha val="80000"/>
                  </a:srgbClr>
                </a:gs>
                <a:gs pos="100000">
                  <a:srgbClr val="DE6BEF">
                    <a:alpha val="86000"/>
                  </a:srgbClr>
                </a:gs>
              </a:gsLst>
              <a:lin ang="14460000"/>
            </a:gra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028700" y="1028700"/>
            <a:ext cx="6361948" cy="2729487"/>
            <a:chOff x="0" y="0"/>
            <a:chExt cx="8482598" cy="363931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482598" cy="3639316"/>
            </a:xfrm>
            <a:custGeom>
              <a:avLst/>
              <a:gdLst/>
              <a:ahLst/>
              <a:cxnLst/>
              <a:rect r="r" b="b" t="t" l="l"/>
              <a:pathLst>
                <a:path h="3639316" w="8482598">
                  <a:moveTo>
                    <a:pt x="0" y="0"/>
                  </a:moveTo>
                  <a:lnTo>
                    <a:pt x="8482598" y="0"/>
                  </a:lnTo>
                  <a:lnTo>
                    <a:pt x="8482598" y="3639316"/>
                  </a:lnTo>
                  <a:lnTo>
                    <a:pt x="0" y="363931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8482598" cy="3667891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Facilidad de prueba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28700" y="4026890"/>
            <a:ext cx="5355662" cy="1345229"/>
            <a:chOff x="0" y="0"/>
            <a:chExt cx="7140883" cy="179363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140884" cy="1793638"/>
            </a:xfrm>
            <a:custGeom>
              <a:avLst/>
              <a:gdLst/>
              <a:ahLst/>
              <a:cxnLst/>
              <a:rect r="r" b="b" t="t" l="l"/>
              <a:pathLst>
                <a:path h="1793638" w="7140884">
                  <a:moveTo>
                    <a:pt x="0" y="0"/>
                  </a:moveTo>
                  <a:lnTo>
                    <a:pt x="7140884" y="0"/>
                  </a:lnTo>
                  <a:lnTo>
                    <a:pt x="7140884" y="1793638"/>
                  </a:lnTo>
                  <a:lnTo>
                    <a:pt x="0" y="17936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7140883" cy="1841263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just">
                <a:lnSpc>
                  <a:spcPts val="3563"/>
                </a:lnSpc>
              </a:pPr>
              <a:r>
                <a:rPr lang="en-US" sz="2699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Las diferentes capas pueden probarse de forma independiente.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10740000">
            <a:off x="11833468" y="7522288"/>
            <a:ext cx="6486507" cy="2834126"/>
            <a:chOff x="0" y="0"/>
            <a:chExt cx="8648676" cy="377883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648700" cy="3797554"/>
            </a:xfrm>
            <a:custGeom>
              <a:avLst/>
              <a:gdLst/>
              <a:ahLst/>
              <a:cxnLst/>
              <a:rect r="r" b="b" t="t" l="l"/>
              <a:pathLst>
                <a:path h="3797554" w="8648700">
                  <a:moveTo>
                    <a:pt x="52832" y="0"/>
                  </a:moveTo>
                  <a:lnTo>
                    <a:pt x="8648700" y="149987"/>
                  </a:lnTo>
                  <a:lnTo>
                    <a:pt x="4919726" y="2972308"/>
                  </a:lnTo>
                  <a:lnTo>
                    <a:pt x="4829429" y="3037078"/>
                  </a:lnTo>
                  <a:cubicBezTo>
                    <a:pt x="4125214" y="3516122"/>
                    <a:pt x="3323717" y="3758438"/>
                    <a:pt x="2523744" y="3777615"/>
                  </a:cubicBezTo>
                  <a:cubicBezTo>
                    <a:pt x="1690497" y="3797554"/>
                    <a:pt x="858774" y="3575304"/>
                    <a:pt x="140716" y="3126486"/>
                  </a:cubicBezTo>
                  <a:lnTo>
                    <a:pt x="0" y="3026283"/>
                  </a:lnTo>
                  <a:close/>
                </a:path>
              </a:pathLst>
            </a:custGeom>
            <a:gradFill rotWithShape="true">
              <a:gsLst>
                <a:gs pos="27000">
                  <a:srgbClr val="E3E8E2">
                    <a:alpha val="80000"/>
                  </a:srgbClr>
                </a:gs>
                <a:gs pos="100000">
                  <a:srgbClr val="DE6BEF">
                    <a:alpha val="92000"/>
                  </a:srgbClr>
                </a:gs>
              </a:gsLst>
              <a:lin ang="3660000"/>
            </a:gradFill>
          </p:spPr>
        </p:sp>
      </p:grpSp>
    </p:spTree>
  </p:cSld>
  <p:clrMapOvr>
    <a:masterClrMapping/>
  </p:clrMapOvr>
</p:sld>
</file>

<file path=ppt/slides/slide4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34819" y="5649153"/>
            <a:ext cx="9591850" cy="5218569"/>
            <a:chOff x="0" y="0"/>
            <a:chExt cx="12789134" cy="69580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-762"/>
              <a:ext cx="12789154" cy="6958838"/>
            </a:xfrm>
            <a:custGeom>
              <a:avLst/>
              <a:gdLst/>
              <a:ahLst/>
              <a:cxnLst/>
              <a:rect r="r" b="b" t="t" l="l"/>
              <a:pathLst>
                <a:path h="6958838" w="12789154">
                  <a:moveTo>
                    <a:pt x="10342626" y="1270"/>
                  </a:moveTo>
                  <a:cubicBezTo>
                    <a:pt x="11215370" y="15748"/>
                    <a:pt x="12078081" y="307975"/>
                    <a:pt x="12788647" y="860806"/>
                  </a:cubicBezTo>
                  <a:lnTo>
                    <a:pt x="12789154" y="861314"/>
                  </a:lnTo>
                  <a:lnTo>
                    <a:pt x="12789154" y="6958838"/>
                  </a:lnTo>
                  <a:lnTo>
                    <a:pt x="0" y="6958838"/>
                  </a:lnTo>
                  <a:lnTo>
                    <a:pt x="7833995" y="811784"/>
                  </a:lnTo>
                  <a:lnTo>
                    <a:pt x="7918958" y="748538"/>
                  </a:lnTo>
                  <a:cubicBezTo>
                    <a:pt x="8582152" y="280035"/>
                    <a:pt x="9342247" y="35814"/>
                    <a:pt x="10104374" y="4318"/>
                  </a:cubicBezTo>
                  <a:cubicBezTo>
                    <a:pt x="10183749" y="1016"/>
                    <a:pt x="10263251" y="0"/>
                    <a:pt x="10342499" y="1397"/>
                  </a:cubicBezTo>
                  <a:close/>
                </a:path>
              </a:pathLst>
            </a:custGeom>
            <a:gradFill rotWithShape="true">
              <a:gsLst>
                <a:gs pos="39000">
                  <a:srgbClr val="E3E8E2">
                    <a:alpha val="100000"/>
                  </a:srgbClr>
                </a:gs>
                <a:gs pos="100000">
                  <a:srgbClr val="DE6BEF">
                    <a:alpha val="100000"/>
                  </a:srgbClr>
                </a:gs>
              </a:gsLst>
              <a:lin ang="1200000"/>
            </a:gradFill>
          </p:spPr>
        </p:sp>
      </p:grpSp>
      <p:grpSp>
        <p:nvGrpSpPr>
          <p:cNvPr name="Group 4" id="4"/>
          <p:cNvGrpSpPr/>
          <p:nvPr/>
        </p:nvGrpSpPr>
        <p:grpSpPr>
          <a:xfrm rot="0">
            <a:off x="2802907" y="1358320"/>
            <a:ext cx="6341092" cy="2333763"/>
            <a:chOff x="0" y="0"/>
            <a:chExt cx="8454790" cy="311168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454790" cy="3111684"/>
            </a:xfrm>
            <a:custGeom>
              <a:avLst/>
              <a:gdLst/>
              <a:ahLst/>
              <a:cxnLst/>
              <a:rect r="r" b="b" t="t" l="l"/>
              <a:pathLst>
                <a:path h="3111684" w="8454790">
                  <a:moveTo>
                    <a:pt x="0" y="0"/>
                  </a:moveTo>
                  <a:lnTo>
                    <a:pt x="8454790" y="0"/>
                  </a:lnTo>
                  <a:lnTo>
                    <a:pt x="8454790" y="3111684"/>
                  </a:lnTo>
                  <a:lnTo>
                    <a:pt x="0" y="311168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8454790" cy="3140259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5940"/>
                </a:lnSpc>
              </a:pPr>
              <a:r>
                <a:rPr lang="en-US" sz="4950" b="true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¿En dónde se aplica el patrón MVC?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2925015" y="4396176"/>
            <a:ext cx="5769587" cy="3281539"/>
            <a:chOff x="0" y="0"/>
            <a:chExt cx="7692782" cy="437538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692782" cy="4375386"/>
            </a:xfrm>
            <a:custGeom>
              <a:avLst/>
              <a:gdLst/>
              <a:ahLst/>
              <a:cxnLst/>
              <a:rect r="r" b="b" t="t" l="l"/>
              <a:pathLst>
                <a:path h="4375386" w="7692782">
                  <a:moveTo>
                    <a:pt x="0" y="0"/>
                  </a:moveTo>
                  <a:lnTo>
                    <a:pt x="7692782" y="0"/>
                  </a:lnTo>
                  <a:lnTo>
                    <a:pt x="7692782" y="4375386"/>
                  </a:lnTo>
                  <a:lnTo>
                    <a:pt x="0" y="437538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85725"/>
              <a:ext cx="7692782" cy="4461111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just">
                <a:lnSpc>
                  <a:spcPts val="4320"/>
                </a:lnSpc>
              </a:pPr>
              <a:r>
                <a:rPr lang="en-US" sz="300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El patrón MVC se usa ampliamente en el desarrollo de aplicaciones web, móviles y de escritorio.</a:t>
              </a:r>
            </a:p>
          </p:txBody>
        </p:sp>
      </p:grpSp>
      <p:sp>
        <p:nvSpPr>
          <p:cNvPr name="Freeform 10" id="10" descr="Icono  Descripción generada automáticamente"/>
          <p:cNvSpPr/>
          <p:nvPr/>
        </p:nvSpPr>
        <p:spPr>
          <a:xfrm flipH="false" flipV="false" rot="0">
            <a:off x="10984024" y="1791930"/>
            <a:ext cx="6275275" cy="7200902"/>
          </a:xfrm>
          <a:custGeom>
            <a:avLst/>
            <a:gdLst/>
            <a:ahLst/>
            <a:cxnLst/>
            <a:rect r="r" b="b" t="t" l="l"/>
            <a:pathLst>
              <a:path h="7200902" w="6275275">
                <a:moveTo>
                  <a:pt x="0" y="0"/>
                </a:moveTo>
                <a:lnTo>
                  <a:pt x="6275276" y="0"/>
                </a:lnTo>
                <a:lnTo>
                  <a:pt x="6275276" y="7200902"/>
                </a:lnTo>
                <a:lnTo>
                  <a:pt x="0" y="72009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00200" y="6091518"/>
            <a:ext cx="7652981" cy="2884394"/>
            <a:chOff x="0" y="0"/>
            <a:chExt cx="10203974" cy="384585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203974" cy="3845858"/>
            </a:xfrm>
            <a:custGeom>
              <a:avLst/>
              <a:gdLst/>
              <a:ahLst/>
              <a:cxnLst/>
              <a:rect r="r" b="b" t="t" l="l"/>
              <a:pathLst>
                <a:path h="3845858" w="10203974">
                  <a:moveTo>
                    <a:pt x="0" y="0"/>
                  </a:moveTo>
                  <a:lnTo>
                    <a:pt x="10203974" y="0"/>
                  </a:lnTo>
                  <a:lnTo>
                    <a:pt x="10203974" y="3845858"/>
                  </a:lnTo>
                  <a:lnTo>
                    <a:pt x="0" y="384585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57150"/>
              <a:ext cx="10203974" cy="3788708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r">
                <a:lnSpc>
                  <a:spcPts val="7776"/>
                </a:lnSpc>
              </a:pPr>
              <a:r>
                <a:rPr lang="en-US" sz="7200" b="true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Backend</a:t>
              </a:r>
            </a:p>
          </p:txBody>
        </p:sp>
      </p:grpSp>
      <p:sp>
        <p:nvSpPr>
          <p:cNvPr name="Freeform 5" id="5" descr="Una guía para futuros desarrolladores Backend | by mrGoonies | Medium"/>
          <p:cNvSpPr/>
          <p:nvPr/>
        </p:nvSpPr>
        <p:spPr>
          <a:xfrm flipH="false" flipV="false" rot="0">
            <a:off x="1600200" y="1793293"/>
            <a:ext cx="7549984" cy="3774991"/>
          </a:xfrm>
          <a:custGeom>
            <a:avLst/>
            <a:gdLst/>
            <a:ahLst/>
            <a:cxnLst/>
            <a:rect r="r" b="b" t="t" l="l"/>
            <a:pathLst>
              <a:path h="3774991" w="7549984">
                <a:moveTo>
                  <a:pt x="0" y="0"/>
                </a:moveTo>
                <a:lnTo>
                  <a:pt x="7549984" y="0"/>
                </a:lnTo>
                <a:lnTo>
                  <a:pt x="7549984" y="3774992"/>
                </a:lnTo>
                <a:lnTo>
                  <a:pt x="0" y="37749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747886" y="1716554"/>
            <a:ext cx="5715000" cy="3426946"/>
            <a:chOff x="0" y="0"/>
            <a:chExt cx="7620000" cy="456926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620000" cy="4569262"/>
            </a:xfrm>
            <a:custGeom>
              <a:avLst/>
              <a:gdLst/>
              <a:ahLst/>
              <a:cxnLst/>
              <a:rect r="r" b="b" t="t" l="l"/>
              <a:pathLst>
                <a:path h="4569262" w="7620000">
                  <a:moveTo>
                    <a:pt x="0" y="0"/>
                  </a:moveTo>
                  <a:lnTo>
                    <a:pt x="7620000" y="0"/>
                  </a:lnTo>
                  <a:lnTo>
                    <a:pt x="7620000" y="4569262"/>
                  </a:lnTo>
                  <a:lnTo>
                    <a:pt x="0" y="456926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76200"/>
              <a:ext cx="7620000" cy="4645462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 marL="488632" indent="-244316" lvl="1">
                <a:lnSpc>
                  <a:spcPts val="3887"/>
                </a:lnSpc>
                <a:buFont typeface="Arial"/>
                <a:buChar char="•"/>
              </a:pPr>
              <a:r>
                <a:rPr lang="en-US" sz="270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Laravel (PHP)</a:t>
              </a:r>
            </a:p>
            <a:p>
              <a:pPr algn="l" marL="488632" indent="-244316" lvl="1">
                <a:lnSpc>
                  <a:spcPts val="3887"/>
                </a:lnSpc>
                <a:buFont typeface="Arial"/>
                <a:buChar char="•"/>
              </a:pPr>
              <a:r>
                <a:rPr lang="en-US" sz="270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Django (Python)</a:t>
              </a:r>
            </a:p>
            <a:p>
              <a:pPr algn="l" marL="542924" indent="-271462" lvl="1">
                <a:lnSpc>
                  <a:spcPts val="4319"/>
                </a:lnSpc>
                <a:buFont typeface="Arial"/>
                <a:buChar char="•"/>
              </a:pPr>
              <a:r>
                <a:rPr lang="en-US" sz="2999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Ruby on Rails (Ruby)</a:t>
              </a:r>
            </a:p>
            <a:p>
              <a:pPr algn="l" marL="488632" indent="-244316" lvl="1">
                <a:lnSpc>
                  <a:spcPts val="3887"/>
                </a:lnSpc>
                <a:buFont typeface="Arial"/>
                <a:buChar char="•"/>
              </a:pPr>
              <a:r>
                <a:rPr lang="en-US" sz="270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ASP.NET (.NET)</a:t>
              </a:r>
            </a:p>
            <a:p>
              <a:pPr algn="l" marL="488632" indent="-244316" lvl="1">
                <a:lnSpc>
                  <a:spcPts val="3887"/>
                </a:lnSpc>
                <a:buFont typeface="Arial"/>
                <a:buChar char="•"/>
              </a:pPr>
              <a:r>
                <a:rPr lang="en-US" sz="270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Spring Boot (Java)</a:t>
              </a:r>
            </a:p>
          </p:txBody>
        </p:sp>
      </p:grpSp>
    </p:spTree>
  </p:cSld>
  <p:clrMapOvr>
    <a:masterClrMapping/>
  </p:clrMapOvr>
</p:sld>
</file>

<file path=ppt/slides/slide4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00200" y="6091518"/>
            <a:ext cx="7652981" cy="2884394"/>
            <a:chOff x="0" y="0"/>
            <a:chExt cx="10203974" cy="384585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203974" cy="3845858"/>
            </a:xfrm>
            <a:custGeom>
              <a:avLst/>
              <a:gdLst/>
              <a:ahLst/>
              <a:cxnLst/>
              <a:rect r="r" b="b" t="t" l="l"/>
              <a:pathLst>
                <a:path h="3845858" w="10203974">
                  <a:moveTo>
                    <a:pt x="0" y="0"/>
                  </a:moveTo>
                  <a:lnTo>
                    <a:pt x="10203974" y="0"/>
                  </a:lnTo>
                  <a:lnTo>
                    <a:pt x="10203974" y="3845858"/>
                  </a:lnTo>
                  <a:lnTo>
                    <a:pt x="0" y="384585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57150"/>
              <a:ext cx="10203974" cy="3788708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r">
                <a:lnSpc>
                  <a:spcPts val="7776"/>
                </a:lnSpc>
              </a:pPr>
              <a:r>
                <a:rPr lang="en-US" sz="7200" b="true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Frontend</a:t>
              </a:r>
            </a:p>
          </p:txBody>
        </p:sp>
      </p:grpSp>
      <p:sp>
        <p:nvSpPr>
          <p:cNvPr name="Freeform 5" id="5" descr="Un dibujo de una persona con una señal de alto  Descripción generada automáticamente con confianza media"/>
          <p:cNvSpPr/>
          <p:nvPr/>
        </p:nvSpPr>
        <p:spPr>
          <a:xfrm flipH="false" flipV="false" rot="0">
            <a:off x="1600200" y="3454292"/>
            <a:ext cx="7549984" cy="2113995"/>
          </a:xfrm>
          <a:custGeom>
            <a:avLst/>
            <a:gdLst/>
            <a:ahLst/>
            <a:cxnLst/>
            <a:rect r="r" b="b" t="t" l="l"/>
            <a:pathLst>
              <a:path h="2113995" w="7549984">
                <a:moveTo>
                  <a:pt x="0" y="0"/>
                </a:moveTo>
                <a:lnTo>
                  <a:pt x="7549984" y="0"/>
                </a:lnTo>
                <a:lnTo>
                  <a:pt x="7549984" y="2113994"/>
                </a:lnTo>
                <a:lnTo>
                  <a:pt x="0" y="21139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11" t="0" r="-211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913807" y="2663546"/>
            <a:ext cx="5264523" cy="4035294"/>
            <a:chOff x="0" y="0"/>
            <a:chExt cx="7019364" cy="538039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019364" cy="5380392"/>
            </a:xfrm>
            <a:custGeom>
              <a:avLst/>
              <a:gdLst/>
              <a:ahLst/>
              <a:cxnLst/>
              <a:rect r="r" b="b" t="t" l="l"/>
              <a:pathLst>
                <a:path h="5380392" w="7019364">
                  <a:moveTo>
                    <a:pt x="0" y="0"/>
                  </a:moveTo>
                  <a:lnTo>
                    <a:pt x="7019364" y="0"/>
                  </a:lnTo>
                  <a:lnTo>
                    <a:pt x="7019364" y="5380392"/>
                  </a:lnTo>
                  <a:lnTo>
                    <a:pt x="0" y="538039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85725"/>
              <a:ext cx="7019364" cy="5466117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just">
                <a:lnSpc>
                  <a:spcPts val="4319"/>
                </a:lnSpc>
              </a:pPr>
            </a:p>
            <a:p>
              <a:pPr algn="just" marL="542924" indent="-271462" lvl="1">
                <a:lnSpc>
                  <a:spcPts val="4319"/>
                </a:lnSpc>
                <a:buFont typeface="Arial"/>
                <a:buChar char="•"/>
              </a:pPr>
              <a:r>
                <a:rPr lang="en-US" sz="2999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Angular</a:t>
              </a:r>
            </a:p>
            <a:p>
              <a:pPr algn="just" marL="542924" indent="-271462" lvl="1">
                <a:lnSpc>
                  <a:spcPts val="4319"/>
                </a:lnSpc>
                <a:buFont typeface="Arial"/>
                <a:buChar char="•"/>
              </a:pPr>
              <a:r>
                <a:rPr lang="en-US" sz="2999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Vue</a:t>
              </a:r>
            </a:p>
            <a:p>
              <a:pPr algn="just" marL="542924" indent="-271462" lvl="1">
                <a:lnSpc>
                  <a:spcPts val="4319"/>
                </a:lnSpc>
                <a:buFont typeface="Arial"/>
                <a:buChar char="•"/>
              </a:pPr>
              <a:r>
                <a:rPr lang="en-US" sz="2999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Svelte</a:t>
              </a:r>
            </a:p>
            <a:p>
              <a:pPr algn="just" marL="542924" indent="-271462" lvl="1">
                <a:lnSpc>
                  <a:spcPts val="4319"/>
                </a:lnSpc>
                <a:buFont typeface="Arial"/>
                <a:buChar char="•"/>
              </a:pPr>
              <a:r>
                <a:rPr lang="en-US" sz="2999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ReactJS</a:t>
              </a:r>
            </a:p>
            <a:p>
              <a:pPr algn="just" marL="542924" indent="-271462" lvl="1">
                <a:lnSpc>
                  <a:spcPts val="4319"/>
                </a:lnSpc>
                <a:buFont typeface="Arial"/>
                <a:buChar char="•"/>
              </a:pPr>
              <a:r>
                <a:rPr lang="en-US" sz="2999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HTML</a:t>
              </a:r>
            </a:p>
          </p:txBody>
        </p:sp>
      </p:grpSp>
    </p:spTree>
  </p:cSld>
  <p:clrMapOvr>
    <a:masterClrMapping/>
  </p:clrMapOvr>
</p:sld>
</file>

<file path=ppt/slides/slide4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437795" y="3389104"/>
            <a:ext cx="8658828" cy="24956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343"/>
              </a:lnSpc>
            </a:pPr>
            <a:r>
              <a:rPr lang="en-US" sz="6099">
                <a:solidFill>
                  <a:srgbClr val="131416"/>
                </a:solidFill>
                <a:latin typeface="Horizon"/>
                <a:ea typeface="Horizon"/>
                <a:cs typeface="Horizon"/>
                <a:sym typeface="Horizon"/>
              </a:rPr>
              <a:t>¡GRACIAS POR SU  ATENCIÓN!</a:t>
            </a:r>
          </a:p>
          <a:p>
            <a:pPr algn="just">
              <a:lnSpc>
                <a:spcPts val="6343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5414714" y="5958103"/>
            <a:ext cx="6704991" cy="898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00"/>
              </a:lnSpc>
            </a:pPr>
            <a:r>
              <a:rPr lang="en-US" sz="5000" spc="1160">
                <a:solidFill>
                  <a:srgbClr val="131416"/>
                </a:solidFill>
                <a:latin typeface="Garet"/>
                <a:ea typeface="Garet"/>
                <a:cs typeface="Garet"/>
                <a:sym typeface="Garet"/>
              </a:rPr>
              <a:t>DUDAS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3963751" y="1028700"/>
            <a:ext cx="2757268" cy="3770970"/>
          </a:xfrm>
          <a:custGeom>
            <a:avLst/>
            <a:gdLst/>
            <a:ahLst/>
            <a:cxnLst/>
            <a:rect r="r" b="b" t="t" l="l"/>
            <a:pathLst>
              <a:path h="3770970" w="2757268">
                <a:moveTo>
                  <a:pt x="0" y="0"/>
                </a:moveTo>
                <a:lnTo>
                  <a:pt x="2757268" y="0"/>
                </a:lnTo>
                <a:lnTo>
                  <a:pt x="2757268" y="3770970"/>
                </a:lnTo>
                <a:lnTo>
                  <a:pt x="0" y="37709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411098" y="7899735"/>
            <a:ext cx="13465804" cy="719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60"/>
              </a:lnSpc>
            </a:pPr>
            <a:r>
              <a:rPr lang="en-US" sz="2000" spc="464">
                <a:solidFill>
                  <a:srgbClr val="131416"/>
                </a:solidFill>
                <a:latin typeface="Garet"/>
                <a:ea typeface="Garet"/>
                <a:cs typeface="Garet"/>
                <a:sym typeface="Garet"/>
              </a:rPr>
              <a:t>RECUERDA QUE TENEMOS NUESTRO FORO SEMANAL DONDE PUEDES CONSULTAR CUALQUIER DUDA QUE TE SURJA EN LA SEMANA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DAGoVMrWA1k</dc:identifier>
  <dcterms:modified xsi:type="dcterms:W3CDTF">2011-08-01T06:04:30Z</dcterms:modified>
  <cp:revision>1</cp:revision>
  <dc:title>Presentación  08</dc:title>
</cp:coreProperties>
</file>