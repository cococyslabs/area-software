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7"/>
  </p:notesMasterIdLst>
  <p:sldIdLst>
    <p:sldId id="36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</p:sldIdLst>
  <p:sldSz cx="18288000" cy="10287000"/>
  <p:notesSz cx="6858000" cy="9144000"/>
  <p:embeddedFontLst>
    <p:embeddedFont>
      <p:font typeface="Arimo" panose="020B0604020202020204" charset="0"/>
      <p:regular r:id="rId48"/>
      <p:bold r:id="rId49"/>
      <p:italic r:id="rId50"/>
      <p:boldItalic r:id="rId51"/>
    </p:embeddedFont>
    <p:embeddedFont>
      <p:font typeface="Open Sans" panose="020B0606030504020204" pitchFamily="34" charset="0"/>
      <p:regular r:id="rId52"/>
      <p:bold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iIUDUjNBRbzUHqEaKUGcZAQD0j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b241b13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b241b13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9" name="Google Shape;99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0" name="Google Shape;101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3" name="Google Shape;102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4" name="Google Shape;103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3" name="Google Shape;106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5" name="Google Shape;107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5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5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5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623400" y="890051"/>
            <a:ext cx="17041200" cy="114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914378" lvl="0" indent="-685784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828755" lvl="1" indent="-63498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2743131" lvl="2" indent="-63498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3657509" lvl="3" indent="-634985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4571886" lvl="4" indent="-63498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5486264" lvl="5" indent="-63498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6400640" lvl="6" indent="-634985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7315017" lvl="7" indent="-63498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8229395" lvl="8" indent="-63498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6944917" y="9326435"/>
            <a:ext cx="1097400" cy="7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3905389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 amt="62000"/>
          </a:blip>
          <a:stretch>
            <a:fillRect/>
          </a:stretch>
        </p:blipFill>
        <p:spPr>
          <a:xfrm>
            <a:off x="16904" y="2"/>
            <a:ext cx="18254198" cy="1028700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3"/>
          <p:cNvGraphicFramePr/>
          <p:nvPr/>
        </p:nvGraphicFramePr>
        <p:xfrm>
          <a:off x="9144001" y="1915191"/>
          <a:ext cx="8607176" cy="1889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540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6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900" b="1" dirty="0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2900" b="1" dirty="0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800" dirty="0"/>
                        <a:t>Día, xx/xx/xxxx</a:t>
                      </a:r>
                      <a:endParaRPr sz="3800" dirty="0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900" b="1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2900" b="1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800" dirty="0"/>
                        <a:t>10:30 am</a:t>
                      </a:r>
                      <a:endParaRPr sz="3800" dirty="0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Google Shape;56;p13"/>
          <p:cNvSpPr txBox="1"/>
          <p:nvPr/>
        </p:nvSpPr>
        <p:spPr>
          <a:xfrm>
            <a:off x="2880350" y="4516603"/>
            <a:ext cx="11173200" cy="1908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defTabSz="1828755">
              <a:buClr>
                <a:srgbClr val="000000"/>
              </a:buClr>
              <a:defRPr/>
            </a:pPr>
            <a:r>
              <a:rPr lang="es" sz="50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Introducción a la Programación y Computación 1 [Sección]</a:t>
            </a:r>
            <a:endParaRPr sz="50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880350" y="6148237"/>
            <a:ext cx="11173200" cy="98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defTabSz="1828755">
              <a:buClr>
                <a:srgbClr val="000000"/>
              </a:buClr>
              <a:defRPr/>
            </a:pPr>
            <a:r>
              <a:rPr lang="es" sz="4001" dirty="0"/>
              <a:t>A</a:t>
            </a:r>
            <a:r>
              <a:rPr lang="es" sz="400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uxiliar</a:t>
            </a:r>
            <a:endParaRPr sz="400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85" name="Google Shape;85;p1"/>
          <p:cNvSpPr txBox="1"/>
          <p:nvPr/>
        </p:nvSpPr>
        <p:spPr>
          <a:xfrm>
            <a:off x="1028700" y="7294350"/>
            <a:ext cx="15943416" cy="82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1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</a:t>
            </a:r>
            <a:r>
              <a:rPr lang="en-US" sz="4901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a la </a:t>
            </a:r>
            <a:r>
              <a:rPr lang="en-US" sz="4901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Programación</a:t>
            </a:r>
            <a:r>
              <a:rPr lang="en-US" sz="4901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sz="4901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Computación</a:t>
            </a:r>
            <a:r>
              <a:rPr lang="en-US" sz="4901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1</a:t>
            </a:r>
            <a:endParaRPr dirty="0"/>
          </a:p>
        </p:txBody>
      </p:sp>
      <p:sp>
        <p:nvSpPr>
          <p:cNvPr id="86" name="Google Shape;86;p1"/>
          <p:cNvSpPr txBox="1"/>
          <p:nvPr/>
        </p:nvSpPr>
        <p:spPr>
          <a:xfrm>
            <a:off x="330217" y="2645728"/>
            <a:ext cx="17627566" cy="3195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Swing y AWT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Patrón de Diseño: MVC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063302" y="8244237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</a:t>
            </a:r>
            <a:r>
              <a:rPr lang="en-US" sz="2499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Ciencias</a:t>
            </a:r>
            <a:r>
              <a:rPr lang="en-US" sz="2499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Y Sistemas</a:t>
            </a:r>
            <a:endParaRPr dirty="0"/>
          </a:p>
        </p:txBody>
      </p:sp>
      <p:sp>
        <p:nvSpPr>
          <p:cNvPr id="88" name="Google Shape;88;p1"/>
          <p:cNvSpPr txBox="1"/>
          <p:nvPr/>
        </p:nvSpPr>
        <p:spPr>
          <a:xfrm>
            <a:off x="1028699" y="8748269"/>
            <a:ext cx="3625187" cy="53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</a:t>
            </a:r>
            <a:r>
              <a:rPr lang="en-US" sz="2499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Ingenieria</a:t>
            </a:r>
            <a:endParaRPr dirty="0"/>
          </a:p>
        </p:txBody>
      </p:sp>
      <p:sp>
        <p:nvSpPr>
          <p:cNvPr id="89" name="Google Shape;89;p1"/>
          <p:cNvSpPr txBox="1"/>
          <p:nvPr/>
        </p:nvSpPr>
        <p:spPr>
          <a:xfrm>
            <a:off x="1028699" y="9286686"/>
            <a:ext cx="6463922" cy="53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4762" y="9601200"/>
            <a:ext cx="18283238" cy="685800"/>
          </a:xfrm>
          <a:custGeom>
            <a:avLst/>
            <a:gdLst/>
            <a:ahLst/>
            <a:cxnLst/>
            <a:rect l="l" t="t" r="r" b="b"/>
            <a:pathLst>
              <a:path w="24377650" h="914400" extrusionOk="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cxnSp>
        <p:nvCxnSpPr>
          <p:cNvPr id="95" name="Google Shape;95;p2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2" descr="Una página en un planificador"/>
          <p:cNvSpPr/>
          <p:nvPr/>
        </p:nvSpPr>
        <p:spPr>
          <a:xfrm>
            <a:off x="2286" y="15"/>
            <a:ext cx="18283428" cy="10286985"/>
          </a:xfrm>
          <a:custGeom>
            <a:avLst/>
            <a:gdLst/>
            <a:ahLst/>
            <a:cxnLst/>
            <a:rect l="l" t="t" r="r" b="b"/>
            <a:pathLst>
              <a:path w="18283428" h="10286985" extrusionOk="0">
                <a:moveTo>
                  <a:pt x="0" y="0"/>
                </a:moveTo>
                <a:lnTo>
                  <a:pt x="18283428" y="0"/>
                </a:lnTo>
                <a:lnTo>
                  <a:pt x="18283428" y="10286985"/>
                </a:lnTo>
                <a:lnTo>
                  <a:pt x="0" y="10286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2073" r="-145" b="-16558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97" name="Google Shape;97;p2"/>
          <p:cNvSpPr/>
          <p:nvPr/>
        </p:nvSpPr>
        <p:spPr>
          <a:xfrm>
            <a:off x="1061211" y="1857663"/>
            <a:ext cx="5453920" cy="6533673"/>
          </a:xfrm>
          <a:custGeom>
            <a:avLst/>
            <a:gdLst/>
            <a:ahLst/>
            <a:cxnLst/>
            <a:rect l="l" t="t" r="r" b="b"/>
            <a:pathLst>
              <a:path w="7271893" h="8711565" extrusionOk="0">
                <a:moveTo>
                  <a:pt x="0" y="0"/>
                </a:moveTo>
                <a:lnTo>
                  <a:pt x="7271893" y="0"/>
                </a:lnTo>
                <a:lnTo>
                  <a:pt x="7271893" y="8711565"/>
                </a:lnTo>
                <a:lnTo>
                  <a:pt x="0" y="8711565"/>
                </a:lnTo>
                <a:close/>
              </a:path>
            </a:pathLst>
          </a:custGeom>
          <a:solidFill>
            <a:srgbClr val="FFFFFF">
              <a:alpha val="86274"/>
            </a:srgbClr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98" name="Google Shape;98;p2"/>
          <p:cNvGrpSpPr/>
          <p:nvPr/>
        </p:nvGrpSpPr>
        <p:grpSpPr>
          <a:xfrm>
            <a:off x="1422972" y="2128910"/>
            <a:ext cx="4730370" cy="2037282"/>
            <a:chOff x="0" y="0"/>
            <a:chExt cx="6307160" cy="2716376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6307160" cy="2716376"/>
            </a:xfrm>
            <a:custGeom>
              <a:avLst/>
              <a:gdLst/>
              <a:ahLst/>
              <a:cxnLst/>
              <a:rect l="l" t="t" r="r" b="b"/>
              <a:pathLst>
                <a:path w="6307160" h="2716376" extrusionOk="0">
                  <a:moveTo>
                    <a:pt x="0" y="0"/>
                  </a:moveTo>
                  <a:lnTo>
                    <a:pt x="6307160" y="0"/>
                  </a:lnTo>
                  <a:lnTo>
                    <a:pt x="6307160" y="2716376"/>
                  </a:lnTo>
                  <a:lnTo>
                    <a:pt x="0" y="27163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95250"/>
              <a:ext cx="6307160" cy="26211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Agenda</a:t>
              </a:r>
              <a:endParaRPr/>
            </a:p>
          </p:txBody>
        </p:sp>
      </p:grpSp>
      <p:cxnSp>
        <p:nvCxnSpPr>
          <p:cNvPr id="101" name="Google Shape;101;p2"/>
          <p:cNvCxnSpPr/>
          <p:nvPr/>
        </p:nvCxnSpPr>
        <p:spPr>
          <a:xfrm rot="14856">
            <a:off x="1547870" y="4297524"/>
            <a:ext cx="4408211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2" name="Google Shape;102;p2"/>
          <p:cNvGrpSpPr/>
          <p:nvPr/>
        </p:nvGrpSpPr>
        <p:grpSpPr>
          <a:xfrm>
            <a:off x="1422972" y="4438806"/>
            <a:ext cx="4730370" cy="3694932"/>
            <a:chOff x="0" y="-38100"/>
            <a:chExt cx="6307160" cy="4926576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6307160" cy="4888476"/>
            </a:xfrm>
            <a:custGeom>
              <a:avLst/>
              <a:gdLst/>
              <a:ahLst/>
              <a:cxnLst/>
              <a:rect l="l" t="t" r="r" b="b"/>
              <a:pathLst>
                <a:path w="6307160" h="4888476" extrusionOk="0">
                  <a:moveTo>
                    <a:pt x="0" y="0"/>
                  </a:moveTo>
                  <a:lnTo>
                    <a:pt x="6307160" y="0"/>
                  </a:lnTo>
                  <a:lnTo>
                    <a:pt x="6307160" y="4888476"/>
                  </a:lnTo>
                  <a:lnTo>
                    <a:pt x="0" y="48884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0" y="-38100"/>
              <a:ext cx="6307160" cy="49265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34340" marR="0" lvl="1" indent="-217170" algn="l" rtl="0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GUI</a:t>
              </a:r>
              <a:endParaRPr/>
            </a:p>
            <a:p>
              <a:pPr marL="434340" marR="0" lvl="1" indent="-217170" algn="l" rtl="0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AWT</a:t>
              </a:r>
              <a:endParaRPr/>
            </a:p>
            <a:p>
              <a:pPr marL="434340" marR="0" lvl="1" indent="-217170" algn="l" rtl="0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SWING</a:t>
              </a:r>
              <a:endParaRPr/>
            </a:p>
            <a:p>
              <a:pPr marL="434340" marR="0" lvl="1" indent="-217170" algn="l" rtl="0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Patrón de diseño: MVC</a:t>
              </a:r>
              <a:endParaRPr/>
            </a:p>
            <a:p>
              <a:pPr marL="434340" marR="0" lvl="1" indent="-217170" algn="l" rtl="0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Flujo de Trabajo (MVC)</a:t>
              </a:r>
              <a:endParaRPr/>
            </a:p>
            <a:p>
              <a:pPr marL="434340" marR="0" lvl="1" indent="-217170" algn="l" rtl="0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Ventajas del MVC</a:t>
              </a:r>
              <a:endParaRPr/>
            </a:p>
          </p:txBody>
        </p:sp>
      </p:grpSp>
      <p:sp>
        <p:nvSpPr>
          <p:cNvPr id="105" name="Google Shape;105;p2"/>
          <p:cNvSpPr/>
          <p:nvPr/>
        </p:nvSpPr>
        <p:spPr>
          <a:xfrm>
            <a:off x="1" y="9601200"/>
            <a:ext cx="18288000" cy="685800"/>
          </a:xfrm>
          <a:custGeom>
            <a:avLst/>
            <a:gdLst/>
            <a:ahLst/>
            <a:cxnLst/>
            <a:rect l="l" t="t" r="r" b="b"/>
            <a:pathLst>
              <a:path w="24384000" h="914400" extrusionOk="0">
                <a:moveTo>
                  <a:pt x="0" y="0"/>
                </a:moveTo>
                <a:lnTo>
                  <a:pt x="24384000" y="0"/>
                </a:lnTo>
                <a:lnTo>
                  <a:pt x="2438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>
              <a:alpha val="89803"/>
            </a:srgbClr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4762" y="9601200"/>
            <a:ext cx="18283238" cy="685800"/>
          </a:xfrm>
          <a:custGeom>
            <a:avLst/>
            <a:gdLst/>
            <a:ahLst/>
            <a:cxnLst/>
            <a:rect l="l" t="t" r="r" b="b"/>
            <a:pathLst>
              <a:path w="24377650" h="914400" extrusionOk="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cxnSp>
        <p:nvCxnSpPr>
          <p:cNvPr id="111" name="Google Shape;111;p3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Google Shape;112;p3"/>
          <p:cNvSpPr/>
          <p:nvPr/>
        </p:nvSpPr>
        <p:spPr>
          <a:xfrm>
            <a:off x="4762" y="9601200"/>
            <a:ext cx="18283238" cy="685800"/>
          </a:xfrm>
          <a:custGeom>
            <a:avLst/>
            <a:gdLst/>
            <a:ahLst/>
            <a:cxnLst/>
            <a:rect l="l" t="t" r="r" b="b"/>
            <a:pathLst>
              <a:path w="24377650" h="914400" extrusionOk="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cxnSp>
        <p:nvCxnSpPr>
          <p:cNvPr id="113" name="Google Shape;113;p3"/>
          <p:cNvCxnSpPr/>
          <p:nvPr/>
        </p:nvCxnSpPr>
        <p:spPr>
          <a:xfrm>
            <a:off x="1780779" y="7030456"/>
            <a:ext cx="14832330" cy="19050"/>
          </a:xfrm>
          <a:prstGeom prst="straightConnector1">
            <a:avLst/>
          </a:prstGeom>
          <a:noFill/>
          <a:ln w="95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4" name="Google Shape;114;p3"/>
          <p:cNvSpPr/>
          <p:nvPr/>
        </p:nvSpPr>
        <p:spPr>
          <a:xfrm>
            <a:off x="2260" y="7372614"/>
            <a:ext cx="18283428" cy="2914364"/>
          </a:xfrm>
          <a:custGeom>
            <a:avLst/>
            <a:gdLst/>
            <a:ahLst/>
            <a:cxnLst/>
            <a:rect l="l" t="t" r="r" b="b"/>
            <a:pathLst>
              <a:path w="24377904" h="3885819" extrusionOk="0">
                <a:moveTo>
                  <a:pt x="0" y="0"/>
                </a:moveTo>
                <a:lnTo>
                  <a:pt x="24377904" y="0"/>
                </a:lnTo>
                <a:lnTo>
                  <a:pt x="24377904" y="3885819"/>
                </a:lnTo>
                <a:lnTo>
                  <a:pt x="0" y="3885819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15" name="Google Shape;115;p3"/>
          <p:cNvGrpSpPr/>
          <p:nvPr/>
        </p:nvGrpSpPr>
        <p:grpSpPr>
          <a:xfrm>
            <a:off x="1243012" y="7680958"/>
            <a:ext cx="10705894" cy="1920241"/>
            <a:chOff x="0" y="0"/>
            <a:chExt cx="14274526" cy="2560322"/>
          </a:xfrm>
        </p:grpSpPr>
        <p:sp>
          <p:nvSpPr>
            <p:cNvPr id="116" name="Google Shape;116;p3"/>
            <p:cNvSpPr/>
            <p:nvPr/>
          </p:nvSpPr>
          <p:spPr>
            <a:xfrm>
              <a:off x="0" y="0"/>
              <a:ext cx="14274526" cy="2560322"/>
            </a:xfrm>
            <a:custGeom>
              <a:avLst/>
              <a:gdLst/>
              <a:ahLst/>
              <a:cxnLst/>
              <a:rect l="l" t="t" r="r" b="b"/>
              <a:pathLst>
                <a:path w="14274526" h="2560322" extrusionOk="0">
                  <a:moveTo>
                    <a:pt x="0" y="0"/>
                  </a:moveTo>
                  <a:lnTo>
                    <a:pt x="14274526" y="0"/>
                  </a:lnTo>
                  <a:lnTo>
                    <a:pt x="14274526" y="2560322"/>
                  </a:lnTo>
                  <a:lnTo>
                    <a:pt x="0" y="25603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7" name="Google Shape;117;p3"/>
            <p:cNvSpPr txBox="1"/>
            <p:nvPr/>
          </p:nvSpPr>
          <p:spPr>
            <a:xfrm>
              <a:off x="0" y="47625"/>
              <a:ext cx="14274526" cy="25126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15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GUI</a:t>
              </a:r>
              <a:endParaRPr/>
            </a:p>
            <a:p>
              <a:pPr marL="0" marR="0" lvl="0" indent="0" algn="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Interfaz Gráfica de Usuario</a:t>
              </a:r>
              <a:endParaRPr/>
            </a:p>
          </p:txBody>
        </p:sp>
      </p:grpSp>
      <p:grpSp>
        <p:nvGrpSpPr>
          <p:cNvPr id="118" name="Google Shape;118;p3"/>
          <p:cNvGrpSpPr/>
          <p:nvPr/>
        </p:nvGrpSpPr>
        <p:grpSpPr>
          <a:xfrm>
            <a:off x="12429764" y="7666670"/>
            <a:ext cx="4615224" cy="1934528"/>
            <a:chOff x="0" y="-19050"/>
            <a:chExt cx="6153632" cy="2579370"/>
          </a:xfrm>
        </p:grpSpPr>
        <p:sp>
          <p:nvSpPr>
            <p:cNvPr id="119" name="Google Shape;119;p3"/>
            <p:cNvSpPr/>
            <p:nvPr/>
          </p:nvSpPr>
          <p:spPr>
            <a:xfrm>
              <a:off x="0" y="0"/>
              <a:ext cx="6153632" cy="2560320"/>
            </a:xfrm>
            <a:custGeom>
              <a:avLst/>
              <a:gdLst/>
              <a:ahLst/>
              <a:cxnLst/>
              <a:rect l="l" t="t" r="r" b="b"/>
              <a:pathLst>
                <a:path w="6153632" h="2560320" extrusionOk="0">
                  <a:moveTo>
                    <a:pt x="0" y="0"/>
                  </a:moveTo>
                  <a:lnTo>
                    <a:pt x="6153632" y="0"/>
                  </a:lnTo>
                  <a:lnTo>
                    <a:pt x="6153632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20" name="Google Shape;120;p3"/>
            <p:cNvSpPr txBox="1"/>
            <p:nvPr/>
          </p:nvSpPr>
          <p:spPr>
            <a:xfrm>
              <a:off x="0" y="-19050"/>
              <a:ext cx="6153632" cy="25793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Definición, Características, Elementos Comunes, Frameworks, Beneficios</a:t>
              </a:r>
              <a:endParaRPr/>
            </a:p>
          </p:txBody>
        </p:sp>
      </p:grpSp>
      <p:cxnSp>
        <p:nvCxnSpPr>
          <p:cNvPr id="121" name="Google Shape;121;p3"/>
          <p:cNvCxnSpPr/>
          <p:nvPr/>
        </p:nvCxnSpPr>
        <p:spPr>
          <a:xfrm rot="10800000">
            <a:off x="12191638" y="7923867"/>
            <a:ext cx="0" cy="1811880"/>
          </a:xfrm>
          <a:prstGeom prst="straightConnector1">
            <a:avLst/>
          </a:prstGeom>
          <a:noFill/>
          <a:ln w="19050" cap="rnd" cmpd="sng">
            <a:solidFill>
              <a:srgbClr val="C696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" name="Google Shape;122;p3"/>
          <p:cNvSpPr/>
          <p:nvPr/>
        </p:nvSpPr>
        <p:spPr>
          <a:xfrm>
            <a:off x="1974347" y="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 extrusionOk="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23" name="Google Shape;123;p3"/>
          <p:cNvSpPr/>
          <p:nvPr/>
        </p:nvSpPr>
        <p:spPr>
          <a:xfrm>
            <a:off x="12114399" y="984479"/>
            <a:ext cx="4930588" cy="4114800"/>
          </a:xfrm>
          <a:custGeom>
            <a:avLst/>
            <a:gdLst/>
            <a:ahLst/>
            <a:cxnLst/>
            <a:rect l="l" t="t" r="r" b="b"/>
            <a:pathLst>
              <a:path w="4930588" h="4114800" extrusionOk="0">
                <a:moveTo>
                  <a:pt x="0" y="0"/>
                </a:moveTo>
                <a:lnTo>
                  <a:pt x="4930589" y="0"/>
                </a:lnTo>
                <a:lnTo>
                  <a:pt x="49305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24" name="Google Shape;124;p3"/>
          <p:cNvSpPr/>
          <p:nvPr/>
        </p:nvSpPr>
        <p:spPr>
          <a:xfrm>
            <a:off x="7572504" y="3041879"/>
            <a:ext cx="3147755" cy="3355165"/>
          </a:xfrm>
          <a:custGeom>
            <a:avLst/>
            <a:gdLst/>
            <a:ahLst/>
            <a:cxnLst/>
            <a:rect l="l" t="t" r="r" b="b"/>
            <a:pathLst>
              <a:path w="3147755" h="3355165" extrusionOk="0">
                <a:moveTo>
                  <a:pt x="0" y="0"/>
                </a:moveTo>
                <a:lnTo>
                  <a:pt x="3147755" y="0"/>
                </a:lnTo>
                <a:lnTo>
                  <a:pt x="3147755" y="3355165"/>
                </a:lnTo>
                <a:lnTo>
                  <a:pt x="0" y="3355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Google Shape;129;p4"/>
          <p:cNvCxnSpPr/>
          <p:nvPr/>
        </p:nvCxnSpPr>
        <p:spPr>
          <a:xfrm>
            <a:off x="1659255" y="2803787"/>
            <a:ext cx="14969490" cy="1905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30" name="Google Shape;130;p4"/>
          <p:cNvGrpSpPr/>
          <p:nvPr/>
        </p:nvGrpSpPr>
        <p:grpSpPr>
          <a:xfrm>
            <a:off x="1448920" y="965757"/>
            <a:ext cx="4610325" cy="7689304"/>
            <a:chOff x="0" y="0"/>
            <a:chExt cx="6147100" cy="10252406"/>
          </a:xfrm>
        </p:grpSpPr>
        <p:sp>
          <p:nvSpPr>
            <p:cNvPr id="131" name="Google Shape;131;p4"/>
            <p:cNvSpPr/>
            <p:nvPr/>
          </p:nvSpPr>
          <p:spPr>
            <a:xfrm>
              <a:off x="0" y="0"/>
              <a:ext cx="6147100" cy="10252406"/>
            </a:xfrm>
            <a:custGeom>
              <a:avLst/>
              <a:gdLst/>
              <a:ahLst/>
              <a:cxnLst/>
              <a:rect l="l" t="t" r="r" b="b"/>
              <a:pathLst>
                <a:path w="6147100" h="10252406" extrusionOk="0">
                  <a:moveTo>
                    <a:pt x="0" y="0"/>
                  </a:moveTo>
                  <a:lnTo>
                    <a:pt x="6147100" y="0"/>
                  </a:lnTo>
                  <a:lnTo>
                    <a:pt x="6147100" y="10252406"/>
                  </a:lnTo>
                  <a:lnTo>
                    <a:pt x="0" y="102524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32" name="Google Shape;132;p4"/>
            <p:cNvSpPr txBox="1"/>
            <p:nvPr/>
          </p:nvSpPr>
          <p:spPr>
            <a:xfrm>
              <a:off x="0" y="161925"/>
              <a:ext cx="6147100" cy="100904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100" b="0" i="0" u="none" strike="noStrike" cap="non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Definición</a:t>
              </a:r>
              <a:endParaRPr/>
            </a:p>
          </p:txBody>
        </p:sp>
      </p:grpSp>
      <p:cxnSp>
        <p:nvCxnSpPr>
          <p:cNvPr id="133" name="Google Shape;133;p4"/>
          <p:cNvCxnSpPr/>
          <p:nvPr/>
        </p:nvCxnSpPr>
        <p:spPr>
          <a:xfrm>
            <a:off x="6563140" y="2832362"/>
            <a:ext cx="0" cy="4622276"/>
          </a:xfrm>
          <a:prstGeom prst="straightConnector1">
            <a:avLst/>
          </a:prstGeom>
          <a:noFill/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34" name="Google Shape;134;p4"/>
          <p:cNvGrpSpPr/>
          <p:nvPr/>
        </p:nvGrpSpPr>
        <p:grpSpPr>
          <a:xfrm>
            <a:off x="6862404" y="2123319"/>
            <a:ext cx="10196648" cy="5331318"/>
            <a:chOff x="0" y="-57150"/>
            <a:chExt cx="13595530" cy="7108425"/>
          </a:xfrm>
        </p:grpSpPr>
        <p:sp>
          <p:nvSpPr>
            <p:cNvPr id="135" name="Google Shape;135;p4"/>
            <p:cNvSpPr/>
            <p:nvPr/>
          </p:nvSpPr>
          <p:spPr>
            <a:xfrm>
              <a:off x="0" y="0"/>
              <a:ext cx="13595530" cy="7051275"/>
            </a:xfrm>
            <a:custGeom>
              <a:avLst/>
              <a:gdLst/>
              <a:ahLst/>
              <a:cxnLst/>
              <a:rect l="l" t="t" r="r" b="b"/>
              <a:pathLst>
                <a:path w="13595530" h="7051275" extrusionOk="0">
                  <a:moveTo>
                    <a:pt x="0" y="0"/>
                  </a:moveTo>
                  <a:lnTo>
                    <a:pt x="13595530" y="0"/>
                  </a:lnTo>
                  <a:lnTo>
                    <a:pt x="13595530" y="7051275"/>
                  </a:lnTo>
                  <a:lnTo>
                    <a:pt x="0" y="70512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36" name="Google Shape;136;p4"/>
            <p:cNvSpPr txBox="1"/>
            <p:nvPr/>
          </p:nvSpPr>
          <p:spPr>
            <a:xfrm>
              <a:off x="0" y="-57150"/>
              <a:ext cx="13595530" cy="7108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624364" marR="0" lvl="1" indent="-312182" algn="l" rtl="0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3450"/>
                <a:buFont typeface="Arial"/>
                <a:buChar char="•"/>
              </a:pPr>
              <a:r>
                <a:rPr lang="en-US" sz="3450" b="0" i="0" u="none" strike="noStrike" cap="non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¿Qué es una interfaz gráfica de usuario?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Google Shape;141;p5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2" name="Google Shape;142;p5"/>
          <p:cNvGrpSpPr/>
          <p:nvPr/>
        </p:nvGrpSpPr>
        <p:grpSpPr>
          <a:xfrm>
            <a:off x="1645920" y="429904"/>
            <a:ext cx="15087600" cy="2176135"/>
            <a:chOff x="0" y="0"/>
            <a:chExt cx="20116800" cy="2901514"/>
          </a:xfrm>
        </p:grpSpPr>
        <p:sp>
          <p:nvSpPr>
            <p:cNvPr id="143" name="Google Shape;143;p5"/>
            <p:cNvSpPr/>
            <p:nvPr/>
          </p:nvSpPr>
          <p:spPr>
            <a:xfrm>
              <a:off x="0" y="0"/>
              <a:ext cx="20116800" cy="2901514"/>
            </a:xfrm>
            <a:custGeom>
              <a:avLst/>
              <a:gdLst/>
              <a:ahLst/>
              <a:cxnLst/>
              <a:rect l="l" t="t" r="r" b="b"/>
              <a:pathLst>
                <a:path w="20116800" h="2901514" extrusionOk="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44" name="Google Shape;144;p5"/>
            <p:cNvSpPr txBox="1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100" b="0" i="0" u="none" strike="noStrike" cap="non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¿Qué es una interfaz gráfica de usuario?</a:t>
              </a:r>
              <a:endParaRPr/>
            </a:p>
          </p:txBody>
        </p:sp>
      </p:grpSp>
      <p:cxnSp>
        <p:nvCxnSpPr>
          <p:cNvPr id="145" name="Google Shape;145;p5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6" name="Google Shape;146;p5"/>
          <p:cNvSpPr/>
          <p:nvPr/>
        </p:nvSpPr>
        <p:spPr>
          <a:xfrm>
            <a:off x="1645444" y="4070628"/>
            <a:ext cx="15087601" cy="1703832"/>
          </a:xfrm>
          <a:custGeom>
            <a:avLst/>
            <a:gdLst/>
            <a:ahLst/>
            <a:cxnLst/>
            <a:rect l="l" t="t" r="r" b="b"/>
            <a:pathLst>
              <a:path w="20116800" h="2271776" extrusionOk="0">
                <a:moveTo>
                  <a:pt x="0" y="227203"/>
                </a:moveTo>
                <a:cubicBezTo>
                  <a:pt x="0" y="101727"/>
                  <a:pt x="101727" y="0"/>
                  <a:pt x="227203" y="0"/>
                </a:cubicBezTo>
                <a:lnTo>
                  <a:pt x="19889597" y="0"/>
                </a:lnTo>
                <a:cubicBezTo>
                  <a:pt x="20015073" y="0"/>
                  <a:pt x="20116800" y="101727"/>
                  <a:pt x="20116800" y="227203"/>
                </a:cubicBezTo>
                <a:lnTo>
                  <a:pt x="20116800" y="2044573"/>
                </a:lnTo>
                <a:cubicBezTo>
                  <a:pt x="20116800" y="2170049"/>
                  <a:pt x="20015073" y="2271776"/>
                  <a:pt x="19889597" y="2271776"/>
                </a:cubicBezTo>
                <a:lnTo>
                  <a:pt x="227203" y="2271776"/>
                </a:lnTo>
                <a:cubicBezTo>
                  <a:pt x="101727" y="2271649"/>
                  <a:pt x="0" y="2169922"/>
                  <a:pt x="0" y="2044446"/>
                </a:cubicBezTo>
                <a:close/>
              </a:path>
            </a:pathLst>
          </a:custGeom>
          <a:solidFill>
            <a:srgbClr val="BA7F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2160824" y="4453970"/>
            <a:ext cx="937054" cy="937054"/>
          </a:xfrm>
          <a:custGeom>
            <a:avLst/>
            <a:gdLst/>
            <a:ahLst/>
            <a:cxnLst/>
            <a:rect l="l" t="t" r="r" b="b"/>
            <a:pathLst>
              <a:path w="937054" h="937054" extrusionOk="0">
                <a:moveTo>
                  <a:pt x="0" y="0"/>
                </a:moveTo>
                <a:lnTo>
                  <a:pt x="937054" y="0"/>
                </a:lnTo>
                <a:lnTo>
                  <a:pt x="937054" y="937054"/>
                </a:lnTo>
                <a:lnTo>
                  <a:pt x="0" y="937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48" name="Google Shape;148;p5"/>
          <p:cNvGrpSpPr/>
          <p:nvPr/>
        </p:nvGrpSpPr>
        <p:grpSpPr>
          <a:xfrm>
            <a:off x="3603734" y="4061103"/>
            <a:ext cx="12779340" cy="1722786"/>
            <a:chOff x="0" y="0"/>
            <a:chExt cx="17039120" cy="2297048"/>
          </a:xfrm>
        </p:grpSpPr>
        <p:sp>
          <p:nvSpPr>
            <p:cNvPr id="149" name="Google Shape;149;p5"/>
            <p:cNvSpPr/>
            <p:nvPr/>
          </p:nvSpPr>
          <p:spPr>
            <a:xfrm>
              <a:off x="0" y="0"/>
              <a:ext cx="17039120" cy="2297048"/>
            </a:xfrm>
            <a:custGeom>
              <a:avLst/>
              <a:gdLst/>
              <a:ahLst/>
              <a:cxnLst/>
              <a:rect l="l" t="t" r="r" b="b"/>
              <a:pathLst>
                <a:path w="17039120" h="2297048" extrusionOk="0">
                  <a:moveTo>
                    <a:pt x="0" y="0"/>
                  </a:moveTo>
                  <a:lnTo>
                    <a:pt x="17039120" y="0"/>
                  </a:lnTo>
                  <a:lnTo>
                    <a:pt x="17039120" y="2297048"/>
                  </a:lnTo>
                  <a:lnTo>
                    <a:pt x="0" y="2297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50" name="Google Shape;150;p5"/>
            <p:cNvSpPr txBox="1"/>
            <p:nvPr/>
          </p:nvSpPr>
          <p:spPr>
            <a:xfrm>
              <a:off x="0" y="19050"/>
              <a:ext cx="17039120" cy="2277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Una GUI es un tipo de interfaz que permite a los usuarios interactuar con una aplicación o sistema mediante elementos visuales como botones, menús, ventanas, etc.</a:t>
              </a:r>
              <a:endParaRPr/>
            </a:p>
          </p:txBody>
        </p:sp>
      </p:grpSp>
      <p:sp>
        <p:nvSpPr>
          <p:cNvPr id="151" name="Google Shape;151;p5"/>
          <p:cNvSpPr/>
          <p:nvPr/>
        </p:nvSpPr>
        <p:spPr>
          <a:xfrm>
            <a:off x="1645444" y="6200300"/>
            <a:ext cx="15087601" cy="1703832"/>
          </a:xfrm>
          <a:custGeom>
            <a:avLst/>
            <a:gdLst/>
            <a:ahLst/>
            <a:cxnLst/>
            <a:rect l="l" t="t" r="r" b="b"/>
            <a:pathLst>
              <a:path w="20116800" h="2271776" extrusionOk="0">
                <a:moveTo>
                  <a:pt x="0" y="227203"/>
                </a:moveTo>
                <a:cubicBezTo>
                  <a:pt x="0" y="101727"/>
                  <a:pt x="101727" y="0"/>
                  <a:pt x="227203" y="0"/>
                </a:cubicBezTo>
                <a:lnTo>
                  <a:pt x="19889597" y="0"/>
                </a:lnTo>
                <a:cubicBezTo>
                  <a:pt x="20015073" y="0"/>
                  <a:pt x="20116800" y="101727"/>
                  <a:pt x="20116800" y="227203"/>
                </a:cubicBezTo>
                <a:lnTo>
                  <a:pt x="20116800" y="2044573"/>
                </a:lnTo>
                <a:cubicBezTo>
                  <a:pt x="20116800" y="2170049"/>
                  <a:pt x="20015073" y="2271776"/>
                  <a:pt x="19889597" y="2271776"/>
                </a:cubicBezTo>
                <a:lnTo>
                  <a:pt x="227203" y="2271776"/>
                </a:lnTo>
                <a:cubicBezTo>
                  <a:pt x="101727" y="2271649"/>
                  <a:pt x="0" y="2169922"/>
                  <a:pt x="0" y="2044446"/>
                </a:cubicBezTo>
                <a:close/>
              </a:path>
            </a:pathLst>
          </a:custGeom>
          <a:solidFill>
            <a:srgbClr val="BC96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2160824" y="6583640"/>
            <a:ext cx="937054" cy="937054"/>
          </a:xfrm>
          <a:custGeom>
            <a:avLst/>
            <a:gdLst/>
            <a:ahLst/>
            <a:cxnLst/>
            <a:rect l="l" t="t" r="r" b="b"/>
            <a:pathLst>
              <a:path w="937054" h="937054" extrusionOk="0">
                <a:moveTo>
                  <a:pt x="0" y="0"/>
                </a:moveTo>
                <a:lnTo>
                  <a:pt x="937054" y="0"/>
                </a:lnTo>
                <a:lnTo>
                  <a:pt x="937054" y="937054"/>
                </a:lnTo>
                <a:lnTo>
                  <a:pt x="0" y="937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53" name="Google Shape;153;p5"/>
          <p:cNvGrpSpPr/>
          <p:nvPr/>
        </p:nvGrpSpPr>
        <p:grpSpPr>
          <a:xfrm>
            <a:off x="3603734" y="6190775"/>
            <a:ext cx="12779340" cy="1722786"/>
            <a:chOff x="0" y="0"/>
            <a:chExt cx="17039120" cy="2297048"/>
          </a:xfrm>
        </p:grpSpPr>
        <p:sp>
          <p:nvSpPr>
            <p:cNvPr id="154" name="Google Shape;154;p5"/>
            <p:cNvSpPr/>
            <p:nvPr/>
          </p:nvSpPr>
          <p:spPr>
            <a:xfrm>
              <a:off x="0" y="0"/>
              <a:ext cx="17039120" cy="2297048"/>
            </a:xfrm>
            <a:custGeom>
              <a:avLst/>
              <a:gdLst/>
              <a:ahLst/>
              <a:cxnLst/>
              <a:rect l="l" t="t" r="r" b="b"/>
              <a:pathLst>
                <a:path w="17039120" h="2297048" extrusionOk="0">
                  <a:moveTo>
                    <a:pt x="0" y="0"/>
                  </a:moveTo>
                  <a:lnTo>
                    <a:pt x="17039120" y="0"/>
                  </a:lnTo>
                  <a:lnTo>
                    <a:pt x="17039120" y="2297048"/>
                  </a:lnTo>
                  <a:lnTo>
                    <a:pt x="0" y="2297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55" name="Google Shape;155;p5"/>
            <p:cNvSpPr txBox="1"/>
            <p:nvPr/>
          </p:nvSpPr>
          <p:spPr>
            <a:xfrm>
              <a:off x="0" y="19050"/>
              <a:ext cx="17039120" cy="2277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 diferencia de las interfaces basadas en texto (CLI), las GUI son más intuitivas y fáciles de usar, ya que no requieren conocimientos técnicos profundos.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6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61" name="Google Shape;161;p6"/>
          <p:cNvGrpSpPr/>
          <p:nvPr/>
        </p:nvGrpSpPr>
        <p:grpSpPr>
          <a:xfrm>
            <a:off x="1645920" y="429905"/>
            <a:ext cx="15087600" cy="2630463"/>
            <a:chOff x="0" y="0"/>
            <a:chExt cx="20116800" cy="3507285"/>
          </a:xfrm>
        </p:grpSpPr>
        <p:sp>
          <p:nvSpPr>
            <p:cNvPr id="162" name="Google Shape;162;p6"/>
            <p:cNvSpPr/>
            <p:nvPr/>
          </p:nvSpPr>
          <p:spPr>
            <a:xfrm>
              <a:off x="0" y="0"/>
              <a:ext cx="20116800" cy="3507285"/>
            </a:xfrm>
            <a:custGeom>
              <a:avLst/>
              <a:gdLst/>
              <a:ahLst/>
              <a:cxnLst/>
              <a:rect l="l" t="t" r="r" b="b"/>
              <a:pathLst>
                <a:path w="20116800" h="3507285" extrusionOk="0">
                  <a:moveTo>
                    <a:pt x="0" y="0"/>
                  </a:moveTo>
                  <a:lnTo>
                    <a:pt x="20116800" y="0"/>
                  </a:lnTo>
                  <a:lnTo>
                    <a:pt x="20116800" y="3507285"/>
                  </a:lnTo>
                  <a:lnTo>
                    <a:pt x="0" y="35072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63" name="Google Shape;163;p6"/>
            <p:cNvSpPr txBox="1"/>
            <p:nvPr/>
          </p:nvSpPr>
          <p:spPr>
            <a:xfrm>
              <a:off x="0" y="161925"/>
              <a:ext cx="20116800" cy="3345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600" b="0" i="0" u="none" strike="noStrike" cap="non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Importancia de las GUI en la interacción humano-computadora</a:t>
              </a:r>
              <a:endParaRPr sz="900"/>
            </a:p>
          </p:txBody>
        </p:sp>
      </p:grpSp>
      <p:cxnSp>
        <p:nvCxnSpPr>
          <p:cNvPr id="164" name="Google Shape;164;p6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65" name="Google Shape;165;p6"/>
          <p:cNvGrpSpPr/>
          <p:nvPr/>
        </p:nvGrpSpPr>
        <p:grpSpPr>
          <a:xfrm>
            <a:off x="1633538" y="3135866"/>
            <a:ext cx="12848272" cy="1727645"/>
            <a:chOff x="0" y="0"/>
            <a:chExt cx="17131030" cy="2303526"/>
          </a:xfrm>
        </p:grpSpPr>
        <p:sp>
          <p:nvSpPr>
            <p:cNvPr id="166" name="Google Shape;166;p6"/>
            <p:cNvSpPr/>
            <p:nvPr/>
          </p:nvSpPr>
          <p:spPr>
            <a:xfrm>
              <a:off x="15875" y="15875"/>
              <a:ext cx="17099280" cy="2271776"/>
            </a:xfrm>
            <a:custGeom>
              <a:avLst/>
              <a:gdLst/>
              <a:ahLst/>
              <a:cxnLst/>
              <a:rect l="l" t="t" r="r" b="b"/>
              <a:pathLst>
                <a:path w="17099280" h="2271776" extrusionOk="0">
                  <a:moveTo>
                    <a:pt x="0" y="227203"/>
                  </a:moveTo>
                  <a:cubicBezTo>
                    <a:pt x="0" y="101727"/>
                    <a:pt x="102997" y="0"/>
                    <a:pt x="229870" y="0"/>
                  </a:cubicBezTo>
                  <a:lnTo>
                    <a:pt x="16869411" y="0"/>
                  </a:lnTo>
                  <a:cubicBezTo>
                    <a:pt x="16996411" y="0"/>
                    <a:pt x="17099280" y="101727"/>
                    <a:pt x="17099280" y="227203"/>
                  </a:cubicBezTo>
                  <a:lnTo>
                    <a:pt x="17099280" y="2044573"/>
                  </a:lnTo>
                  <a:cubicBezTo>
                    <a:pt x="17099280" y="2170049"/>
                    <a:pt x="16996283" y="2271776"/>
                    <a:pt x="16869411" y="2271776"/>
                  </a:cubicBezTo>
                  <a:lnTo>
                    <a:pt x="229870" y="2271776"/>
                  </a:lnTo>
                  <a:cubicBezTo>
                    <a:pt x="102870" y="2271776"/>
                    <a:pt x="0" y="2170049"/>
                    <a:pt x="0" y="2044573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0" y="0"/>
              <a:ext cx="17131030" cy="2303526"/>
            </a:xfrm>
            <a:custGeom>
              <a:avLst/>
              <a:gdLst/>
              <a:ahLst/>
              <a:cxnLst/>
              <a:rect l="l" t="t" r="r" b="b"/>
              <a:pathLst>
                <a:path w="17131030" h="2303526" extrusionOk="0">
                  <a:moveTo>
                    <a:pt x="0" y="243078"/>
                  </a:moveTo>
                  <a:cubicBezTo>
                    <a:pt x="0" y="108585"/>
                    <a:pt x="110236" y="0"/>
                    <a:pt x="245745" y="0"/>
                  </a:cubicBezTo>
                  <a:lnTo>
                    <a:pt x="16885286" y="0"/>
                  </a:lnTo>
                  <a:lnTo>
                    <a:pt x="16885286" y="15875"/>
                  </a:lnTo>
                  <a:lnTo>
                    <a:pt x="16885286" y="0"/>
                  </a:lnTo>
                  <a:cubicBezTo>
                    <a:pt x="17020795" y="0"/>
                    <a:pt x="17131030" y="108585"/>
                    <a:pt x="17131030" y="243078"/>
                  </a:cubicBezTo>
                  <a:lnTo>
                    <a:pt x="17115155" y="243078"/>
                  </a:lnTo>
                  <a:lnTo>
                    <a:pt x="17131030" y="243078"/>
                  </a:lnTo>
                  <a:lnTo>
                    <a:pt x="17131030" y="2060448"/>
                  </a:lnTo>
                  <a:lnTo>
                    <a:pt x="17115155" y="2060448"/>
                  </a:lnTo>
                  <a:lnTo>
                    <a:pt x="17131030" y="2060448"/>
                  </a:lnTo>
                  <a:cubicBezTo>
                    <a:pt x="17131030" y="2194814"/>
                    <a:pt x="17020795" y="2303526"/>
                    <a:pt x="16885286" y="2303526"/>
                  </a:cubicBezTo>
                  <a:lnTo>
                    <a:pt x="16885286" y="2287651"/>
                  </a:lnTo>
                  <a:lnTo>
                    <a:pt x="16885286" y="2303526"/>
                  </a:lnTo>
                  <a:lnTo>
                    <a:pt x="245745" y="2303526"/>
                  </a:lnTo>
                  <a:lnTo>
                    <a:pt x="245745" y="2287651"/>
                  </a:lnTo>
                  <a:lnTo>
                    <a:pt x="245745" y="2303526"/>
                  </a:lnTo>
                  <a:cubicBezTo>
                    <a:pt x="110236" y="2303399"/>
                    <a:pt x="0" y="2194814"/>
                    <a:pt x="0" y="2060321"/>
                  </a:cubicBezTo>
                  <a:lnTo>
                    <a:pt x="0" y="243078"/>
                  </a:lnTo>
                  <a:lnTo>
                    <a:pt x="15875" y="243078"/>
                  </a:lnTo>
                  <a:lnTo>
                    <a:pt x="0" y="243078"/>
                  </a:lnTo>
                  <a:moveTo>
                    <a:pt x="31750" y="243078"/>
                  </a:moveTo>
                  <a:lnTo>
                    <a:pt x="31750" y="2060448"/>
                  </a:lnTo>
                  <a:lnTo>
                    <a:pt x="15875" y="2060448"/>
                  </a:lnTo>
                  <a:lnTo>
                    <a:pt x="31750" y="2060448"/>
                  </a:lnTo>
                  <a:cubicBezTo>
                    <a:pt x="31750" y="2176907"/>
                    <a:pt x="127381" y="2271776"/>
                    <a:pt x="245745" y="2271776"/>
                  </a:cubicBezTo>
                  <a:lnTo>
                    <a:pt x="16885286" y="2271776"/>
                  </a:lnTo>
                  <a:cubicBezTo>
                    <a:pt x="17003649" y="2271776"/>
                    <a:pt x="17099280" y="2177034"/>
                    <a:pt x="17099280" y="2060448"/>
                  </a:cubicBezTo>
                  <a:lnTo>
                    <a:pt x="17099280" y="243078"/>
                  </a:lnTo>
                  <a:cubicBezTo>
                    <a:pt x="17099280" y="126619"/>
                    <a:pt x="17003649" y="31750"/>
                    <a:pt x="16885286" y="31750"/>
                  </a:cubicBezTo>
                  <a:lnTo>
                    <a:pt x="245745" y="31750"/>
                  </a:lnTo>
                  <a:lnTo>
                    <a:pt x="245745" y="15875"/>
                  </a:lnTo>
                  <a:lnTo>
                    <a:pt x="245745" y="31750"/>
                  </a:lnTo>
                  <a:cubicBezTo>
                    <a:pt x="127381" y="31750"/>
                    <a:pt x="31750" y="126492"/>
                    <a:pt x="31750" y="2430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" name="Google Shape;168;p6"/>
          <p:cNvGrpSpPr/>
          <p:nvPr/>
        </p:nvGrpSpPr>
        <p:grpSpPr>
          <a:xfrm>
            <a:off x="2224109" y="3093720"/>
            <a:ext cx="11667130" cy="1627748"/>
            <a:chOff x="0" y="0"/>
            <a:chExt cx="15556174" cy="2170330"/>
          </a:xfrm>
        </p:grpSpPr>
        <p:sp>
          <p:nvSpPr>
            <p:cNvPr id="169" name="Google Shape;169;p6"/>
            <p:cNvSpPr/>
            <p:nvPr/>
          </p:nvSpPr>
          <p:spPr>
            <a:xfrm>
              <a:off x="0" y="0"/>
              <a:ext cx="15556174" cy="2170330"/>
            </a:xfrm>
            <a:custGeom>
              <a:avLst/>
              <a:gdLst/>
              <a:ahLst/>
              <a:cxnLst/>
              <a:rect l="l" t="t" r="r" b="b"/>
              <a:pathLst>
                <a:path w="15556174" h="2170330" extrusionOk="0">
                  <a:moveTo>
                    <a:pt x="0" y="0"/>
                  </a:moveTo>
                  <a:lnTo>
                    <a:pt x="15556174" y="0"/>
                  </a:lnTo>
                  <a:lnTo>
                    <a:pt x="15556174" y="2170330"/>
                  </a:lnTo>
                  <a:lnTo>
                    <a:pt x="0" y="21703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70" name="Google Shape;170;p6"/>
            <p:cNvSpPr txBox="1"/>
            <p:nvPr/>
          </p:nvSpPr>
          <p:spPr>
            <a:xfrm>
              <a:off x="0" y="28575"/>
              <a:ext cx="15556174" cy="2141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5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Las GUI facilitan la comunicación entre el usuario y el software, reduciendo la curva de aprendizaje</a:t>
              </a:r>
              <a:endParaRPr/>
            </a:p>
          </p:txBody>
        </p:sp>
      </p:grpSp>
      <p:grpSp>
        <p:nvGrpSpPr>
          <p:cNvPr id="171" name="Google Shape;171;p6"/>
          <p:cNvGrpSpPr/>
          <p:nvPr/>
        </p:nvGrpSpPr>
        <p:grpSpPr>
          <a:xfrm>
            <a:off x="2765107" y="5123557"/>
            <a:ext cx="12848272" cy="1727644"/>
            <a:chOff x="0" y="0"/>
            <a:chExt cx="17131030" cy="2303526"/>
          </a:xfrm>
        </p:grpSpPr>
        <p:sp>
          <p:nvSpPr>
            <p:cNvPr id="172" name="Google Shape;172;p6"/>
            <p:cNvSpPr/>
            <p:nvPr/>
          </p:nvSpPr>
          <p:spPr>
            <a:xfrm>
              <a:off x="15875" y="15875"/>
              <a:ext cx="17099280" cy="2271776"/>
            </a:xfrm>
            <a:custGeom>
              <a:avLst/>
              <a:gdLst/>
              <a:ahLst/>
              <a:cxnLst/>
              <a:rect l="l" t="t" r="r" b="b"/>
              <a:pathLst>
                <a:path w="17099280" h="2271776" extrusionOk="0">
                  <a:moveTo>
                    <a:pt x="0" y="227203"/>
                  </a:moveTo>
                  <a:cubicBezTo>
                    <a:pt x="0" y="101727"/>
                    <a:pt x="102997" y="0"/>
                    <a:pt x="229870" y="0"/>
                  </a:cubicBezTo>
                  <a:lnTo>
                    <a:pt x="16869411" y="0"/>
                  </a:lnTo>
                  <a:cubicBezTo>
                    <a:pt x="16996411" y="0"/>
                    <a:pt x="17099280" y="101727"/>
                    <a:pt x="17099280" y="227203"/>
                  </a:cubicBezTo>
                  <a:lnTo>
                    <a:pt x="17099280" y="2044573"/>
                  </a:lnTo>
                  <a:cubicBezTo>
                    <a:pt x="17099280" y="2170049"/>
                    <a:pt x="16996283" y="2271776"/>
                    <a:pt x="16869411" y="2271776"/>
                  </a:cubicBezTo>
                  <a:lnTo>
                    <a:pt x="229870" y="2271776"/>
                  </a:lnTo>
                  <a:cubicBezTo>
                    <a:pt x="102870" y="2271776"/>
                    <a:pt x="0" y="2170049"/>
                    <a:pt x="0" y="2044573"/>
                  </a:cubicBez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0" y="0"/>
              <a:ext cx="17131030" cy="2303526"/>
            </a:xfrm>
            <a:custGeom>
              <a:avLst/>
              <a:gdLst/>
              <a:ahLst/>
              <a:cxnLst/>
              <a:rect l="l" t="t" r="r" b="b"/>
              <a:pathLst>
                <a:path w="17131030" h="2303526" extrusionOk="0">
                  <a:moveTo>
                    <a:pt x="0" y="243078"/>
                  </a:moveTo>
                  <a:cubicBezTo>
                    <a:pt x="0" y="108585"/>
                    <a:pt x="110236" y="0"/>
                    <a:pt x="245745" y="0"/>
                  </a:cubicBezTo>
                  <a:lnTo>
                    <a:pt x="16885286" y="0"/>
                  </a:lnTo>
                  <a:lnTo>
                    <a:pt x="16885286" y="15875"/>
                  </a:lnTo>
                  <a:lnTo>
                    <a:pt x="16885286" y="0"/>
                  </a:lnTo>
                  <a:cubicBezTo>
                    <a:pt x="17020795" y="0"/>
                    <a:pt x="17131030" y="108585"/>
                    <a:pt x="17131030" y="243078"/>
                  </a:cubicBezTo>
                  <a:lnTo>
                    <a:pt x="17115155" y="243078"/>
                  </a:lnTo>
                  <a:lnTo>
                    <a:pt x="17131030" y="243078"/>
                  </a:lnTo>
                  <a:lnTo>
                    <a:pt x="17131030" y="2060448"/>
                  </a:lnTo>
                  <a:lnTo>
                    <a:pt x="17115155" y="2060448"/>
                  </a:lnTo>
                  <a:lnTo>
                    <a:pt x="17131030" y="2060448"/>
                  </a:lnTo>
                  <a:cubicBezTo>
                    <a:pt x="17131030" y="2194814"/>
                    <a:pt x="17020795" y="2303526"/>
                    <a:pt x="16885286" y="2303526"/>
                  </a:cubicBezTo>
                  <a:lnTo>
                    <a:pt x="16885286" y="2287651"/>
                  </a:lnTo>
                  <a:lnTo>
                    <a:pt x="16885286" y="2303526"/>
                  </a:lnTo>
                  <a:lnTo>
                    <a:pt x="245745" y="2303526"/>
                  </a:lnTo>
                  <a:lnTo>
                    <a:pt x="245745" y="2287651"/>
                  </a:lnTo>
                  <a:lnTo>
                    <a:pt x="245745" y="2303526"/>
                  </a:lnTo>
                  <a:cubicBezTo>
                    <a:pt x="110236" y="2303399"/>
                    <a:pt x="0" y="2194814"/>
                    <a:pt x="0" y="2060321"/>
                  </a:cubicBezTo>
                  <a:lnTo>
                    <a:pt x="0" y="243078"/>
                  </a:lnTo>
                  <a:lnTo>
                    <a:pt x="15875" y="243078"/>
                  </a:lnTo>
                  <a:lnTo>
                    <a:pt x="0" y="243078"/>
                  </a:lnTo>
                  <a:moveTo>
                    <a:pt x="31750" y="243078"/>
                  </a:moveTo>
                  <a:lnTo>
                    <a:pt x="31750" y="2060448"/>
                  </a:lnTo>
                  <a:lnTo>
                    <a:pt x="15875" y="2060448"/>
                  </a:lnTo>
                  <a:lnTo>
                    <a:pt x="31750" y="2060448"/>
                  </a:lnTo>
                  <a:cubicBezTo>
                    <a:pt x="31750" y="2176907"/>
                    <a:pt x="127381" y="2271776"/>
                    <a:pt x="245745" y="2271776"/>
                  </a:cubicBezTo>
                  <a:lnTo>
                    <a:pt x="16885286" y="2271776"/>
                  </a:lnTo>
                  <a:cubicBezTo>
                    <a:pt x="17003649" y="2271776"/>
                    <a:pt x="17099280" y="2177034"/>
                    <a:pt x="17099280" y="2060448"/>
                  </a:cubicBezTo>
                  <a:lnTo>
                    <a:pt x="17099280" y="243078"/>
                  </a:lnTo>
                  <a:cubicBezTo>
                    <a:pt x="17099280" y="126619"/>
                    <a:pt x="17003649" y="31750"/>
                    <a:pt x="16885286" y="31750"/>
                  </a:cubicBezTo>
                  <a:lnTo>
                    <a:pt x="245745" y="31750"/>
                  </a:lnTo>
                  <a:lnTo>
                    <a:pt x="245745" y="15875"/>
                  </a:lnTo>
                  <a:lnTo>
                    <a:pt x="245745" y="31750"/>
                  </a:lnTo>
                  <a:cubicBezTo>
                    <a:pt x="127381" y="31750"/>
                    <a:pt x="31750" y="126492"/>
                    <a:pt x="31750" y="2430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6"/>
          <p:cNvGrpSpPr/>
          <p:nvPr/>
        </p:nvGrpSpPr>
        <p:grpSpPr>
          <a:xfrm>
            <a:off x="3406717" y="5173457"/>
            <a:ext cx="11075422" cy="1627747"/>
            <a:chOff x="0" y="0"/>
            <a:chExt cx="14767230" cy="2170330"/>
          </a:xfrm>
        </p:grpSpPr>
        <p:sp>
          <p:nvSpPr>
            <p:cNvPr id="175" name="Google Shape;175;p6"/>
            <p:cNvSpPr/>
            <p:nvPr/>
          </p:nvSpPr>
          <p:spPr>
            <a:xfrm>
              <a:off x="0" y="0"/>
              <a:ext cx="14767230" cy="2170330"/>
            </a:xfrm>
            <a:custGeom>
              <a:avLst/>
              <a:gdLst/>
              <a:ahLst/>
              <a:cxnLst/>
              <a:rect l="l" t="t" r="r" b="b"/>
              <a:pathLst>
                <a:path w="14767230" h="2170330" extrusionOk="0">
                  <a:moveTo>
                    <a:pt x="0" y="0"/>
                  </a:moveTo>
                  <a:lnTo>
                    <a:pt x="14767230" y="0"/>
                  </a:lnTo>
                  <a:lnTo>
                    <a:pt x="14767230" y="2170330"/>
                  </a:lnTo>
                  <a:lnTo>
                    <a:pt x="0" y="21703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76" name="Google Shape;176;p6"/>
            <p:cNvSpPr txBox="1"/>
            <p:nvPr/>
          </p:nvSpPr>
          <p:spPr>
            <a:xfrm>
              <a:off x="0" y="28575"/>
              <a:ext cx="14767230" cy="2141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5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Mejoran la experiencia del usuario al proporcionar retroalimentación visual inmediata</a:t>
              </a:r>
              <a:endParaRPr/>
            </a:p>
          </p:txBody>
        </p:sp>
      </p:grpSp>
      <p:grpSp>
        <p:nvGrpSpPr>
          <p:cNvPr id="177" name="Google Shape;177;p6"/>
          <p:cNvGrpSpPr/>
          <p:nvPr/>
        </p:nvGrpSpPr>
        <p:grpSpPr>
          <a:xfrm>
            <a:off x="3896677" y="7111249"/>
            <a:ext cx="12848272" cy="1727644"/>
            <a:chOff x="0" y="0"/>
            <a:chExt cx="17131030" cy="2303526"/>
          </a:xfrm>
        </p:grpSpPr>
        <p:sp>
          <p:nvSpPr>
            <p:cNvPr id="178" name="Google Shape;178;p6"/>
            <p:cNvSpPr/>
            <p:nvPr/>
          </p:nvSpPr>
          <p:spPr>
            <a:xfrm>
              <a:off x="15875" y="15875"/>
              <a:ext cx="17099280" cy="2271776"/>
            </a:xfrm>
            <a:custGeom>
              <a:avLst/>
              <a:gdLst/>
              <a:ahLst/>
              <a:cxnLst/>
              <a:rect l="l" t="t" r="r" b="b"/>
              <a:pathLst>
                <a:path w="17099280" h="2271776" extrusionOk="0">
                  <a:moveTo>
                    <a:pt x="0" y="227203"/>
                  </a:moveTo>
                  <a:cubicBezTo>
                    <a:pt x="0" y="101727"/>
                    <a:pt x="102997" y="0"/>
                    <a:pt x="229870" y="0"/>
                  </a:cubicBezTo>
                  <a:lnTo>
                    <a:pt x="16869411" y="0"/>
                  </a:lnTo>
                  <a:cubicBezTo>
                    <a:pt x="16996411" y="0"/>
                    <a:pt x="17099280" y="101727"/>
                    <a:pt x="17099280" y="227203"/>
                  </a:cubicBezTo>
                  <a:lnTo>
                    <a:pt x="17099280" y="2044573"/>
                  </a:lnTo>
                  <a:cubicBezTo>
                    <a:pt x="17099280" y="2170049"/>
                    <a:pt x="16996283" y="2271776"/>
                    <a:pt x="16869411" y="2271776"/>
                  </a:cubicBezTo>
                  <a:lnTo>
                    <a:pt x="229870" y="2271776"/>
                  </a:lnTo>
                  <a:cubicBezTo>
                    <a:pt x="102870" y="2271776"/>
                    <a:pt x="0" y="2170049"/>
                    <a:pt x="0" y="2044573"/>
                  </a:cubicBez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0" y="0"/>
              <a:ext cx="17131030" cy="2303526"/>
            </a:xfrm>
            <a:custGeom>
              <a:avLst/>
              <a:gdLst/>
              <a:ahLst/>
              <a:cxnLst/>
              <a:rect l="l" t="t" r="r" b="b"/>
              <a:pathLst>
                <a:path w="17131030" h="2303526" extrusionOk="0">
                  <a:moveTo>
                    <a:pt x="0" y="243078"/>
                  </a:moveTo>
                  <a:cubicBezTo>
                    <a:pt x="0" y="108585"/>
                    <a:pt x="110236" y="0"/>
                    <a:pt x="245745" y="0"/>
                  </a:cubicBezTo>
                  <a:lnTo>
                    <a:pt x="16885286" y="0"/>
                  </a:lnTo>
                  <a:lnTo>
                    <a:pt x="16885286" y="15875"/>
                  </a:lnTo>
                  <a:lnTo>
                    <a:pt x="16885286" y="0"/>
                  </a:lnTo>
                  <a:cubicBezTo>
                    <a:pt x="17020795" y="0"/>
                    <a:pt x="17131030" y="108585"/>
                    <a:pt x="17131030" y="243078"/>
                  </a:cubicBezTo>
                  <a:lnTo>
                    <a:pt x="17115155" y="243078"/>
                  </a:lnTo>
                  <a:lnTo>
                    <a:pt x="17131030" y="243078"/>
                  </a:lnTo>
                  <a:lnTo>
                    <a:pt x="17131030" y="2060448"/>
                  </a:lnTo>
                  <a:lnTo>
                    <a:pt x="17115155" y="2060448"/>
                  </a:lnTo>
                  <a:lnTo>
                    <a:pt x="17131030" y="2060448"/>
                  </a:lnTo>
                  <a:cubicBezTo>
                    <a:pt x="17131030" y="2194814"/>
                    <a:pt x="17020795" y="2303526"/>
                    <a:pt x="16885286" y="2303526"/>
                  </a:cubicBezTo>
                  <a:lnTo>
                    <a:pt x="16885286" y="2287651"/>
                  </a:lnTo>
                  <a:lnTo>
                    <a:pt x="16885286" y="2303526"/>
                  </a:lnTo>
                  <a:lnTo>
                    <a:pt x="245745" y="2303526"/>
                  </a:lnTo>
                  <a:lnTo>
                    <a:pt x="245745" y="2287651"/>
                  </a:lnTo>
                  <a:lnTo>
                    <a:pt x="245745" y="2303526"/>
                  </a:lnTo>
                  <a:cubicBezTo>
                    <a:pt x="110236" y="2303399"/>
                    <a:pt x="0" y="2194814"/>
                    <a:pt x="0" y="2060321"/>
                  </a:cubicBezTo>
                  <a:lnTo>
                    <a:pt x="0" y="243078"/>
                  </a:lnTo>
                  <a:lnTo>
                    <a:pt x="15875" y="243078"/>
                  </a:lnTo>
                  <a:lnTo>
                    <a:pt x="0" y="243078"/>
                  </a:lnTo>
                  <a:moveTo>
                    <a:pt x="31750" y="243078"/>
                  </a:moveTo>
                  <a:lnTo>
                    <a:pt x="31750" y="2060448"/>
                  </a:lnTo>
                  <a:lnTo>
                    <a:pt x="15875" y="2060448"/>
                  </a:lnTo>
                  <a:lnTo>
                    <a:pt x="31750" y="2060448"/>
                  </a:lnTo>
                  <a:cubicBezTo>
                    <a:pt x="31750" y="2176907"/>
                    <a:pt x="127381" y="2271776"/>
                    <a:pt x="245745" y="2271776"/>
                  </a:cubicBezTo>
                  <a:lnTo>
                    <a:pt x="16885286" y="2271776"/>
                  </a:lnTo>
                  <a:cubicBezTo>
                    <a:pt x="17003649" y="2271776"/>
                    <a:pt x="17099280" y="2177034"/>
                    <a:pt x="17099280" y="2060448"/>
                  </a:cubicBezTo>
                  <a:lnTo>
                    <a:pt x="17099280" y="243078"/>
                  </a:lnTo>
                  <a:cubicBezTo>
                    <a:pt x="17099280" y="126619"/>
                    <a:pt x="17003649" y="31750"/>
                    <a:pt x="16885286" y="31750"/>
                  </a:cubicBezTo>
                  <a:lnTo>
                    <a:pt x="245745" y="31750"/>
                  </a:lnTo>
                  <a:lnTo>
                    <a:pt x="245745" y="15875"/>
                  </a:lnTo>
                  <a:lnTo>
                    <a:pt x="245745" y="31750"/>
                  </a:lnTo>
                  <a:cubicBezTo>
                    <a:pt x="127381" y="31750"/>
                    <a:pt x="31750" y="126492"/>
                    <a:pt x="31750" y="2430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" name="Google Shape;180;p6"/>
          <p:cNvGrpSpPr/>
          <p:nvPr/>
        </p:nvGrpSpPr>
        <p:grpSpPr>
          <a:xfrm>
            <a:off x="4402394" y="7251155"/>
            <a:ext cx="11836839" cy="1627747"/>
            <a:chOff x="0" y="0"/>
            <a:chExt cx="15782451" cy="2170330"/>
          </a:xfrm>
        </p:grpSpPr>
        <p:sp>
          <p:nvSpPr>
            <p:cNvPr id="181" name="Google Shape;181;p6"/>
            <p:cNvSpPr/>
            <p:nvPr/>
          </p:nvSpPr>
          <p:spPr>
            <a:xfrm>
              <a:off x="0" y="0"/>
              <a:ext cx="15782451" cy="2170330"/>
            </a:xfrm>
            <a:custGeom>
              <a:avLst/>
              <a:gdLst/>
              <a:ahLst/>
              <a:cxnLst/>
              <a:rect l="l" t="t" r="r" b="b"/>
              <a:pathLst>
                <a:path w="15782451" h="2170330" extrusionOk="0">
                  <a:moveTo>
                    <a:pt x="0" y="0"/>
                  </a:moveTo>
                  <a:lnTo>
                    <a:pt x="15782451" y="0"/>
                  </a:lnTo>
                  <a:lnTo>
                    <a:pt x="15782451" y="2170330"/>
                  </a:lnTo>
                  <a:lnTo>
                    <a:pt x="0" y="21703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82" name="Google Shape;182;p6"/>
            <p:cNvSpPr txBox="1"/>
            <p:nvPr/>
          </p:nvSpPr>
          <p:spPr>
            <a:xfrm>
              <a:off x="0" y="28575"/>
              <a:ext cx="15782450" cy="2141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5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Permiten la creación de aplicaciones más accesibles y amigables</a:t>
              </a:r>
              <a:endParaRPr/>
            </a:p>
          </p:txBody>
        </p:sp>
      </p:grpSp>
      <p:grpSp>
        <p:nvGrpSpPr>
          <p:cNvPr id="183" name="Google Shape;183;p6"/>
          <p:cNvGrpSpPr/>
          <p:nvPr/>
        </p:nvGrpSpPr>
        <p:grpSpPr>
          <a:xfrm>
            <a:off x="13349521" y="4427866"/>
            <a:ext cx="1133380" cy="1132237"/>
            <a:chOff x="-1397" y="0"/>
            <a:chExt cx="1511173" cy="1509649"/>
          </a:xfrm>
        </p:grpSpPr>
        <p:sp>
          <p:nvSpPr>
            <p:cNvPr id="184" name="Google Shape;184;p6"/>
            <p:cNvSpPr/>
            <p:nvPr/>
          </p:nvSpPr>
          <p:spPr>
            <a:xfrm>
              <a:off x="15875" y="15875"/>
              <a:ext cx="1476629" cy="1476629"/>
            </a:xfrm>
            <a:custGeom>
              <a:avLst/>
              <a:gdLst/>
              <a:ahLst/>
              <a:cxnLst/>
              <a:rect l="l" t="t" r="r" b="b"/>
              <a:pathLst>
                <a:path w="1476629" h="1476629" extrusionOk="0">
                  <a:moveTo>
                    <a:pt x="0" y="812165"/>
                  </a:moveTo>
                  <a:lnTo>
                    <a:pt x="332232" y="812165"/>
                  </a:lnTo>
                  <a:lnTo>
                    <a:pt x="332232" y="0"/>
                  </a:lnTo>
                  <a:lnTo>
                    <a:pt x="1144397" y="0"/>
                  </a:lnTo>
                  <a:lnTo>
                    <a:pt x="1144397" y="812165"/>
                  </a:lnTo>
                  <a:lnTo>
                    <a:pt x="1476629" y="812165"/>
                  </a:lnTo>
                  <a:lnTo>
                    <a:pt x="738251" y="1476629"/>
                  </a:lnTo>
                  <a:close/>
                </a:path>
              </a:pathLst>
            </a:custGeom>
            <a:solidFill>
              <a:srgbClr val="E7D8E3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-1397" y="0"/>
              <a:ext cx="1511173" cy="1509649"/>
            </a:xfrm>
            <a:custGeom>
              <a:avLst/>
              <a:gdLst/>
              <a:ahLst/>
              <a:cxnLst/>
              <a:rect l="l" t="t" r="r" b="b"/>
              <a:pathLst>
                <a:path w="1511173" h="1509649" extrusionOk="0">
                  <a:moveTo>
                    <a:pt x="17272" y="812165"/>
                  </a:moveTo>
                  <a:lnTo>
                    <a:pt x="349504" y="812165"/>
                  </a:lnTo>
                  <a:lnTo>
                    <a:pt x="349504" y="828040"/>
                  </a:lnTo>
                  <a:lnTo>
                    <a:pt x="333629" y="828040"/>
                  </a:lnTo>
                  <a:lnTo>
                    <a:pt x="333629" y="15875"/>
                  </a:lnTo>
                  <a:cubicBezTo>
                    <a:pt x="333629" y="7112"/>
                    <a:pt x="340741" y="0"/>
                    <a:pt x="349504" y="0"/>
                  </a:cubicBezTo>
                  <a:lnTo>
                    <a:pt x="1161669" y="0"/>
                  </a:lnTo>
                  <a:cubicBezTo>
                    <a:pt x="1170432" y="0"/>
                    <a:pt x="1177544" y="7112"/>
                    <a:pt x="1177544" y="15875"/>
                  </a:cubicBezTo>
                  <a:lnTo>
                    <a:pt x="1177544" y="828040"/>
                  </a:lnTo>
                  <a:lnTo>
                    <a:pt x="1161669" y="828040"/>
                  </a:lnTo>
                  <a:lnTo>
                    <a:pt x="1161669" y="812165"/>
                  </a:lnTo>
                  <a:lnTo>
                    <a:pt x="1493901" y="812165"/>
                  </a:lnTo>
                  <a:cubicBezTo>
                    <a:pt x="1500505" y="812165"/>
                    <a:pt x="1506347" y="816229"/>
                    <a:pt x="1508760" y="822325"/>
                  </a:cubicBezTo>
                  <a:cubicBezTo>
                    <a:pt x="1511173" y="828421"/>
                    <a:pt x="1509395" y="835406"/>
                    <a:pt x="1504569" y="839851"/>
                  </a:cubicBezTo>
                  <a:lnTo>
                    <a:pt x="766191" y="1504188"/>
                  </a:lnTo>
                  <a:cubicBezTo>
                    <a:pt x="760095" y="1509649"/>
                    <a:pt x="750951" y="1509649"/>
                    <a:pt x="744982" y="1504188"/>
                  </a:cubicBezTo>
                  <a:lnTo>
                    <a:pt x="6604" y="839851"/>
                  </a:lnTo>
                  <a:cubicBezTo>
                    <a:pt x="1778" y="835406"/>
                    <a:pt x="0" y="828548"/>
                    <a:pt x="2413" y="822325"/>
                  </a:cubicBezTo>
                  <a:cubicBezTo>
                    <a:pt x="4826" y="816102"/>
                    <a:pt x="10668" y="812165"/>
                    <a:pt x="17272" y="812165"/>
                  </a:cubicBezTo>
                  <a:moveTo>
                    <a:pt x="17272" y="843915"/>
                  </a:moveTo>
                  <a:lnTo>
                    <a:pt x="17272" y="828040"/>
                  </a:lnTo>
                  <a:lnTo>
                    <a:pt x="27940" y="816229"/>
                  </a:lnTo>
                  <a:lnTo>
                    <a:pt x="766191" y="1480693"/>
                  </a:lnTo>
                  <a:lnTo>
                    <a:pt x="755523" y="1492504"/>
                  </a:lnTo>
                  <a:lnTo>
                    <a:pt x="744855" y="1480693"/>
                  </a:lnTo>
                  <a:lnTo>
                    <a:pt x="1483106" y="816229"/>
                  </a:lnTo>
                  <a:lnTo>
                    <a:pt x="1493774" y="828040"/>
                  </a:lnTo>
                  <a:lnTo>
                    <a:pt x="1493774" y="843915"/>
                  </a:lnTo>
                  <a:lnTo>
                    <a:pt x="1161669" y="843915"/>
                  </a:lnTo>
                  <a:cubicBezTo>
                    <a:pt x="1152906" y="843915"/>
                    <a:pt x="1145794" y="836803"/>
                    <a:pt x="1145794" y="828040"/>
                  </a:cubicBezTo>
                  <a:lnTo>
                    <a:pt x="1145794" y="15875"/>
                  </a:lnTo>
                  <a:lnTo>
                    <a:pt x="1161669" y="15875"/>
                  </a:lnTo>
                  <a:lnTo>
                    <a:pt x="1161669" y="31750"/>
                  </a:lnTo>
                  <a:lnTo>
                    <a:pt x="349504" y="31750"/>
                  </a:lnTo>
                  <a:lnTo>
                    <a:pt x="349504" y="15875"/>
                  </a:lnTo>
                  <a:lnTo>
                    <a:pt x="365379" y="15875"/>
                  </a:lnTo>
                  <a:lnTo>
                    <a:pt x="365379" y="828040"/>
                  </a:lnTo>
                  <a:cubicBezTo>
                    <a:pt x="365379" y="836803"/>
                    <a:pt x="358267" y="843915"/>
                    <a:pt x="349504" y="843915"/>
                  </a:cubicBezTo>
                  <a:lnTo>
                    <a:pt x="17272" y="843915"/>
                  </a:lnTo>
                  <a:close/>
                </a:path>
              </a:pathLst>
            </a:custGeom>
            <a:solidFill>
              <a:srgbClr val="E7D8E3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" name="Google Shape;186;p6"/>
          <p:cNvGrpSpPr/>
          <p:nvPr/>
        </p:nvGrpSpPr>
        <p:grpSpPr>
          <a:xfrm>
            <a:off x="14481091" y="6404200"/>
            <a:ext cx="1133380" cy="1132237"/>
            <a:chOff x="-1397" y="0"/>
            <a:chExt cx="1511173" cy="1509649"/>
          </a:xfrm>
        </p:grpSpPr>
        <p:sp>
          <p:nvSpPr>
            <p:cNvPr id="187" name="Google Shape;187;p6"/>
            <p:cNvSpPr/>
            <p:nvPr/>
          </p:nvSpPr>
          <p:spPr>
            <a:xfrm>
              <a:off x="15875" y="15875"/>
              <a:ext cx="1476629" cy="1476629"/>
            </a:xfrm>
            <a:custGeom>
              <a:avLst/>
              <a:gdLst/>
              <a:ahLst/>
              <a:cxnLst/>
              <a:rect l="l" t="t" r="r" b="b"/>
              <a:pathLst>
                <a:path w="1476629" h="1476629" extrusionOk="0">
                  <a:moveTo>
                    <a:pt x="0" y="812165"/>
                  </a:moveTo>
                  <a:lnTo>
                    <a:pt x="332232" y="812165"/>
                  </a:lnTo>
                  <a:lnTo>
                    <a:pt x="332232" y="0"/>
                  </a:lnTo>
                  <a:lnTo>
                    <a:pt x="1144397" y="0"/>
                  </a:lnTo>
                  <a:lnTo>
                    <a:pt x="1144397" y="812165"/>
                  </a:lnTo>
                  <a:lnTo>
                    <a:pt x="1476629" y="812165"/>
                  </a:lnTo>
                  <a:lnTo>
                    <a:pt x="738251" y="1476629"/>
                  </a:lnTo>
                  <a:close/>
                </a:path>
              </a:pathLst>
            </a:custGeom>
            <a:solidFill>
              <a:srgbClr val="E7DDEA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-1397" y="0"/>
              <a:ext cx="1511173" cy="1509649"/>
            </a:xfrm>
            <a:custGeom>
              <a:avLst/>
              <a:gdLst/>
              <a:ahLst/>
              <a:cxnLst/>
              <a:rect l="l" t="t" r="r" b="b"/>
              <a:pathLst>
                <a:path w="1511173" h="1509649" extrusionOk="0">
                  <a:moveTo>
                    <a:pt x="17272" y="812165"/>
                  </a:moveTo>
                  <a:lnTo>
                    <a:pt x="349504" y="812165"/>
                  </a:lnTo>
                  <a:lnTo>
                    <a:pt x="349504" y="828040"/>
                  </a:lnTo>
                  <a:lnTo>
                    <a:pt x="333629" y="828040"/>
                  </a:lnTo>
                  <a:lnTo>
                    <a:pt x="333629" y="15875"/>
                  </a:lnTo>
                  <a:cubicBezTo>
                    <a:pt x="333629" y="7112"/>
                    <a:pt x="340741" y="0"/>
                    <a:pt x="349504" y="0"/>
                  </a:cubicBezTo>
                  <a:lnTo>
                    <a:pt x="1161669" y="0"/>
                  </a:lnTo>
                  <a:cubicBezTo>
                    <a:pt x="1170432" y="0"/>
                    <a:pt x="1177544" y="7112"/>
                    <a:pt x="1177544" y="15875"/>
                  </a:cubicBezTo>
                  <a:lnTo>
                    <a:pt x="1177544" y="828040"/>
                  </a:lnTo>
                  <a:lnTo>
                    <a:pt x="1161669" y="828040"/>
                  </a:lnTo>
                  <a:lnTo>
                    <a:pt x="1161669" y="812165"/>
                  </a:lnTo>
                  <a:lnTo>
                    <a:pt x="1493901" y="812165"/>
                  </a:lnTo>
                  <a:cubicBezTo>
                    <a:pt x="1500505" y="812165"/>
                    <a:pt x="1506347" y="816229"/>
                    <a:pt x="1508760" y="822325"/>
                  </a:cubicBezTo>
                  <a:cubicBezTo>
                    <a:pt x="1511173" y="828421"/>
                    <a:pt x="1509395" y="835406"/>
                    <a:pt x="1504569" y="839851"/>
                  </a:cubicBezTo>
                  <a:lnTo>
                    <a:pt x="766191" y="1504188"/>
                  </a:lnTo>
                  <a:cubicBezTo>
                    <a:pt x="760095" y="1509649"/>
                    <a:pt x="750951" y="1509649"/>
                    <a:pt x="744982" y="1504188"/>
                  </a:cubicBezTo>
                  <a:lnTo>
                    <a:pt x="6604" y="839851"/>
                  </a:lnTo>
                  <a:cubicBezTo>
                    <a:pt x="1778" y="835406"/>
                    <a:pt x="0" y="828548"/>
                    <a:pt x="2413" y="822325"/>
                  </a:cubicBezTo>
                  <a:cubicBezTo>
                    <a:pt x="4826" y="816102"/>
                    <a:pt x="10668" y="812165"/>
                    <a:pt x="17272" y="812165"/>
                  </a:cubicBezTo>
                  <a:moveTo>
                    <a:pt x="17272" y="843915"/>
                  </a:moveTo>
                  <a:lnTo>
                    <a:pt x="17272" y="828040"/>
                  </a:lnTo>
                  <a:lnTo>
                    <a:pt x="27940" y="816229"/>
                  </a:lnTo>
                  <a:lnTo>
                    <a:pt x="766191" y="1480693"/>
                  </a:lnTo>
                  <a:lnTo>
                    <a:pt x="755523" y="1492504"/>
                  </a:lnTo>
                  <a:lnTo>
                    <a:pt x="744855" y="1480693"/>
                  </a:lnTo>
                  <a:lnTo>
                    <a:pt x="1483106" y="816229"/>
                  </a:lnTo>
                  <a:lnTo>
                    <a:pt x="1493774" y="828040"/>
                  </a:lnTo>
                  <a:lnTo>
                    <a:pt x="1493774" y="843915"/>
                  </a:lnTo>
                  <a:lnTo>
                    <a:pt x="1161669" y="843915"/>
                  </a:lnTo>
                  <a:cubicBezTo>
                    <a:pt x="1152906" y="843915"/>
                    <a:pt x="1145794" y="836803"/>
                    <a:pt x="1145794" y="828040"/>
                  </a:cubicBezTo>
                  <a:lnTo>
                    <a:pt x="1145794" y="15875"/>
                  </a:lnTo>
                  <a:lnTo>
                    <a:pt x="1161669" y="15875"/>
                  </a:lnTo>
                  <a:lnTo>
                    <a:pt x="1161669" y="31750"/>
                  </a:lnTo>
                  <a:lnTo>
                    <a:pt x="349504" y="31750"/>
                  </a:lnTo>
                  <a:lnTo>
                    <a:pt x="349504" y="15875"/>
                  </a:lnTo>
                  <a:lnTo>
                    <a:pt x="365379" y="15875"/>
                  </a:lnTo>
                  <a:lnTo>
                    <a:pt x="365379" y="828040"/>
                  </a:lnTo>
                  <a:cubicBezTo>
                    <a:pt x="365379" y="836803"/>
                    <a:pt x="358267" y="843915"/>
                    <a:pt x="349504" y="843915"/>
                  </a:cubicBezTo>
                  <a:lnTo>
                    <a:pt x="17272" y="843915"/>
                  </a:lnTo>
                  <a:close/>
                </a:path>
              </a:pathLst>
            </a:custGeom>
            <a:solidFill>
              <a:srgbClr val="E7DDEA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/>
          <p:nvPr/>
        </p:nvSpPr>
        <p:spPr>
          <a:xfrm>
            <a:off x="24" y="0"/>
            <a:ext cx="6076187" cy="10287000"/>
          </a:xfrm>
          <a:custGeom>
            <a:avLst/>
            <a:gdLst/>
            <a:ahLst/>
            <a:cxnLst/>
            <a:rect l="l" t="t" r="r" b="b"/>
            <a:pathLst>
              <a:path w="8101584" h="13716000" extrusionOk="0">
                <a:moveTo>
                  <a:pt x="0" y="0"/>
                </a:moveTo>
                <a:lnTo>
                  <a:pt x="8101584" y="0"/>
                </a:lnTo>
                <a:lnTo>
                  <a:pt x="8101584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94" name="Google Shape;194;p7"/>
          <p:cNvGrpSpPr/>
          <p:nvPr/>
        </p:nvGrpSpPr>
        <p:grpSpPr>
          <a:xfrm>
            <a:off x="738555" y="775252"/>
            <a:ext cx="4627266" cy="8659260"/>
            <a:chOff x="0" y="0"/>
            <a:chExt cx="6169688" cy="11545680"/>
          </a:xfrm>
        </p:grpSpPr>
        <p:sp>
          <p:nvSpPr>
            <p:cNvPr id="195" name="Google Shape;195;p7"/>
            <p:cNvSpPr/>
            <p:nvPr/>
          </p:nvSpPr>
          <p:spPr>
            <a:xfrm>
              <a:off x="0" y="0"/>
              <a:ext cx="6169688" cy="11545680"/>
            </a:xfrm>
            <a:custGeom>
              <a:avLst/>
              <a:gdLst/>
              <a:ahLst/>
              <a:cxnLst/>
              <a:rect l="l" t="t" r="r" b="b"/>
              <a:pathLst>
                <a:path w="6169688" h="11545680" extrusionOk="0">
                  <a:moveTo>
                    <a:pt x="0" y="0"/>
                  </a:moveTo>
                  <a:lnTo>
                    <a:pt x="6169688" y="0"/>
                  </a:lnTo>
                  <a:lnTo>
                    <a:pt x="6169688" y="11545680"/>
                  </a:lnTo>
                  <a:lnTo>
                    <a:pt x="0" y="11545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96" name="Google Shape;196;p7"/>
            <p:cNvSpPr txBox="1"/>
            <p:nvPr/>
          </p:nvSpPr>
          <p:spPr>
            <a:xfrm>
              <a:off x="0" y="95250"/>
              <a:ext cx="6169688" cy="11450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Elementos comunes</a:t>
              </a:r>
              <a:endParaRPr/>
            </a:p>
          </p:txBody>
        </p:sp>
      </p:grpSp>
      <p:grpSp>
        <p:nvGrpSpPr>
          <p:cNvPr id="197" name="Google Shape;197;p7"/>
          <p:cNvGrpSpPr/>
          <p:nvPr/>
        </p:nvGrpSpPr>
        <p:grpSpPr>
          <a:xfrm>
            <a:off x="7100888" y="1484012"/>
            <a:ext cx="10220325" cy="892845"/>
            <a:chOff x="0" y="0"/>
            <a:chExt cx="13627100" cy="1190460"/>
          </a:xfrm>
        </p:grpSpPr>
        <p:sp>
          <p:nvSpPr>
            <p:cNvPr id="198" name="Google Shape;198;p7"/>
            <p:cNvSpPr/>
            <p:nvPr/>
          </p:nvSpPr>
          <p:spPr>
            <a:xfrm>
              <a:off x="15875" y="10828"/>
              <a:ext cx="13595350" cy="1168801"/>
            </a:xfrm>
            <a:custGeom>
              <a:avLst/>
              <a:gdLst/>
              <a:ahLst/>
              <a:cxnLst/>
              <a:rect l="l" t="t" r="r" b="b"/>
              <a:pathLst>
                <a:path w="13595350" h="1168801" extrusionOk="0">
                  <a:moveTo>
                    <a:pt x="0" y="0"/>
                  </a:moveTo>
                  <a:lnTo>
                    <a:pt x="13595350" y="0"/>
                  </a:lnTo>
                  <a:lnTo>
                    <a:pt x="13595350" y="1168801"/>
                  </a:lnTo>
                  <a:lnTo>
                    <a:pt x="0" y="1168801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0" y="0"/>
              <a:ext cx="13627100" cy="1190460"/>
            </a:xfrm>
            <a:custGeom>
              <a:avLst/>
              <a:gdLst/>
              <a:ahLst/>
              <a:cxnLst/>
              <a:rect l="l" t="t" r="r" b="b"/>
              <a:pathLst>
                <a:path w="13627100" h="1190460" extrusionOk="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851"/>
                    <a:pt x="13627100" y="10828"/>
                  </a:cubicBezTo>
                  <a:lnTo>
                    <a:pt x="13627100" y="1179629"/>
                  </a:lnTo>
                  <a:cubicBezTo>
                    <a:pt x="13627100" y="1185606"/>
                    <a:pt x="13619987" y="1190460"/>
                    <a:pt x="13611225" y="1190460"/>
                  </a:cubicBezTo>
                  <a:lnTo>
                    <a:pt x="15875" y="1190460"/>
                  </a:lnTo>
                  <a:cubicBezTo>
                    <a:pt x="7112" y="1190460"/>
                    <a:pt x="0" y="1185606"/>
                    <a:pt x="0" y="1179629"/>
                  </a:cubicBezTo>
                  <a:lnTo>
                    <a:pt x="0" y="10828"/>
                  </a:lnTo>
                  <a:cubicBezTo>
                    <a:pt x="0" y="4851"/>
                    <a:pt x="7112" y="0"/>
                    <a:pt x="15875" y="0"/>
                  </a:cubicBezTo>
                  <a:moveTo>
                    <a:pt x="15875" y="21656"/>
                  </a:moveTo>
                  <a:lnTo>
                    <a:pt x="15875" y="10828"/>
                  </a:lnTo>
                  <a:lnTo>
                    <a:pt x="31750" y="10828"/>
                  </a:lnTo>
                  <a:lnTo>
                    <a:pt x="31750" y="1179629"/>
                  </a:lnTo>
                  <a:lnTo>
                    <a:pt x="15875" y="1179629"/>
                  </a:lnTo>
                  <a:lnTo>
                    <a:pt x="15875" y="1168801"/>
                  </a:lnTo>
                  <a:lnTo>
                    <a:pt x="13611225" y="1168801"/>
                  </a:lnTo>
                  <a:lnTo>
                    <a:pt x="13611225" y="1179629"/>
                  </a:lnTo>
                  <a:lnTo>
                    <a:pt x="13595350" y="1179629"/>
                  </a:lnTo>
                  <a:lnTo>
                    <a:pt x="13595350" y="10828"/>
                  </a:lnTo>
                  <a:lnTo>
                    <a:pt x="13611225" y="10828"/>
                  </a:lnTo>
                  <a:lnTo>
                    <a:pt x="13611225" y="21656"/>
                  </a:lnTo>
                  <a:lnTo>
                    <a:pt x="15875" y="21656"/>
                  </a:ln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" name="Google Shape;200;p7"/>
          <p:cNvGrpSpPr/>
          <p:nvPr/>
        </p:nvGrpSpPr>
        <p:grpSpPr>
          <a:xfrm>
            <a:off x="7100888" y="1484012"/>
            <a:ext cx="10015912" cy="816637"/>
            <a:chOff x="0" y="0"/>
            <a:chExt cx="13354548" cy="1088849"/>
          </a:xfrm>
        </p:grpSpPr>
        <p:sp>
          <p:nvSpPr>
            <p:cNvPr id="201" name="Google Shape;201;p7"/>
            <p:cNvSpPr/>
            <p:nvPr/>
          </p:nvSpPr>
          <p:spPr>
            <a:xfrm>
              <a:off x="0" y="0"/>
              <a:ext cx="13354548" cy="1088849"/>
            </a:xfrm>
            <a:custGeom>
              <a:avLst/>
              <a:gdLst/>
              <a:ahLst/>
              <a:cxnLst/>
              <a:rect l="l" t="t" r="r" b="b"/>
              <a:pathLst>
                <a:path w="13354548" h="1088849" extrusionOk="0">
                  <a:moveTo>
                    <a:pt x="0" y="0"/>
                  </a:moveTo>
                  <a:lnTo>
                    <a:pt x="13354548" y="0"/>
                  </a:lnTo>
                  <a:lnTo>
                    <a:pt x="13354548" y="1088849"/>
                  </a:lnTo>
                  <a:lnTo>
                    <a:pt x="0" y="10888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02" name="Google Shape;202;p7"/>
            <p:cNvSpPr txBox="1"/>
            <p:nvPr/>
          </p:nvSpPr>
          <p:spPr>
            <a:xfrm>
              <a:off x="0" y="19050"/>
              <a:ext cx="13354547" cy="10697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34340" marR="0" lvl="2" indent="-15240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⚬"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Son contenedores principales donde se colocan otros componentes gráficos.</a:t>
              </a:r>
              <a:endParaRPr/>
            </a:p>
          </p:txBody>
        </p:sp>
      </p:grpSp>
      <p:grpSp>
        <p:nvGrpSpPr>
          <p:cNvPr id="203" name="Google Shape;203;p7"/>
          <p:cNvGrpSpPr/>
          <p:nvPr/>
        </p:nvGrpSpPr>
        <p:grpSpPr>
          <a:xfrm>
            <a:off x="7270022" y="646945"/>
            <a:ext cx="7161372" cy="732282"/>
            <a:chOff x="0" y="0"/>
            <a:chExt cx="9548495" cy="976376"/>
          </a:xfrm>
        </p:grpSpPr>
        <p:sp>
          <p:nvSpPr>
            <p:cNvPr id="204" name="Google Shape;204;p7"/>
            <p:cNvSpPr/>
            <p:nvPr/>
          </p:nvSpPr>
          <p:spPr>
            <a:xfrm>
              <a:off x="15875" y="15875"/>
              <a:ext cx="9516745" cy="944626"/>
            </a:xfrm>
            <a:custGeom>
              <a:avLst/>
              <a:gdLst/>
              <a:ahLst/>
              <a:cxnLst/>
              <a:rect l="l" t="t" r="r" b="b"/>
              <a:pathLst>
                <a:path w="9516745" h="944626" extrusionOk="0">
                  <a:moveTo>
                    <a:pt x="0" y="157480"/>
                  </a:moveTo>
                  <a:cubicBezTo>
                    <a:pt x="0" y="70485"/>
                    <a:pt x="72644" y="0"/>
                    <a:pt x="162179" y="0"/>
                  </a:cubicBezTo>
                  <a:lnTo>
                    <a:pt x="9354566" y="0"/>
                  </a:lnTo>
                  <a:cubicBezTo>
                    <a:pt x="9444101" y="0"/>
                    <a:pt x="9516745" y="70485"/>
                    <a:pt x="9516745" y="157480"/>
                  </a:cubicBezTo>
                  <a:lnTo>
                    <a:pt x="9516745" y="787146"/>
                  </a:lnTo>
                  <a:cubicBezTo>
                    <a:pt x="9516745" y="874141"/>
                    <a:pt x="9444101" y="944626"/>
                    <a:pt x="9354566" y="944626"/>
                  </a:cubicBezTo>
                  <a:lnTo>
                    <a:pt x="162179" y="944626"/>
                  </a:lnTo>
                  <a:cubicBezTo>
                    <a:pt x="72644" y="944626"/>
                    <a:pt x="0" y="874141"/>
                    <a:pt x="0" y="787146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0" y="0"/>
              <a:ext cx="9548495" cy="976376"/>
            </a:xfrm>
            <a:custGeom>
              <a:avLst/>
              <a:gdLst/>
              <a:ahLst/>
              <a:cxnLst/>
              <a:rect l="l" t="t" r="r" b="b"/>
              <a:pathLst>
                <a:path w="9548495" h="976376" extrusionOk="0">
                  <a:moveTo>
                    <a:pt x="0" y="173355"/>
                  </a:moveTo>
                  <a:cubicBezTo>
                    <a:pt x="0" y="77216"/>
                    <a:pt x="80137" y="0"/>
                    <a:pt x="178054" y="0"/>
                  </a:cubicBezTo>
                  <a:lnTo>
                    <a:pt x="9370441" y="0"/>
                  </a:lnTo>
                  <a:lnTo>
                    <a:pt x="9370441" y="15875"/>
                  </a:lnTo>
                  <a:lnTo>
                    <a:pt x="9370441" y="0"/>
                  </a:lnTo>
                  <a:cubicBezTo>
                    <a:pt x="9468358" y="0"/>
                    <a:pt x="9548495" y="77216"/>
                    <a:pt x="9548495" y="173355"/>
                  </a:cubicBezTo>
                  <a:lnTo>
                    <a:pt x="9532620" y="173355"/>
                  </a:lnTo>
                  <a:lnTo>
                    <a:pt x="9548495" y="173355"/>
                  </a:lnTo>
                  <a:lnTo>
                    <a:pt x="9548495" y="803021"/>
                  </a:lnTo>
                  <a:lnTo>
                    <a:pt x="9532620" y="803021"/>
                  </a:lnTo>
                  <a:lnTo>
                    <a:pt x="9548495" y="803021"/>
                  </a:lnTo>
                  <a:cubicBezTo>
                    <a:pt x="9548495" y="899160"/>
                    <a:pt x="9468358" y="976376"/>
                    <a:pt x="9370440" y="976376"/>
                  </a:cubicBezTo>
                  <a:lnTo>
                    <a:pt x="9370440" y="960501"/>
                  </a:lnTo>
                  <a:lnTo>
                    <a:pt x="9370440" y="976376"/>
                  </a:lnTo>
                  <a:lnTo>
                    <a:pt x="178054" y="976376"/>
                  </a:lnTo>
                  <a:lnTo>
                    <a:pt x="178054" y="960501"/>
                  </a:lnTo>
                  <a:lnTo>
                    <a:pt x="178054" y="976376"/>
                  </a:lnTo>
                  <a:cubicBezTo>
                    <a:pt x="80137" y="976376"/>
                    <a:pt x="0" y="899287"/>
                    <a:pt x="0" y="803021"/>
                  </a:cubicBezTo>
                  <a:lnTo>
                    <a:pt x="0" y="173355"/>
                  </a:lnTo>
                  <a:lnTo>
                    <a:pt x="15875" y="173355"/>
                  </a:lnTo>
                  <a:lnTo>
                    <a:pt x="0" y="173355"/>
                  </a:lnTo>
                  <a:moveTo>
                    <a:pt x="31750" y="173355"/>
                  </a:moveTo>
                  <a:lnTo>
                    <a:pt x="31750" y="803021"/>
                  </a:lnTo>
                  <a:lnTo>
                    <a:pt x="15875" y="803021"/>
                  </a:lnTo>
                  <a:lnTo>
                    <a:pt x="31750" y="803021"/>
                  </a:lnTo>
                  <a:cubicBezTo>
                    <a:pt x="31750" y="880745"/>
                    <a:pt x="96774" y="944626"/>
                    <a:pt x="178054" y="944626"/>
                  </a:cubicBezTo>
                  <a:lnTo>
                    <a:pt x="9370441" y="944626"/>
                  </a:lnTo>
                  <a:cubicBezTo>
                    <a:pt x="9451722" y="944626"/>
                    <a:pt x="9516745" y="880745"/>
                    <a:pt x="9516745" y="803021"/>
                  </a:cubicBezTo>
                  <a:lnTo>
                    <a:pt x="9516745" y="173355"/>
                  </a:lnTo>
                  <a:cubicBezTo>
                    <a:pt x="9516745" y="95631"/>
                    <a:pt x="9451722" y="31750"/>
                    <a:pt x="9370441" y="31750"/>
                  </a:cubicBezTo>
                  <a:lnTo>
                    <a:pt x="178054" y="31750"/>
                  </a:lnTo>
                  <a:lnTo>
                    <a:pt x="178054" y="15875"/>
                  </a:lnTo>
                  <a:lnTo>
                    <a:pt x="178054" y="31750"/>
                  </a:lnTo>
                  <a:cubicBezTo>
                    <a:pt x="96774" y="31750"/>
                    <a:pt x="31750" y="95631"/>
                    <a:pt x="31750" y="1733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" name="Google Shape;206;p7"/>
          <p:cNvGrpSpPr/>
          <p:nvPr/>
        </p:nvGrpSpPr>
        <p:grpSpPr>
          <a:xfrm>
            <a:off x="7645298" y="716116"/>
            <a:ext cx="7092200" cy="663121"/>
            <a:chOff x="0" y="0"/>
            <a:chExt cx="9456266" cy="884162"/>
          </a:xfrm>
        </p:grpSpPr>
        <p:sp>
          <p:nvSpPr>
            <p:cNvPr id="207" name="Google Shape;207;p7"/>
            <p:cNvSpPr/>
            <p:nvPr/>
          </p:nvSpPr>
          <p:spPr>
            <a:xfrm>
              <a:off x="0" y="0"/>
              <a:ext cx="9456266" cy="884162"/>
            </a:xfrm>
            <a:custGeom>
              <a:avLst/>
              <a:gdLst/>
              <a:ahLst/>
              <a:cxnLst/>
              <a:rect l="l" t="t" r="r" b="b"/>
              <a:pathLst>
                <a:path w="9456266" h="884162" extrusionOk="0">
                  <a:moveTo>
                    <a:pt x="0" y="0"/>
                  </a:moveTo>
                  <a:lnTo>
                    <a:pt x="9456266" y="0"/>
                  </a:lnTo>
                  <a:lnTo>
                    <a:pt x="9456266" y="884162"/>
                  </a:lnTo>
                  <a:lnTo>
                    <a:pt x="0" y="8841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08" name="Google Shape;208;p7"/>
            <p:cNvSpPr txBox="1"/>
            <p:nvPr/>
          </p:nvSpPr>
          <p:spPr>
            <a:xfrm>
              <a:off x="0" y="19050"/>
              <a:ext cx="9456266" cy="865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Ventanas (Frames)</a:t>
              </a:r>
              <a:endParaRPr/>
            </a:p>
          </p:txBody>
        </p:sp>
      </p:grpSp>
      <p:grpSp>
        <p:nvGrpSpPr>
          <p:cNvPr id="209" name="Google Shape;209;p7"/>
          <p:cNvGrpSpPr/>
          <p:nvPr/>
        </p:nvGrpSpPr>
        <p:grpSpPr>
          <a:xfrm>
            <a:off x="7100888" y="3253052"/>
            <a:ext cx="10220325" cy="655193"/>
            <a:chOff x="0" y="0"/>
            <a:chExt cx="13627100" cy="873591"/>
          </a:xfrm>
        </p:grpSpPr>
        <p:sp>
          <p:nvSpPr>
            <p:cNvPr id="210" name="Google Shape;210;p7"/>
            <p:cNvSpPr/>
            <p:nvPr/>
          </p:nvSpPr>
          <p:spPr>
            <a:xfrm>
              <a:off x="15875" y="10333"/>
              <a:ext cx="13595350" cy="852925"/>
            </a:xfrm>
            <a:custGeom>
              <a:avLst/>
              <a:gdLst/>
              <a:ahLst/>
              <a:cxnLst/>
              <a:rect l="l" t="t" r="r" b="b"/>
              <a:pathLst>
                <a:path w="13595350" h="852925" extrusionOk="0">
                  <a:moveTo>
                    <a:pt x="0" y="0"/>
                  </a:moveTo>
                  <a:lnTo>
                    <a:pt x="13595350" y="0"/>
                  </a:lnTo>
                  <a:lnTo>
                    <a:pt x="13595350" y="852925"/>
                  </a:lnTo>
                  <a:lnTo>
                    <a:pt x="0" y="852925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0" y="0"/>
              <a:ext cx="13627100" cy="873591"/>
            </a:xfrm>
            <a:custGeom>
              <a:avLst/>
              <a:gdLst/>
              <a:ahLst/>
              <a:cxnLst/>
              <a:rect l="l" t="t" r="r" b="b"/>
              <a:pathLst>
                <a:path w="13627100" h="873591" extrusionOk="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629"/>
                    <a:pt x="13627100" y="10333"/>
                  </a:cubicBezTo>
                  <a:lnTo>
                    <a:pt x="13627100" y="863258"/>
                  </a:lnTo>
                  <a:cubicBezTo>
                    <a:pt x="13627100" y="868962"/>
                    <a:pt x="13619987" y="873591"/>
                    <a:pt x="13611225" y="873591"/>
                  </a:cubicBezTo>
                  <a:lnTo>
                    <a:pt x="15875" y="873591"/>
                  </a:lnTo>
                  <a:cubicBezTo>
                    <a:pt x="7112" y="873591"/>
                    <a:pt x="0" y="868962"/>
                    <a:pt x="0" y="863258"/>
                  </a:cubicBezTo>
                  <a:lnTo>
                    <a:pt x="0" y="10333"/>
                  </a:lnTo>
                  <a:cubicBezTo>
                    <a:pt x="0" y="4629"/>
                    <a:pt x="7112" y="0"/>
                    <a:pt x="15875" y="0"/>
                  </a:cubicBezTo>
                  <a:moveTo>
                    <a:pt x="15875" y="20666"/>
                  </a:moveTo>
                  <a:lnTo>
                    <a:pt x="15875" y="10333"/>
                  </a:lnTo>
                  <a:lnTo>
                    <a:pt x="31750" y="10333"/>
                  </a:lnTo>
                  <a:lnTo>
                    <a:pt x="31750" y="863258"/>
                  </a:lnTo>
                  <a:lnTo>
                    <a:pt x="15875" y="863258"/>
                  </a:lnTo>
                  <a:lnTo>
                    <a:pt x="15875" y="852925"/>
                  </a:lnTo>
                  <a:lnTo>
                    <a:pt x="13611225" y="852925"/>
                  </a:lnTo>
                  <a:lnTo>
                    <a:pt x="13611225" y="863258"/>
                  </a:lnTo>
                  <a:lnTo>
                    <a:pt x="13595350" y="863258"/>
                  </a:lnTo>
                  <a:lnTo>
                    <a:pt x="13595350" y="10333"/>
                  </a:lnTo>
                  <a:lnTo>
                    <a:pt x="13611225" y="10333"/>
                  </a:lnTo>
                  <a:lnTo>
                    <a:pt x="13611225" y="20666"/>
                  </a:lnTo>
                  <a:lnTo>
                    <a:pt x="15875" y="20666"/>
                  </a:ln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" name="Google Shape;212;p7"/>
          <p:cNvGrpSpPr/>
          <p:nvPr/>
        </p:nvGrpSpPr>
        <p:grpSpPr>
          <a:xfrm>
            <a:off x="7100888" y="3253052"/>
            <a:ext cx="10220325" cy="655200"/>
            <a:chOff x="0" y="0"/>
            <a:chExt cx="13627100" cy="873600"/>
          </a:xfrm>
        </p:grpSpPr>
        <p:sp>
          <p:nvSpPr>
            <p:cNvPr id="213" name="Google Shape;213;p7"/>
            <p:cNvSpPr/>
            <p:nvPr/>
          </p:nvSpPr>
          <p:spPr>
            <a:xfrm>
              <a:off x="0" y="0"/>
              <a:ext cx="13627100" cy="873600"/>
            </a:xfrm>
            <a:custGeom>
              <a:avLst/>
              <a:gdLst/>
              <a:ahLst/>
              <a:cxnLst/>
              <a:rect l="l" t="t" r="r" b="b"/>
              <a:pathLst>
                <a:path w="13627100" h="873600" extrusionOk="0">
                  <a:moveTo>
                    <a:pt x="0" y="0"/>
                  </a:moveTo>
                  <a:lnTo>
                    <a:pt x="13627100" y="0"/>
                  </a:lnTo>
                  <a:lnTo>
                    <a:pt x="13627100" y="873600"/>
                  </a:lnTo>
                  <a:lnTo>
                    <a:pt x="0" y="873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14" name="Google Shape;214;p7"/>
            <p:cNvSpPr txBox="1"/>
            <p:nvPr/>
          </p:nvSpPr>
          <p:spPr>
            <a:xfrm>
              <a:off x="0" y="19050"/>
              <a:ext cx="13627100" cy="854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34340" marR="0" lvl="2" indent="-15240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⚬"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Proporcionan acceso a diferentes funciones de la aplicación.</a:t>
              </a:r>
              <a:endParaRPr/>
            </a:p>
          </p:txBody>
        </p:sp>
      </p:grpSp>
      <p:grpSp>
        <p:nvGrpSpPr>
          <p:cNvPr id="215" name="Google Shape;215;p7"/>
          <p:cNvGrpSpPr/>
          <p:nvPr/>
        </p:nvGrpSpPr>
        <p:grpSpPr>
          <a:xfrm>
            <a:off x="7270022" y="2481624"/>
            <a:ext cx="7161372" cy="685693"/>
            <a:chOff x="0" y="0"/>
            <a:chExt cx="9548495" cy="914258"/>
          </a:xfrm>
        </p:grpSpPr>
        <p:sp>
          <p:nvSpPr>
            <p:cNvPr id="216" name="Google Shape;216;p7"/>
            <p:cNvSpPr/>
            <p:nvPr/>
          </p:nvSpPr>
          <p:spPr>
            <a:xfrm>
              <a:off x="15875" y="14865"/>
              <a:ext cx="9516745" cy="884528"/>
            </a:xfrm>
            <a:custGeom>
              <a:avLst/>
              <a:gdLst/>
              <a:ahLst/>
              <a:cxnLst/>
              <a:rect l="l" t="t" r="r" b="b"/>
              <a:pathLst>
                <a:path w="9516745" h="884528" extrusionOk="0">
                  <a:moveTo>
                    <a:pt x="0" y="147461"/>
                  </a:moveTo>
                  <a:cubicBezTo>
                    <a:pt x="0" y="66001"/>
                    <a:pt x="72644" y="0"/>
                    <a:pt x="162179" y="0"/>
                  </a:cubicBezTo>
                  <a:lnTo>
                    <a:pt x="9354566" y="0"/>
                  </a:lnTo>
                  <a:cubicBezTo>
                    <a:pt x="9444101" y="0"/>
                    <a:pt x="9516745" y="66001"/>
                    <a:pt x="9516745" y="147461"/>
                  </a:cubicBezTo>
                  <a:lnTo>
                    <a:pt x="9516745" y="737067"/>
                  </a:lnTo>
                  <a:cubicBezTo>
                    <a:pt x="9516745" y="818527"/>
                    <a:pt x="9444101" y="884528"/>
                    <a:pt x="9354566" y="884528"/>
                  </a:cubicBezTo>
                  <a:lnTo>
                    <a:pt x="162179" y="884528"/>
                  </a:lnTo>
                  <a:cubicBezTo>
                    <a:pt x="72644" y="884528"/>
                    <a:pt x="0" y="818527"/>
                    <a:pt x="0" y="737067"/>
                  </a:cubicBez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0" y="0"/>
              <a:ext cx="9548495" cy="914258"/>
            </a:xfrm>
            <a:custGeom>
              <a:avLst/>
              <a:gdLst/>
              <a:ahLst/>
              <a:cxnLst/>
              <a:rect l="l" t="t" r="r" b="b"/>
              <a:pathLst>
                <a:path w="9548495" h="914258" extrusionOk="0">
                  <a:moveTo>
                    <a:pt x="0" y="162326"/>
                  </a:moveTo>
                  <a:cubicBezTo>
                    <a:pt x="0" y="72303"/>
                    <a:pt x="80137" y="0"/>
                    <a:pt x="178054" y="0"/>
                  </a:cubicBezTo>
                  <a:lnTo>
                    <a:pt x="9370441" y="0"/>
                  </a:lnTo>
                  <a:lnTo>
                    <a:pt x="9370441" y="14865"/>
                  </a:lnTo>
                  <a:lnTo>
                    <a:pt x="9370441" y="0"/>
                  </a:lnTo>
                  <a:cubicBezTo>
                    <a:pt x="9468358" y="0"/>
                    <a:pt x="9548495" y="72303"/>
                    <a:pt x="9548495" y="162326"/>
                  </a:cubicBezTo>
                  <a:lnTo>
                    <a:pt x="9532620" y="162326"/>
                  </a:lnTo>
                  <a:lnTo>
                    <a:pt x="9548495" y="162326"/>
                  </a:lnTo>
                  <a:lnTo>
                    <a:pt x="9548495" y="751932"/>
                  </a:lnTo>
                  <a:lnTo>
                    <a:pt x="9532620" y="751932"/>
                  </a:lnTo>
                  <a:lnTo>
                    <a:pt x="9548495" y="751932"/>
                  </a:lnTo>
                  <a:cubicBezTo>
                    <a:pt x="9548495" y="841955"/>
                    <a:pt x="9468358" y="914258"/>
                    <a:pt x="9370440" y="914258"/>
                  </a:cubicBezTo>
                  <a:lnTo>
                    <a:pt x="9370440" y="899393"/>
                  </a:lnTo>
                  <a:lnTo>
                    <a:pt x="9370440" y="914258"/>
                  </a:lnTo>
                  <a:lnTo>
                    <a:pt x="178054" y="914258"/>
                  </a:lnTo>
                  <a:lnTo>
                    <a:pt x="178054" y="899393"/>
                  </a:lnTo>
                  <a:lnTo>
                    <a:pt x="178054" y="914258"/>
                  </a:lnTo>
                  <a:cubicBezTo>
                    <a:pt x="80137" y="914258"/>
                    <a:pt x="0" y="842073"/>
                    <a:pt x="0" y="751932"/>
                  </a:cubicBezTo>
                  <a:lnTo>
                    <a:pt x="0" y="162326"/>
                  </a:lnTo>
                  <a:lnTo>
                    <a:pt x="15875" y="162326"/>
                  </a:lnTo>
                  <a:lnTo>
                    <a:pt x="0" y="162326"/>
                  </a:lnTo>
                  <a:moveTo>
                    <a:pt x="31750" y="162326"/>
                  </a:moveTo>
                  <a:lnTo>
                    <a:pt x="31750" y="751932"/>
                  </a:lnTo>
                  <a:lnTo>
                    <a:pt x="15875" y="751932"/>
                  </a:lnTo>
                  <a:lnTo>
                    <a:pt x="31750" y="751932"/>
                  </a:lnTo>
                  <a:cubicBezTo>
                    <a:pt x="31750" y="824711"/>
                    <a:pt x="96774" y="884528"/>
                    <a:pt x="178054" y="884528"/>
                  </a:cubicBezTo>
                  <a:lnTo>
                    <a:pt x="9370441" y="884528"/>
                  </a:lnTo>
                  <a:cubicBezTo>
                    <a:pt x="9451722" y="884528"/>
                    <a:pt x="9516745" y="824711"/>
                    <a:pt x="9516745" y="751932"/>
                  </a:cubicBezTo>
                  <a:lnTo>
                    <a:pt x="9516745" y="162326"/>
                  </a:lnTo>
                  <a:cubicBezTo>
                    <a:pt x="9516745" y="89547"/>
                    <a:pt x="9451722" y="29730"/>
                    <a:pt x="9370441" y="29730"/>
                  </a:cubicBezTo>
                  <a:lnTo>
                    <a:pt x="178054" y="29730"/>
                  </a:lnTo>
                  <a:lnTo>
                    <a:pt x="178054" y="14865"/>
                  </a:lnTo>
                  <a:lnTo>
                    <a:pt x="178054" y="29730"/>
                  </a:lnTo>
                  <a:cubicBezTo>
                    <a:pt x="96774" y="29730"/>
                    <a:pt x="31750" y="89547"/>
                    <a:pt x="31750" y="1623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8" name="Google Shape;218;p7"/>
          <p:cNvGrpSpPr/>
          <p:nvPr/>
        </p:nvGrpSpPr>
        <p:grpSpPr>
          <a:xfrm>
            <a:off x="7645298" y="2550795"/>
            <a:ext cx="6786094" cy="502232"/>
            <a:chOff x="0" y="0"/>
            <a:chExt cx="9456266" cy="699849"/>
          </a:xfrm>
        </p:grpSpPr>
        <p:sp>
          <p:nvSpPr>
            <p:cNvPr id="219" name="Google Shape;219;p7"/>
            <p:cNvSpPr/>
            <p:nvPr/>
          </p:nvSpPr>
          <p:spPr>
            <a:xfrm>
              <a:off x="0" y="0"/>
              <a:ext cx="9456266" cy="699849"/>
            </a:xfrm>
            <a:custGeom>
              <a:avLst/>
              <a:gdLst/>
              <a:ahLst/>
              <a:cxnLst/>
              <a:rect l="l" t="t" r="r" b="b"/>
              <a:pathLst>
                <a:path w="9456266" h="699849" extrusionOk="0">
                  <a:moveTo>
                    <a:pt x="0" y="0"/>
                  </a:moveTo>
                  <a:lnTo>
                    <a:pt x="9456266" y="0"/>
                  </a:lnTo>
                  <a:lnTo>
                    <a:pt x="9456266" y="699849"/>
                  </a:lnTo>
                  <a:lnTo>
                    <a:pt x="0" y="6998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20" name="Google Shape;220;p7"/>
            <p:cNvSpPr txBox="1"/>
            <p:nvPr/>
          </p:nvSpPr>
          <p:spPr>
            <a:xfrm>
              <a:off x="0" y="19050"/>
              <a:ext cx="9456266" cy="6807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Menús (Menus)</a:t>
              </a:r>
              <a:endParaRPr/>
            </a:p>
          </p:txBody>
        </p:sp>
      </p:grpSp>
      <p:grpSp>
        <p:nvGrpSpPr>
          <p:cNvPr id="221" name="Google Shape;221;p7"/>
          <p:cNvGrpSpPr/>
          <p:nvPr/>
        </p:nvGrpSpPr>
        <p:grpSpPr>
          <a:xfrm>
            <a:off x="7100888" y="4719692"/>
            <a:ext cx="10220325" cy="1309021"/>
            <a:chOff x="0" y="0"/>
            <a:chExt cx="13627100" cy="1745361"/>
          </a:xfrm>
        </p:grpSpPr>
        <p:sp>
          <p:nvSpPr>
            <p:cNvPr id="222" name="Google Shape;222;p7"/>
            <p:cNvSpPr/>
            <p:nvPr/>
          </p:nvSpPr>
          <p:spPr>
            <a:xfrm>
              <a:off x="15875" y="15875"/>
              <a:ext cx="13595350" cy="1713611"/>
            </a:xfrm>
            <a:custGeom>
              <a:avLst/>
              <a:gdLst/>
              <a:ahLst/>
              <a:cxnLst/>
              <a:rect l="l" t="t" r="r" b="b"/>
              <a:pathLst>
                <a:path w="13595350" h="1713611" extrusionOk="0">
                  <a:moveTo>
                    <a:pt x="0" y="0"/>
                  </a:moveTo>
                  <a:lnTo>
                    <a:pt x="13595350" y="0"/>
                  </a:lnTo>
                  <a:lnTo>
                    <a:pt x="13595350" y="1713611"/>
                  </a:lnTo>
                  <a:lnTo>
                    <a:pt x="0" y="1713611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23" name="Google Shape;223;p7"/>
            <p:cNvSpPr/>
            <p:nvPr/>
          </p:nvSpPr>
          <p:spPr>
            <a:xfrm>
              <a:off x="0" y="0"/>
              <a:ext cx="13627100" cy="1745361"/>
            </a:xfrm>
            <a:custGeom>
              <a:avLst/>
              <a:gdLst/>
              <a:ahLst/>
              <a:cxnLst/>
              <a:rect l="l" t="t" r="r" b="b"/>
              <a:pathLst>
                <a:path w="13627100" h="1745361" extrusionOk="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7112"/>
                    <a:pt x="13627100" y="15875"/>
                  </a:cubicBezTo>
                  <a:lnTo>
                    <a:pt x="13627100" y="1729486"/>
                  </a:lnTo>
                  <a:cubicBezTo>
                    <a:pt x="13627100" y="1738249"/>
                    <a:pt x="13619987" y="1745361"/>
                    <a:pt x="13611225" y="1745361"/>
                  </a:cubicBezTo>
                  <a:lnTo>
                    <a:pt x="15875" y="1745361"/>
                  </a:lnTo>
                  <a:cubicBezTo>
                    <a:pt x="7112" y="1745361"/>
                    <a:pt x="0" y="1738249"/>
                    <a:pt x="0" y="1729486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729486"/>
                  </a:lnTo>
                  <a:lnTo>
                    <a:pt x="15875" y="1729486"/>
                  </a:lnTo>
                  <a:lnTo>
                    <a:pt x="15875" y="1713611"/>
                  </a:lnTo>
                  <a:lnTo>
                    <a:pt x="13611225" y="1713611"/>
                  </a:lnTo>
                  <a:lnTo>
                    <a:pt x="13611225" y="1729486"/>
                  </a:lnTo>
                  <a:lnTo>
                    <a:pt x="13595350" y="1729486"/>
                  </a:lnTo>
                  <a:lnTo>
                    <a:pt x="13595350" y="15875"/>
                  </a:lnTo>
                  <a:lnTo>
                    <a:pt x="13611225" y="15875"/>
                  </a:lnTo>
                  <a:lnTo>
                    <a:pt x="1361122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" name="Google Shape;224;p7"/>
          <p:cNvGrpSpPr/>
          <p:nvPr/>
        </p:nvGrpSpPr>
        <p:grpSpPr>
          <a:xfrm>
            <a:off x="7100888" y="4719692"/>
            <a:ext cx="10015912" cy="1309013"/>
            <a:chOff x="0" y="0"/>
            <a:chExt cx="13354548" cy="1745350"/>
          </a:xfrm>
        </p:grpSpPr>
        <p:sp>
          <p:nvSpPr>
            <p:cNvPr id="225" name="Google Shape;225;p7"/>
            <p:cNvSpPr/>
            <p:nvPr/>
          </p:nvSpPr>
          <p:spPr>
            <a:xfrm>
              <a:off x="0" y="0"/>
              <a:ext cx="13354548" cy="1745350"/>
            </a:xfrm>
            <a:custGeom>
              <a:avLst/>
              <a:gdLst/>
              <a:ahLst/>
              <a:cxnLst/>
              <a:rect l="l" t="t" r="r" b="b"/>
              <a:pathLst>
                <a:path w="13354548" h="1745350" extrusionOk="0">
                  <a:moveTo>
                    <a:pt x="0" y="0"/>
                  </a:moveTo>
                  <a:lnTo>
                    <a:pt x="13354548" y="0"/>
                  </a:lnTo>
                  <a:lnTo>
                    <a:pt x="13354548" y="1745350"/>
                  </a:lnTo>
                  <a:lnTo>
                    <a:pt x="0" y="1745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26" name="Google Shape;226;p7"/>
            <p:cNvSpPr txBox="1"/>
            <p:nvPr/>
          </p:nvSpPr>
          <p:spPr>
            <a:xfrm>
              <a:off x="0" y="19050"/>
              <a:ext cx="13354547" cy="172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34340" marR="0" lvl="2" indent="-15240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⚬"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Contienen botones o iconos que permiten realizar acciones rápidamente.</a:t>
              </a:r>
              <a:endParaRPr/>
            </a:p>
          </p:txBody>
        </p:sp>
      </p:grpSp>
      <p:grpSp>
        <p:nvGrpSpPr>
          <p:cNvPr id="227" name="Google Shape;227;p7"/>
          <p:cNvGrpSpPr/>
          <p:nvPr/>
        </p:nvGrpSpPr>
        <p:grpSpPr>
          <a:xfrm>
            <a:off x="7270022" y="4013027"/>
            <a:ext cx="7161372" cy="632497"/>
            <a:chOff x="0" y="0"/>
            <a:chExt cx="9548495" cy="843329"/>
          </a:xfrm>
        </p:grpSpPr>
        <p:sp>
          <p:nvSpPr>
            <p:cNvPr id="228" name="Google Shape;228;p7"/>
            <p:cNvSpPr/>
            <p:nvPr/>
          </p:nvSpPr>
          <p:spPr>
            <a:xfrm>
              <a:off x="15875" y="13712"/>
              <a:ext cx="9516745" cy="815905"/>
            </a:xfrm>
            <a:custGeom>
              <a:avLst/>
              <a:gdLst/>
              <a:ahLst/>
              <a:cxnLst/>
              <a:rect l="l" t="t" r="r" b="b"/>
              <a:pathLst>
                <a:path w="9516745" h="815905" extrusionOk="0">
                  <a:moveTo>
                    <a:pt x="0" y="136021"/>
                  </a:moveTo>
                  <a:cubicBezTo>
                    <a:pt x="0" y="60880"/>
                    <a:pt x="72644" y="0"/>
                    <a:pt x="162179" y="0"/>
                  </a:cubicBezTo>
                  <a:lnTo>
                    <a:pt x="9354566" y="0"/>
                  </a:lnTo>
                  <a:cubicBezTo>
                    <a:pt x="9444101" y="0"/>
                    <a:pt x="9516745" y="60880"/>
                    <a:pt x="9516745" y="136021"/>
                  </a:cubicBezTo>
                  <a:lnTo>
                    <a:pt x="9516745" y="679884"/>
                  </a:lnTo>
                  <a:cubicBezTo>
                    <a:pt x="9516745" y="755025"/>
                    <a:pt x="9444101" y="815905"/>
                    <a:pt x="9354566" y="815905"/>
                  </a:cubicBezTo>
                  <a:lnTo>
                    <a:pt x="162179" y="815905"/>
                  </a:lnTo>
                  <a:cubicBezTo>
                    <a:pt x="72644" y="815905"/>
                    <a:pt x="0" y="755025"/>
                    <a:pt x="0" y="679884"/>
                  </a:cubicBez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0" y="0"/>
              <a:ext cx="9548495" cy="843329"/>
            </a:xfrm>
            <a:custGeom>
              <a:avLst/>
              <a:gdLst/>
              <a:ahLst/>
              <a:cxnLst/>
              <a:rect l="l" t="t" r="r" b="b"/>
              <a:pathLst>
                <a:path w="9548495" h="843329" extrusionOk="0">
                  <a:moveTo>
                    <a:pt x="0" y="149733"/>
                  </a:moveTo>
                  <a:cubicBezTo>
                    <a:pt x="0" y="66694"/>
                    <a:pt x="80137" y="0"/>
                    <a:pt x="178054" y="0"/>
                  </a:cubicBezTo>
                  <a:lnTo>
                    <a:pt x="9370441" y="0"/>
                  </a:lnTo>
                  <a:lnTo>
                    <a:pt x="9370441" y="13712"/>
                  </a:lnTo>
                  <a:lnTo>
                    <a:pt x="9370441" y="0"/>
                  </a:lnTo>
                  <a:cubicBezTo>
                    <a:pt x="9468358" y="0"/>
                    <a:pt x="9548495" y="66694"/>
                    <a:pt x="9548495" y="149733"/>
                  </a:cubicBezTo>
                  <a:lnTo>
                    <a:pt x="9532620" y="149733"/>
                  </a:lnTo>
                  <a:lnTo>
                    <a:pt x="9548495" y="149733"/>
                  </a:lnTo>
                  <a:lnTo>
                    <a:pt x="9548495" y="693596"/>
                  </a:lnTo>
                  <a:lnTo>
                    <a:pt x="9532620" y="693596"/>
                  </a:lnTo>
                  <a:lnTo>
                    <a:pt x="9548495" y="693596"/>
                  </a:lnTo>
                  <a:cubicBezTo>
                    <a:pt x="9548495" y="776635"/>
                    <a:pt x="9468358" y="843329"/>
                    <a:pt x="9370440" y="843329"/>
                  </a:cubicBezTo>
                  <a:lnTo>
                    <a:pt x="9370440" y="829617"/>
                  </a:lnTo>
                  <a:lnTo>
                    <a:pt x="9370440" y="843329"/>
                  </a:lnTo>
                  <a:lnTo>
                    <a:pt x="178054" y="843329"/>
                  </a:lnTo>
                  <a:lnTo>
                    <a:pt x="178054" y="829617"/>
                  </a:lnTo>
                  <a:lnTo>
                    <a:pt x="178054" y="843329"/>
                  </a:lnTo>
                  <a:cubicBezTo>
                    <a:pt x="80137" y="843329"/>
                    <a:pt x="0" y="776744"/>
                    <a:pt x="0" y="693596"/>
                  </a:cubicBezTo>
                  <a:lnTo>
                    <a:pt x="0" y="149733"/>
                  </a:lnTo>
                  <a:lnTo>
                    <a:pt x="15875" y="149733"/>
                  </a:lnTo>
                  <a:lnTo>
                    <a:pt x="0" y="149733"/>
                  </a:lnTo>
                  <a:moveTo>
                    <a:pt x="31750" y="149733"/>
                  </a:moveTo>
                  <a:lnTo>
                    <a:pt x="31750" y="693596"/>
                  </a:lnTo>
                  <a:lnTo>
                    <a:pt x="15875" y="693596"/>
                  </a:lnTo>
                  <a:lnTo>
                    <a:pt x="31750" y="693596"/>
                  </a:lnTo>
                  <a:cubicBezTo>
                    <a:pt x="31750" y="760729"/>
                    <a:pt x="96774" y="815905"/>
                    <a:pt x="178054" y="815905"/>
                  </a:cubicBezTo>
                  <a:lnTo>
                    <a:pt x="9370441" y="815905"/>
                  </a:lnTo>
                  <a:cubicBezTo>
                    <a:pt x="9451722" y="815905"/>
                    <a:pt x="9516745" y="760729"/>
                    <a:pt x="9516745" y="693596"/>
                  </a:cubicBezTo>
                  <a:lnTo>
                    <a:pt x="9516745" y="149733"/>
                  </a:lnTo>
                  <a:cubicBezTo>
                    <a:pt x="9516745" y="82600"/>
                    <a:pt x="9451722" y="27424"/>
                    <a:pt x="9370441" y="27424"/>
                  </a:cubicBezTo>
                  <a:lnTo>
                    <a:pt x="178054" y="27424"/>
                  </a:lnTo>
                  <a:lnTo>
                    <a:pt x="178054" y="13712"/>
                  </a:lnTo>
                  <a:lnTo>
                    <a:pt x="178054" y="27424"/>
                  </a:lnTo>
                  <a:cubicBezTo>
                    <a:pt x="96774" y="27424"/>
                    <a:pt x="31750" y="82600"/>
                    <a:pt x="31750" y="1497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" name="Google Shape;230;p7"/>
          <p:cNvGrpSpPr/>
          <p:nvPr/>
        </p:nvGrpSpPr>
        <p:grpSpPr>
          <a:xfrm>
            <a:off x="7610713" y="3982412"/>
            <a:ext cx="7092200" cy="663122"/>
            <a:chOff x="0" y="0"/>
            <a:chExt cx="9456266" cy="884162"/>
          </a:xfrm>
        </p:grpSpPr>
        <p:sp>
          <p:nvSpPr>
            <p:cNvPr id="231" name="Google Shape;231;p7"/>
            <p:cNvSpPr/>
            <p:nvPr/>
          </p:nvSpPr>
          <p:spPr>
            <a:xfrm>
              <a:off x="0" y="0"/>
              <a:ext cx="9456266" cy="884162"/>
            </a:xfrm>
            <a:custGeom>
              <a:avLst/>
              <a:gdLst/>
              <a:ahLst/>
              <a:cxnLst/>
              <a:rect l="l" t="t" r="r" b="b"/>
              <a:pathLst>
                <a:path w="9456266" h="884162" extrusionOk="0">
                  <a:moveTo>
                    <a:pt x="0" y="0"/>
                  </a:moveTo>
                  <a:lnTo>
                    <a:pt x="9456266" y="0"/>
                  </a:lnTo>
                  <a:lnTo>
                    <a:pt x="9456266" y="884162"/>
                  </a:lnTo>
                  <a:lnTo>
                    <a:pt x="0" y="8841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32" name="Google Shape;232;p7"/>
            <p:cNvSpPr txBox="1"/>
            <p:nvPr/>
          </p:nvSpPr>
          <p:spPr>
            <a:xfrm>
              <a:off x="0" y="19050"/>
              <a:ext cx="9456266" cy="865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Barras de herramientas (Toolbars)</a:t>
              </a:r>
              <a:endParaRPr/>
            </a:p>
          </p:txBody>
        </p:sp>
      </p:grpSp>
      <p:grpSp>
        <p:nvGrpSpPr>
          <p:cNvPr id="233" name="Google Shape;233;p7"/>
          <p:cNvGrpSpPr/>
          <p:nvPr/>
        </p:nvGrpSpPr>
        <p:grpSpPr>
          <a:xfrm>
            <a:off x="7100888" y="6904885"/>
            <a:ext cx="10220325" cy="854766"/>
            <a:chOff x="0" y="0"/>
            <a:chExt cx="13627100" cy="1139688"/>
          </a:xfrm>
        </p:grpSpPr>
        <p:sp>
          <p:nvSpPr>
            <p:cNvPr id="234" name="Google Shape;234;p7"/>
            <p:cNvSpPr/>
            <p:nvPr/>
          </p:nvSpPr>
          <p:spPr>
            <a:xfrm>
              <a:off x="15875" y="10366"/>
              <a:ext cx="13595350" cy="1118952"/>
            </a:xfrm>
            <a:custGeom>
              <a:avLst/>
              <a:gdLst/>
              <a:ahLst/>
              <a:cxnLst/>
              <a:rect l="l" t="t" r="r" b="b"/>
              <a:pathLst>
                <a:path w="13595350" h="1118952" extrusionOk="0">
                  <a:moveTo>
                    <a:pt x="0" y="0"/>
                  </a:moveTo>
                  <a:lnTo>
                    <a:pt x="13595350" y="0"/>
                  </a:lnTo>
                  <a:lnTo>
                    <a:pt x="13595350" y="1118952"/>
                  </a:lnTo>
                  <a:lnTo>
                    <a:pt x="0" y="1118952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0" y="0"/>
              <a:ext cx="13627100" cy="1139688"/>
            </a:xfrm>
            <a:custGeom>
              <a:avLst/>
              <a:gdLst/>
              <a:ahLst/>
              <a:cxnLst/>
              <a:rect l="l" t="t" r="r" b="b"/>
              <a:pathLst>
                <a:path w="13627100" h="1139688" extrusionOk="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644"/>
                    <a:pt x="13627100" y="10366"/>
                  </a:cubicBezTo>
                  <a:lnTo>
                    <a:pt x="13627100" y="1129318"/>
                  </a:lnTo>
                  <a:cubicBezTo>
                    <a:pt x="13627100" y="1135041"/>
                    <a:pt x="13619987" y="1139688"/>
                    <a:pt x="13611225" y="1139688"/>
                  </a:cubicBezTo>
                  <a:lnTo>
                    <a:pt x="15875" y="1139688"/>
                  </a:lnTo>
                  <a:cubicBezTo>
                    <a:pt x="7112" y="1139688"/>
                    <a:pt x="0" y="1135041"/>
                    <a:pt x="0" y="1129318"/>
                  </a:cubicBezTo>
                  <a:lnTo>
                    <a:pt x="0" y="10366"/>
                  </a:lnTo>
                  <a:cubicBezTo>
                    <a:pt x="0" y="4644"/>
                    <a:pt x="7112" y="0"/>
                    <a:pt x="15875" y="0"/>
                  </a:cubicBezTo>
                  <a:moveTo>
                    <a:pt x="15875" y="20732"/>
                  </a:moveTo>
                  <a:lnTo>
                    <a:pt x="15875" y="10366"/>
                  </a:lnTo>
                  <a:lnTo>
                    <a:pt x="31750" y="10366"/>
                  </a:lnTo>
                  <a:lnTo>
                    <a:pt x="31750" y="1129318"/>
                  </a:lnTo>
                  <a:lnTo>
                    <a:pt x="15875" y="1129318"/>
                  </a:lnTo>
                  <a:lnTo>
                    <a:pt x="15875" y="1118952"/>
                  </a:lnTo>
                  <a:lnTo>
                    <a:pt x="13611225" y="1118952"/>
                  </a:lnTo>
                  <a:lnTo>
                    <a:pt x="13611225" y="1129318"/>
                  </a:lnTo>
                  <a:lnTo>
                    <a:pt x="13595350" y="1129318"/>
                  </a:lnTo>
                  <a:lnTo>
                    <a:pt x="13595350" y="10366"/>
                  </a:lnTo>
                  <a:lnTo>
                    <a:pt x="13611225" y="10366"/>
                  </a:lnTo>
                  <a:lnTo>
                    <a:pt x="13611225" y="20732"/>
                  </a:lnTo>
                  <a:lnTo>
                    <a:pt x="15875" y="20732"/>
                  </a:lnTo>
                  <a:close/>
                </a:path>
              </a:pathLst>
            </a:custGeom>
            <a:solidFill>
              <a:srgbClr val="9698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" name="Google Shape;236;p7"/>
          <p:cNvGrpSpPr/>
          <p:nvPr/>
        </p:nvGrpSpPr>
        <p:grpSpPr>
          <a:xfrm>
            <a:off x="7100888" y="7009660"/>
            <a:ext cx="10015912" cy="809143"/>
            <a:chOff x="0" y="0"/>
            <a:chExt cx="13354548" cy="1078857"/>
          </a:xfrm>
        </p:grpSpPr>
        <p:sp>
          <p:nvSpPr>
            <p:cNvPr id="237" name="Google Shape;237;p7"/>
            <p:cNvSpPr/>
            <p:nvPr/>
          </p:nvSpPr>
          <p:spPr>
            <a:xfrm>
              <a:off x="0" y="0"/>
              <a:ext cx="13354548" cy="1078857"/>
            </a:xfrm>
            <a:custGeom>
              <a:avLst/>
              <a:gdLst/>
              <a:ahLst/>
              <a:cxnLst/>
              <a:rect l="l" t="t" r="r" b="b"/>
              <a:pathLst>
                <a:path w="13354548" h="1078857" extrusionOk="0">
                  <a:moveTo>
                    <a:pt x="0" y="0"/>
                  </a:moveTo>
                  <a:lnTo>
                    <a:pt x="13354548" y="0"/>
                  </a:lnTo>
                  <a:lnTo>
                    <a:pt x="13354548" y="1078857"/>
                  </a:lnTo>
                  <a:lnTo>
                    <a:pt x="0" y="10788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38" name="Google Shape;238;p7"/>
            <p:cNvSpPr txBox="1"/>
            <p:nvPr/>
          </p:nvSpPr>
          <p:spPr>
            <a:xfrm>
              <a:off x="0" y="19050"/>
              <a:ext cx="13354547" cy="10598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34340" marR="0" lvl="2" indent="-15240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⚬"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Ventanas emergentes que muestran información o solicitan entrada del usuario.</a:t>
              </a:r>
              <a:endParaRPr/>
            </a:p>
          </p:txBody>
        </p:sp>
      </p:grpSp>
      <p:grpSp>
        <p:nvGrpSpPr>
          <p:cNvPr id="239" name="Google Shape;239;p7"/>
          <p:cNvGrpSpPr/>
          <p:nvPr/>
        </p:nvGrpSpPr>
        <p:grpSpPr>
          <a:xfrm>
            <a:off x="7270022" y="6134492"/>
            <a:ext cx="7161372" cy="732282"/>
            <a:chOff x="0" y="0"/>
            <a:chExt cx="9548495" cy="976376"/>
          </a:xfrm>
        </p:grpSpPr>
        <p:sp>
          <p:nvSpPr>
            <p:cNvPr id="240" name="Google Shape;240;p7"/>
            <p:cNvSpPr/>
            <p:nvPr/>
          </p:nvSpPr>
          <p:spPr>
            <a:xfrm>
              <a:off x="15875" y="15875"/>
              <a:ext cx="9516745" cy="944626"/>
            </a:xfrm>
            <a:custGeom>
              <a:avLst/>
              <a:gdLst/>
              <a:ahLst/>
              <a:cxnLst/>
              <a:rect l="l" t="t" r="r" b="b"/>
              <a:pathLst>
                <a:path w="9516745" h="944626" extrusionOk="0">
                  <a:moveTo>
                    <a:pt x="0" y="157480"/>
                  </a:moveTo>
                  <a:cubicBezTo>
                    <a:pt x="0" y="70485"/>
                    <a:pt x="72644" y="0"/>
                    <a:pt x="162179" y="0"/>
                  </a:cubicBezTo>
                  <a:lnTo>
                    <a:pt x="9354566" y="0"/>
                  </a:lnTo>
                  <a:cubicBezTo>
                    <a:pt x="9444101" y="0"/>
                    <a:pt x="9516745" y="70485"/>
                    <a:pt x="9516745" y="157480"/>
                  </a:cubicBezTo>
                  <a:lnTo>
                    <a:pt x="9516745" y="787146"/>
                  </a:lnTo>
                  <a:cubicBezTo>
                    <a:pt x="9516745" y="874141"/>
                    <a:pt x="9444101" y="944626"/>
                    <a:pt x="9354566" y="944626"/>
                  </a:cubicBezTo>
                  <a:lnTo>
                    <a:pt x="162179" y="944626"/>
                  </a:lnTo>
                  <a:cubicBezTo>
                    <a:pt x="72644" y="944626"/>
                    <a:pt x="0" y="874141"/>
                    <a:pt x="0" y="787146"/>
                  </a:cubicBezTo>
                  <a:close/>
                </a:path>
              </a:pathLst>
            </a:custGeom>
            <a:solidFill>
              <a:srgbClr val="9698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7"/>
            <p:cNvSpPr/>
            <p:nvPr/>
          </p:nvSpPr>
          <p:spPr>
            <a:xfrm>
              <a:off x="0" y="0"/>
              <a:ext cx="9548495" cy="976376"/>
            </a:xfrm>
            <a:custGeom>
              <a:avLst/>
              <a:gdLst/>
              <a:ahLst/>
              <a:cxnLst/>
              <a:rect l="l" t="t" r="r" b="b"/>
              <a:pathLst>
                <a:path w="9548495" h="976376" extrusionOk="0">
                  <a:moveTo>
                    <a:pt x="0" y="173355"/>
                  </a:moveTo>
                  <a:cubicBezTo>
                    <a:pt x="0" y="77216"/>
                    <a:pt x="80137" y="0"/>
                    <a:pt x="178054" y="0"/>
                  </a:cubicBezTo>
                  <a:lnTo>
                    <a:pt x="9370441" y="0"/>
                  </a:lnTo>
                  <a:lnTo>
                    <a:pt x="9370441" y="15875"/>
                  </a:lnTo>
                  <a:lnTo>
                    <a:pt x="9370441" y="0"/>
                  </a:lnTo>
                  <a:cubicBezTo>
                    <a:pt x="9468358" y="0"/>
                    <a:pt x="9548495" y="77216"/>
                    <a:pt x="9548495" y="173355"/>
                  </a:cubicBezTo>
                  <a:lnTo>
                    <a:pt x="9532620" y="173355"/>
                  </a:lnTo>
                  <a:lnTo>
                    <a:pt x="9548495" y="173355"/>
                  </a:lnTo>
                  <a:lnTo>
                    <a:pt x="9548495" y="803021"/>
                  </a:lnTo>
                  <a:lnTo>
                    <a:pt x="9532620" y="803021"/>
                  </a:lnTo>
                  <a:lnTo>
                    <a:pt x="9548495" y="803021"/>
                  </a:lnTo>
                  <a:cubicBezTo>
                    <a:pt x="9548495" y="899160"/>
                    <a:pt x="9468358" y="976376"/>
                    <a:pt x="9370440" y="976376"/>
                  </a:cubicBezTo>
                  <a:lnTo>
                    <a:pt x="9370440" y="960501"/>
                  </a:lnTo>
                  <a:lnTo>
                    <a:pt x="9370440" y="976376"/>
                  </a:lnTo>
                  <a:lnTo>
                    <a:pt x="178054" y="976376"/>
                  </a:lnTo>
                  <a:lnTo>
                    <a:pt x="178054" y="960501"/>
                  </a:lnTo>
                  <a:lnTo>
                    <a:pt x="178054" y="976376"/>
                  </a:lnTo>
                  <a:cubicBezTo>
                    <a:pt x="80137" y="976376"/>
                    <a:pt x="0" y="899287"/>
                    <a:pt x="0" y="803021"/>
                  </a:cubicBezTo>
                  <a:lnTo>
                    <a:pt x="0" y="173355"/>
                  </a:lnTo>
                  <a:lnTo>
                    <a:pt x="15875" y="173355"/>
                  </a:lnTo>
                  <a:lnTo>
                    <a:pt x="0" y="173355"/>
                  </a:lnTo>
                  <a:moveTo>
                    <a:pt x="31750" y="173355"/>
                  </a:moveTo>
                  <a:lnTo>
                    <a:pt x="31750" y="803021"/>
                  </a:lnTo>
                  <a:lnTo>
                    <a:pt x="15875" y="803021"/>
                  </a:lnTo>
                  <a:lnTo>
                    <a:pt x="31750" y="803021"/>
                  </a:lnTo>
                  <a:cubicBezTo>
                    <a:pt x="31750" y="880745"/>
                    <a:pt x="96774" y="944626"/>
                    <a:pt x="178054" y="944626"/>
                  </a:cubicBezTo>
                  <a:lnTo>
                    <a:pt x="9370441" y="944626"/>
                  </a:lnTo>
                  <a:cubicBezTo>
                    <a:pt x="9451722" y="944626"/>
                    <a:pt x="9516745" y="880745"/>
                    <a:pt x="9516745" y="803021"/>
                  </a:cubicBezTo>
                  <a:lnTo>
                    <a:pt x="9516745" y="173355"/>
                  </a:lnTo>
                  <a:cubicBezTo>
                    <a:pt x="9516745" y="95631"/>
                    <a:pt x="9451722" y="31750"/>
                    <a:pt x="9370441" y="31750"/>
                  </a:cubicBezTo>
                  <a:lnTo>
                    <a:pt x="178054" y="31750"/>
                  </a:lnTo>
                  <a:lnTo>
                    <a:pt x="178054" y="15875"/>
                  </a:lnTo>
                  <a:lnTo>
                    <a:pt x="178054" y="31750"/>
                  </a:lnTo>
                  <a:cubicBezTo>
                    <a:pt x="96774" y="31750"/>
                    <a:pt x="31750" y="95631"/>
                    <a:pt x="31750" y="1733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2" name="Google Shape;242;p7"/>
          <p:cNvGrpSpPr/>
          <p:nvPr/>
        </p:nvGrpSpPr>
        <p:grpSpPr>
          <a:xfrm>
            <a:off x="7645298" y="6169078"/>
            <a:ext cx="7092200" cy="663122"/>
            <a:chOff x="0" y="0"/>
            <a:chExt cx="9456266" cy="884162"/>
          </a:xfrm>
        </p:grpSpPr>
        <p:sp>
          <p:nvSpPr>
            <p:cNvPr id="243" name="Google Shape;243;p7"/>
            <p:cNvSpPr/>
            <p:nvPr/>
          </p:nvSpPr>
          <p:spPr>
            <a:xfrm>
              <a:off x="0" y="0"/>
              <a:ext cx="9456266" cy="884162"/>
            </a:xfrm>
            <a:custGeom>
              <a:avLst/>
              <a:gdLst/>
              <a:ahLst/>
              <a:cxnLst/>
              <a:rect l="l" t="t" r="r" b="b"/>
              <a:pathLst>
                <a:path w="9456266" h="884162" extrusionOk="0">
                  <a:moveTo>
                    <a:pt x="0" y="0"/>
                  </a:moveTo>
                  <a:lnTo>
                    <a:pt x="9456266" y="0"/>
                  </a:lnTo>
                  <a:lnTo>
                    <a:pt x="9456266" y="884162"/>
                  </a:lnTo>
                  <a:lnTo>
                    <a:pt x="0" y="8841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44" name="Google Shape;244;p7"/>
            <p:cNvSpPr txBox="1"/>
            <p:nvPr/>
          </p:nvSpPr>
          <p:spPr>
            <a:xfrm>
              <a:off x="0" y="19050"/>
              <a:ext cx="9456266" cy="865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Cuadros de diálogo (Dialogs)</a:t>
              </a:r>
              <a:endParaRPr/>
            </a:p>
          </p:txBody>
        </p:sp>
      </p:grpSp>
      <p:grpSp>
        <p:nvGrpSpPr>
          <p:cNvPr id="245" name="Google Shape;245;p7"/>
          <p:cNvGrpSpPr/>
          <p:nvPr/>
        </p:nvGrpSpPr>
        <p:grpSpPr>
          <a:xfrm>
            <a:off x="7100888" y="8702500"/>
            <a:ext cx="10220325" cy="561879"/>
            <a:chOff x="0" y="0"/>
            <a:chExt cx="13627100" cy="749172"/>
          </a:xfrm>
        </p:grpSpPr>
        <p:sp>
          <p:nvSpPr>
            <p:cNvPr id="246" name="Google Shape;246;p7"/>
            <p:cNvSpPr/>
            <p:nvPr/>
          </p:nvSpPr>
          <p:spPr>
            <a:xfrm>
              <a:off x="15875" y="8861"/>
              <a:ext cx="13595350" cy="731450"/>
            </a:xfrm>
            <a:custGeom>
              <a:avLst/>
              <a:gdLst/>
              <a:ahLst/>
              <a:cxnLst/>
              <a:rect l="l" t="t" r="r" b="b"/>
              <a:pathLst>
                <a:path w="13595350" h="731450" extrusionOk="0">
                  <a:moveTo>
                    <a:pt x="0" y="0"/>
                  </a:moveTo>
                  <a:lnTo>
                    <a:pt x="13595350" y="0"/>
                  </a:lnTo>
                  <a:lnTo>
                    <a:pt x="13595350" y="731450"/>
                  </a:lnTo>
                  <a:lnTo>
                    <a:pt x="0" y="731450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47" name="Google Shape;247;p7"/>
            <p:cNvSpPr/>
            <p:nvPr/>
          </p:nvSpPr>
          <p:spPr>
            <a:xfrm>
              <a:off x="0" y="0"/>
              <a:ext cx="13627100" cy="749172"/>
            </a:xfrm>
            <a:custGeom>
              <a:avLst/>
              <a:gdLst/>
              <a:ahLst/>
              <a:cxnLst/>
              <a:rect l="l" t="t" r="r" b="b"/>
              <a:pathLst>
                <a:path w="13627100" h="749172" extrusionOk="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3970"/>
                    <a:pt x="13627100" y="8861"/>
                  </a:cubicBezTo>
                  <a:lnTo>
                    <a:pt x="13627100" y="740311"/>
                  </a:lnTo>
                  <a:cubicBezTo>
                    <a:pt x="13627100" y="745202"/>
                    <a:pt x="13619987" y="749172"/>
                    <a:pt x="13611225" y="749172"/>
                  </a:cubicBezTo>
                  <a:lnTo>
                    <a:pt x="15875" y="749172"/>
                  </a:lnTo>
                  <a:cubicBezTo>
                    <a:pt x="7112" y="749172"/>
                    <a:pt x="0" y="745202"/>
                    <a:pt x="0" y="740311"/>
                  </a:cubicBezTo>
                  <a:lnTo>
                    <a:pt x="0" y="8861"/>
                  </a:lnTo>
                  <a:cubicBezTo>
                    <a:pt x="0" y="3970"/>
                    <a:pt x="7112" y="0"/>
                    <a:pt x="15875" y="0"/>
                  </a:cubicBezTo>
                  <a:moveTo>
                    <a:pt x="15875" y="17723"/>
                  </a:moveTo>
                  <a:lnTo>
                    <a:pt x="15875" y="8861"/>
                  </a:lnTo>
                  <a:lnTo>
                    <a:pt x="31750" y="8861"/>
                  </a:lnTo>
                  <a:lnTo>
                    <a:pt x="31750" y="740311"/>
                  </a:lnTo>
                  <a:lnTo>
                    <a:pt x="15875" y="740311"/>
                  </a:lnTo>
                  <a:lnTo>
                    <a:pt x="15875" y="731450"/>
                  </a:lnTo>
                  <a:lnTo>
                    <a:pt x="13611225" y="731450"/>
                  </a:lnTo>
                  <a:lnTo>
                    <a:pt x="13611225" y="740311"/>
                  </a:lnTo>
                  <a:lnTo>
                    <a:pt x="13595350" y="740311"/>
                  </a:lnTo>
                  <a:lnTo>
                    <a:pt x="13595350" y="8861"/>
                  </a:lnTo>
                  <a:lnTo>
                    <a:pt x="13611225" y="8861"/>
                  </a:lnTo>
                  <a:lnTo>
                    <a:pt x="13611225" y="17723"/>
                  </a:lnTo>
                  <a:lnTo>
                    <a:pt x="15875" y="17723"/>
                  </a:lnTo>
                  <a:close/>
                </a:path>
              </a:pathLst>
            </a:custGeom>
            <a:solidFill>
              <a:srgbClr val="7F9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" name="Google Shape;248;p7"/>
          <p:cNvGrpSpPr/>
          <p:nvPr/>
        </p:nvGrpSpPr>
        <p:grpSpPr>
          <a:xfrm>
            <a:off x="7100888" y="8673925"/>
            <a:ext cx="10220325" cy="584375"/>
            <a:chOff x="0" y="0"/>
            <a:chExt cx="13627100" cy="779167"/>
          </a:xfrm>
        </p:grpSpPr>
        <p:sp>
          <p:nvSpPr>
            <p:cNvPr id="249" name="Google Shape;249;p7"/>
            <p:cNvSpPr/>
            <p:nvPr/>
          </p:nvSpPr>
          <p:spPr>
            <a:xfrm>
              <a:off x="0" y="0"/>
              <a:ext cx="13627100" cy="779167"/>
            </a:xfrm>
            <a:custGeom>
              <a:avLst/>
              <a:gdLst/>
              <a:ahLst/>
              <a:cxnLst/>
              <a:rect l="l" t="t" r="r" b="b"/>
              <a:pathLst>
                <a:path w="13627100" h="779167" extrusionOk="0">
                  <a:moveTo>
                    <a:pt x="0" y="0"/>
                  </a:moveTo>
                  <a:lnTo>
                    <a:pt x="13627100" y="0"/>
                  </a:lnTo>
                  <a:lnTo>
                    <a:pt x="13627100" y="779167"/>
                  </a:lnTo>
                  <a:lnTo>
                    <a:pt x="0" y="7791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50" name="Google Shape;250;p7"/>
            <p:cNvSpPr txBox="1"/>
            <p:nvPr/>
          </p:nvSpPr>
          <p:spPr>
            <a:xfrm>
              <a:off x="0" y="19050"/>
              <a:ext cx="13627100" cy="7601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34340" marR="0" lvl="2" indent="-15240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⚬"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Permiten al usuario ingresar datos o realizar acciones.</a:t>
              </a:r>
              <a:endParaRPr/>
            </a:p>
          </p:txBody>
        </p:sp>
      </p:grpSp>
      <p:grpSp>
        <p:nvGrpSpPr>
          <p:cNvPr id="251" name="Google Shape;251;p7"/>
          <p:cNvGrpSpPr/>
          <p:nvPr/>
        </p:nvGrpSpPr>
        <p:grpSpPr>
          <a:xfrm>
            <a:off x="7270022" y="7999778"/>
            <a:ext cx="7161372" cy="589410"/>
            <a:chOff x="0" y="0"/>
            <a:chExt cx="9548495" cy="785879"/>
          </a:xfrm>
        </p:grpSpPr>
        <p:sp>
          <p:nvSpPr>
            <p:cNvPr id="252" name="Google Shape;252;p7"/>
            <p:cNvSpPr/>
            <p:nvPr/>
          </p:nvSpPr>
          <p:spPr>
            <a:xfrm>
              <a:off x="15875" y="12778"/>
              <a:ext cx="9516745" cy="760323"/>
            </a:xfrm>
            <a:custGeom>
              <a:avLst/>
              <a:gdLst/>
              <a:ahLst/>
              <a:cxnLst/>
              <a:rect l="l" t="t" r="r" b="b"/>
              <a:pathLst>
                <a:path w="9516745" h="760323" extrusionOk="0">
                  <a:moveTo>
                    <a:pt x="0" y="126754"/>
                  </a:moveTo>
                  <a:cubicBezTo>
                    <a:pt x="0" y="56733"/>
                    <a:pt x="72644" y="0"/>
                    <a:pt x="162179" y="0"/>
                  </a:cubicBezTo>
                  <a:lnTo>
                    <a:pt x="9354566" y="0"/>
                  </a:lnTo>
                  <a:cubicBezTo>
                    <a:pt x="9444101" y="0"/>
                    <a:pt x="9516745" y="56733"/>
                    <a:pt x="9516745" y="126754"/>
                  </a:cubicBezTo>
                  <a:lnTo>
                    <a:pt x="9516745" y="633568"/>
                  </a:lnTo>
                  <a:cubicBezTo>
                    <a:pt x="9516745" y="703590"/>
                    <a:pt x="9444101" y="760323"/>
                    <a:pt x="9354566" y="760323"/>
                  </a:cubicBezTo>
                  <a:lnTo>
                    <a:pt x="162179" y="760323"/>
                  </a:lnTo>
                  <a:cubicBezTo>
                    <a:pt x="72644" y="760323"/>
                    <a:pt x="0" y="703590"/>
                    <a:pt x="0" y="633568"/>
                  </a:cubicBezTo>
                  <a:close/>
                </a:path>
              </a:pathLst>
            </a:custGeom>
            <a:solidFill>
              <a:srgbClr val="7F9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0" y="0"/>
              <a:ext cx="9548495" cy="785879"/>
            </a:xfrm>
            <a:custGeom>
              <a:avLst/>
              <a:gdLst/>
              <a:ahLst/>
              <a:cxnLst/>
              <a:rect l="l" t="t" r="r" b="b"/>
              <a:pathLst>
                <a:path w="9548495" h="785879" extrusionOk="0">
                  <a:moveTo>
                    <a:pt x="0" y="139532"/>
                  </a:moveTo>
                  <a:cubicBezTo>
                    <a:pt x="0" y="62151"/>
                    <a:pt x="80137" y="0"/>
                    <a:pt x="178054" y="0"/>
                  </a:cubicBezTo>
                  <a:lnTo>
                    <a:pt x="9370441" y="0"/>
                  </a:lnTo>
                  <a:lnTo>
                    <a:pt x="9370441" y="12778"/>
                  </a:lnTo>
                  <a:lnTo>
                    <a:pt x="9370441" y="0"/>
                  </a:lnTo>
                  <a:cubicBezTo>
                    <a:pt x="9468358" y="0"/>
                    <a:pt x="9548495" y="62151"/>
                    <a:pt x="9548495" y="139532"/>
                  </a:cubicBezTo>
                  <a:lnTo>
                    <a:pt x="9532620" y="139532"/>
                  </a:lnTo>
                  <a:lnTo>
                    <a:pt x="9548495" y="139532"/>
                  </a:lnTo>
                  <a:lnTo>
                    <a:pt x="9548495" y="646346"/>
                  </a:lnTo>
                  <a:lnTo>
                    <a:pt x="9532620" y="646346"/>
                  </a:lnTo>
                  <a:lnTo>
                    <a:pt x="9548495" y="646346"/>
                  </a:lnTo>
                  <a:cubicBezTo>
                    <a:pt x="9548495" y="723728"/>
                    <a:pt x="9468358" y="785879"/>
                    <a:pt x="9370440" y="785879"/>
                  </a:cubicBezTo>
                  <a:lnTo>
                    <a:pt x="9370440" y="773101"/>
                  </a:lnTo>
                  <a:lnTo>
                    <a:pt x="9370440" y="785879"/>
                  </a:lnTo>
                  <a:lnTo>
                    <a:pt x="178054" y="785879"/>
                  </a:lnTo>
                  <a:lnTo>
                    <a:pt x="178054" y="773101"/>
                  </a:lnTo>
                  <a:lnTo>
                    <a:pt x="178054" y="785879"/>
                  </a:lnTo>
                  <a:cubicBezTo>
                    <a:pt x="80137" y="785879"/>
                    <a:pt x="0" y="723830"/>
                    <a:pt x="0" y="646346"/>
                  </a:cubicBezTo>
                  <a:lnTo>
                    <a:pt x="0" y="139532"/>
                  </a:lnTo>
                  <a:lnTo>
                    <a:pt x="15875" y="139532"/>
                  </a:lnTo>
                  <a:lnTo>
                    <a:pt x="0" y="139532"/>
                  </a:lnTo>
                  <a:moveTo>
                    <a:pt x="31750" y="139532"/>
                  </a:moveTo>
                  <a:lnTo>
                    <a:pt x="31750" y="646346"/>
                  </a:lnTo>
                  <a:lnTo>
                    <a:pt x="15875" y="646346"/>
                  </a:lnTo>
                  <a:lnTo>
                    <a:pt x="31750" y="646346"/>
                  </a:lnTo>
                  <a:cubicBezTo>
                    <a:pt x="31750" y="708906"/>
                    <a:pt x="96774" y="760323"/>
                    <a:pt x="178054" y="760323"/>
                  </a:cubicBezTo>
                  <a:lnTo>
                    <a:pt x="9370441" y="760323"/>
                  </a:lnTo>
                  <a:cubicBezTo>
                    <a:pt x="9451722" y="760323"/>
                    <a:pt x="9516745" y="708906"/>
                    <a:pt x="9516745" y="646346"/>
                  </a:cubicBezTo>
                  <a:lnTo>
                    <a:pt x="9516745" y="139532"/>
                  </a:lnTo>
                  <a:cubicBezTo>
                    <a:pt x="9516745" y="76973"/>
                    <a:pt x="9451722" y="25555"/>
                    <a:pt x="9370441" y="25555"/>
                  </a:cubicBezTo>
                  <a:lnTo>
                    <a:pt x="178054" y="25555"/>
                  </a:lnTo>
                  <a:lnTo>
                    <a:pt x="178054" y="12778"/>
                  </a:lnTo>
                  <a:lnTo>
                    <a:pt x="178054" y="25555"/>
                  </a:lnTo>
                  <a:cubicBezTo>
                    <a:pt x="96774" y="25555"/>
                    <a:pt x="31750" y="76973"/>
                    <a:pt x="31750" y="1395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" name="Google Shape;254;p7"/>
          <p:cNvGrpSpPr/>
          <p:nvPr/>
        </p:nvGrpSpPr>
        <p:grpSpPr>
          <a:xfrm>
            <a:off x="7492246" y="7961678"/>
            <a:ext cx="7092200" cy="663122"/>
            <a:chOff x="0" y="0"/>
            <a:chExt cx="9456266" cy="884162"/>
          </a:xfrm>
        </p:grpSpPr>
        <p:sp>
          <p:nvSpPr>
            <p:cNvPr id="255" name="Google Shape;255;p7"/>
            <p:cNvSpPr/>
            <p:nvPr/>
          </p:nvSpPr>
          <p:spPr>
            <a:xfrm>
              <a:off x="0" y="0"/>
              <a:ext cx="9456266" cy="884162"/>
            </a:xfrm>
            <a:custGeom>
              <a:avLst/>
              <a:gdLst/>
              <a:ahLst/>
              <a:cxnLst/>
              <a:rect l="l" t="t" r="r" b="b"/>
              <a:pathLst>
                <a:path w="9456266" h="884162" extrusionOk="0">
                  <a:moveTo>
                    <a:pt x="0" y="0"/>
                  </a:moveTo>
                  <a:lnTo>
                    <a:pt x="9456266" y="0"/>
                  </a:lnTo>
                  <a:lnTo>
                    <a:pt x="9456266" y="884162"/>
                  </a:lnTo>
                  <a:lnTo>
                    <a:pt x="0" y="8841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56" name="Google Shape;256;p7"/>
            <p:cNvSpPr txBox="1"/>
            <p:nvPr/>
          </p:nvSpPr>
          <p:spPr>
            <a:xfrm>
              <a:off x="0" y="19050"/>
              <a:ext cx="9456266" cy="8651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Controles de entrada (TextFields, Buttons, etc.)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1" name="Google Shape;261;p8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62" name="Google Shape;262;p8"/>
          <p:cNvGrpSpPr/>
          <p:nvPr/>
        </p:nvGrpSpPr>
        <p:grpSpPr>
          <a:xfrm>
            <a:off x="1645920" y="429904"/>
            <a:ext cx="15087600" cy="2176135"/>
            <a:chOff x="0" y="0"/>
            <a:chExt cx="20116800" cy="2901514"/>
          </a:xfrm>
        </p:grpSpPr>
        <p:sp>
          <p:nvSpPr>
            <p:cNvPr id="263" name="Google Shape;263;p8"/>
            <p:cNvSpPr/>
            <p:nvPr/>
          </p:nvSpPr>
          <p:spPr>
            <a:xfrm>
              <a:off x="0" y="0"/>
              <a:ext cx="20116800" cy="2901514"/>
            </a:xfrm>
            <a:custGeom>
              <a:avLst/>
              <a:gdLst/>
              <a:ahLst/>
              <a:cxnLst/>
              <a:rect l="l" t="t" r="r" b="b"/>
              <a:pathLst>
                <a:path w="20116800" h="2901514" extrusionOk="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64" name="Google Shape;264;p8"/>
            <p:cNvSpPr txBox="1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100" b="0" i="0" u="none" strike="noStrike" cap="non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Beneficios</a:t>
              </a:r>
              <a:endParaRPr/>
            </a:p>
          </p:txBody>
        </p:sp>
      </p:grpSp>
      <p:sp>
        <p:nvSpPr>
          <p:cNvPr id="265" name="Google Shape;265;p8"/>
          <p:cNvSpPr/>
          <p:nvPr/>
        </p:nvSpPr>
        <p:spPr>
          <a:xfrm>
            <a:off x="1645920" y="3162990"/>
            <a:ext cx="15087601" cy="1611440"/>
          </a:xfrm>
          <a:custGeom>
            <a:avLst/>
            <a:gdLst/>
            <a:ahLst/>
            <a:cxnLst/>
            <a:rect l="l" t="t" r="r" b="b"/>
            <a:pathLst>
              <a:path w="20116800" h="2148586" extrusionOk="0">
                <a:moveTo>
                  <a:pt x="0" y="214884"/>
                </a:moveTo>
                <a:cubicBezTo>
                  <a:pt x="0" y="96139"/>
                  <a:pt x="96139" y="0"/>
                  <a:pt x="214884" y="0"/>
                </a:cubicBezTo>
                <a:lnTo>
                  <a:pt x="19901915" y="0"/>
                </a:lnTo>
                <a:cubicBezTo>
                  <a:pt x="20020533" y="0"/>
                  <a:pt x="20116800" y="96139"/>
                  <a:pt x="20116800" y="214884"/>
                </a:cubicBezTo>
                <a:lnTo>
                  <a:pt x="20116800" y="1933702"/>
                </a:lnTo>
                <a:cubicBezTo>
                  <a:pt x="20116800" y="2052320"/>
                  <a:pt x="20020660" y="2148586"/>
                  <a:pt x="19901915" y="2148586"/>
                </a:cubicBezTo>
                <a:lnTo>
                  <a:pt x="214884" y="2148586"/>
                </a:lnTo>
                <a:cubicBezTo>
                  <a:pt x="96139" y="2148586"/>
                  <a:pt x="0" y="2052320"/>
                  <a:pt x="0" y="1933702"/>
                </a:cubicBezTo>
                <a:close/>
              </a:path>
            </a:pathLst>
          </a:custGeom>
          <a:solidFill>
            <a:srgbClr val="E7D8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6" name="Google Shape;266;p8"/>
          <p:cNvGrpSpPr/>
          <p:nvPr/>
        </p:nvGrpSpPr>
        <p:grpSpPr>
          <a:xfrm>
            <a:off x="2121467" y="3513652"/>
            <a:ext cx="910114" cy="910114"/>
            <a:chOff x="0" y="0"/>
            <a:chExt cx="1213485" cy="1213485"/>
          </a:xfrm>
        </p:grpSpPr>
        <p:sp>
          <p:nvSpPr>
            <p:cNvPr id="267" name="Google Shape;267;p8"/>
            <p:cNvSpPr/>
            <p:nvPr/>
          </p:nvSpPr>
          <p:spPr>
            <a:xfrm>
              <a:off x="15875" y="15875"/>
              <a:ext cx="1181735" cy="1181735"/>
            </a:xfrm>
            <a:custGeom>
              <a:avLst/>
              <a:gdLst/>
              <a:ahLst/>
              <a:cxnLst/>
              <a:rect l="l" t="t" r="r" b="b"/>
              <a:pathLst>
                <a:path w="1181735" h="1181735" extrusionOk="0">
                  <a:moveTo>
                    <a:pt x="0" y="0"/>
                  </a:moveTo>
                  <a:lnTo>
                    <a:pt x="1181735" y="0"/>
                  </a:lnTo>
                  <a:lnTo>
                    <a:pt x="1181735" y="1181735"/>
                  </a:lnTo>
                  <a:lnTo>
                    <a:pt x="0" y="1181735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1340" t="-1340" r="-1337" b="-1337"/>
              </a:stretch>
            </a:blip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0" y="0"/>
              <a:ext cx="1213485" cy="1213485"/>
            </a:xfrm>
            <a:custGeom>
              <a:avLst/>
              <a:gdLst/>
              <a:ahLst/>
              <a:cxnLst/>
              <a:rect l="l" t="t" r="r" b="b"/>
              <a:pathLst>
                <a:path w="1213485" h="1213485" extrusionOk="0">
                  <a:moveTo>
                    <a:pt x="15875" y="0"/>
                  </a:moveTo>
                  <a:lnTo>
                    <a:pt x="1197610" y="0"/>
                  </a:lnTo>
                  <a:cubicBezTo>
                    <a:pt x="1206373" y="0"/>
                    <a:pt x="1213485" y="7112"/>
                    <a:pt x="1213485" y="15875"/>
                  </a:cubicBezTo>
                  <a:lnTo>
                    <a:pt x="1213485" y="1197610"/>
                  </a:lnTo>
                  <a:cubicBezTo>
                    <a:pt x="1213485" y="1206373"/>
                    <a:pt x="1206373" y="1213485"/>
                    <a:pt x="1197610" y="1213485"/>
                  </a:cubicBezTo>
                  <a:lnTo>
                    <a:pt x="15875" y="1213485"/>
                  </a:lnTo>
                  <a:cubicBezTo>
                    <a:pt x="7112" y="1213485"/>
                    <a:pt x="0" y="1206373"/>
                    <a:pt x="0" y="1197610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97610"/>
                  </a:lnTo>
                  <a:lnTo>
                    <a:pt x="15875" y="1197610"/>
                  </a:lnTo>
                  <a:lnTo>
                    <a:pt x="15875" y="1181735"/>
                  </a:lnTo>
                  <a:lnTo>
                    <a:pt x="1197610" y="1181735"/>
                  </a:lnTo>
                  <a:lnTo>
                    <a:pt x="1197610" y="1197610"/>
                  </a:lnTo>
                  <a:lnTo>
                    <a:pt x="1181735" y="1197610"/>
                  </a:lnTo>
                  <a:lnTo>
                    <a:pt x="1181735" y="15875"/>
                  </a:lnTo>
                  <a:lnTo>
                    <a:pt x="1197610" y="15875"/>
                  </a:lnTo>
                  <a:lnTo>
                    <a:pt x="119761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" name="Google Shape;269;p8"/>
          <p:cNvGrpSpPr/>
          <p:nvPr/>
        </p:nvGrpSpPr>
        <p:grpSpPr>
          <a:xfrm>
            <a:off x="3497582" y="3124890"/>
            <a:ext cx="6808470" cy="1659041"/>
            <a:chOff x="0" y="-38100"/>
            <a:chExt cx="9077960" cy="2212054"/>
          </a:xfrm>
        </p:grpSpPr>
        <p:sp>
          <p:nvSpPr>
            <p:cNvPr id="270" name="Google Shape;270;p8"/>
            <p:cNvSpPr/>
            <p:nvPr/>
          </p:nvSpPr>
          <p:spPr>
            <a:xfrm>
              <a:off x="0" y="0"/>
              <a:ext cx="9077960" cy="2173954"/>
            </a:xfrm>
            <a:custGeom>
              <a:avLst/>
              <a:gdLst/>
              <a:ahLst/>
              <a:cxnLst/>
              <a:rect l="l" t="t" r="r" b="b"/>
              <a:pathLst>
                <a:path w="9077960" h="2173954" extrusionOk="0">
                  <a:moveTo>
                    <a:pt x="0" y="0"/>
                  </a:moveTo>
                  <a:lnTo>
                    <a:pt x="9077960" y="0"/>
                  </a:lnTo>
                  <a:lnTo>
                    <a:pt x="9077960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71" name="Google Shape;271;p8"/>
            <p:cNvSpPr txBox="1"/>
            <p:nvPr/>
          </p:nvSpPr>
          <p:spPr>
            <a:xfrm>
              <a:off x="0" y="-38100"/>
              <a:ext cx="9077960" cy="22120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Mejora en la experiencia del usuario</a:t>
              </a:r>
              <a:endParaRPr/>
            </a:p>
          </p:txBody>
        </p:sp>
      </p:grpSp>
      <p:grpSp>
        <p:nvGrpSpPr>
          <p:cNvPr id="272" name="Google Shape;272;p8"/>
          <p:cNvGrpSpPr/>
          <p:nvPr/>
        </p:nvGrpSpPr>
        <p:grpSpPr>
          <a:xfrm>
            <a:off x="10287002" y="3139177"/>
            <a:ext cx="6456042" cy="1644754"/>
            <a:chOff x="0" y="-19050"/>
            <a:chExt cx="8608056" cy="2193004"/>
          </a:xfrm>
        </p:grpSpPr>
        <p:sp>
          <p:nvSpPr>
            <p:cNvPr id="273" name="Google Shape;273;p8"/>
            <p:cNvSpPr/>
            <p:nvPr/>
          </p:nvSpPr>
          <p:spPr>
            <a:xfrm>
              <a:off x="0" y="0"/>
              <a:ext cx="8608056" cy="2173954"/>
            </a:xfrm>
            <a:custGeom>
              <a:avLst/>
              <a:gdLst/>
              <a:ahLst/>
              <a:cxnLst/>
              <a:rect l="l" t="t" r="r" b="b"/>
              <a:pathLst>
                <a:path w="8608056" h="2173954" extrusionOk="0">
                  <a:moveTo>
                    <a:pt x="0" y="0"/>
                  </a:moveTo>
                  <a:lnTo>
                    <a:pt x="8608056" y="0"/>
                  </a:lnTo>
                  <a:lnTo>
                    <a:pt x="8608056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74" name="Google Shape;274;p8"/>
            <p:cNvSpPr txBox="1"/>
            <p:nvPr/>
          </p:nvSpPr>
          <p:spPr>
            <a:xfrm>
              <a:off x="0" y="-19050"/>
              <a:ext cx="8608056" cy="21930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Las GUI hacen que las aplicaciones sean más accesibles y fáciles de usar.</a:t>
              </a:r>
              <a:endParaRPr/>
            </a:p>
          </p:txBody>
        </p:sp>
      </p:grpSp>
      <p:sp>
        <p:nvSpPr>
          <p:cNvPr id="275" name="Google Shape;275;p8"/>
          <p:cNvSpPr/>
          <p:nvPr/>
        </p:nvSpPr>
        <p:spPr>
          <a:xfrm>
            <a:off x="1645920" y="5177260"/>
            <a:ext cx="15087601" cy="1611439"/>
          </a:xfrm>
          <a:custGeom>
            <a:avLst/>
            <a:gdLst/>
            <a:ahLst/>
            <a:cxnLst/>
            <a:rect l="l" t="t" r="r" b="b"/>
            <a:pathLst>
              <a:path w="20116800" h="2148586" extrusionOk="0">
                <a:moveTo>
                  <a:pt x="0" y="214884"/>
                </a:moveTo>
                <a:cubicBezTo>
                  <a:pt x="0" y="96139"/>
                  <a:pt x="96139" y="0"/>
                  <a:pt x="214884" y="0"/>
                </a:cubicBezTo>
                <a:lnTo>
                  <a:pt x="19901915" y="0"/>
                </a:lnTo>
                <a:cubicBezTo>
                  <a:pt x="20020533" y="0"/>
                  <a:pt x="20116800" y="96139"/>
                  <a:pt x="20116800" y="214884"/>
                </a:cubicBezTo>
                <a:lnTo>
                  <a:pt x="20116800" y="1933702"/>
                </a:lnTo>
                <a:cubicBezTo>
                  <a:pt x="20116800" y="2052320"/>
                  <a:pt x="20020660" y="2148586"/>
                  <a:pt x="19901915" y="2148586"/>
                </a:cubicBezTo>
                <a:lnTo>
                  <a:pt x="214884" y="2148586"/>
                </a:lnTo>
                <a:cubicBezTo>
                  <a:pt x="96139" y="2148586"/>
                  <a:pt x="0" y="2052320"/>
                  <a:pt x="0" y="1933702"/>
                </a:cubicBezTo>
                <a:close/>
              </a:path>
            </a:pathLst>
          </a:custGeom>
          <a:solidFill>
            <a:srgbClr val="E7D8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6" name="Google Shape;276;p8"/>
          <p:cNvGrpSpPr/>
          <p:nvPr/>
        </p:nvGrpSpPr>
        <p:grpSpPr>
          <a:xfrm>
            <a:off x="2121467" y="5527924"/>
            <a:ext cx="910114" cy="910113"/>
            <a:chOff x="0" y="0"/>
            <a:chExt cx="1213485" cy="1213485"/>
          </a:xfrm>
        </p:grpSpPr>
        <p:sp>
          <p:nvSpPr>
            <p:cNvPr id="277" name="Google Shape;277;p8"/>
            <p:cNvSpPr/>
            <p:nvPr/>
          </p:nvSpPr>
          <p:spPr>
            <a:xfrm>
              <a:off x="15875" y="15875"/>
              <a:ext cx="1181735" cy="1181735"/>
            </a:xfrm>
            <a:custGeom>
              <a:avLst/>
              <a:gdLst/>
              <a:ahLst/>
              <a:cxnLst/>
              <a:rect l="l" t="t" r="r" b="b"/>
              <a:pathLst>
                <a:path w="1181735" h="1181735" extrusionOk="0">
                  <a:moveTo>
                    <a:pt x="0" y="0"/>
                  </a:moveTo>
                  <a:lnTo>
                    <a:pt x="1181735" y="0"/>
                  </a:lnTo>
                  <a:lnTo>
                    <a:pt x="1181735" y="1181735"/>
                  </a:lnTo>
                  <a:lnTo>
                    <a:pt x="0" y="1181735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l="-1340" t="-1340" r="-1337" b="-1337"/>
              </a:stretch>
            </a:blip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0" y="0"/>
              <a:ext cx="1213485" cy="1213485"/>
            </a:xfrm>
            <a:custGeom>
              <a:avLst/>
              <a:gdLst/>
              <a:ahLst/>
              <a:cxnLst/>
              <a:rect l="l" t="t" r="r" b="b"/>
              <a:pathLst>
                <a:path w="1213485" h="1213485" extrusionOk="0">
                  <a:moveTo>
                    <a:pt x="15875" y="0"/>
                  </a:moveTo>
                  <a:lnTo>
                    <a:pt x="1197610" y="0"/>
                  </a:lnTo>
                  <a:cubicBezTo>
                    <a:pt x="1206373" y="0"/>
                    <a:pt x="1213485" y="7112"/>
                    <a:pt x="1213485" y="15875"/>
                  </a:cubicBezTo>
                  <a:lnTo>
                    <a:pt x="1213485" y="1197610"/>
                  </a:lnTo>
                  <a:cubicBezTo>
                    <a:pt x="1213485" y="1206373"/>
                    <a:pt x="1206373" y="1213485"/>
                    <a:pt x="1197610" y="1213485"/>
                  </a:cubicBezTo>
                  <a:lnTo>
                    <a:pt x="15875" y="1213485"/>
                  </a:lnTo>
                  <a:cubicBezTo>
                    <a:pt x="7112" y="1213485"/>
                    <a:pt x="0" y="1206373"/>
                    <a:pt x="0" y="1197610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97610"/>
                  </a:lnTo>
                  <a:lnTo>
                    <a:pt x="15875" y="1197610"/>
                  </a:lnTo>
                  <a:lnTo>
                    <a:pt x="15875" y="1181735"/>
                  </a:lnTo>
                  <a:lnTo>
                    <a:pt x="1197610" y="1181735"/>
                  </a:lnTo>
                  <a:lnTo>
                    <a:pt x="1197610" y="1197610"/>
                  </a:lnTo>
                  <a:lnTo>
                    <a:pt x="1181735" y="1197610"/>
                  </a:lnTo>
                  <a:lnTo>
                    <a:pt x="1181735" y="15875"/>
                  </a:lnTo>
                  <a:lnTo>
                    <a:pt x="1197610" y="15875"/>
                  </a:lnTo>
                  <a:lnTo>
                    <a:pt x="119761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9" name="Google Shape;279;p8"/>
          <p:cNvGrpSpPr/>
          <p:nvPr/>
        </p:nvGrpSpPr>
        <p:grpSpPr>
          <a:xfrm>
            <a:off x="3497582" y="5139161"/>
            <a:ext cx="6808470" cy="1659040"/>
            <a:chOff x="0" y="-38100"/>
            <a:chExt cx="9077960" cy="2212054"/>
          </a:xfrm>
        </p:grpSpPr>
        <p:sp>
          <p:nvSpPr>
            <p:cNvPr id="280" name="Google Shape;280;p8"/>
            <p:cNvSpPr/>
            <p:nvPr/>
          </p:nvSpPr>
          <p:spPr>
            <a:xfrm>
              <a:off x="0" y="0"/>
              <a:ext cx="9077960" cy="2173954"/>
            </a:xfrm>
            <a:custGeom>
              <a:avLst/>
              <a:gdLst/>
              <a:ahLst/>
              <a:cxnLst/>
              <a:rect l="l" t="t" r="r" b="b"/>
              <a:pathLst>
                <a:path w="9077960" h="2173954" extrusionOk="0">
                  <a:moveTo>
                    <a:pt x="0" y="0"/>
                  </a:moveTo>
                  <a:lnTo>
                    <a:pt x="9077960" y="0"/>
                  </a:lnTo>
                  <a:lnTo>
                    <a:pt x="9077960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81" name="Google Shape;281;p8"/>
            <p:cNvSpPr txBox="1"/>
            <p:nvPr/>
          </p:nvSpPr>
          <p:spPr>
            <a:xfrm>
              <a:off x="0" y="-38100"/>
              <a:ext cx="9077960" cy="22120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Facilidad para desarrollar aplicaciones interactivas</a:t>
              </a:r>
              <a:endParaRPr/>
            </a:p>
          </p:txBody>
        </p:sp>
      </p:grpSp>
      <p:grpSp>
        <p:nvGrpSpPr>
          <p:cNvPr id="282" name="Google Shape;282;p8"/>
          <p:cNvGrpSpPr/>
          <p:nvPr/>
        </p:nvGrpSpPr>
        <p:grpSpPr>
          <a:xfrm>
            <a:off x="10287002" y="5153449"/>
            <a:ext cx="6456042" cy="1644752"/>
            <a:chOff x="0" y="-19050"/>
            <a:chExt cx="8608056" cy="2193004"/>
          </a:xfrm>
        </p:grpSpPr>
        <p:sp>
          <p:nvSpPr>
            <p:cNvPr id="283" name="Google Shape;283;p8"/>
            <p:cNvSpPr/>
            <p:nvPr/>
          </p:nvSpPr>
          <p:spPr>
            <a:xfrm>
              <a:off x="0" y="0"/>
              <a:ext cx="8608056" cy="2173954"/>
            </a:xfrm>
            <a:custGeom>
              <a:avLst/>
              <a:gdLst/>
              <a:ahLst/>
              <a:cxnLst/>
              <a:rect l="l" t="t" r="r" b="b"/>
              <a:pathLst>
                <a:path w="8608056" h="2173954" extrusionOk="0">
                  <a:moveTo>
                    <a:pt x="0" y="0"/>
                  </a:moveTo>
                  <a:lnTo>
                    <a:pt x="8608056" y="0"/>
                  </a:lnTo>
                  <a:lnTo>
                    <a:pt x="8608056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84" name="Google Shape;284;p8"/>
            <p:cNvSpPr txBox="1"/>
            <p:nvPr/>
          </p:nvSpPr>
          <p:spPr>
            <a:xfrm>
              <a:off x="0" y="-19050"/>
              <a:ext cx="8608056" cy="21930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 las bibliotecas gráficas de Java, se pueden crear aplicaciones interactivas sin necesidad de escribir código complejo desde cero.</a:t>
              </a:r>
              <a:endParaRPr/>
            </a:p>
          </p:txBody>
        </p:sp>
      </p:grpSp>
      <p:sp>
        <p:nvSpPr>
          <p:cNvPr id="285" name="Google Shape;285;p8"/>
          <p:cNvSpPr/>
          <p:nvPr/>
        </p:nvSpPr>
        <p:spPr>
          <a:xfrm>
            <a:off x="1645920" y="7191531"/>
            <a:ext cx="15087601" cy="1611439"/>
          </a:xfrm>
          <a:custGeom>
            <a:avLst/>
            <a:gdLst/>
            <a:ahLst/>
            <a:cxnLst/>
            <a:rect l="l" t="t" r="r" b="b"/>
            <a:pathLst>
              <a:path w="20116800" h="2148586" extrusionOk="0">
                <a:moveTo>
                  <a:pt x="0" y="214884"/>
                </a:moveTo>
                <a:cubicBezTo>
                  <a:pt x="0" y="96139"/>
                  <a:pt x="96139" y="0"/>
                  <a:pt x="214884" y="0"/>
                </a:cubicBezTo>
                <a:lnTo>
                  <a:pt x="19901915" y="0"/>
                </a:lnTo>
                <a:cubicBezTo>
                  <a:pt x="20020533" y="0"/>
                  <a:pt x="20116800" y="96139"/>
                  <a:pt x="20116800" y="214884"/>
                </a:cubicBezTo>
                <a:lnTo>
                  <a:pt x="20116800" y="1933702"/>
                </a:lnTo>
                <a:cubicBezTo>
                  <a:pt x="20116800" y="2052320"/>
                  <a:pt x="20020660" y="2148586"/>
                  <a:pt x="19901915" y="2148586"/>
                </a:cubicBezTo>
                <a:lnTo>
                  <a:pt x="214884" y="2148586"/>
                </a:lnTo>
                <a:cubicBezTo>
                  <a:pt x="96139" y="2148586"/>
                  <a:pt x="0" y="2052320"/>
                  <a:pt x="0" y="1933702"/>
                </a:cubicBezTo>
                <a:close/>
              </a:path>
            </a:pathLst>
          </a:custGeom>
          <a:solidFill>
            <a:srgbClr val="E7D8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6" name="Google Shape;286;p8"/>
          <p:cNvGrpSpPr/>
          <p:nvPr/>
        </p:nvGrpSpPr>
        <p:grpSpPr>
          <a:xfrm>
            <a:off x="2121467" y="7542194"/>
            <a:ext cx="910114" cy="910113"/>
            <a:chOff x="0" y="0"/>
            <a:chExt cx="1213485" cy="1213485"/>
          </a:xfrm>
        </p:grpSpPr>
        <p:sp>
          <p:nvSpPr>
            <p:cNvPr id="287" name="Google Shape;287;p8"/>
            <p:cNvSpPr/>
            <p:nvPr/>
          </p:nvSpPr>
          <p:spPr>
            <a:xfrm>
              <a:off x="15875" y="15875"/>
              <a:ext cx="1181735" cy="1181735"/>
            </a:xfrm>
            <a:custGeom>
              <a:avLst/>
              <a:gdLst/>
              <a:ahLst/>
              <a:cxnLst/>
              <a:rect l="l" t="t" r="r" b="b"/>
              <a:pathLst>
                <a:path w="1181735" h="1181735" extrusionOk="0">
                  <a:moveTo>
                    <a:pt x="0" y="0"/>
                  </a:moveTo>
                  <a:lnTo>
                    <a:pt x="1181735" y="0"/>
                  </a:lnTo>
                  <a:lnTo>
                    <a:pt x="1181735" y="1181735"/>
                  </a:lnTo>
                  <a:lnTo>
                    <a:pt x="0" y="1181735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1340" t="-1340" r="-1337" b="-1337"/>
              </a:stretch>
            </a:blip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0" y="0"/>
              <a:ext cx="1213485" cy="1213485"/>
            </a:xfrm>
            <a:custGeom>
              <a:avLst/>
              <a:gdLst/>
              <a:ahLst/>
              <a:cxnLst/>
              <a:rect l="l" t="t" r="r" b="b"/>
              <a:pathLst>
                <a:path w="1213485" h="1213485" extrusionOk="0">
                  <a:moveTo>
                    <a:pt x="15875" y="0"/>
                  </a:moveTo>
                  <a:lnTo>
                    <a:pt x="1197610" y="0"/>
                  </a:lnTo>
                  <a:cubicBezTo>
                    <a:pt x="1206373" y="0"/>
                    <a:pt x="1213485" y="7112"/>
                    <a:pt x="1213485" y="15875"/>
                  </a:cubicBezTo>
                  <a:lnTo>
                    <a:pt x="1213485" y="1197610"/>
                  </a:lnTo>
                  <a:cubicBezTo>
                    <a:pt x="1213485" y="1206373"/>
                    <a:pt x="1206373" y="1213485"/>
                    <a:pt x="1197610" y="1213485"/>
                  </a:cubicBezTo>
                  <a:lnTo>
                    <a:pt x="15875" y="1213485"/>
                  </a:lnTo>
                  <a:cubicBezTo>
                    <a:pt x="7112" y="1213485"/>
                    <a:pt x="0" y="1206373"/>
                    <a:pt x="0" y="1197610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97610"/>
                  </a:lnTo>
                  <a:lnTo>
                    <a:pt x="15875" y="1197610"/>
                  </a:lnTo>
                  <a:lnTo>
                    <a:pt x="15875" y="1181735"/>
                  </a:lnTo>
                  <a:lnTo>
                    <a:pt x="1197610" y="1181735"/>
                  </a:lnTo>
                  <a:lnTo>
                    <a:pt x="1197610" y="1197610"/>
                  </a:lnTo>
                  <a:lnTo>
                    <a:pt x="1181735" y="1197610"/>
                  </a:lnTo>
                  <a:lnTo>
                    <a:pt x="1181735" y="15875"/>
                  </a:lnTo>
                  <a:lnTo>
                    <a:pt x="1197610" y="15875"/>
                  </a:lnTo>
                  <a:lnTo>
                    <a:pt x="119761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" name="Google Shape;289;p8"/>
          <p:cNvGrpSpPr/>
          <p:nvPr/>
        </p:nvGrpSpPr>
        <p:grpSpPr>
          <a:xfrm>
            <a:off x="3497582" y="7153431"/>
            <a:ext cx="6808470" cy="1659040"/>
            <a:chOff x="0" y="-38100"/>
            <a:chExt cx="9077960" cy="2212054"/>
          </a:xfrm>
        </p:grpSpPr>
        <p:sp>
          <p:nvSpPr>
            <p:cNvPr id="290" name="Google Shape;290;p8"/>
            <p:cNvSpPr/>
            <p:nvPr/>
          </p:nvSpPr>
          <p:spPr>
            <a:xfrm>
              <a:off x="0" y="0"/>
              <a:ext cx="9077960" cy="2173954"/>
            </a:xfrm>
            <a:custGeom>
              <a:avLst/>
              <a:gdLst/>
              <a:ahLst/>
              <a:cxnLst/>
              <a:rect l="l" t="t" r="r" b="b"/>
              <a:pathLst>
                <a:path w="9077960" h="2173954" extrusionOk="0">
                  <a:moveTo>
                    <a:pt x="0" y="0"/>
                  </a:moveTo>
                  <a:lnTo>
                    <a:pt x="9077960" y="0"/>
                  </a:lnTo>
                  <a:lnTo>
                    <a:pt x="9077960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91" name="Google Shape;291;p8"/>
            <p:cNvSpPr txBox="1"/>
            <p:nvPr/>
          </p:nvSpPr>
          <p:spPr>
            <a:xfrm>
              <a:off x="0" y="-38100"/>
              <a:ext cx="9077960" cy="22120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Portabilidad gracias al entorno Java</a:t>
              </a:r>
              <a:endParaRPr/>
            </a:p>
          </p:txBody>
        </p:sp>
      </p:grpSp>
      <p:grpSp>
        <p:nvGrpSpPr>
          <p:cNvPr id="292" name="Google Shape;292;p8"/>
          <p:cNvGrpSpPr/>
          <p:nvPr/>
        </p:nvGrpSpPr>
        <p:grpSpPr>
          <a:xfrm>
            <a:off x="10287002" y="7167719"/>
            <a:ext cx="6456042" cy="1644752"/>
            <a:chOff x="0" y="-19050"/>
            <a:chExt cx="8608056" cy="2193004"/>
          </a:xfrm>
        </p:grpSpPr>
        <p:sp>
          <p:nvSpPr>
            <p:cNvPr id="293" name="Google Shape;293;p8"/>
            <p:cNvSpPr/>
            <p:nvPr/>
          </p:nvSpPr>
          <p:spPr>
            <a:xfrm>
              <a:off x="0" y="0"/>
              <a:ext cx="8608056" cy="2173954"/>
            </a:xfrm>
            <a:custGeom>
              <a:avLst/>
              <a:gdLst/>
              <a:ahLst/>
              <a:cxnLst/>
              <a:rect l="l" t="t" r="r" b="b"/>
              <a:pathLst>
                <a:path w="8608056" h="2173954" extrusionOk="0">
                  <a:moveTo>
                    <a:pt x="0" y="0"/>
                  </a:moveTo>
                  <a:lnTo>
                    <a:pt x="8608056" y="0"/>
                  </a:lnTo>
                  <a:lnTo>
                    <a:pt x="8608056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94" name="Google Shape;294;p8"/>
            <p:cNvSpPr txBox="1"/>
            <p:nvPr/>
          </p:nvSpPr>
          <p:spPr>
            <a:xfrm>
              <a:off x="0" y="-19050"/>
              <a:ext cx="8608056" cy="21930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Las aplicaciones Java con GUI son portátiles y pueden ejecutarse en cualquier plataforma que tenga instalada la JVM (Máquina Virtual de Java).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"/>
          <p:cNvSpPr/>
          <p:nvPr/>
        </p:nvSpPr>
        <p:spPr>
          <a:xfrm>
            <a:off x="4762" y="9601200"/>
            <a:ext cx="18283238" cy="685800"/>
          </a:xfrm>
          <a:custGeom>
            <a:avLst/>
            <a:gdLst/>
            <a:ahLst/>
            <a:cxnLst/>
            <a:rect l="l" t="t" r="r" b="b"/>
            <a:pathLst>
              <a:path w="24377650" h="914400" extrusionOk="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cxnSp>
        <p:nvCxnSpPr>
          <p:cNvPr id="300" name="Google Shape;300;p9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1" name="Google Shape;301;p9"/>
          <p:cNvSpPr/>
          <p:nvPr/>
        </p:nvSpPr>
        <p:spPr>
          <a:xfrm>
            <a:off x="4762" y="9601200"/>
            <a:ext cx="18283238" cy="685800"/>
          </a:xfrm>
          <a:custGeom>
            <a:avLst/>
            <a:gdLst/>
            <a:ahLst/>
            <a:cxnLst/>
            <a:rect l="l" t="t" r="r" b="b"/>
            <a:pathLst>
              <a:path w="24377650" h="914400" extrusionOk="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cxnSp>
        <p:nvCxnSpPr>
          <p:cNvPr id="302" name="Google Shape;302;p9"/>
          <p:cNvCxnSpPr/>
          <p:nvPr/>
        </p:nvCxnSpPr>
        <p:spPr>
          <a:xfrm rot="4415">
            <a:off x="1801956" y="6712111"/>
            <a:ext cx="1483234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03" name="Google Shape;303;p9"/>
          <p:cNvGrpSpPr/>
          <p:nvPr/>
        </p:nvGrpSpPr>
        <p:grpSpPr>
          <a:xfrm>
            <a:off x="5754756" y="1138426"/>
            <a:ext cx="10978762" cy="5062396"/>
            <a:chOff x="0" y="0"/>
            <a:chExt cx="14638350" cy="6749862"/>
          </a:xfrm>
        </p:grpSpPr>
        <p:sp>
          <p:nvSpPr>
            <p:cNvPr id="304" name="Google Shape;304;p9"/>
            <p:cNvSpPr/>
            <p:nvPr/>
          </p:nvSpPr>
          <p:spPr>
            <a:xfrm>
              <a:off x="0" y="0"/>
              <a:ext cx="14638350" cy="6749862"/>
            </a:xfrm>
            <a:custGeom>
              <a:avLst/>
              <a:gdLst/>
              <a:ahLst/>
              <a:cxnLst/>
              <a:rect l="l" t="t" r="r" b="b"/>
              <a:pathLst>
                <a:path w="14638350" h="6749862" extrusionOk="0">
                  <a:moveTo>
                    <a:pt x="0" y="0"/>
                  </a:moveTo>
                  <a:lnTo>
                    <a:pt x="14638350" y="0"/>
                  </a:lnTo>
                  <a:lnTo>
                    <a:pt x="14638350" y="6749862"/>
                  </a:lnTo>
                  <a:lnTo>
                    <a:pt x="0" y="67498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05" name="Google Shape;305;p9"/>
            <p:cNvSpPr txBox="1"/>
            <p:nvPr/>
          </p:nvSpPr>
          <p:spPr>
            <a:xfrm>
              <a:off x="0" y="95250"/>
              <a:ext cx="14638350" cy="66546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0" b="0" i="0" u="none" strike="noStrike" cap="none">
                  <a:solidFill>
                    <a:srgbClr val="262626"/>
                  </a:solidFill>
                  <a:latin typeface="Arimo"/>
                  <a:ea typeface="Arimo"/>
                  <a:cs typeface="Arimo"/>
                  <a:sym typeface="Arimo"/>
                </a:rPr>
                <a:t>AWT</a:t>
              </a:r>
              <a:endParaRPr/>
            </a:p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0" i="0" u="none" strike="noStrike" cap="none">
                  <a:solidFill>
                    <a:srgbClr val="808080"/>
                  </a:solidFill>
                  <a:latin typeface="Arimo"/>
                  <a:ea typeface="Arimo"/>
                  <a:cs typeface="Arimo"/>
                  <a:sym typeface="Arimo"/>
                </a:rPr>
                <a:t>Abstract Window Toolkit</a:t>
              </a:r>
              <a:endParaRPr/>
            </a:p>
          </p:txBody>
        </p:sp>
      </p:grpSp>
      <p:grpSp>
        <p:nvGrpSpPr>
          <p:cNvPr id="306" name="Google Shape;306;p9"/>
          <p:cNvGrpSpPr/>
          <p:nvPr/>
        </p:nvGrpSpPr>
        <p:grpSpPr>
          <a:xfrm>
            <a:off x="5754756" y="6661999"/>
            <a:ext cx="10982919" cy="1735931"/>
            <a:chOff x="0" y="-28575"/>
            <a:chExt cx="14643892" cy="2314575"/>
          </a:xfrm>
        </p:grpSpPr>
        <p:sp>
          <p:nvSpPr>
            <p:cNvPr id="307" name="Google Shape;307;p9"/>
            <p:cNvSpPr/>
            <p:nvPr/>
          </p:nvSpPr>
          <p:spPr>
            <a:xfrm>
              <a:off x="0" y="0"/>
              <a:ext cx="14643892" cy="2286000"/>
            </a:xfrm>
            <a:custGeom>
              <a:avLst/>
              <a:gdLst/>
              <a:ahLst/>
              <a:cxnLst/>
              <a:rect l="l" t="t" r="r" b="b"/>
              <a:pathLst>
                <a:path w="14643892" h="2286000" extrusionOk="0">
                  <a:moveTo>
                    <a:pt x="0" y="0"/>
                  </a:moveTo>
                  <a:lnTo>
                    <a:pt x="14643892" y="0"/>
                  </a:lnTo>
                  <a:lnTo>
                    <a:pt x="14643892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08" name="Google Shape;308;p9"/>
            <p:cNvSpPr txBox="1"/>
            <p:nvPr/>
          </p:nvSpPr>
          <p:spPr>
            <a:xfrm>
              <a:off x="0" y="-28575"/>
              <a:ext cx="14643892" cy="23145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Definición, Componentes Básicos, Ventajas, Clases Principales</a:t>
              </a:r>
              <a:endParaRPr/>
            </a:p>
          </p:txBody>
        </p:sp>
      </p:grpSp>
      <p:sp>
        <p:nvSpPr>
          <p:cNvPr id="309" name="Google Shape;309;p9" descr="Herramientas"/>
          <p:cNvSpPr/>
          <p:nvPr/>
        </p:nvSpPr>
        <p:spPr>
          <a:xfrm>
            <a:off x="931460" y="2685728"/>
            <a:ext cx="4137496" cy="4137497"/>
          </a:xfrm>
          <a:custGeom>
            <a:avLst/>
            <a:gdLst/>
            <a:ahLst/>
            <a:cxnLst/>
            <a:rect l="l" t="t" r="r" b="b"/>
            <a:pathLst>
              <a:path w="4137496" h="4137497" extrusionOk="0">
                <a:moveTo>
                  <a:pt x="0" y="0"/>
                </a:moveTo>
                <a:lnTo>
                  <a:pt x="4137496" y="0"/>
                </a:lnTo>
                <a:lnTo>
                  <a:pt x="4137496" y="4137496"/>
                </a:lnTo>
                <a:lnTo>
                  <a:pt x="0" y="4137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cxnSp>
        <p:nvCxnSpPr>
          <p:cNvPr id="310" name="Google Shape;310;p9"/>
          <p:cNvCxnSpPr/>
          <p:nvPr/>
        </p:nvCxnSpPr>
        <p:spPr>
          <a:xfrm rot="6110">
            <a:off x="5927843" y="6442130"/>
            <a:ext cx="10717547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1" name="Google Shape;311;p9"/>
          <p:cNvSpPr/>
          <p:nvPr/>
        </p:nvSpPr>
        <p:spPr>
          <a:xfrm>
            <a:off x="0" y="9601200"/>
            <a:ext cx="18288000" cy="685800"/>
          </a:xfrm>
          <a:custGeom>
            <a:avLst/>
            <a:gdLst/>
            <a:ahLst/>
            <a:cxnLst/>
            <a:rect l="l" t="t" r="r" b="b"/>
            <a:pathLst>
              <a:path w="24384000" h="914400" extrusionOk="0">
                <a:moveTo>
                  <a:pt x="0" y="0"/>
                </a:moveTo>
                <a:lnTo>
                  <a:pt x="24384000" y="0"/>
                </a:lnTo>
                <a:lnTo>
                  <a:pt x="2438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6" name="Google Shape;316;p10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17" name="Google Shape;317;p10"/>
          <p:cNvGrpSpPr/>
          <p:nvPr/>
        </p:nvGrpSpPr>
        <p:grpSpPr>
          <a:xfrm>
            <a:off x="1645920" y="429904"/>
            <a:ext cx="15087600" cy="2176135"/>
            <a:chOff x="0" y="0"/>
            <a:chExt cx="20116800" cy="2901514"/>
          </a:xfrm>
        </p:grpSpPr>
        <p:sp>
          <p:nvSpPr>
            <p:cNvPr id="318" name="Google Shape;318;p10"/>
            <p:cNvSpPr/>
            <p:nvPr/>
          </p:nvSpPr>
          <p:spPr>
            <a:xfrm>
              <a:off x="0" y="0"/>
              <a:ext cx="20116800" cy="2901514"/>
            </a:xfrm>
            <a:custGeom>
              <a:avLst/>
              <a:gdLst/>
              <a:ahLst/>
              <a:cxnLst/>
              <a:rect l="l" t="t" r="r" b="b"/>
              <a:pathLst>
                <a:path w="20116800" h="2901514" extrusionOk="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19" name="Google Shape;319;p10"/>
            <p:cNvSpPr txBox="1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100" b="0" i="0" u="none" strike="noStrike" cap="non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Definición</a:t>
              </a:r>
              <a:endParaRPr/>
            </a:p>
          </p:txBody>
        </p:sp>
      </p:grpSp>
      <p:cxnSp>
        <p:nvCxnSpPr>
          <p:cNvPr id="320" name="Google Shape;320;p10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1" name="Google Shape;321;p10"/>
          <p:cNvSpPr/>
          <p:nvPr/>
        </p:nvSpPr>
        <p:spPr>
          <a:xfrm>
            <a:off x="3924243" y="3636605"/>
            <a:ext cx="2916000" cy="2916000"/>
          </a:xfrm>
          <a:custGeom>
            <a:avLst/>
            <a:gdLst/>
            <a:ahLst/>
            <a:cxnLst/>
            <a:rect l="l" t="t" r="r" b="b"/>
            <a:pathLst>
              <a:path w="2916000" h="2916000" extrusionOk="0">
                <a:moveTo>
                  <a:pt x="0" y="0"/>
                </a:moveTo>
                <a:lnTo>
                  <a:pt x="2916000" y="0"/>
                </a:lnTo>
                <a:lnTo>
                  <a:pt x="2916000" y="2915999"/>
                </a:lnTo>
                <a:lnTo>
                  <a:pt x="0" y="29159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322" name="Google Shape;322;p10"/>
          <p:cNvGrpSpPr/>
          <p:nvPr/>
        </p:nvGrpSpPr>
        <p:grpSpPr>
          <a:xfrm>
            <a:off x="2132718" y="7248534"/>
            <a:ext cx="6499050" cy="1462454"/>
            <a:chOff x="0" y="0"/>
            <a:chExt cx="8665400" cy="1949938"/>
          </a:xfrm>
        </p:grpSpPr>
        <p:sp>
          <p:nvSpPr>
            <p:cNvPr id="323" name="Google Shape;323;p10"/>
            <p:cNvSpPr/>
            <p:nvPr/>
          </p:nvSpPr>
          <p:spPr>
            <a:xfrm>
              <a:off x="0" y="0"/>
              <a:ext cx="8665400" cy="1949938"/>
            </a:xfrm>
            <a:custGeom>
              <a:avLst/>
              <a:gdLst/>
              <a:ahLst/>
              <a:cxnLst/>
              <a:rect l="l" t="t" r="r" b="b"/>
              <a:pathLst>
                <a:path w="8665400" h="1949938" extrusionOk="0">
                  <a:moveTo>
                    <a:pt x="0" y="0"/>
                  </a:moveTo>
                  <a:lnTo>
                    <a:pt x="8665400" y="0"/>
                  </a:lnTo>
                  <a:lnTo>
                    <a:pt x="8665400" y="1949938"/>
                  </a:lnTo>
                  <a:lnTo>
                    <a:pt x="0" y="19499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24" name="Google Shape;324;p10"/>
            <p:cNvSpPr txBox="1"/>
            <p:nvPr/>
          </p:nvSpPr>
          <p:spPr>
            <a:xfrm>
              <a:off x="0" y="19050"/>
              <a:ext cx="8665400" cy="1930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AWT (Abstract Window Toolkit) es la primera biblioteca gráfica incluida en el lenguaje Java.</a:t>
              </a:r>
              <a:endParaRPr/>
            </a:p>
          </p:txBody>
        </p:sp>
      </p:grpSp>
      <p:sp>
        <p:nvSpPr>
          <p:cNvPr id="325" name="Google Shape;325;p10"/>
          <p:cNvSpPr/>
          <p:nvPr/>
        </p:nvSpPr>
        <p:spPr>
          <a:xfrm>
            <a:off x="11538243" y="3636605"/>
            <a:ext cx="2916000" cy="2916000"/>
          </a:xfrm>
          <a:custGeom>
            <a:avLst/>
            <a:gdLst/>
            <a:ahLst/>
            <a:cxnLst/>
            <a:rect l="l" t="t" r="r" b="b"/>
            <a:pathLst>
              <a:path w="2916000" h="2916000" extrusionOk="0">
                <a:moveTo>
                  <a:pt x="0" y="0"/>
                </a:moveTo>
                <a:lnTo>
                  <a:pt x="2916000" y="0"/>
                </a:lnTo>
                <a:lnTo>
                  <a:pt x="2916000" y="2915999"/>
                </a:lnTo>
                <a:lnTo>
                  <a:pt x="0" y="29159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326" name="Google Shape;326;p10"/>
          <p:cNvGrpSpPr/>
          <p:nvPr/>
        </p:nvGrpSpPr>
        <p:grpSpPr>
          <a:xfrm>
            <a:off x="9746718" y="7248534"/>
            <a:ext cx="6499050" cy="1462454"/>
            <a:chOff x="0" y="0"/>
            <a:chExt cx="8665400" cy="1949938"/>
          </a:xfrm>
        </p:grpSpPr>
        <p:sp>
          <p:nvSpPr>
            <p:cNvPr id="327" name="Google Shape;327;p10"/>
            <p:cNvSpPr/>
            <p:nvPr/>
          </p:nvSpPr>
          <p:spPr>
            <a:xfrm>
              <a:off x="0" y="0"/>
              <a:ext cx="8665400" cy="1949938"/>
            </a:xfrm>
            <a:custGeom>
              <a:avLst/>
              <a:gdLst/>
              <a:ahLst/>
              <a:cxnLst/>
              <a:rect l="l" t="t" r="r" b="b"/>
              <a:pathLst>
                <a:path w="8665400" h="1949938" extrusionOk="0">
                  <a:moveTo>
                    <a:pt x="0" y="0"/>
                  </a:moveTo>
                  <a:lnTo>
                    <a:pt x="8665400" y="0"/>
                  </a:lnTo>
                  <a:lnTo>
                    <a:pt x="8665400" y="1949938"/>
                  </a:lnTo>
                  <a:lnTo>
                    <a:pt x="0" y="19499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28" name="Google Shape;328;p10"/>
            <p:cNvSpPr txBox="1"/>
            <p:nvPr/>
          </p:nvSpPr>
          <p:spPr>
            <a:xfrm>
              <a:off x="0" y="19050"/>
              <a:ext cx="8665400" cy="1930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Fue diseñada para proporcionar una forma estándar de crear interfaces gráficas en Java.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3" name="Google Shape;333;p11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34" name="Google Shape;334;p11"/>
          <p:cNvGrpSpPr/>
          <p:nvPr/>
        </p:nvGrpSpPr>
        <p:grpSpPr>
          <a:xfrm>
            <a:off x="1645920" y="429904"/>
            <a:ext cx="15087600" cy="2176135"/>
            <a:chOff x="0" y="0"/>
            <a:chExt cx="20116800" cy="2901514"/>
          </a:xfrm>
        </p:grpSpPr>
        <p:sp>
          <p:nvSpPr>
            <p:cNvPr id="335" name="Google Shape;335;p11"/>
            <p:cNvSpPr/>
            <p:nvPr/>
          </p:nvSpPr>
          <p:spPr>
            <a:xfrm>
              <a:off x="0" y="0"/>
              <a:ext cx="20116800" cy="2901514"/>
            </a:xfrm>
            <a:custGeom>
              <a:avLst/>
              <a:gdLst/>
              <a:ahLst/>
              <a:cxnLst/>
              <a:rect l="l" t="t" r="r" b="b"/>
              <a:pathLst>
                <a:path w="20116800" h="2901514" extrusionOk="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36" name="Google Shape;336;p11"/>
            <p:cNvSpPr txBox="1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100" b="0" i="0" u="none" strike="noStrike" cap="non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Clases Principales</a:t>
              </a:r>
              <a:endParaRPr/>
            </a:p>
          </p:txBody>
        </p:sp>
      </p:grpSp>
      <p:grpSp>
        <p:nvGrpSpPr>
          <p:cNvPr id="337" name="Google Shape;337;p11"/>
          <p:cNvGrpSpPr/>
          <p:nvPr/>
        </p:nvGrpSpPr>
        <p:grpSpPr>
          <a:xfrm>
            <a:off x="2498794" y="4701763"/>
            <a:ext cx="949643" cy="949642"/>
            <a:chOff x="0" y="0"/>
            <a:chExt cx="1266190" cy="1266190"/>
          </a:xfrm>
        </p:grpSpPr>
        <p:sp>
          <p:nvSpPr>
            <p:cNvPr id="338" name="Google Shape;338;p11"/>
            <p:cNvSpPr/>
            <p:nvPr/>
          </p:nvSpPr>
          <p:spPr>
            <a:xfrm>
              <a:off x="15875" y="15875"/>
              <a:ext cx="1234440" cy="1234440"/>
            </a:xfrm>
            <a:custGeom>
              <a:avLst/>
              <a:gdLst/>
              <a:ahLst/>
              <a:cxnLst/>
              <a:rect l="l" t="t" r="r" b="b"/>
              <a:pathLst>
                <a:path w="1234440" h="1234440" extrusionOk="0">
                  <a:moveTo>
                    <a:pt x="0" y="0"/>
                  </a:moveTo>
                  <a:lnTo>
                    <a:pt x="1234440" y="0"/>
                  </a:lnTo>
                  <a:lnTo>
                    <a:pt x="1234440" y="1234440"/>
                  </a:lnTo>
                  <a:lnTo>
                    <a:pt x="0" y="123444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1285" t="-1285" r="-1281" b="-1281"/>
              </a:stretch>
            </a:blip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39" name="Google Shape;339;p11"/>
            <p:cNvSpPr/>
            <p:nvPr/>
          </p:nvSpPr>
          <p:spPr>
            <a:xfrm>
              <a:off x="0" y="0"/>
              <a:ext cx="1266190" cy="1266190"/>
            </a:xfrm>
            <a:custGeom>
              <a:avLst/>
              <a:gdLst/>
              <a:ahLst/>
              <a:cxnLst/>
              <a:rect l="l" t="t" r="r" b="b"/>
              <a:pathLst>
                <a:path w="1266190" h="1266190" extrusionOk="0">
                  <a:moveTo>
                    <a:pt x="15875" y="0"/>
                  </a:moveTo>
                  <a:lnTo>
                    <a:pt x="1250315" y="0"/>
                  </a:lnTo>
                  <a:cubicBezTo>
                    <a:pt x="1259078" y="0"/>
                    <a:pt x="1266190" y="7112"/>
                    <a:pt x="1266190" y="15875"/>
                  </a:cubicBezTo>
                  <a:lnTo>
                    <a:pt x="1266190" y="1250315"/>
                  </a:lnTo>
                  <a:cubicBezTo>
                    <a:pt x="1266190" y="1259078"/>
                    <a:pt x="1259078" y="1266190"/>
                    <a:pt x="1250315" y="1266190"/>
                  </a:cubicBezTo>
                  <a:lnTo>
                    <a:pt x="15875" y="1266190"/>
                  </a:lnTo>
                  <a:cubicBezTo>
                    <a:pt x="7112" y="1266190"/>
                    <a:pt x="0" y="1259078"/>
                    <a:pt x="0" y="125031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250315"/>
                  </a:lnTo>
                  <a:lnTo>
                    <a:pt x="15875" y="1250315"/>
                  </a:lnTo>
                  <a:lnTo>
                    <a:pt x="15875" y="1234440"/>
                  </a:lnTo>
                  <a:lnTo>
                    <a:pt x="1250315" y="1234440"/>
                  </a:lnTo>
                  <a:lnTo>
                    <a:pt x="1250315" y="1250315"/>
                  </a:lnTo>
                  <a:lnTo>
                    <a:pt x="1234440" y="1250315"/>
                  </a:lnTo>
                  <a:lnTo>
                    <a:pt x="1234440" y="15875"/>
                  </a:lnTo>
                  <a:lnTo>
                    <a:pt x="1250315" y="15875"/>
                  </a:lnTo>
                  <a:lnTo>
                    <a:pt x="125031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0" name="Google Shape;340;p11"/>
          <p:cNvGrpSpPr/>
          <p:nvPr/>
        </p:nvGrpSpPr>
        <p:grpSpPr>
          <a:xfrm>
            <a:off x="1641500" y="5724821"/>
            <a:ext cx="2664206" cy="564338"/>
            <a:chOff x="0" y="-19050"/>
            <a:chExt cx="3552274" cy="752450"/>
          </a:xfrm>
        </p:grpSpPr>
        <p:sp>
          <p:nvSpPr>
            <p:cNvPr id="341" name="Google Shape;341;p11"/>
            <p:cNvSpPr/>
            <p:nvPr/>
          </p:nvSpPr>
          <p:spPr>
            <a:xfrm>
              <a:off x="0" y="0"/>
              <a:ext cx="3552274" cy="733400"/>
            </a:xfrm>
            <a:custGeom>
              <a:avLst/>
              <a:gdLst/>
              <a:ahLst/>
              <a:cxnLst/>
              <a:rect l="l" t="t" r="r" b="b"/>
              <a:pathLst>
                <a:path w="3552274" h="733400" extrusionOk="0">
                  <a:moveTo>
                    <a:pt x="0" y="0"/>
                  </a:moveTo>
                  <a:lnTo>
                    <a:pt x="3552274" y="0"/>
                  </a:lnTo>
                  <a:lnTo>
                    <a:pt x="3552274" y="733400"/>
                  </a:lnTo>
                  <a:lnTo>
                    <a:pt x="0" y="733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42" name="Google Shape;342;p11"/>
            <p:cNvSpPr txBox="1"/>
            <p:nvPr/>
          </p:nvSpPr>
          <p:spPr>
            <a:xfrm>
              <a:off x="0" y="-19050"/>
              <a:ext cx="3552274" cy="752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java.awt.Frame</a:t>
              </a:r>
              <a:endParaRPr/>
            </a:p>
          </p:txBody>
        </p:sp>
      </p:grpSp>
      <p:grpSp>
        <p:nvGrpSpPr>
          <p:cNvPr id="343" name="Google Shape;343;p11"/>
          <p:cNvGrpSpPr/>
          <p:nvPr/>
        </p:nvGrpSpPr>
        <p:grpSpPr>
          <a:xfrm>
            <a:off x="1641500" y="6179510"/>
            <a:ext cx="2664206" cy="1082284"/>
            <a:chOff x="0" y="-9525"/>
            <a:chExt cx="3552274" cy="1443045"/>
          </a:xfrm>
        </p:grpSpPr>
        <p:sp>
          <p:nvSpPr>
            <p:cNvPr id="344" name="Google Shape;344;p11"/>
            <p:cNvSpPr/>
            <p:nvPr/>
          </p:nvSpPr>
          <p:spPr>
            <a:xfrm>
              <a:off x="0" y="0"/>
              <a:ext cx="3552274" cy="1433520"/>
            </a:xfrm>
            <a:custGeom>
              <a:avLst/>
              <a:gdLst/>
              <a:ahLst/>
              <a:cxnLst/>
              <a:rect l="l" t="t" r="r" b="b"/>
              <a:pathLst>
                <a:path w="3552274" h="1433520" extrusionOk="0">
                  <a:moveTo>
                    <a:pt x="0" y="0"/>
                  </a:moveTo>
                  <a:lnTo>
                    <a:pt x="3552274" y="0"/>
                  </a:lnTo>
                  <a:lnTo>
                    <a:pt x="3552274" y="1433520"/>
                  </a:lnTo>
                  <a:lnTo>
                    <a:pt x="0" y="1433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45" name="Google Shape;345;p11"/>
            <p:cNvSpPr txBox="1"/>
            <p:nvPr/>
          </p:nvSpPr>
          <p:spPr>
            <a:xfrm>
              <a:off x="0" y="-9525"/>
              <a:ext cx="3552274" cy="14430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Representa una ventana principal de la aplicación</a:t>
              </a:r>
              <a:endParaRPr/>
            </a:p>
          </p:txBody>
        </p:sp>
      </p:grpSp>
      <p:grpSp>
        <p:nvGrpSpPr>
          <p:cNvPr id="346" name="Google Shape;346;p11"/>
          <p:cNvGrpSpPr/>
          <p:nvPr/>
        </p:nvGrpSpPr>
        <p:grpSpPr>
          <a:xfrm>
            <a:off x="5606852" y="4701763"/>
            <a:ext cx="949642" cy="949642"/>
            <a:chOff x="0" y="0"/>
            <a:chExt cx="1266190" cy="1266190"/>
          </a:xfrm>
        </p:grpSpPr>
        <p:sp>
          <p:nvSpPr>
            <p:cNvPr id="347" name="Google Shape;347;p11"/>
            <p:cNvSpPr/>
            <p:nvPr/>
          </p:nvSpPr>
          <p:spPr>
            <a:xfrm>
              <a:off x="15875" y="15875"/>
              <a:ext cx="1234440" cy="1234440"/>
            </a:xfrm>
            <a:custGeom>
              <a:avLst/>
              <a:gdLst/>
              <a:ahLst/>
              <a:cxnLst/>
              <a:rect l="l" t="t" r="r" b="b"/>
              <a:pathLst>
                <a:path w="1234440" h="1234440" extrusionOk="0">
                  <a:moveTo>
                    <a:pt x="0" y="0"/>
                  </a:moveTo>
                  <a:lnTo>
                    <a:pt x="1234440" y="0"/>
                  </a:lnTo>
                  <a:lnTo>
                    <a:pt x="1234440" y="1234440"/>
                  </a:lnTo>
                  <a:lnTo>
                    <a:pt x="0" y="123444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l="-1285" t="-1285" r="-1281" b="-1281"/>
              </a:stretch>
            </a:blip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48" name="Google Shape;348;p11"/>
            <p:cNvSpPr/>
            <p:nvPr/>
          </p:nvSpPr>
          <p:spPr>
            <a:xfrm>
              <a:off x="0" y="0"/>
              <a:ext cx="1266190" cy="1266190"/>
            </a:xfrm>
            <a:custGeom>
              <a:avLst/>
              <a:gdLst/>
              <a:ahLst/>
              <a:cxnLst/>
              <a:rect l="l" t="t" r="r" b="b"/>
              <a:pathLst>
                <a:path w="1266190" h="1266190" extrusionOk="0">
                  <a:moveTo>
                    <a:pt x="15875" y="0"/>
                  </a:moveTo>
                  <a:lnTo>
                    <a:pt x="1250315" y="0"/>
                  </a:lnTo>
                  <a:cubicBezTo>
                    <a:pt x="1259078" y="0"/>
                    <a:pt x="1266190" y="7112"/>
                    <a:pt x="1266190" y="15875"/>
                  </a:cubicBezTo>
                  <a:lnTo>
                    <a:pt x="1266190" y="1250315"/>
                  </a:lnTo>
                  <a:cubicBezTo>
                    <a:pt x="1266190" y="1259078"/>
                    <a:pt x="1259078" y="1266190"/>
                    <a:pt x="1250315" y="1266190"/>
                  </a:cubicBezTo>
                  <a:lnTo>
                    <a:pt x="15875" y="1266190"/>
                  </a:lnTo>
                  <a:cubicBezTo>
                    <a:pt x="7112" y="1266190"/>
                    <a:pt x="0" y="1259078"/>
                    <a:pt x="0" y="125031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250315"/>
                  </a:lnTo>
                  <a:lnTo>
                    <a:pt x="15875" y="1250315"/>
                  </a:lnTo>
                  <a:lnTo>
                    <a:pt x="15875" y="1234440"/>
                  </a:lnTo>
                  <a:lnTo>
                    <a:pt x="1250315" y="1234440"/>
                  </a:lnTo>
                  <a:lnTo>
                    <a:pt x="1250315" y="1250315"/>
                  </a:lnTo>
                  <a:lnTo>
                    <a:pt x="1234440" y="1250315"/>
                  </a:lnTo>
                  <a:lnTo>
                    <a:pt x="1234440" y="15875"/>
                  </a:lnTo>
                  <a:lnTo>
                    <a:pt x="1250315" y="15875"/>
                  </a:lnTo>
                  <a:lnTo>
                    <a:pt x="125031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9" name="Google Shape;349;p11"/>
          <p:cNvGrpSpPr/>
          <p:nvPr/>
        </p:nvGrpSpPr>
        <p:grpSpPr>
          <a:xfrm>
            <a:off x="4749558" y="5724821"/>
            <a:ext cx="2664205" cy="564338"/>
            <a:chOff x="0" y="-19050"/>
            <a:chExt cx="3552274" cy="752450"/>
          </a:xfrm>
        </p:grpSpPr>
        <p:sp>
          <p:nvSpPr>
            <p:cNvPr id="350" name="Google Shape;350;p11"/>
            <p:cNvSpPr/>
            <p:nvPr/>
          </p:nvSpPr>
          <p:spPr>
            <a:xfrm>
              <a:off x="0" y="0"/>
              <a:ext cx="3552274" cy="733400"/>
            </a:xfrm>
            <a:custGeom>
              <a:avLst/>
              <a:gdLst/>
              <a:ahLst/>
              <a:cxnLst/>
              <a:rect l="l" t="t" r="r" b="b"/>
              <a:pathLst>
                <a:path w="3552274" h="733400" extrusionOk="0">
                  <a:moveTo>
                    <a:pt x="0" y="0"/>
                  </a:moveTo>
                  <a:lnTo>
                    <a:pt x="3552274" y="0"/>
                  </a:lnTo>
                  <a:lnTo>
                    <a:pt x="3552274" y="733400"/>
                  </a:lnTo>
                  <a:lnTo>
                    <a:pt x="0" y="733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51" name="Google Shape;351;p11"/>
            <p:cNvSpPr txBox="1"/>
            <p:nvPr/>
          </p:nvSpPr>
          <p:spPr>
            <a:xfrm>
              <a:off x="0" y="-19050"/>
              <a:ext cx="3552274" cy="752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java.awt.Button</a:t>
              </a:r>
              <a:endParaRPr/>
            </a:p>
          </p:txBody>
        </p:sp>
      </p:grpSp>
      <p:grpSp>
        <p:nvGrpSpPr>
          <p:cNvPr id="352" name="Google Shape;352;p11"/>
          <p:cNvGrpSpPr/>
          <p:nvPr/>
        </p:nvGrpSpPr>
        <p:grpSpPr>
          <a:xfrm>
            <a:off x="4749558" y="6179510"/>
            <a:ext cx="2664205" cy="1373702"/>
            <a:chOff x="0" y="-9525"/>
            <a:chExt cx="3552274" cy="1831603"/>
          </a:xfrm>
        </p:grpSpPr>
        <p:sp>
          <p:nvSpPr>
            <p:cNvPr id="353" name="Google Shape;353;p11"/>
            <p:cNvSpPr/>
            <p:nvPr/>
          </p:nvSpPr>
          <p:spPr>
            <a:xfrm>
              <a:off x="0" y="0"/>
              <a:ext cx="3552274" cy="1822078"/>
            </a:xfrm>
            <a:custGeom>
              <a:avLst/>
              <a:gdLst/>
              <a:ahLst/>
              <a:cxnLst/>
              <a:rect l="l" t="t" r="r" b="b"/>
              <a:pathLst>
                <a:path w="3552274" h="1822078" extrusionOk="0">
                  <a:moveTo>
                    <a:pt x="0" y="0"/>
                  </a:moveTo>
                  <a:lnTo>
                    <a:pt x="3552274" y="0"/>
                  </a:lnTo>
                  <a:lnTo>
                    <a:pt x="3552274" y="1822078"/>
                  </a:lnTo>
                  <a:lnTo>
                    <a:pt x="0" y="18220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54" name="Google Shape;354;p11"/>
            <p:cNvSpPr txBox="1"/>
            <p:nvPr/>
          </p:nvSpPr>
          <p:spPr>
            <a:xfrm>
              <a:off x="0" y="-9525"/>
              <a:ext cx="3552274" cy="18316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Un botón que el usuario puede presionar para realizar una acción</a:t>
              </a:r>
              <a:endParaRPr/>
            </a:p>
          </p:txBody>
        </p:sp>
      </p:grpSp>
      <p:grpSp>
        <p:nvGrpSpPr>
          <p:cNvPr id="355" name="Google Shape;355;p11"/>
          <p:cNvGrpSpPr/>
          <p:nvPr/>
        </p:nvGrpSpPr>
        <p:grpSpPr>
          <a:xfrm>
            <a:off x="8714911" y="4701763"/>
            <a:ext cx="949643" cy="949642"/>
            <a:chOff x="0" y="0"/>
            <a:chExt cx="1266190" cy="1266190"/>
          </a:xfrm>
        </p:grpSpPr>
        <p:sp>
          <p:nvSpPr>
            <p:cNvPr id="356" name="Google Shape;356;p11"/>
            <p:cNvSpPr/>
            <p:nvPr/>
          </p:nvSpPr>
          <p:spPr>
            <a:xfrm>
              <a:off x="15875" y="15875"/>
              <a:ext cx="1234440" cy="1234440"/>
            </a:xfrm>
            <a:custGeom>
              <a:avLst/>
              <a:gdLst/>
              <a:ahLst/>
              <a:cxnLst/>
              <a:rect l="l" t="t" r="r" b="b"/>
              <a:pathLst>
                <a:path w="1234440" h="1234440" extrusionOk="0">
                  <a:moveTo>
                    <a:pt x="0" y="0"/>
                  </a:moveTo>
                  <a:lnTo>
                    <a:pt x="1234440" y="0"/>
                  </a:lnTo>
                  <a:lnTo>
                    <a:pt x="1234440" y="1234440"/>
                  </a:lnTo>
                  <a:lnTo>
                    <a:pt x="0" y="123444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1285" t="-1285" r="-1281" b="-1281"/>
              </a:stretch>
            </a:blip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57" name="Google Shape;357;p11"/>
            <p:cNvSpPr/>
            <p:nvPr/>
          </p:nvSpPr>
          <p:spPr>
            <a:xfrm>
              <a:off x="0" y="0"/>
              <a:ext cx="1266190" cy="1266190"/>
            </a:xfrm>
            <a:custGeom>
              <a:avLst/>
              <a:gdLst/>
              <a:ahLst/>
              <a:cxnLst/>
              <a:rect l="l" t="t" r="r" b="b"/>
              <a:pathLst>
                <a:path w="1266190" h="1266190" extrusionOk="0">
                  <a:moveTo>
                    <a:pt x="15875" y="0"/>
                  </a:moveTo>
                  <a:lnTo>
                    <a:pt x="1250315" y="0"/>
                  </a:lnTo>
                  <a:cubicBezTo>
                    <a:pt x="1259078" y="0"/>
                    <a:pt x="1266190" y="7112"/>
                    <a:pt x="1266190" y="15875"/>
                  </a:cubicBezTo>
                  <a:lnTo>
                    <a:pt x="1266190" y="1250315"/>
                  </a:lnTo>
                  <a:cubicBezTo>
                    <a:pt x="1266190" y="1259078"/>
                    <a:pt x="1259078" y="1266190"/>
                    <a:pt x="1250315" y="1266190"/>
                  </a:cubicBezTo>
                  <a:lnTo>
                    <a:pt x="15875" y="1266190"/>
                  </a:lnTo>
                  <a:cubicBezTo>
                    <a:pt x="7112" y="1266190"/>
                    <a:pt x="0" y="1259078"/>
                    <a:pt x="0" y="125031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250315"/>
                  </a:lnTo>
                  <a:lnTo>
                    <a:pt x="15875" y="1250315"/>
                  </a:lnTo>
                  <a:lnTo>
                    <a:pt x="15875" y="1234440"/>
                  </a:lnTo>
                  <a:lnTo>
                    <a:pt x="1250315" y="1234440"/>
                  </a:lnTo>
                  <a:lnTo>
                    <a:pt x="1250315" y="1250315"/>
                  </a:lnTo>
                  <a:lnTo>
                    <a:pt x="1234440" y="1250315"/>
                  </a:lnTo>
                  <a:lnTo>
                    <a:pt x="1234440" y="15875"/>
                  </a:lnTo>
                  <a:lnTo>
                    <a:pt x="1250315" y="15875"/>
                  </a:lnTo>
                  <a:lnTo>
                    <a:pt x="125031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11"/>
          <p:cNvGrpSpPr/>
          <p:nvPr/>
        </p:nvGrpSpPr>
        <p:grpSpPr>
          <a:xfrm>
            <a:off x="7857617" y="5724821"/>
            <a:ext cx="2664205" cy="564338"/>
            <a:chOff x="0" y="-19050"/>
            <a:chExt cx="3552274" cy="752450"/>
          </a:xfrm>
        </p:grpSpPr>
        <p:sp>
          <p:nvSpPr>
            <p:cNvPr id="359" name="Google Shape;359;p11"/>
            <p:cNvSpPr/>
            <p:nvPr/>
          </p:nvSpPr>
          <p:spPr>
            <a:xfrm>
              <a:off x="0" y="0"/>
              <a:ext cx="3552274" cy="733400"/>
            </a:xfrm>
            <a:custGeom>
              <a:avLst/>
              <a:gdLst/>
              <a:ahLst/>
              <a:cxnLst/>
              <a:rect l="l" t="t" r="r" b="b"/>
              <a:pathLst>
                <a:path w="3552274" h="733400" extrusionOk="0">
                  <a:moveTo>
                    <a:pt x="0" y="0"/>
                  </a:moveTo>
                  <a:lnTo>
                    <a:pt x="3552274" y="0"/>
                  </a:lnTo>
                  <a:lnTo>
                    <a:pt x="3552274" y="733400"/>
                  </a:lnTo>
                  <a:lnTo>
                    <a:pt x="0" y="733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60" name="Google Shape;360;p11"/>
            <p:cNvSpPr txBox="1"/>
            <p:nvPr/>
          </p:nvSpPr>
          <p:spPr>
            <a:xfrm>
              <a:off x="0" y="-19050"/>
              <a:ext cx="3552274" cy="752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java.awt.Label</a:t>
              </a:r>
              <a:endParaRPr/>
            </a:p>
          </p:txBody>
        </p:sp>
      </p:grpSp>
      <p:grpSp>
        <p:nvGrpSpPr>
          <p:cNvPr id="361" name="Google Shape;361;p11"/>
          <p:cNvGrpSpPr/>
          <p:nvPr/>
        </p:nvGrpSpPr>
        <p:grpSpPr>
          <a:xfrm>
            <a:off x="7857617" y="6179510"/>
            <a:ext cx="2664205" cy="1082284"/>
            <a:chOff x="0" y="-9525"/>
            <a:chExt cx="3552274" cy="1443045"/>
          </a:xfrm>
        </p:grpSpPr>
        <p:sp>
          <p:nvSpPr>
            <p:cNvPr id="362" name="Google Shape;362;p11"/>
            <p:cNvSpPr/>
            <p:nvPr/>
          </p:nvSpPr>
          <p:spPr>
            <a:xfrm>
              <a:off x="0" y="0"/>
              <a:ext cx="3552274" cy="1433520"/>
            </a:xfrm>
            <a:custGeom>
              <a:avLst/>
              <a:gdLst/>
              <a:ahLst/>
              <a:cxnLst/>
              <a:rect l="l" t="t" r="r" b="b"/>
              <a:pathLst>
                <a:path w="3552274" h="1433520" extrusionOk="0">
                  <a:moveTo>
                    <a:pt x="0" y="0"/>
                  </a:moveTo>
                  <a:lnTo>
                    <a:pt x="3552274" y="0"/>
                  </a:lnTo>
                  <a:lnTo>
                    <a:pt x="3552274" y="1433520"/>
                  </a:lnTo>
                  <a:lnTo>
                    <a:pt x="0" y="1433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63" name="Google Shape;363;p11"/>
            <p:cNvSpPr txBox="1"/>
            <p:nvPr/>
          </p:nvSpPr>
          <p:spPr>
            <a:xfrm>
              <a:off x="0" y="-9525"/>
              <a:ext cx="3552274" cy="14430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Muestra texto estático en la interfaz</a:t>
              </a:r>
              <a:endParaRPr/>
            </a:p>
          </p:txBody>
        </p:sp>
      </p:grpSp>
      <p:grpSp>
        <p:nvGrpSpPr>
          <p:cNvPr id="364" name="Google Shape;364;p11"/>
          <p:cNvGrpSpPr/>
          <p:nvPr/>
        </p:nvGrpSpPr>
        <p:grpSpPr>
          <a:xfrm>
            <a:off x="11822969" y="4701763"/>
            <a:ext cx="949643" cy="949642"/>
            <a:chOff x="0" y="0"/>
            <a:chExt cx="1266190" cy="1266190"/>
          </a:xfrm>
        </p:grpSpPr>
        <p:sp>
          <p:nvSpPr>
            <p:cNvPr id="365" name="Google Shape;365;p11"/>
            <p:cNvSpPr/>
            <p:nvPr/>
          </p:nvSpPr>
          <p:spPr>
            <a:xfrm>
              <a:off x="15875" y="15875"/>
              <a:ext cx="1234440" cy="1234440"/>
            </a:xfrm>
            <a:custGeom>
              <a:avLst/>
              <a:gdLst/>
              <a:ahLst/>
              <a:cxnLst/>
              <a:rect l="l" t="t" r="r" b="b"/>
              <a:pathLst>
                <a:path w="1234440" h="1234440" extrusionOk="0">
                  <a:moveTo>
                    <a:pt x="0" y="0"/>
                  </a:moveTo>
                  <a:lnTo>
                    <a:pt x="1234440" y="0"/>
                  </a:lnTo>
                  <a:lnTo>
                    <a:pt x="1234440" y="1234440"/>
                  </a:lnTo>
                  <a:lnTo>
                    <a:pt x="0" y="123444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l="-1285" t="-1285" r="-1281" b="-1281"/>
              </a:stretch>
            </a:blip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66" name="Google Shape;366;p11"/>
            <p:cNvSpPr/>
            <p:nvPr/>
          </p:nvSpPr>
          <p:spPr>
            <a:xfrm>
              <a:off x="0" y="0"/>
              <a:ext cx="1266190" cy="1266190"/>
            </a:xfrm>
            <a:custGeom>
              <a:avLst/>
              <a:gdLst/>
              <a:ahLst/>
              <a:cxnLst/>
              <a:rect l="l" t="t" r="r" b="b"/>
              <a:pathLst>
                <a:path w="1266190" h="1266190" extrusionOk="0">
                  <a:moveTo>
                    <a:pt x="15875" y="0"/>
                  </a:moveTo>
                  <a:lnTo>
                    <a:pt x="1250315" y="0"/>
                  </a:lnTo>
                  <a:cubicBezTo>
                    <a:pt x="1259078" y="0"/>
                    <a:pt x="1266190" y="7112"/>
                    <a:pt x="1266190" y="15875"/>
                  </a:cubicBezTo>
                  <a:lnTo>
                    <a:pt x="1266190" y="1250315"/>
                  </a:lnTo>
                  <a:cubicBezTo>
                    <a:pt x="1266190" y="1259078"/>
                    <a:pt x="1259078" y="1266190"/>
                    <a:pt x="1250315" y="1266190"/>
                  </a:cubicBezTo>
                  <a:lnTo>
                    <a:pt x="15875" y="1266190"/>
                  </a:lnTo>
                  <a:cubicBezTo>
                    <a:pt x="7112" y="1266190"/>
                    <a:pt x="0" y="1259078"/>
                    <a:pt x="0" y="125031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250315"/>
                  </a:lnTo>
                  <a:lnTo>
                    <a:pt x="15875" y="1250315"/>
                  </a:lnTo>
                  <a:lnTo>
                    <a:pt x="15875" y="1234440"/>
                  </a:lnTo>
                  <a:lnTo>
                    <a:pt x="1250315" y="1234440"/>
                  </a:lnTo>
                  <a:lnTo>
                    <a:pt x="1250315" y="1250315"/>
                  </a:lnTo>
                  <a:lnTo>
                    <a:pt x="1234440" y="1250315"/>
                  </a:lnTo>
                  <a:lnTo>
                    <a:pt x="1234440" y="15875"/>
                  </a:lnTo>
                  <a:lnTo>
                    <a:pt x="1250315" y="15875"/>
                  </a:lnTo>
                  <a:lnTo>
                    <a:pt x="125031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7" name="Google Shape;367;p11"/>
          <p:cNvGrpSpPr/>
          <p:nvPr/>
        </p:nvGrpSpPr>
        <p:grpSpPr>
          <a:xfrm>
            <a:off x="10743748" y="5724821"/>
            <a:ext cx="3108059" cy="564338"/>
            <a:chOff x="0" y="-19050"/>
            <a:chExt cx="4144078" cy="752450"/>
          </a:xfrm>
        </p:grpSpPr>
        <p:sp>
          <p:nvSpPr>
            <p:cNvPr id="368" name="Google Shape;368;p11"/>
            <p:cNvSpPr/>
            <p:nvPr/>
          </p:nvSpPr>
          <p:spPr>
            <a:xfrm>
              <a:off x="0" y="0"/>
              <a:ext cx="4144078" cy="733400"/>
            </a:xfrm>
            <a:custGeom>
              <a:avLst/>
              <a:gdLst/>
              <a:ahLst/>
              <a:cxnLst/>
              <a:rect l="l" t="t" r="r" b="b"/>
              <a:pathLst>
                <a:path w="4144078" h="733400" extrusionOk="0">
                  <a:moveTo>
                    <a:pt x="0" y="0"/>
                  </a:moveTo>
                  <a:lnTo>
                    <a:pt x="4144078" y="0"/>
                  </a:lnTo>
                  <a:lnTo>
                    <a:pt x="4144078" y="733400"/>
                  </a:lnTo>
                  <a:lnTo>
                    <a:pt x="0" y="733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69" name="Google Shape;369;p11"/>
            <p:cNvSpPr txBox="1"/>
            <p:nvPr/>
          </p:nvSpPr>
          <p:spPr>
            <a:xfrm>
              <a:off x="0" y="-19050"/>
              <a:ext cx="4144078" cy="752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java.awt.TextField</a:t>
              </a:r>
              <a:endParaRPr/>
            </a:p>
          </p:txBody>
        </p:sp>
      </p:grpSp>
      <p:grpSp>
        <p:nvGrpSpPr>
          <p:cNvPr id="370" name="Google Shape;370;p11"/>
          <p:cNvGrpSpPr/>
          <p:nvPr/>
        </p:nvGrpSpPr>
        <p:grpSpPr>
          <a:xfrm>
            <a:off x="10965675" y="6179510"/>
            <a:ext cx="2664206" cy="1082284"/>
            <a:chOff x="0" y="-9525"/>
            <a:chExt cx="3552274" cy="1443045"/>
          </a:xfrm>
        </p:grpSpPr>
        <p:sp>
          <p:nvSpPr>
            <p:cNvPr id="371" name="Google Shape;371;p11"/>
            <p:cNvSpPr/>
            <p:nvPr/>
          </p:nvSpPr>
          <p:spPr>
            <a:xfrm>
              <a:off x="0" y="0"/>
              <a:ext cx="3552274" cy="1433520"/>
            </a:xfrm>
            <a:custGeom>
              <a:avLst/>
              <a:gdLst/>
              <a:ahLst/>
              <a:cxnLst/>
              <a:rect l="l" t="t" r="r" b="b"/>
              <a:pathLst>
                <a:path w="3552274" h="1433520" extrusionOk="0">
                  <a:moveTo>
                    <a:pt x="0" y="0"/>
                  </a:moveTo>
                  <a:lnTo>
                    <a:pt x="3552274" y="0"/>
                  </a:lnTo>
                  <a:lnTo>
                    <a:pt x="3552274" y="1433520"/>
                  </a:lnTo>
                  <a:lnTo>
                    <a:pt x="0" y="1433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72" name="Google Shape;372;p11"/>
            <p:cNvSpPr txBox="1"/>
            <p:nvPr/>
          </p:nvSpPr>
          <p:spPr>
            <a:xfrm>
              <a:off x="0" y="-9525"/>
              <a:ext cx="3552274" cy="14430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Permite al usuario ingresar texto</a:t>
              </a:r>
              <a:endParaRPr/>
            </a:p>
          </p:txBody>
        </p:sp>
      </p:grpSp>
      <p:grpSp>
        <p:nvGrpSpPr>
          <p:cNvPr id="373" name="Google Shape;373;p11"/>
          <p:cNvGrpSpPr/>
          <p:nvPr/>
        </p:nvGrpSpPr>
        <p:grpSpPr>
          <a:xfrm>
            <a:off x="14931028" y="4701763"/>
            <a:ext cx="949642" cy="949642"/>
            <a:chOff x="0" y="0"/>
            <a:chExt cx="1266190" cy="1266190"/>
          </a:xfrm>
        </p:grpSpPr>
        <p:sp>
          <p:nvSpPr>
            <p:cNvPr id="374" name="Google Shape;374;p11"/>
            <p:cNvSpPr/>
            <p:nvPr/>
          </p:nvSpPr>
          <p:spPr>
            <a:xfrm>
              <a:off x="15875" y="15875"/>
              <a:ext cx="1234440" cy="1234440"/>
            </a:xfrm>
            <a:custGeom>
              <a:avLst/>
              <a:gdLst/>
              <a:ahLst/>
              <a:cxnLst/>
              <a:rect l="l" t="t" r="r" b="b"/>
              <a:pathLst>
                <a:path w="1234440" h="1234440" extrusionOk="0">
                  <a:moveTo>
                    <a:pt x="0" y="0"/>
                  </a:moveTo>
                  <a:lnTo>
                    <a:pt x="1234440" y="0"/>
                  </a:lnTo>
                  <a:lnTo>
                    <a:pt x="1234440" y="1234440"/>
                  </a:lnTo>
                  <a:lnTo>
                    <a:pt x="0" y="123444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l="-1285" t="-1285" r="-1281" b="-1281"/>
              </a:stretch>
            </a:blip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75" name="Google Shape;375;p11"/>
            <p:cNvSpPr/>
            <p:nvPr/>
          </p:nvSpPr>
          <p:spPr>
            <a:xfrm>
              <a:off x="0" y="0"/>
              <a:ext cx="1266190" cy="1266190"/>
            </a:xfrm>
            <a:custGeom>
              <a:avLst/>
              <a:gdLst/>
              <a:ahLst/>
              <a:cxnLst/>
              <a:rect l="l" t="t" r="r" b="b"/>
              <a:pathLst>
                <a:path w="1266190" h="1266190" extrusionOk="0">
                  <a:moveTo>
                    <a:pt x="15875" y="0"/>
                  </a:moveTo>
                  <a:lnTo>
                    <a:pt x="1250315" y="0"/>
                  </a:lnTo>
                  <a:cubicBezTo>
                    <a:pt x="1259078" y="0"/>
                    <a:pt x="1266190" y="7112"/>
                    <a:pt x="1266190" y="15875"/>
                  </a:cubicBezTo>
                  <a:lnTo>
                    <a:pt x="1266190" y="1250315"/>
                  </a:lnTo>
                  <a:cubicBezTo>
                    <a:pt x="1266190" y="1259078"/>
                    <a:pt x="1259078" y="1266190"/>
                    <a:pt x="1250315" y="1266190"/>
                  </a:cubicBezTo>
                  <a:lnTo>
                    <a:pt x="15875" y="1266190"/>
                  </a:lnTo>
                  <a:cubicBezTo>
                    <a:pt x="7112" y="1266190"/>
                    <a:pt x="0" y="1259078"/>
                    <a:pt x="0" y="125031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250315"/>
                  </a:lnTo>
                  <a:lnTo>
                    <a:pt x="15875" y="1250315"/>
                  </a:lnTo>
                  <a:lnTo>
                    <a:pt x="15875" y="1234440"/>
                  </a:lnTo>
                  <a:lnTo>
                    <a:pt x="1250315" y="1234440"/>
                  </a:lnTo>
                  <a:lnTo>
                    <a:pt x="1250315" y="1250315"/>
                  </a:lnTo>
                  <a:lnTo>
                    <a:pt x="1234440" y="1250315"/>
                  </a:lnTo>
                  <a:lnTo>
                    <a:pt x="1234440" y="15875"/>
                  </a:lnTo>
                  <a:lnTo>
                    <a:pt x="1250315" y="15875"/>
                  </a:lnTo>
                  <a:lnTo>
                    <a:pt x="125031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1"/>
          <p:cNvGrpSpPr/>
          <p:nvPr/>
        </p:nvGrpSpPr>
        <p:grpSpPr>
          <a:xfrm>
            <a:off x="14073734" y="5724821"/>
            <a:ext cx="2664206" cy="564338"/>
            <a:chOff x="0" y="-19050"/>
            <a:chExt cx="3552274" cy="752450"/>
          </a:xfrm>
        </p:grpSpPr>
        <p:sp>
          <p:nvSpPr>
            <p:cNvPr id="377" name="Google Shape;377;p11"/>
            <p:cNvSpPr/>
            <p:nvPr/>
          </p:nvSpPr>
          <p:spPr>
            <a:xfrm>
              <a:off x="0" y="0"/>
              <a:ext cx="3552274" cy="733400"/>
            </a:xfrm>
            <a:custGeom>
              <a:avLst/>
              <a:gdLst/>
              <a:ahLst/>
              <a:cxnLst/>
              <a:rect l="l" t="t" r="r" b="b"/>
              <a:pathLst>
                <a:path w="3552274" h="733400" extrusionOk="0">
                  <a:moveTo>
                    <a:pt x="0" y="0"/>
                  </a:moveTo>
                  <a:lnTo>
                    <a:pt x="3552274" y="0"/>
                  </a:lnTo>
                  <a:lnTo>
                    <a:pt x="3552274" y="733400"/>
                  </a:lnTo>
                  <a:lnTo>
                    <a:pt x="0" y="733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78" name="Google Shape;378;p11"/>
            <p:cNvSpPr txBox="1"/>
            <p:nvPr/>
          </p:nvSpPr>
          <p:spPr>
            <a:xfrm>
              <a:off x="0" y="-19050"/>
              <a:ext cx="3552274" cy="752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java.awt.Panel</a:t>
              </a:r>
              <a:endParaRPr/>
            </a:p>
          </p:txBody>
        </p:sp>
      </p:grpSp>
      <p:grpSp>
        <p:nvGrpSpPr>
          <p:cNvPr id="379" name="Google Shape;379;p11"/>
          <p:cNvGrpSpPr/>
          <p:nvPr/>
        </p:nvGrpSpPr>
        <p:grpSpPr>
          <a:xfrm>
            <a:off x="14073734" y="6179510"/>
            <a:ext cx="2664206" cy="1082284"/>
            <a:chOff x="0" y="-9525"/>
            <a:chExt cx="3552274" cy="1443045"/>
          </a:xfrm>
        </p:grpSpPr>
        <p:sp>
          <p:nvSpPr>
            <p:cNvPr id="380" name="Google Shape;380;p11"/>
            <p:cNvSpPr/>
            <p:nvPr/>
          </p:nvSpPr>
          <p:spPr>
            <a:xfrm>
              <a:off x="0" y="0"/>
              <a:ext cx="3552274" cy="1433520"/>
            </a:xfrm>
            <a:custGeom>
              <a:avLst/>
              <a:gdLst/>
              <a:ahLst/>
              <a:cxnLst/>
              <a:rect l="l" t="t" r="r" b="b"/>
              <a:pathLst>
                <a:path w="3552274" h="1433520" extrusionOk="0">
                  <a:moveTo>
                    <a:pt x="0" y="0"/>
                  </a:moveTo>
                  <a:lnTo>
                    <a:pt x="3552274" y="0"/>
                  </a:lnTo>
                  <a:lnTo>
                    <a:pt x="3552274" y="1433520"/>
                  </a:lnTo>
                  <a:lnTo>
                    <a:pt x="0" y="1433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81" name="Google Shape;381;p11"/>
            <p:cNvSpPr txBox="1"/>
            <p:nvPr/>
          </p:nvSpPr>
          <p:spPr>
            <a:xfrm>
              <a:off x="0" y="-9525"/>
              <a:ext cx="3552274" cy="14430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Un contenedor que puede contener otros componentes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83838"/>
            </a:gs>
            <a:gs pos="65000">
              <a:srgbClr val="000000"/>
            </a:gs>
            <a:gs pos="100000">
              <a:srgbClr val="000000"/>
            </a:gs>
          </a:gsLst>
          <a:lin ang="16200000" scaled="0"/>
        </a:gra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2"/>
          <p:cNvSpPr/>
          <p:nvPr/>
        </p:nvSpPr>
        <p:spPr>
          <a:xfrm>
            <a:off x="4762" y="9601200"/>
            <a:ext cx="18283238" cy="685800"/>
          </a:xfrm>
          <a:custGeom>
            <a:avLst/>
            <a:gdLst/>
            <a:ahLst/>
            <a:cxnLst/>
            <a:rect l="l" t="t" r="r" b="b"/>
            <a:pathLst>
              <a:path w="24377650" h="914400" extrusionOk="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cxnSp>
        <p:nvCxnSpPr>
          <p:cNvPr id="387" name="Google Shape;387;p12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8" name="Google Shape;388;p12"/>
          <p:cNvSpPr/>
          <p:nvPr/>
        </p:nvSpPr>
        <p:spPr>
          <a:xfrm>
            <a:off x="4762" y="9601200"/>
            <a:ext cx="18283238" cy="685800"/>
          </a:xfrm>
          <a:custGeom>
            <a:avLst/>
            <a:gdLst/>
            <a:ahLst/>
            <a:cxnLst/>
            <a:rect l="l" t="t" r="r" b="b"/>
            <a:pathLst>
              <a:path w="24377650" h="914400" extrusionOk="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cxnSp>
        <p:nvCxnSpPr>
          <p:cNvPr id="389" name="Google Shape;389;p12"/>
          <p:cNvCxnSpPr/>
          <p:nvPr/>
        </p:nvCxnSpPr>
        <p:spPr>
          <a:xfrm>
            <a:off x="1780779" y="7414838"/>
            <a:ext cx="14832330" cy="19050"/>
          </a:xfrm>
          <a:prstGeom prst="straightConnector1">
            <a:avLst/>
          </a:prstGeom>
          <a:noFill/>
          <a:ln w="95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90" name="Google Shape;390;p12"/>
          <p:cNvGrpSpPr/>
          <p:nvPr/>
        </p:nvGrpSpPr>
        <p:grpSpPr>
          <a:xfrm>
            <a:off x="1447801" y="965200"/>
            <a:ext cx="9548460" cy="7581012"/>
            <a:chOff x="0" y="0"/>
            <a:chExt cx="12731280" cy="10108016"/>
          </a:xfrm>
        </p:grpSpPr>
        <p:sp>
          <p:nvSpPr>
            <p:cNvPr id="391" name="Google Shape;391;p12"/>
            <p:cNvSpPr/>
            <p:nvPr/>
          </p:nvSpPr>
          <p:spPr>
            <a:xfrm>
              <a:off x="0" y="0"/>
              <a:ext cx="12731279" cy="10108016"/>
            </a:xfrm>
            <a:custGeom>
              <a:avLst/>
              <a:gdLst/>
              <a:ahLst/>
              <a:cxnLst/>
              <a:rect l="l" t="t" r="r" b="b"/>
              <a:pathLst>
                <a:path w="12731279" h="10108016" extrusionOk="0">
                  <a:moveTo>
                    <a:pt x="0" y="0"/>
                  </a:moveTo>
                  <a:lnTo>
                    <a:pt x="12731279" y="0"/>
                  </a:lnTo>
                  <a:lnTo>
                    <a:pt x="12731279" y="10108016"/>
                  </a:lnTo>
                  <a:lnTo>
                    <a:pt x="0" y="101080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92" name="Google Shape;392;p12"/>
            <p:cNvSpPr txBox="1"/>
            <p:nvPr/>
          </p:nvSpPr>
          <p:spPr>
            <a:xfrm>
              <a:off x="0" y="95250"/>
              <a:ext cx="12731280" cy="100127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Componentes Básicos AWT</a:t>
              </a:r>
              <a:endParaRPr/>
            </a:p>
          </p:txBody>
        </p:sp>
      </p:grpSp>
      <p:grpSp>
        <p:nvGrpSpPr>
          <p:cNvPr id="393" name="Google Shape;393;p12"/>
          <p:cNvGrpSpPr/>
          <p:nvPr/>
        </p:nvGrpSpPr>
        <p:grpSpPr>
          <a:xfrm>
            <a:off x="11806492" y="943769"/>
            <a:ext cx="5875315" cy="7602443"/>
            <a:chOff x="0" y="-28575"/>
            <a:chExt cx="7833754" cy="10136591"/>
          </a:xfrm>
        </p:grpSpPr>
        <p:sp>
          <p:nvSpPr>
            <p:cNvPr id="394" name="Google Shape;394;p12"/>
            <p:cNvSpPr/>
            <p:nvPr/>
          </p:nvSpPr>
          <p:spPr>
            <a:xfrm>
              <a:off x="0" y="0"/>
              <a:ext cx="7833754" cy="10108016"/>
            </a:xfrm>
            <a:custGeom>
              <a:avLst/>
              <a:gdLst/>
              <a:ahLst/>
              <a:cxnLst/>
              <a:rect l="l" t="t" r="r" b="b"/>
              <a:pathLst>
                <a:path w="7833754" h="10108016" extrusionOk="0">
                  <a:moveTo>
                    <a:pt x="0" y="0"/>
                  </a:moveTo>
                  <a:lnTo>
                    <a:pt x="7833754" y="0"/>
                  </a:lnTo>
                  <a:lnTo>
                    <a:pt x="7833754" y="10108016"/>
                  </a:lnTo>
                  <a:lnTo>
                    <a:pt x="0" y="101080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95" name="Google Shape;395;p12"/>
            <p:cNvSpPr txBox="1"/>
            <p:nvPr/>
          </p:nvSpPr>
          <p:spPr>
            <a:xfrm>
              <a:off x="0" y="-28575"/>
              <a:ext cx="7833754" cy="10136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Componentes Visuales</a:t>
              </a:r>
              <a:endParaRPr/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Contenedores</a:t>
              </a:r>
              <a:endParaRPr/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Menus</a:t>
              </a:r>
              <a:endParaRPr/>
            </a:p>
          </p:txBody>
        </p:sp>
      </p:grpSp>
      <p:cxnSp>
        <p:nvCxnSpPr>
          <p:cNvPr id="396" name="Google Shape;396;p12"/>
          <p:cNvCxnSpPr/>
          <p:nvPr/>
        </p:nvCxnSpPr>
        <p:spPr>
          <a:xfrm rot="5387773">
            <a:off x="8623786" y="4755706"/>
            <a:ext cx="5356396" cy="0"/>
          </a:xfrm>
          <a:prstGeom prst="straightConnector1">
            <a:avLst/>
          </a:prstGeom>
          <a:noFill/>
          <a:ln w="95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7" name="Google Shape;397;p12"/>
          <p:cNvSpPr/>
          <p:nvPr/>
        </p:nvSpPr>
        <p:spPr>
          <a:xfrm>
            <a:off x="4762" y="9601200"/>
            <a:ext cx="18283238" cy="685800"/>
          </a:xfrm>
          <a:custGeom>
            <a:avLst/>
            <a:gdLst/>
            <a:ahLst/>
            <a:cxnLst/>
            <a:rect l="l" t="t" r="r" b="b"/>
            <a:pathLst>
              <a:path w="24377650" h="914400" extrusionOk="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83838"/>
            </a:gs>
            <a:gs pos="65000">
              <a:srgbClr val="000000"/>
            </a:gs>
            <a:gs pos="100000">
              <a:srgbClr val="000000"/>
            </a:gs>
          </a:gsLst>
          <a:lin ang="16200000" scaled="0"/>
        </a:gra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3"/>
          <p:cNvSpPr/>
          <p:nvPr/>
        </p:nvSpPr>
        <p:spPr>
          <a:xfrm>
            <a:off x="4762" y="9601200"/>
            <a:ext cx="18283238" cy="685800"/>
          </a:xfrm>
          <a:custGeom>
            <a:avLst/>
            <a:gdLst/>
            <a:ahLst/>
            <a:cxnLst/>
            <a:rect l="l" t="t" r="r" b="b"/>
            <a:pathLst>
              <a:path w="24377650" h="914400" extrusionOk="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cxnSp>
        <p:nvCxnSpPr>
          <p:cNvPr id="403" name="Google Shape;403;p13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04" name="Google Shape;404;p13"/>
          <p:cNvGrpSpPr/>
          <p:nvPr/>
        </p:nvGrpSpPr>
        <p:grpSpPr>
          <a:xfrm>
            <a:off x="1645920" y="429904"/>
            <a:ext cx="15087600" cy="2176135"/>
            <a:chOff x="0" y="0"/>
            <a:chExt cx="20116800" cy="2901514"/>
          </a:xfrm>
        </p:grpSpPr>
        <p:sp>
          <p:nvSpPr>
            <p:cNvPr id="405" name="Google Shape;405;p13"/>
            <p:cNvSpPr/>
            <p:nvPr/>
          </p:nvSpPr>
          <p:spPr>
            <a:xfrm>
              <a:off x="0" y="0"/>
              <a:ext cx="20116800" cy="2901514"/>
            </a:xfrm>
            <a:custGeom>
              <a:avLst/>
              <a:gdLst/>
              <a:ahLst/>
              <a:cxnLst/>
              <a:rect l="l" t="t" r="r" b="b"/>
              <a:pathLst>
                <a:path w="20116800" h="2901514" extrusionOk="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06" name="Google Shape;406;p13"/>
            <p:cNvSpPr txBox="1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1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Componentes visuales</a:t>
              </a:r>
              <a:endParaRPr/>
            </a:p>
          </p:txBody>
        </p:sp>
      </p:grpSp>
      <p:cxnSp>
        <p:nvCxnSpPr>
          <p:cNvPr id="407" name="Google Shape;407;p13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w="95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8" name="Google Shape;408;p13"/>
          <p:cNvSpPr/>
          <p:nvPr/>
        </p:nvSpPr>
        <p:spPr>
          <a:xfrm>
            <a:off x="0" y="9601200"/>
            <a:ext cx="18288000" cy="685800"/>
          </a:xfrm>
          <a:custGeom>
            <a:avLst/>
            <a:gdLst/>
            <a:ahLst/>
            <a:cxnLst/>
            <a:rect l="l" t="t" r="r" b="b"/>
            <a:pathLst>
              <a:path w="24384000" h="914400" extrusionOk="0">
                <a:moveTo>
                  <a:pt x="0" y="0"/>
                </a:moveTo>
                <a:lnTo>
                  <a:pt x="24384000" y="0"/>
                </a:lnTo>
                <a:lnTo>
                  <a:pt x="2438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409" name="Google Shape;409;p13"/>
          <p:cNvGrpSpPr/>
          <p:nvPr/>
        </p:nvGrpSpPr>
        <p:grpSpPr>
          <a:xfrm>
            <a:off x="1637719" y="4171330"/>
            <a:ext cx="3299460" cy="1319784"/>
            <a:chOff x="-1397" y="0"/>
            <a:chExt cx="4399280" cy="1759712"/>
          </a:xfrm>
        </p:grpSpPr>
        <p:sp>
          <p:nvSpPr>
            <p:cNvPr id="410" name="Google Shape;410;p13"/>
            <p:cNvSpPr/>
            <p:nvPr/>
          </p:nvSpPr>
          <p:spPr>
            <a:xfrm>
              <a:off x="15875" y="15875"/>
              <a:ext cx="4366133" cy="1727962"/>
            </a:xfrm>
            <a:custGeom>
              <a:avLst/>
              <a:gdLst/>
              <a:ahLst/>
              <a:cxnLst/>
              <a:rect l="l" t="t" r="r" b="b"/>
              <a:pathLst>
                <a:path w="4366133" h="1727962" extrusionOk="0">
                  <a:moveTo>
                    <a:pt x="0" y="0"/>
                  </a:moveTo>
                  <a:lnTo>
                    <a:pt x="3492627" y="0"/>
                  </a:lnTo>
                  <a:lnTo>
                    <a:pt x="4366133" y="863981"/>
                  </a:lnTo>
                  <a:lnTo>
                    <a:pt x="3492627" y="1727962"/>
                  </a:lnTo>
                  <a:lnTo>
                    <a:pt x="0" y="1727962"/>
                  </a:lnTo>
                  <a:lnTo>
                    <a:pt x="873506" y="863981"/>
                  </a:ln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11" name="Google Shape;411;p13"/>
            <p:cNvSpPr/>
            <p:nvPr/>
          </p:nvSpPr>
          <p:spPr>
            <a:xfrm>
              <a:off x="-1397" y="0"/>
              <a:ext cx="4399280" cy="1759712"/>
            </a:xfrm>
            <a:custGeom>
              <a:avLst/>
              <a:gdLst/>
              <a:ahLst/>
              <a:cxnLst/>
              <a:rect l="l" t="t" r="r" b="b"/>
              <a:pathLst>
                <a:path w="4399280" h="1759712" extrusionOk="0">
                  <a:moveTo>
                    <a:pt x="17272" y="0"/>
                  </a:moveTo>
                  <a:lnTo>
                    <a:pt x="3509899" y="0"/>
                  </a:lnTo>
                  <a:cubicBezTo>
                    <a:pt x="3514090" y="0"/>
                    <a:pt x="3518154" y="1651"/>
                    <a:pt x="3521075" y="4572"/>
                  </a:cubicBezTo>
                  <a:lnTo>
                    <a:pt x="4394581" y="868553"/>
                  </a:lnTo>
                  <a:cubicBezTo>
                    <a:pt x="4397629" y="871474"/>
                    <a:pt x="4399280" y="875538"/>
                    <a:pt x="4399280" y="879856"/>
                  </a:cubicBezTo>
                  <a:cubicBezTo>
                    <a:pt x="4399280" y="884174"/>
                    <a:pt x="4397629" y="888111"/>
                    <a:pt x="4394581" y="891159"/>
                  </a:cubicBezTo>
                  <a:lnTo>
                    <a:pt x="3521075" y="1755140"/>
                  </a:lnTo>
                  <a:cubicBezTo>
                    <a:pt x="3518154" y="1758061"/>
                    <a:pt x="3514090" y="1759712"/>
                    <a:pt x="3509899" y="1759712"/>
                  </a:cubicBezTo>
                  <a:lnTo>
                    <a:pt x="17272" y="1759712"/>
                  </a:lnTo>
                  <a:cubicBezTo>
                    <a:pt x="10795" y="1759712"/>
                    <a:pt x="5080" y="1755775"/>
                    <a:pt x="2540" y="1749933"/>
                  </a:cubicBezTo>
                  <a:cubicBezTo>
                    <a:pt x="0" y="1744091"/>
                    <a:pt x="1524" y="1737106"/>
                    <a:pt x="6096" y="1732661"/>
                  </a:cubicBezTo>
                  <a:lnTo>
                    <a:pt x="879602" y="868553"/>
                  </a:lnTo>
                  <a:lnTo>
                    <a:pt x="890778" y="879856"/>
                  </a:lnTo>
                  <a:lnTo>
                    <a:pt x="879602" y="891159"/>
                  </a:lnTo>
                  <a:lnTo>
                    <a:pt x="6096" y="27178"/>
                  </a:lnTo>
                  <a:cubicBezTo>
                    <a:pt x="1524" y="22606"/>
                    <a:pt x="127" y="15748"/>
                    <a:pt x="2540" y="9779"/>
                  </a:cubicBezTo>
                  <a:cubicBezTo>
                    <a:pt x="4953" y="3810"/>
                    <a:pt x="10795" y="0"/>
                    <a:pt x="17272" y="0"/>
                  </a:cubicBezTo>
                  <a:moveTo>
                    <a:pt x="17272" y="31750"/>
                  </a:moveTo>
                  <a:lnTo>
                    <a:pt x="17272" y="15875"/>
                  </a:lnTo>
                  <a:lnTo>
                    <a:pt x="28448" y="4572"/>
                  </a:lnTo>
                  <a:lnTo>
                    <a:pt x="901954" y="868553"/>
                  </a:lnTo>
                  <a:cubicBezTo>
                    <a:pt x="905002" y="871474"/>
                    <a:pt x="906653" y="875538"/>
                    <a:pt x="906653" y="879856"/>
                  </a:cubicBezTo>
                  <a:cubicBezTo>
                    <a:pt x="906653" y="884174"/>
                    <a:pt x="905002" y="888111"/>
                    <a:pt x="901954" y="891159"/>
                  </a:cubicBezTo>
                  <a:lnTo>
                    <a:pt x="28448" y="1755140"/>
                  </a:lnTo>
                  <a:lnTo>
                    <a:pt x="17272" y="1743837"/>
                  </a:lnTo>
                  <a:lnTo>
                    <a:pt x="17272" y="1727962"/>
                  </a:lnTo>
                  <a:lnTo>
                    <a:pt x="3509899" y="1727962"/>
                  </a:lnTo>
                  <a:lnTo>
                    <a:pt x="3509899" y="1743837"/>
                  </a:lnTo>
                  <a:lnTo>
                    <a:pt x="3498723" y="1732534"/>
                  </a:lnTo>
                  <a:lnTo>
                    <a:pt x="4372229" y="868553"/>
                  </a:lnTo>
                  <a:lnTo>
                    <a:pt x="4383405" y="879856"/>
                  </a:lnTo>
                  <a:lnTo>
                    <a:pt x="4372229" y="891159"/>
                  </a:lnTo>
                  <a:lnTo>
                    <a:pt x="3498723" y="27178"/>
                  </a:lnTo>
                  <a:lnTo>
                    <a:pt x="3509899" y="15875"/>
                  </a:lnTo>
                  <a:lnTo>
                    <a:pt x="3509899" y="31750"/>
                  </a:lnTo>
                  <a:lnTo>
                    <a:pt x="17272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2" name="Google Shape;412;p13"/>
          <p:cNvGrpSpPr/>
          <p:nvPr/>
        </p:nvGrpSpPr>
        <p:grpSpPr>
          <a:xfrm>
            <a:off x="2286767" y="4171330"/>
            <a:ext cx="2002440" cy="1319812"/>
            <a:chOff x="0" y="0"/>
            <a:chExt cx="2669920" cy="1759750"/>
          </a:xfrm>
        </p:grpSpPr>
        <p:sp>
          <p:nvSpPr>
            <p:cNvPr id="413" name="Google Shape;413;p13"/>
            <p:cNvSpPr/>
            <p:nvPr/>
          </p:nvSpPr>
          <p:spPr>
            <a:xfrm>
              <a:off x="0" y="0"/>
              <a:ext cx="2669920" cy="1759750"/>
            </a:xfrm>
            <a:custGeom>
              <a:avLst/>
              <a:gdLst/>
              <a:ahLst/>
              <a:cxnLst/>
              <a:rect l="l" t="t" r="r" b="b"/>
              <a:pathLst>
                <a:path w="2669920" h="1759750" extrusionOk="0">
                  <a:moveTo>
                    <a:pt x="0" y="0"/>
                  </a:moveTo>
                  <a:lnTo>
                    <a:pt x="2669920" y="0"/>
                  </a:lnTo>
                  <a:lnTo>
                    <a:pt x="2669920" y="1759750"/>
                  </a:lnTo>
                  <a:lnTo>
                    <a:pt x="0" y="1759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14" name="Google Shape;414;p13"/>
            <p:cNvSpPr txBox="1"/>
            <p:nvPr/>
          </p:nvSpPr>
          <p:spPr>
            <a:xfrm>
              <a:off x="0" y="19050"/>
              <a:ext cx="2669920" cy="174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Botones (Button)</a:t>
              </a:r>
              <a:endParaRPr/>
            </a:p>
          </p:txBody>
        </p:sp>
      </p:grpSp>
      <p:grpSp>
        <p:nvGrpSpPr>
          <p:cNvPr id="415" name="Google Shape;415;p13"/>
          <p:cNvGrpSpPr/>
          <p:nvPr/>
        </p:nvGrpSpPr>
        <p:grpSpPr>
          <a:xfrm>
            <a:off x="1641148" y="5631711"/>
            <a:ext cx="2638752" cy="2169240"/>
            <a:chOff x="0" y="0"/>
            <a:chExt cx="3518336" cy="2892320"/>
          </a:xfrm>
        </p:grpSpPr>
        <p:sp>
          <p:nvSpPr>
            <p:cNvPr id="416" name="Google Shape;416;p13"/>
            <p:cNvSpPr/>
            <p:nvPr/>
          </p:nvSpPr>
          <p:spPr>
            <a:xfrm>
              <a:off x="0" y="0"/>
              <a:ext cx="3518336" cy="2892320"/>
            </a:xfrm>
            <a:custGeom>
              <a:avLst/>
              <a:gdLst/>
              <a:ahLst/>
              <a:cxnLst/>
              <a:rect l="l" t="t" r="r" b="b"/>
              <a:pathLst>
                <a:path w="3518336" h="2892320" extrusionOk="0">
                  <a:moveTo>
                    <a:pt x="0" y="0"/>
                  </a:moveTo>
                  <a:lnTo>
                    <a:pt x="3518336" y="0"/>
                  </a:lnTo>
                  <a:lnTo>
                    <a:pt x="3518336" y="2892320"/>
                  </a:lnTo>
                  <a:lnTo>
                    <a:pt x="0" y="28923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17" name="Google Shape;417;p13"/>
            <p:cNvSpPr txBox="1"/>
            <p:nvPr/>
          </p:nvSpPr>
          <p:spPr>
            <a:xfrm>
              <a:off x="0" y="19050"/>
              <a:ext cx="3518336" cy="2873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34340" marR="0" lvl="2" indent="-15240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lang="en-US" sz="24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Creación y personalización de botones.</a:t>
              </a:r>
              <a:endParaRPr/>
            </a:p>
            <a:p>
              <a:pPr marL="434340" marR="0" lvl="2" indent="-15240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lang="en-US" sz="24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eventos de clic en botones.</a:t>
              </a:r>
              <a:endParaRPr/>
            </a:p>
          </p:txBody>
        </p:sp>
      </p:grpSp>
      <p:grpSp>
        <p:nvGrpSpPr>
          <p:cNvPr id="418" name="Google Shape;418;p13"/>
          <p:cNvGrpSpPr/>
          <p:nvPr/>
        </p:nvGrpSpPr>
        <p:grpSpPr>
          <a:xfrm>
            <a:off x="4588347" y="4171330"/>
            <a:ext cx="3299460" cy="1319784"/>
            <a:chOff x="-1397" y="0"/>
            <a:chExt cx="4399280" cy="1759712"/>
          </a:xfrm>
        </p:grpSpPr>
        <p:sp>
          <p:nvSpPr>
            <p:cNvPr id="419" name="Google Shape;419;p13"/>
            <p:cNvSpPr/>
            <p:nvPr/>
          </p:nvSpPr>
          <p:spPr>
            <a:xfrm>
              <a:off x="15875" y="15875"/>
              <a:ext cx="4366133" cy="1727962"/>
            </a:xfrm>
            <a:custGeom>
              <a:avLst/>
              <a:gdLst/>
              <a:ahLst/>
              <a:cxnLst/>
              <a:rect l="l" t="t" r="r" b="b"/>
              <a:pathLst>
                <a:path w="4366133" h="1727962" extrusionOk="0">
                  <a:moveTo>
                    <a:pt x="0" y="0"/>
                  </a:moveTo>
                  <a:lnTo>
                    <a:pt x="3492627" y="0"/>
                  </a:lnTo>
                  <a:lnTo>
                    <a:pt x="4366133" y="863981"/>
                  </a:lnTo>
                  <a:lnTo>
                    <a:pt x="3492627" y="1727962"/>
                  </a:lnTo>
                  <a:lnTo>
                    <a:pt x="0" y="1727962"/>
                  </a:lnTo>
                  <a:lnTo>
                    <a:pt x="873506" y="863981"/>
                  </a:ln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20" name="Google Shape;420;p13"/>
            <p:cNvSpPr/>
            <p:nvPr/>
          </p:nvSpPr>
          <p:spPr>
            <a:xfrm>
              <a:off x="-1397" y="0"/>
              <a:ext cx="4399280" cy="1759712"/>
            </a:xfrm>
            <a:custGeom>
              <a:avLst/>
              <a:gdLst/>
              <a:ahLst/>
              <a:cxnLst/>
              <a:rect l="l" t="t" r="r" b="b"/>
              <a:pathLst>
                <a:path w="4399280" h="1759712" extrusionOk="0">
                  <a:moveTo>
                    <a:pt x="17272" y="0"/>
                  </a:moveTo>
                  <a:lnTo>
                    <a:pt x="3509899" y="0"/>
                  </a:lnTo>
                  <a:cubicBezTo>
                    <a:pt x="3514090" y="0"/>
                    <a:pt x="3518154" y="1651"/>
                    <a:pt x="3521075" y="4572"/>
                  </a:cubicBezTo>
                  <a:lnTo>
                    <a:pt x="4394581" y="868553"/>
                  </a:lnTo>
                  <a:cubicBezTo>
                    <a:pt x="4397629" y="871474"/>
                    <a:pt x="4399280" y="875538"/>
                    <a:pt x="4399280" y="879856"/>
                  </a:cubicBezTo>
                  <a:cubicBezTo>
                    <a:pt x="4399280" y="884174"/>
                    <a:pt x="4397629" y="888111"/>
                    <a:pt x="4394581" y="891159"/>
                  </a:cubicBezTo>
                  <a:lnTo>
                    <a:pt x="3521075" y="1755140"/>
                  </a:lnTo>
                  <a:cubicBezTo>
                    <a:pt x="3518154" y="1758061"/>
                    <a:pt x="3514090" y="1759712"/>
                    <a:pt x="3509899" y="1759712"/>
                  </a:cubicBezTo>
                  <a:lnTo>
                    <a:pt x="17272" y="1759712"/>
                  </a:lnTo>
                  <a:cubicBezTo>
                    <a:pt x="10795" y="1759712"/>
                    <a:pt x="5080" y="1755775"/>
                    <a:pt x="2540" y="1749933"/>
                  </a:cubicBezTo>
                  <a:cubicBezTo>
                    <a:pt x="0" y="1744091"/>
                    <a:pt x="1524" y="1737106"/>
                    <a:pt x="6096" y="1732661"/>
                  </a:cubicBezTo>
                  <a:lnTo>
                    <a:pt x="879602" y="868553"/>
                  </a:lnTo>
                  <a:lnTo>
                    <a:pt x="890778" y="879856"/>
                  </a:lnTo>
                  <a:lnTo>
                    <a:pt x="879602" y="891159"/>
                  </a:lnTo>
                  <a:lnTo>
                    <a:pt x="6096" y="27178"/>
                  </a:lnTo>
                  <a:cubicBezTo>
                    <a:pt x="1524" y="22606"/>
                    <a:pt x="127" y="15748"/>
                    <a:pt x="2540" y="9779"/>
                  </a:cubicBezTo>
                  <a:cubicBezTo>
                    <a:pt x="4953" y="3810"/>
                    <a:pt x="10795" y="0"/>
                    <a:pt x="17272" y="0"/>
                  </a:cubicBezTo>
                  <a:moveTo>
                    <a:pt x="17272" y="31750"/>
                  </a:moveTo>
                  <a:lnTo>
                    <a:pt x="17272" y="15875"/>
                  </a:lnTo>
                  <a:lnTo>
                    <a:pt x="28448" y="4572"/>
                  </a:lnTo>
                  <a:lnTo>
                    <a:pt x="901954" y="868553"/>
                  </a:lnTo>
                  <a:cubicBezTo>
                    <a:pt x="905002" y="871474"/>
                    <a:pt x="906653" y="875538"/>
                    <a:pt x="906653" y="879856"/>
                  </a:cubicBezTo>
                  <a:cubicBezTo>
                    <a:pt x="906653" y="884174"/>
                    <a:pt x="905002" y="888111"/>
                    <a:pt x="901954" y="891159"/>
                  </a:cubicBezTo>
                  <a:lnTo>
                    <a:pt x="28448" y="1755140"/>
                  </a:lnTo>
                  <a:lnTo>
                    <a:pt x="17272" y="1743837"/>
                  </a:lnTo>
                  <a:lnTo>
                    <a:pt x="17272" y="1727962"/>
                  </a:lnTo>
                  <a:lnTo>
                    <a:pt x="3509899" y="1727962"/>
                  </a:lnTo>
                  <a:lnTo>
                    <a:pt x="3509899" y="1743837"/>
                  </a:lnTo>
                  <a:lnTo>
                    <a:pt x="3498723" y="1732534"/>
                  </a:lnTo>
                  <a:lnTo>
                    <a:pt x="4372229" y="868553"/>
                  </a:lnTo>
                  <a:lnTo>
                    <a:pt x="4383405" y="879856"/>
                  </a:lnTo>
                  <a:lnTo>
                    <a:pt x="4372229" y="891159"/>
                  </a:lnTo>
                  <a:lnTo>
                    <a:pt x="3498723" y="27178"/>
                  </a:lnTo>
                  <a:lnTo>
                    <a:pt x="3509899" y="15875"/>
                  </a:lnTo>
                  <a:lnTo>
                    <a:pt x="3509899" y="31750"/>
                  </a:lnTo>
                  <a:lnTo>
                    <a:pt x="17272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1" name="Google Shape;421;p13"/>
          <p:cNvGrpSpPr/>
          <p:nvPr/>
        </p:nvGrpSpPr>
        <p:grpSpPr>
          <a:xfrm>
            <a:off x="5237395" y="4171330"/>
            <a:ext cx="2002440" cy="1319812"/>
            <a:chOff x="0" y="0"/>
            <a:chExt cx="2669920" cy="1759750"/>
          </a:xfrm>
        </p:grpSpPr>
        <p:sp>
          <p:nvSpPr>
            <p:cNvPr id="422" name="Google Shape;422;p13"/>
            <p:cNvSpPr/>
            <p:nvPr/>
          </p:nvSpPr>
          <p:spPr>
            <a:xfrm>
              <a:off x="0" y="0"/>
              <a:ext cx="2669920" cy="1759750"/>
            </a:xfrm>
            <a:custGeom>
              <a:avLst/>
              <a:gdLst/>
              <a:ahLst/>
              <a:cxnLst/>
              <a:rect l="l" t="t" r="r" b="b"/>
              <a:pathLst>
                <a:path w="2669920" h="1759750" extrusionOk="0">
                  <a:moveTo>
                    <a:pt x="0" y="0"/>
                  </a:moveTo>
                  <a:lnTo>
                    <a:pt x="2669920" y="0"/>
                  </a:lnTo>
                  <a:lnTo>
                    <a:pt x="2669920" y="1759750"/>
                  </a:lnTo>
                  <a:lnTo>
                    <a:pt x="0" y="1759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23" name="Google Shape;423;p13"/>
            <p:cNvSpPr txBox="1"/>
            <p:nvPr/>
          </p:nvSpPr>
          <p:spPr>
            <a:xfrm>
              <a:off x="0" y="19050"/>
              <a:ext cx="2669920" cy="174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Etiquetas (Label)</a:t>
              </a:r>
              <a:endParaRPr/>
            </a:p>
          </p:txBody>
        </p:sp>
      </p:grpSp>
      <p:grpSp>
        <p:nvGrpSpPr>
          <p:cNvPr id="424" name="Google Shape;424;p13"/>
          <p:cNvGrpSpPr/>
          <p:nvPr/>
        </p:nvGrpSpPr>
        <p:grpSpPr>
          <a:xfrm>
            <a:off x="4591776" y="5631711"/>
            <a:ext cx="2638752" cy="2169240"/>
            <a:chOff x="0" y="0"/>
            <a:chExt cx="3518336" cy="2892320"/>
          </a:xfrm>
        </p:grpSpPr>
        <p:sp>
          <p:nvSpPr>
            <p:cNvPr id="425" name="Google Shape;425;p13"/>
            <p:cNvSpPr/>
            <p:nvPr/>
          </p:nvSpPr>
          <p:spPr>
            <a:xfrm>
              <a:off x="0" y="0"/>
              <a:ext cx="3518336" cy="2892320"/>
            </a:xfrm>
            <a:custGeom>
              <a:avLst/>
              <a:gdLst/>
              <a:ahLst/>
              <a:cxnLst/>
              <a:rect l="l" t="t" r="r" b="b"/>
              <a:pathLst>
                <a:path w="3518336" h="2892320" extrusionOk="0">
                  <a:moveTo>
                    <a:pt x="0" y="0"/>
                  </a:moveTo>
                  <a:lnTo>
                    <a:pt x="3518336" y="0"/>
                  </a:lnTo>
                  <a:lnTo>
                    <a:pt x="3518336" y="2892320"/>
                  </a:lnTo>
                  <a:lnTo>
                    <a:pt x="0" y="28923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26" name="Google Shape;426;p13"/>
            <p:cNvSpPr txBox="1"/>
            <p:nvPr/>
          </p:nvSpPr>
          <p:spPr>
            <a:xfrm>
              <a:off x="0" y="19050"/>
              <a:ext cx="3518336" cy="2873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34340" marR="0" lvl="2" indent="-15240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lang="en-US" sz="24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Mostrar texto estático en la interfaz.</a:t>
              </a:r>
              <a:endParaRPr/>
            </a:p>
            <a:p>
              <a:pPr marL="434340" marR="0" lvl="2" indent="-15240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lang="en-US" sz="24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Personalización del texto y la alineación.</a:t>
              </a:r>
              <a:endParaRPr/>
            </a:p>
          </p:txBody>
        </p:sp>
      </p:grpSp>
      <p:grpSp>
        <p:nvGrpSpPr>
          <p:cNvPr id="427" name="Google Shape;427;p13"/>
          <p:cNvGrpSpPr/>
          <p:nvPr/>
        </p:nvGrpSpPr>
        <p:grpSpPr>
          <a:xfrm>
            <a:off x="7538976" y="4171330"/>
            <a:ext cx="3299460" cy="1319784"/>
            <a:chOff x="-1397" y="0"/>
            <a:chExt cx="4399280" cy="1759712"/>
          </a:xfrm>
        </p:grpSpPr>
        <p:sp>
          <p:nvSpPr>
            <p:cNvPr id="428" name="Google Shape;428;p13"/>
            <p:cNvSpPr/>
            <p:nvPr/>
          </p:nvSpPr>
          <p:spPr>
            <a:xfrm>
              <a:off x="15875" y="15875"/>
              <a:ext cx="4366133" cy="1727962"/>
            </a:xfrm>
            <a:custGeom>
              <a:avLst/>
              <a:gdLst/>
              <a:ahLst/>
              <a:cxnLst/>
              <a:rect l="l" t="t" r="r" b="b"/>
              <a:pathLst>
                <a:path w="4366133" h="1727962" extrusionOk="0">
                  <a:moveTo>
                    <a:pt x="0" y="0"/>
                  </a:moveTo>
                  <a:lnTo>
                    <a:pt x="3492627" y="0"/>
                  </a:lnTo>
                  <a:lnTo>
                    <a:pt x="4366133" y="863981"/>
                  </a:lnTo>
                  <a:lnTo>
                    <a:pt x="3492627" y="1727962"/>
                  </a:lnTo>
                  <a:lnTo>
                    <a:pt x="0" y="1727962"/>
                  </a:lnTo>
                  <a:lnTo>
                    <a:pt x="873506" y="863981"/>
                  </a:ln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29" name="Google Shape;429;p13"/>
            <p:cNvSpPr/>
            <p:nvPr/>
          </p:nvSpPr>
          <p:spPr>
            <a:xfrm>
              <a:off x="-1397" y="0"/>
              <a:ext cx="4399280" cy="1759712"/>
            </a:xfrm>
            <a:custGeom>
              <a:avLst/>
              <a:gdLst/>
              <a:ahLst/>
              <a:cxnLst/>
              <a:rect l="l" t="t" r="r" b="b"/>
              <a:pathLst>
                <a:path w="4399280" h="1759712" extrusionOk="0">
                  <a:moveTo>
                    <a:pt x="17272" y="0"/>
                  </a:moveTo>
                  <a:lnTo>
                    <a:pt x="3509899" y="0"/>
                  </a:lnTo>
                  <a:cubicBezTo>
                    <a:pt x="3514090" y="0"/>
                    <a:pt x="3518154" y="1651"/>
                    <a:pt x="3521075" y="4572"/>
                  </a:cubicBezTo>
                  <a:lnTo>
                    <a:pt x="4394581" y="868553"/>
                  </a:lnTo>
                  <a:cubicBezTo>
                    <a:pt x="4397629" y="871474"/>
                    <a:pt x="4399280" y="875538"/>
                    <a:pt x="4399280" y="879856"/>
                  </a:cubicBezTo>
                  <a:cubicBezTo>
                    <a:pt x="4399280" y="884174"/>
                    <a:pt x="4397629" y="888111"/>
                    <a:pt x="4394581" y="891159"/>
                  </a:cubicBezTo>
                  <a:lnTo>
                    <a:pt x="3521075" y="1755140"/>
                  </a:lnTo>
                  <a:cubicBezTo>
                    <a:pt x="3518154" y="1758061"/>
                    <a:pt x="3514090" y="1759712"/>
                    <a:pt x="3509899" y="1759712"/>
                  </a:cubicBezTo>
                  <a:lnTo>
                    <a:pt x="17272" y="1759712"/>
                  </a:lnTo>
                  <a:cubicBezTo>
                    <a:pt x="10795" y="1759712"/>
                    <a:pt x="5080" y="1755775"/>
                    <a:pt x="2540" y="1749933"/>
                  </a:cubicBezTo>
                  <a:cubicBezTo>
                    <a:pt x="0" y="1744091"/>
                    <a:pt x="1524" y="1737106"/>
                    <a:pt x="6096" y="1732661"/>
                  </a:cubicBezTo>
                  <a:lnTo>
                    <a:pt x="879602" y="868553"/>
                  </a:lnTo>
                  <a:lnTo>
                    <a:pt x="890778" y="879856"/>
                  </a:lnTo>
                  <a:lnTo>
                    <a:pt x="879602" y="891159"/>
                  </a:lnTo>
                  <a:lnTo>
                    <a:pt x="6096" y="27178"/>
                  </a:lnTo>
                  <a:cubicBezTo>
                    <a:pt x="1524" y="22606"/>
                    <a:pt x="127" y="15748"/>
                    <a:pt x="2540" y="9779"/>
                  </a:cubicBezTo>
                  <a:cubicBezTo>
                    <a:pt x="4953" y="3810"/>
                    <a:pt x="10795" y="0"/>
                    <a:pt x="17272" y="0"/>
                  </a:cubicBezTo>
                  <a:moveTo>
                    <a:pt x="17272" y="31750"/>
                  </a:moveTo>
                  <a:lnTo>
                    <a:pt x="17272" y="15875"/>
                  </a:lnTo>
                  <a:lnTo>
                    <a:pt x="28448" y="4572"/>
                  </a:lnTo>
                  <a:lnTo>
                    <a:pt x="901954" y="868553"/>
                  </a:lnTo>
                  <a:cubicBezTo>
                    <a:pt x="905002" y="871474"/>
                    <a:pt x="906653" y="875538"/>
                    <a:pt x="906653" y="879856"/>
                  </a:cubicBezTo>
                  <a:cubicBezTo>
                    <a:pt x="906653" y="884174"/>
                    <a:pt x="905002" y="888111"/>
                    <a:pt x="901954" y="891159"/>
                  </a:cubicBezTo>
                  <a:lnTo>
                    <a:pt x="28448" y="1755140"/>
                  </a:lnTo>
                  <a:lnTo>
                    <a:pt x="17272" y="1743837"/>
                  </a:lnTo>
                  <a:lnTo>
                    <a:pt x="17272" y="1727962"/>
                  </a:lnTo>
                  <a:lnTo>
                    <a:pt x="3509899" y="1727962"/>
                  </a:lnTo>
                  <a:lnTo>
                    <a:pt x="3509899" y="1743837"/>
                  </a:lnTo>
                  <a:lnTo>
                    <a:pt x="3498723" y="1732534"/>
                  </a:lnTo>
                  <a:lnTo>
                    <a:pt x="4372229" y="868553"/>
                  </a:lnTo>
                  <a:lnTo>
                    <a:pt x="4383405" y="879856"/>
                  </a:lnTo>
                  <a:lnTo>
                    <a:pt x="4372229" y="891159"/>
                  </a:lnTo>
                  <a:lnTo>
                    <a:pt x="3498723" y="27178"/>
                  </a:lnTo>
                  <a:lnTo>
                    <a:pt x="3509899" y="15875"/>
                  </a:lnTo>
                  <a:lnTo>
                    <a:pt x="3509899" y="31750"/>
                  </a:lnTo>
                  <a:lnTo>
                    <a:pt x="17272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0" name="Google Shape;430;p13"/>
          <p:cNvGrpSpPr/>
          <p:nvPr/>
        </p:nvGrpSpPr>
        <p:grpSpPr>
          <a:xfrm>
            <a:off x="8188024" y="4171330"/>
            <a:ext cx="2002440" cy="1319812"/>
            <a:chOff x="0" y="0"/>
            <a:chExt cx="2669920" cy="1759750"/>
          </a:xfrm>
        </p:grpSpPr>
        <p:sp>
          <p:nvSpPr>
            <p:cNvPr id="431" name="Google Shape;431;p13"/>
            <p:cNvSpPr/>
            <p:nvPr/>
          </p:nvSpPr>
          <p:spPr>
            <a:xfrm>
              <a:off x="0" y="0"/>
              <a:ext cx="2669920" cy="1759750"/>
            </a:xfrm>
            <a:custGeom>
              <a:avLst/>
              <a:gdLst/>
              <a:ahLst/>
              <a:cxnLst/>
              <a:rect l="l" t="t" r="r" b="b"/>
              <a:pathLst>
                <a:path w="2669920" h="1759750" extrusionOk="0">
                  <a:moveTo>
                    <a:pt x="0" y="0"/>
                  </a:moveTo>
                  <a:lnTo>
                    <a:pt x="2669920" y="0"/>
                  </a:lnTo>
                  <a:lnTo>
                    <a:pt x="2669920" y="1759750"/>
                  </a:lnTo>
                  <a:lnTo>
                    <a:pt x="0" y="1759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32" name="Google Shape;432;p13"/>
            <p:cNvSpPr txBox="1"/>
            <p:nvPr/>
          </p:nvSpPr>
          <p:spPr>
            <a:xfrm>
              <a:off x="0" y="19050"/>
              <a:ext cx="2669920" cy="174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Campos de texto (TextField)</a:t>
              </a:r>
              <a:endParaRPr/>
            </a:p>
          </p:txBody>
        </p:sp>
      </p:grpSp>
      <p:grpSp>
        <p:nvGrpSpPr>
          <p:cNvPr id="433" name="Google Shape;433;p13"/>
          <p:cNvGrpSpPr/>
          <p:nvPr/>
        </p:nvGrpSpPr>
        <p:grpSpPr>
          <a:xfrm>
            <a:off x="7542405" y="5631711"/>
            <a:ext cx="2638752" cy="2752243"/>
            <a:chOff x="0" y="0"/>
            <a:chExt cx="3518336" cy="3669657"/>
          </a:xfrm>
        </p:grpSpPr>
        <p:sp>
          <p:nvSpPr>
            <p:cNvPr id="434" name="Google Shape;434;p13"/>
            <p:cNvSpPr/>
            <p:nvPr/>
          </p:nvSpPr>
          <p:spPr>
            <a:xfrm>
              <a:off x="0" y="0"/>
              <a:ext cx="3518336" cy="3669657"/>
            </a:xfrm>
            <a:custGeom>
              <a:avLst/>
              <a:gdLst/>
              <a:ahLst/>
              <a:cxnLst/>
              <a:rect l="l" t="t" r="r" b="b"/>
              <a:pathLst>
                <a:path w="3518336" h="3669657" extrusionOk="0">
                  <a:moveTo>
                    <a:pt x="0" y="0"/>
                  </a:moveTo>
                  <a:lnTo>
                    <a:pt x="3518336" y="0"/>
                  </a:lnTo>
                  <a:lnTo>
                    <a:pt x="3518336" y="3669657"/>
                  </a:lnTo>
                  <a:lnTo>
                    <a:pt x="0" y="36696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35" name="Google Shape;435;p13"/>
            <p:cNvSpPr txBox="1"/>
            <p:nvPr/>
          </p:nvSpPr>
          <p:spPr>
            <a:xfrm>
              <a:off x="0" y="19050"/>
              <a:ext cx="3518336" cy="36506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34340" marR="0" lvl="2" indent="-15240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lang="en-US" sz="24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Entrada de texto por parte del usuario.</a:t>
              </a:r>
              <a:endParaRPr/>
            </a:p>
            <a:p>
              <a:pPr marL="434340" marR="0" lvl="2" indent="-15240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lang="en-US" sz="24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Validación de entrada y manejo de eventos de texto.</a:t>
              </a:r>
              <a:endParaRPr/>
            </a:p>
          </p:txBody>
        </p:sp>
      </p:grpSp>
      <p:grpSp>
        <p:nvGrpSpPr>
          <p:cNvPr id="436" name="Google Shape;436;p13"/>
          <p:cNvGrpSpPr/>
          <p:nvPr/>
        </p:nvGrpSpPr>
        <p:grpSpPr>
          <a:xfrm>
            <a:off x="10489603" y="4171330"/>
            <a:ext cx="3299460" cy="1319784"/>
            <a:chOff x="-1397" y="0"/>
            <a:chExt cx="4399280" cy="1759712"/>
          </a:xfrm>
        </p:grpSpPr>
        <p:sp>
          <p:nvSpPr>
            <p:cNvPr id="437" name="Google Shape;437;p13"/>
            <p:cNvSpPr/>
            <p:nvPr/>
          </p:nvSpPr>
          <p:spPr>
            <a:xfrm>
              <a:off x="15875" y="15875"/>
              <a:ext cx="4366133" cy="1727962"/>
            </a:xfrm>
            <a:custGeom>
              <a:avLst/>
              <a:gdLst/>
              <a:ahLst/>
              <a:cxnLst/>
              <a:rect l="l" t="t" r="r" b="b"/>
              <a:pathLst>
                <a:path w="4366133" h="1727962" extrusionOk="0">
                  <a:moveTo>
                    <a:pt x="0" y="0"/>
                  </a:moveTo>
                  <a:lnTo>
                    <a:pt x="3492627" y="0"/>
                  </a:lnTo>
                  <a:lnTo>
                    <a:pt x="4366133" y="863981"/>
                  </a:lnTo>
                  <a:lnTo>
                    <a:pt x="3492627" y="1727962"/>
                  </a:lnTo>
                  <a:lnTo>
                    <a:pt x="0" y="1727962"/>
                  </a:lnTo>
                  <a:lnTo>
                    <a:pt x="873506" y="863981"/>
                  </a:lnTo>
                  <a:close/>
                </a:path>
              </a:pathLst>
            </a:custGeom>
            <a:solidFill>
              <a:srgbClr val="9698C6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38" name="Google Shape;438;p13"/>
            <p:cNvSpPr/>
            <p:nvPr/>
          </p:nvSpPr>
          <p:spPr>
            <a:xfrm>
              <a:off x="-1397" y="0"/>
              <a:ext cx="4399280" cy="1759712"/>
            </a:xfrm>
            <a:custGeom>
              <a:avLst/>
              <a:gdLst/>
              <a:ahLst/>
              <a:cxnLst/>
              <a:rect l="l" t="t" r="r" b="b"/>
              <a:pathLst>
                <a:path w="4399280" h="1759712" extrusionOk="0">
                  <a:moveTo>
                    <a:pt x="17272" y="0"/>
                  </a:moveTo>
                  <a:lnTo>
                    <a:pt x="3509899" y="0"/>
                  </a:lnTo>
                  <a:cubicBezTo>
                    <a:pt x="3514090" y="0"/>
                    <a:pt x="3518154" y="1651"/>
                    <a:pt x="3521075" y="4572"/>
                  </a:cubicBezTo>
                  <a:lnTo>
                    <a:pt x="4394581" y="868553"/>
                  </a:lnTo>
                  <a:cubicBezTo>
                    <a:pt x="4397629" y="871474"/>
                    <a:pt x="4399280" y="875538"/>
                    <a:pt x="4399280" y="879856"/>
                  </a:cubicBezTo>
                  <a:cubicBezTo>
                    <a:pt x="4399280" y="884174"/>
                    <a:pt x="4397629" y="888111"/>
                    <a:pt x="4394581" y="891159"/>
                  </a:cubicBezTo>
                  <a:lnTo>
                    <a:pt x="3521075" y="1755140"/>
                  </a:lnTo>
                  <a:cubicBezTo>
                    <a:pt x="3518154" y="1758061"/>
                    <a:pt x="3514090" y="1759712"/>
                    <a:pt x="3509899" y="1759712"/>
                  </a:cubicBezTo>
                  <a:lnTo>
                    <a:pt x="17272" y="1759712"/>
                  </a:lnTo>
                  <a:cubicBezTo>
                    <a:pt x="10795" y="1759712"/>
                    <a:pt x="5080" y="1755775"/>
                    <a:pt x="2540" y="1749933"/>
                  </a:cubicBezTo>
                  <a:cubicBezTo>
                    <a:pt x="0" y="1744091"/>
                    <a:pt x="1524" y="1737106"/>
                    <a:pt x="6096" y="1732661"/>
                  </a:cubicBezTo>
                  <a:lnTo>
                    <a:pt x="879602" y="868553"/>
                  </a:lnTo>
                  <a:lnTo>
                    <a:pt x="890778" y="879856"/>
                  </a:lnTo>
                  <a:lnTo>
                    <a:pt x="879602" y="891159"/>
                  </a:lnTo>
                  <a:lnTo>
                    <a:pt x="6096" y="27178"/>
                  </a:lnTo>
                  <a:cubicBezTo>
                    <a:pt x="1524" y="22606"/>
                    <a:pt x="127" y="15748"/>
                    <a:pt x="2540" y="9779"/>
                  </a:cubicBezTo>
                  <a:cubicBezTo>
                    <a:pt x="4953" y="3810"/>
                    <a:pt x="10795" y="0"/>
                    <a:pt x="17272" y="0"/>
                  </a:cubicBezTo>
                  <a:moveTo>
                    <a:pt x="17272" y="31750"/>
                  </a:moveTo>
                  <a:lnTo>
                    <a:pt x="17272" y="15875"/>
                  </a:lnTo>
                  <a:lnTo>
                    <a:pt x="28448" y="4572"/>
                  </a:lnTo>
                  <a:lnTo>
                    <a:pt x="901954" y="868553"/>
                  </a:lnTo>
                  <a:cubicBezTo>
                    <a:pt x="905002" y="871474"/>
                    <a:pt x="906653" y="875538"/>
                    <a:pt x="906653" y="879856"/>
                  </a:cubicBezTo>
                  <a:cubicBezTo>
                    <a:pt x="906653" y="884174"/>
                    <a:pt x="905002" y="888111"/>
                    <a:pt x="901954" y="891159"/>
                  </a:cubicBezTo>
                  <a:lnTo>
                    <a:pt x="28448" y="1755140"/>
                  </a:lnTo>
                  <a:lnTo>
                    <a:pt x="17272" y="1743837"/>
                  </a:lnTo>
                  <a:lnTo>
                    <a:pt x="17272" y="1727962"/>
                  </a:lnTo>
                  <a:lnTo>
                    <a:pt x="3509899" y="1727962"/>
                  </a:lnTo>
                  <a:lnTo>
                    <a:pt x="3509899" y="1743837"/>
                  </a:lnTo>
                  <a:lnTo>
                    <a:pt x="3498723" y="1732534"/>
                  </a:lnTo>
                  <a:lnTo>
                    <a:pt x="4372229" y="868553"/>
                  </a:lnTo>
                  <a:lnTo>
                    <a:pt x="4383405" y="879856"/>
                  </a:lnTo>
                  <a:lnTo>
                    <a:pt x="4372229" y="891159"/>
                  </a:lnTo>
                  <a:lnTo>
                    <a:pt x="3498723" y="27178"/>
                  </a:lnTo>
                  <a:lnTo>
                    <a:pt x="3509899" y="15875"/>
                  </a:lnTo>
                  <a:lnTo>
                    <a:pt x="3509899" y="31750"/>
                  </a:lnTo>
                  <a:lnTo>
                    <a:pt x="17272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" name="Google Shape;439;p13"/>
          <p:cNvGrpSpPr/>
          <p:nvPr/>
        </p:nvGrpSpPr>
        <p:grpSpPr>
          <a:xfrm>
            <a:off x="11138651" y="4171330"/>
            <a:ext cx="2002440" cy="1319812"/>
            <a:chOff x="0" y="0"/>
            <a:chExt cx="2669920" cy="1759750"/>
          </a:xfrm>
        </p:grpSpPr>
        <p:sp>
          <p:nvSpPr>
            <p:cNvPr id="440" name="Google Shape;440;p13"/>
            <p:cNvSpPr/>
            <p:nvPr/>
          </p:nvSpPr>
          <p:spPr>
            <a:xfrm>
              <a:off x="0" y="0"/>
              <a:ext cx="2669920" cy="1759750"/>
            </a:xfrm>
            <a:custGeom>
              <a:avLst/>
              <a:gdLst/>
              <a:ahLst/>
              <a:cxnLst/>
              <a:rect l="l" t="t" r="r" b="b"/>
              <a:pathLst>
                <a:path w="2669920" h="1759750" extrusionOk="0">
                  <a:moveTo>
                    <a:pt x="0" y="0"/>
                  </a:moveTo>
                  <a:lnTo>
                    <a:pt x="2669920" y="0"/>
                  </a:lnTo>
                  <a:lnTo>
                    <a:pt x="2669920" y="1759750"/>
                  </a:lnTo>
                  <a:lnTo>
                    <a:pt x="0" y="1759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41" name="Google Shape;441;p13"/>
            <p:cNvSpPr txBox="1"/>
            <p:nvPr/>
          </p:nvSpPr>
          <p:spPr>
            <a:xfrm>
              <a:off x="0" y="19050"/>
              <a:ext cx="2669920" cy="174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Áreas de texto (TextArea)</a:t>
              </a:r>
              <a:endParaRPr/>
            </a:p>
          </p:txBody>
        </p:sp>
      </p:grpSp>
      <p:grpSp>
        <p:nvGrpSpPr>
          <p:cNvPr id="442" name="Google Shape;442;p13"/>
          <p:cNvGrpSpPr/>
          <p:nvPr/>
        </p:nvGrpSpPr>
        <p:grpSpPr>
          <a:xfrm>
            <a:off x="10493032" y="5631711"/>
            <a:ext cx="3296059" cy="2169240"/>
            <a:chOff x="0" y="0"/>
            <a:chExt cx="4394745" cy="2892320"/>
          </a:xfrm>
        </p:grpSpPr>
        <p:sp>
          <p:nvSpPr>
            <p:cNvPr id="443" name="Google Shape;443;p13"/>
            <p:cNvSpPr/>
            <p:nvPr/>
          </p:nvSpPr>
          <p:spPr>
            <a:xfrm>
              <a:off x="0" y="0"/>
              <a:ext cx="4394745" cy="2892320"/>
            </a:xfrm>
            <a:custGeom>
              <a:avLst/>
              <a:gdLst/>
              <a:ahLst/>
              <a:cxnLst/>
              <a:rect l="l" t="t" r="r" b="b"/>
              <a:pathLst>
                <a:path w="4394745" h="2892320" extrusionOk="0">
                  <a:moveTo>
                    <a:pt x="0" y="0"/>
                  </a:moveTo>
                  <a:lnTo>
                    <a:pt x="4394745" y="0"/>
                  </a:lnTo>
                  <a:lnTo>
                    <a:pt x="4394745" y="2892320"/>
                  </a:lnTo>
                  <a:lnTo>
                    <a:pt x="0" y="28923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44" name="Google Shape;444;p13"/>
            <p:cNvSpPr txBox="1"/>
            <p:nvPr/>
          </p:nvSpPr>
          <p:spPr>
            <a:xfrm>
              <a:off x="0" y="19050"/>
              <a:ext cx="4394745" cy="2873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34340" marR="0" lvl="2" indent="-15240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lang="en-US" sz="24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Entrada de texto multilínea.</a:t>
              </a:r>
              <a:endParaRPr/>
            </a:p>
            <a:p>
              <a:pPr marL="434340" marR="0" lvl="2" indent="-15240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lang="en-US" sz="24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eventos de edición y desplazamiento.</a:t>
              </a:r>
              <a:endParaRPr/>
            </a:p>
          </p:txBody>
        </p:sp>
      </p:grpSp>
      <p:grpSp>
        <p:nvGrpSpPr>
          <p:cNvPr id="445" name="Google Shape;445;p13"/>
          <p:cNvGrpSpPr/>
          <p:nvPr/>
        </p:nvGrpSpPr>
        <p:grpSpPr>
          <a:xfrm>
            <a:off x="13440232" y="4171330"/>
            <a:ext cx="3299460" cy="1319784"/>
            <a:chOff x="-1397" y="0"/>
            <a:chExt cx="4399280" cy="1759712"/>
          </a:xfrm>
        </p:grpSpPr>
        <p:sp>
          <p:nvSpPr>
            <p:cNvPr id="446" name="Google Shape;446;p13"/>
            <p:cNvSpPr/>
            <p:nvPr/>
          </p:nvSpPr>
          <p:spPr>
            <a:xfrm>
              <a:off x="15875" y="15875"/>
              <a:ext cx="4366133" cy="1727962"/>
            </a:xfrm>
            <a:custGeom>
              <a:avLst/>
              <a:gdLst/>
              <a:ahLst/>
              <a:cxnLst/>
              <a:rect l="l" t="t" r="r" b="b"/>
              <a:pathLst>
                <a:path w="4366133" h="1727962" extrusionOk="0">
                  <a:moveTo>
                    <a:pt x="0" y="0"/>
                  </a:moveTo>
                  <a:lnTo>
                    <a:pt x="3492627" y="0"/>
                  </a:lnTo>
                  <a:lnTo>
                    <a:pt x="4366133" y="863981"/>
                  </a:lnTo>
                  <a:lnTo>
                    <a:pt x="3492627" y="1727962"/>
                  </a:lnTo>
                  <a:lnTo>
                    <a:pt x="0" y="1727962"/>
                  </a:lnTo>
                  <a:lnTo>
                    <a:pt x="873506" y="863981"/>
                  </a:lnTo>
                  <a:close/>
                </a:path>
              </a:pathLst>
            </a:custGeom>
            <a:solidFill>
              <a:srgbClr val="7F9ABA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47" name="Google Shape;447;p13"/>
            <p:cNvSpPr/>
            <p:nvPr/>
          </p:nvSpPr>
          <p:spPr>
            <a:xfrm>
              <a:off x="-1397" y="0"/>
              <a:ext cx="4399280" cy="1759712"/>
            </a:xfrm>
            <a:custGeom>
              <a:avLst/>
              <a:gdLst/>
              <a:ahLst/>
              <a:cxnLst/>
              <a:rect l="l" t="t" r="r" b="b"/>
              <a:pathLst>
                <a:path w="4399280" h="1759712" extrusionOk="0">
                  <a:moveTo>
                    <a:pt x="17272" y="0"/>
                  </a:moveTo>
                  <a:lnTo>
                    <a:pt x="3509899" y="0"/>
                  </a:lnTo>
                  <a:cubicBezTo>
                    <a:pt x="3514090" y="0"/>
                    <a:pt x="3518154" y="1651"/>
                    <a:pt x="3521075" y="4572"/>
                  </a:cubicBezTo>
                  <a:lnTo>
                    <a:pt x="4394581" y="868553"/>
                  </a:lnTo>
                  <a:cubicBezTo>
                    <a:pt x="4397629" y="871474"/>
                    <a:pt x="4399280" y="875538"/>
                    <a:pt x="4399280" y="879856"/>
                  </a:cubicBezTo>
                  <a:cubicBezTo>
                    <a:pt x="4399280" y="884174"/>
                    <a:pt x="4397629" y="888111"/>
                    <a:pt x="4394581" y="891159"/>
                  </a:cubicBezTo>
                  <a:lnTo>
                    <a:pt x="3521075" y="1755140"/>
                  </a:lnTo>
                  <a:cubicBezTo>
                    <a:pt x="3518154" y="1758061"/>
                    <a:pt x="3514090" y="1759712"/>
                    <a:pt x="3509899" y="1759712"/>
                  </a:cubicBezTo>
                  <a:lnTo>
                    <a:pt x="17272" y="1759712"/>
                  </a:lnTo>
                  <a:cubicBezTo>
                    <a:pt x="10795" y="1759712"/>
                    <a:pt x="5080" y="1755775"/>
                    <a:pt x="2540" y="1749933"/>
                  </a:cubicBezTo>
                  <a:cubicBezTo>
                    <a:pt x="0" y="1744091"/>
                    <a:pt x="1524" y="1737106"/>
                    <a:pt x="6096" y="1732661"/>
                  </a:cubicBezTo>
                  <a:lnTo>
                    <a:pt x="879602" y="868553"/>
                  </a:lnTo>
                  <a:lnTo>
                    <a:pt x="890778" y="879856"/>
                  </a:lnTo>
                  <a:lnTo>
                    <a:pt x="879602" y="891159"/>
                  </a:lnTo>
                  <a:lnTo>
                    <a:pt x="6096" y="27178"/>
                  </a:lnTo>
                  <a:cubicBezTo>
                    <a:pt x="1524" y="22606"/>
                    <a:pt x="127" y="15748"/>
                    <a:pt x="2540" y="9779"/>
                  </a:cubicBezTo>
                  <a:cubicBezTo>
                    <a:pt x="4953" y="3810"/>
                    <a:pt x="10795" y="0"/>
                    <a:pt x="17272" y="0"/>
                  </a:cubicBezTo>
                  <a:moveTo>
                    <a:pt x="17272" y="31750"/>
                  </a:moveTo>
                  <a:lnTo>
                    <a:pt x="17272" y="15875"/>
                  </a:lnTo>
                  <a:lnTo>
                    <a:pt x="28448" y="4572"/>
                  </a:lnTo>
                  <a:lnTo>
                    <a:pt x="901954" y="868553"/>
                  </a:lnTo>
                  <a:cubicBezTo>
                    <a:pt x="905002" y="871474"/>
                    <a:pt x="906653" y="875538"/>
                    <a:pt x="906653" y="879856"/>
                  </a:cubicBezTo>
                  <a:cubicBezTo>
                    <a:pt x="906653" y="884174"/>
                    <a:pt x="905002" y="888111"/>
                    <a:pt x="901954" y="891159"/>
                  </a:cubicBezTo>
                  <a:lnTo>
                    <a:pt x="28448" y="1755140"/>
                  </a:lnTo>
                  <a:lnTo>
                    <a:pt x="17272" y="1743837"/>
                  </a:lnTo>
                  <a:lnTo>
                    <a:pt x="17272" y="1727962"/>
                  </a:lnTo>
                  <a:lnTo>
                    <a:pt x="3509899" y="1727962"/>
                  </a:lnTo>
                  <a:lnTo>
                    <a:pt x="3509899" y="1743837"/>
                  </a:lnTo>
                  <a:lnTo>
                    <a:pt x="3498723" y="1732534"/>
                  </a:lnTo>
                  <a:lnTo>
                    <a:pt x="4372229" y="868553"/>
                  </a:lnTo>
                  <a:lnTo>
                    <a:pt x="4383405" y="879856"/>
                  </a:lnTo>
                  <a:lnTo>
                    <a:pt x="4372229" y="891159"/>
                  </a:lnTo>
                  <a:lnTo>
                    <a:pt x="3498723" y="27178"/>
                  </a:lnTo>
                  <a:lnTo>
                    <a:pt x="3509899" y="15875"/>
                  </a:lnTo>
                  <a:lnTo>
                    <a:pt x="3509899" y="31750"/>
                  </a:lnTo>
                  <a:lnTo>
                    <a:pt x="17272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8" name="Google Shape;448;p13"/>
          <p:cNvGrpSpPr/>
          <p:nvPr/>
        </p:nvGrpSpPr>
        <p:grpSpPr>
          <a:xfrm>
            <a:off x="14089280" y="4171330"/>
            <a:ext cx="2002440" cy="1319812"/>
            <a:chOff x="0" y="0"/>
            <a:chExt cx="2669920" cy="1759750"/>
          </a:xfrm>
        </p:grpSpPr>
        <p:sp>
          <p:nvSpPr>
            <p:cNvPr id="449" name="Google Shape;449;p13"/>
            <p:cNvSpPr/>
            <p:nvPr/>
          </p:nvSpPr>
          <p:spPr>
            <a:xfrm>
              <a:off x="0" y="0"/>
              <a:ext cx="2669920" cy="1759750"/>
            </a:xfrm>
            <a:custGeom>
              <a:avLst/>
              <a:gdLst/>
              <a:ahLst/>
              <a:cxnLst/>
              <a:rect l="l" t="t" r="r" b="b"/>
              <a:pathLst>
                <a:path w="2669920" h="1759750" extrusionOk="0">
                  <a:moveTo>
                    <a:pt x="0" y="0"/>
                  </a:moveTo>
                  <a:lnTo>
                    <a:pt x="2669920" y="0"/>
                  </a:lnTo>
                  <a:lnTo>
                    <a:pt x="2669920" y="1759750"/>
                  </a:lnTo>
                  <a:lnTo>
                    <a:pt x="0" y="1759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50" name="Google Shape;450;p13"/>
            <p:cNvSpPr txBox="1"/>
            <p:nvPr/>
          </p:nvSpPr>
          <p:spPr>
            <a:xfrm>
              <a:off x="0" y="19050"/>
              <a:ext cx="2669920" cy="174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Casillas de verificación (Checkbox)</a:t>
              </a:r>
              <a:endParaRPr/>
            </a:p>
          </p:txBody>
        </p:sp>
      </p:grpSp>
      <p:grpSp>
        <p:nvGrpSpPr>
          <p:cNvPr id="451" name="Google Shape;451;p13"/>
          <p:cNvGrpSpPr/>
          <p:nvPr/>
        </p:nvGrpSpPr>
        <p:grpSpPr>
          <a:xfrm>
            <a:off x="13443662" y="5631711"/>
            <a:ext cx="3071224" cy="1968387"/>
            <a:chOff x="0" y="0"/>
            <a:chExt cx="4094966" cy="2624516"/>
          </a:xfrm>
        </p:grpSpPr>
        <p:sp>
          <p:nvSpPr>
            <p:cNvPr id="452" name="Google Shape;452;p13"/>
            <p:cNvSpPr/>
            <p:nvPr/>
          </p:nvSpPr>
          <p:spPr>
            <a:xfrm>
              <a:off x="0" y="0"/>
              <a:ext cx="4094966" cy="2624516"/>
            </a:xfrm>
            <a:custGeom>
              <a:avLst/>
              <a:gdLst/>
              <a:ahLst/>
              <a:cxnLst/>
              <a:rect l="l" t="t" r="r" b="b"/>
              <a:pathLst>
                <a:path w="4094966" h="2624516" extrusionOk="0">
                  <a:moveTo>
                    <a:pt x="0" y="0"/>
                  </a:moveTo>
                  <a:lnTo>
                    <a:pt x="4094966" y="0"/>
                  </a:lnTo>
                  <a:lnTo>
                    <a:pt x="4094966" y="2624516"/>
                  </a:lnTo>
                  <a:lnTo>
                    <a:pt x="0" y="26245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53" name="Google Shape;453;p13"/>
            <p:cNvSpPr txBox="1"/>
            <p:nvPr/>
          </p:nvSpPr>
          <p:spPr>
            <a:xfrm>
              <a:off x="0" y="19050"/>
              <a:ext cx="4094966" cy="2605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34340" marR="0" lvl="2" indent="-15240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lang="en-US" sz="24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Selección de opciones binarias (verdadero/falso).</a:t>
              </a:r>
              <a:endParaRPr/>
            </a:p>
            <a:p>
              <a:pPr marL="434340" marR="0" lvl="2" indent="-15240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⚬"/>
              </a:pPr>
              <a:r>
                <a:rPr lang="en-US" sz="24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eventos de selección.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4"/>
          <p:cNvSpPr/>
          <p:nvPr/>
        </p:nvSpPr>
        <p:spPr>
          <a:xfrm>
            <a:off x="4762" y="9601200"/>
            <a:ext cx="18283238" cy="685800"/>
          </a:xfrm>
          <a:custGeom>
            <a:avLst/>
            <a:gdLst/>
            <a:ahLst/>
            <a:cxnLst/>
            <a:rect l="l" t="t" r="r" b="b"/>
            <a:pathLst>
              <a:path w="24377650" h="914400" extrusionOk="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cxnSp>
        <p:nvCxnSpPr>
          <p:cNvPr id="459" name="Google Shape;459;p14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60" name="Google Shape;460;p14"/>
          <p:cNvGrpSpPr/>
          <p:nvPr/>
        </p:nvGrpSpPr>
        <p:grpSpPr>
          <a:xfrm>
            <a:off x="1645920" y="429904"/>
            <a:ext cx="15087600" cy="2176135"/>
            <a:chOff x="0" y="0"/>
            <a:chExt cx="20116800" cy="2901514"/>
          </a:xfrm>
        </p:grpSpPr>
        <p:sp>
          <p:nvSpPr>
            <p:cNvPr id="461" name="Google Shape;461;p14"/>
            <p:cNvSpPr/>
            <p:nvPr/>
          </p:nvSpPr>
          <p:spPr>
            <a:xfrm>
              <a:off x="0" y="0"/>
              <a:ext cx="20116800" cy="2901514"/>
            </a:xfrm>
            <a:custGeom>
              <a:avLst/>
              <a:gdLst/>
              <a:ahLst/>
              <a:cxnLst/>
              <a:rect l="l" t="t" r="r" b="b"/>
              <a:pathLst>
                <a:path w="20116800" h="2901514" extrusionOk="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62" name="Google Shape;462;p14"/>
            <p:cNvSpPr txBox="1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100" b="0" i="0" u="none" strike="noStrike" cap="non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Contenedores</a:t>
              </a:r>
              <a:endParaRPr/>
            </a:p>
          </p:txBody>
        </p:sp>
      </p:grpSp>
      <p:sp>
        <p:nvSpPr>
          <p:cNvPr id="463" name="Google Shape;463;p14"/>
          <p:cNvSpPr/>
          <p:nvPr/>
        </p:nvSpPr>
        <p:spPr>
          <a:xfrm>
            <a:off x="1645920" y="3162990"/>
            <a:ext cx="15087601" cy="1611440"/>
          </a:xfrm>
          <a:custGeom>
            <a:avLst/>
            <a:gdLst/>
            <a:ahLst/>
            <a:cxnLst/>
            <a:rect l="l" t="t" r="r" b="b"/>
            <a:pathLst>
              <a:path w="20116800" h="2148586" extrusionOk="0">
                <a:moveTo>
                  <a:pt x="0" y="214884"/>
                </a:moveTo>
                <a:cubicBezTo>
                  <a:pt x="0" y="96139"/>
                  <a:pt x="96139" y="0"/>
                  <a:pt x="214884" y="0"/>
                </a:cubicBezTo>
                <a:lnTo>
                  <a:pt x="19901915" y="0"/>
                </a:lnTo>
                <a:cubicBezTo>
                  <a:pt x="20020533" y="0"/>
                  <a:pt x="20116800" y="96139"/>
                  <a:pt x="20116800" y="214884"/>
                </a:cubicBezTo>
                <a:lnTo>
                  <a:pt x="20116800" y="1933702"/>
                </a:lnTo>
                <a:cubicBezTo>
                  <a:pt x="20116800" y="2052320"/>
                  <a:pt x="20020660" y="2148586"/>
                  <a:pt x="19901915" y="2148586"/>
                </a:cubicBezTo>
                <a:lnTo>
                  <a:pt x="214884" y="2148586"/>
                </a:lnTo>
                <a:cubicBezTo>
                  <a:pt x="96139" y="2148586"/>
                  <a:pt x="0" y="2052320"/>
                  <a:pt x="0" y="1933702"/>
                </a:cubicBezTo>
                <a:close/>
              </a:path>
            </a:pathLst>
          </a:custGeom>
          <a:solidFill>
            <a:srgbClr val="E7D8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4" name="Google Shape;464;p14"/>
          <p:cNvGrpSpPr/>
          <p:nvPr/>
        </p:nvGrpSpPr>
        <p:grpSpPr>
          <a:xfrm>
            <a:off x="2121467" y="3513652"/>
            <a:ext cx="910114" cy="910114"/>
            <a:chOff x="0" y="0"/>
            <a:chExt cx="1213485" cy="1213485"/>
          </a:xfrm>
        </p:grpSpPr>
        <p:sp>
          <p:nvSpPr>
            <p:cNvPr id="465" name="Google Shape;465;p14"/>
            <p:cNvSpPr/>
            <p:nvPr/>
          </p:nvSpPr>
          <p:spPr>
            <a:xfrm>
              <a:off x="15875" y="15875"/>
              <a:ext cx="1181735" cy="1181735"/>
            </a:xfrm>
            <a:custGeom>
              <a:avLst/>
              <a:gdLst/>
              <a:ahLst/>
              <a:cxnLst/>
              <a:rect l="l" t="t" r="r" b="b"/>
              <a:pathLst>
                <a:path w="1181735" h="1181735" extrusionOk="0">
                  <a:moveTo>
                    <a:pt x="0" y="0"/>
                  </a:moveTo>
                  <a:lnTo>
                    <a:pt x="1181735" y="0"/>
                  </a:lnTo>
                  <a:lnTo>
                    <a:pt x="1181735" y="1181735"/>
                  </a:lnTo>
                  <a:lnTo>
                    <a:pt x="0" y="1181735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1340" t="-1340" r="-1337" b="-1337"/>
              </a:stretch>
            </a:blip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66" name="Google Shape;466;p14"/>
            <p:cNvSpPr/>
            <p:nvPr/>
          </p:nvSpPr>
          <p:spPr>
            <a:xfrm>
              <a:off x="0" y="0"/>
              <a:ext cx="1213485" cy="1213485"/>
            </a:xfrm>
            <a:custGeom>
              <a:avLst/>
              <a:gdLst/>
              <a:ahLst/>
              <a:cxnLst/>
              <a:rect l="l" t="t" r="r" b="b"/>
              <a:pathLst>
                <a:path w="1213485" h="1213485" extrusionOk="0">
                  <a:moveTo>
                    <a:pt x="15875" y="0"/>
                  </a:moveTo>
                  <a:lnTo>
                    <a:pt x="1197610" y="0"/>
                  </a:lnTo>
                  <a:cubicBezTo>
                    <a:pt x="1206373" y="0"/>
                    <a:pt x="1213485" y="7112"/>
                    <a:pt x="1213485" y="15875"/>
                  </a:cubicBezTo>
                  <a:lnTo>
                    <a:pt x="1213485" y="1197610"/>
                  </a:lnTo>
                  <a:cubicBezTo>
                    <a:pt x="1213485" y="1206373"/>
                    <a:pt x="1206373" y="1213485"/>
                    <a:pt x="1197610" y="1213485"/>
                  </a:cubicBezTo>
                  <a:lnTo>
                    <a:pt x="15875" y="1213485"/>
                  </a:lnTo>
                  <a:cubicBezTo>
                    <a:pt x="7112" y="1213485"/>
                    <a:pt x="0" y="1206373"/>
                    <a:pt x="0" y="1197610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97610"/>
                  </a:lnTo>
                  <a:lnTo>
                    <a:pt x="15875" y="1197610"/>
                  </a:lnTo>
                  <a:lnTo>
                    <a:pt x="15875" y="1181735"/>
                  </a:lnTo>
                  <a:lnTo>
                    <a:pt x="1197610" y="1181735"/>
                  </a:lnTo>
                  <a:lnTo>
                    <a:pt x="1197610" y="1197610"/>
                  </a:lnTo>
                  <a:lnTo>
                    <a:pt x="1181735" y="1197610"/>
                  </a:lnTo>
                  <a:lnTo>
                    <a:pt x="1181735" y="15875"/>
                  </a:lnTo>
                  <a:lnTo>
                    <a:pt x="1197610" y="15875"/>
                  </a:lnTo>
                  <a:lnTo>
                    <a:pt x="119761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7" name="Google Shape;467;p14"/>
          <p:cNvGrpSpPr/>
          <p:nvPr/>
        </p:nvGrpSpPr>
        <p:grpSpPr>
          <a:xfrm>
            <a:off x="3497582" y="3124890"/>
            <a:ext cx="6808470" cy="1659041"/>
            <a:chOff x="0" y="-38100"/>
            <a:chExt cx="9077960" cy="2212054"/>
          </a:xfrm>
        </p:grpSpPr>
        <p:sp>
          <p:nvSpPr>
            <p:cNvPr id="468" name="Google Shape;468;p14"/>
            <p:cNvSpPr/>
            <p:nvPr/>
          </p:nvSpPr>
          <p:spPr>
            <a:xfrm>
              <a:off x="0" y="0"/>
              <a:ext cx="9077960" cy="2173954"/>
            </a:xfrm>
            <a:custGeom>
              <a:avLst/>
              <a:gdLst/>
              <a:ahLst/>
              <a:cxnLst/>
              <a:rect l="l" t="t" r="r" b="b"/>
              <a:pathLst>
                <a:path w="9077960" h="2173954" extrusionOk="0">
                  <a:moveTo>
                    <a:pt x="0" y="0"/>
                  </a:moveTo>
                  <a:lnTo>
                    <a:pt x="9077960" y="0"/>
                  </a:lnTo>
                  <a:lnTo>
                    <a:pt x="9077960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69" name="Google Shape;469;p14"/>
            <p:cNvSpPr txBox="1"/>
            <p:nvPr/>
          </p:nvSpPr>
          <p:spPr>
            <a:xfrm>
              <a:off x="0" y="-38100"/>
              <a:ext cx="9077960" cy="22120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Ventanas (Frame)</a:t>
              </a:r>
              <a:endParaRPr/>
            </a:p>
          </p:txBody>
        </p:sp>
      </p:grpSp>
      <p:grpSp>
        <p:nvGrpSpPr>
          <p:cNvPr id="470" name="Google Shape;470;p14"/>
          <p:cNvGrpSpPr/>
          <p:nvPr/>
        </p:nvGrpSpPr>
        <p:grpSpPr>
          <a:xfrm>
            <a:off x="10287002" y="3146321"/>
            <a:ext cx="6456042" cy="1637610"/>
            <a:chOff x="0" y="-9525"/>
            <a:chExt cx="8608056" cy="2183479"/>
          </a:xfrm>
        </p:grpSpPr>
        <p:sp>
          <p:nvSpPr>
            <p:cNvPr id="471" name="Google Shape;471;p14"/>
            <p:cNvSpPr/>
            <p:nvPr/>
          </p:nvSpPr>
          <p:spPr>
            <a:xfrm>
              <a:off x="0" y="0"/>
              <a:ext cx="8608056" cy="2173954"/>
            </a:xfrm>
            <a:custGeom>
              <a:avLst/>
              <a:gdLst/>
              <a:ahLst/>
              <a:cxnLst/>
              <a:rect l="l" t="t" r="r" b="b"/>
              <a:pathLst>
                <a:path w="8608056" h="2173954" extrusionOk="0">
                  <a:moveTo>
                    <a:pt x="0" y="0"/>
                  </a:moveTo>
                  <a:lnTo>
                    <a:pt x="8608056" y="0"/>
                  </a:lnTo>
                  <a:lnTo>
                    <a:pt x="8608056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72" name="Google Shape;472;p14"/>
            <p:cNvSpPr txBox="1"/>
            <p:nvPr/>
          </p:nvSpPr>
          <p:spPr>
            <a:xfrm>
              <a:off x="0" y="-9525"/>
              <a:ext cx="8608056" cy="21834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Creación de ventanas principales.</a:t>
              </a:r>
              <a:endParaRPr/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Configuración de tamaño, título y posición.</a:t>
              </a:r>
              <a:endParaRPr/>
            </a:p>
          </p:txBody>
        </p:sp>
      </p:grpSp>
      <p:sp>
        <p:nvSpPr>
          <p:cNvPr id="473" name="Google Shape;473;p14"/>
          <p:cNvSpPr/>
          <p:nvPr/>
        </p:nvSpPr>
        <p:spPr>
          <a:xfrm>
            <a:off x="1645920" y="5177260"/>
            <a:ext cx="15087601" cy="1611439"/>
          </a:xfrm>
          <a:custGeom>
            <a:avLst/>
            <a:gdLst/>
            <a:ahLst/>
            <a:cxnLst/>
            <a:rect l="l" t="t" r="r" b="b"/>
            <a:pathLst>
              <a:path w="20116800" h="2148586" extrusionOk="0">
                <a:moveTo>
                  <a:pt x="0" y="214884"/>
                </a:moveTo>
                <a:cubicBezTo>
                  <a:pt x="0" y="96139"/>
                  <a:pt x="96139" y="0"/>
                  <a:pt x="214884" y="0"/>
                </a:cubicBezTo>
                <a:lnTo>
                  <a:pt x="19901915" y="0"/>
                </a:lnTo>
                <a:cubicBezTo>
                  <a:pt x="20020533" y="0"/>
                  <a:pt x="20116800" y="96139"/>
                  <a:pt x="20116800" y="214884"/>
                </a:cubicBezTo>
                <a:lnTo>
                  <a:pt x="20116800" y="1933702"/>
                </a:lnTo>
                <a:cubicBezTo>
                  <a:pt x="20116800" y="2052320"/>
                  <a:pt x="20020660" y="2148586"/>
                  <a:pt x="19901915" y="2148586"/>
                </a:cubicBezTo>
                <a:lnTo>
                  <a:pt x="214884" y="2148586"/>
                </a:lnTo>
                <a:cubicBezTo>
                  <a:pt x="96139" y="2148586"/>
                  <a:pt x="0" y="2052320"/>
                  <a:pt x="0" y="1933702"/>
                </a:cubicBezTo>
                <a:close/>
              </a:path>
            </a:pathLst>
          </a:custGeom>
          <a:solidFill>
            <a:srgbClr val="E7D8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4" name="Google Shape;474;p14"/>
          <p:cNvGrpSpPr/>
          <p:nvPr/>
        </p:nvGrpSpPr>
        <p:grpSpPr>
          <a:xfrm>
            <a:off x="2121467" y="5527924"/>
            <a:ext cx="910114" cy="910113"/>
            <a:chOff x="0" y="0"/>
            <a:chExt cx="1213485" cy="1213485"/>
          </a:xfrm>
        </p:grpSpPr>
        <p:sp>
          <p:nvSpPr>
            <p:cNvPr id="475" name="Google Shape;475;p14"/>
            <p:cNvSpPr/>
            <p:nvPr/>
          </p:nvSpPr>
          <p:spPr>
            <a:xfrm>
              <a:off x="15875" y="15875"/>
              <a:ext cx="1181735" cy="1181735"/>
            </a:xfrm>
            <a:custGeom>
              <a:avLst/>
              <a:gdLst/>
              <a:ahLst/>
              <a:cxnLst/>
              <a:rect l="l" t="t" r="r" b="b"/>
              <a:pathLst>
                <a:path w="1181735" h="1181735" extrusionOk="0">
                  <a:moveTo>
                    <a:pt x="0" y="0"/>
                  </a:moveTo>
                  <a:lnTo>
                    <a:pt x="1181735" y="0"/>
                  </a:lnTo>
                  <a:lnTo>
                    <a:pt x="1181735" y="1181735"/>
                  </a:lnTo>
                  <a:lnTo>
                    <a:pt x="0" y="1181735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l="-1340" t="-1340" r="-1337" b="-1337"/>
              </a:stretch>
            </a:blip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76" name="Google Shape;476;p14"/>
            <p:cNvSpPr/>
            <p:nvPr/>
          </p:nvSpPr>
          <p:spPr>
            <a:xfrm>
              <a:off x="0" y="0"/>
              <a:ext cx="1213485" cy="1213485"/>
            </a:xfrm>
            <a:custGeom>
              <a:avLst/>
              <a:gdLst/>
              <a:ahLst/>
              <a:cxnLst/>
              <a:rect l="l" t="t" r="r" b="b"/>
              <a:pathLst>
                <a:path w="1213485" h="1213485" extrusionOk="0">
                  <a:moveTo>
                    <a:pt x="15875" y="0"/>
                  </a:moveTo>
                  <a:lnTo>
                    <a:pt x="1197610" y="0"/>
                  </a:lnTo>
                  <a:cubicBezTo>
                    <a:pt x="1206373" y="0"/>
                    <a:pt x="1213485" y="7112"/>
                    <a:pt x="1213485" y="15875"/>
                  </a:cubicBezTo>
                  <a:lnTo>
                    <a:pt x="1213485" y="1197610"/>
                  </a:lnTo>
                  <a:cubicBezTo>
                    <a:pt x="1213485" y="1206373"/>
                    <a:pt x="1206373" y="1213485"/>
                    <a:pt x="1197610" y="1213485"/>
                  </a:cubicBezTo>
                  <a:lnTo>
                    <a:pt x="15875" y="1213485"/>
                  </a:lnTo>
                  <a:cubicBezTo>
                    <a:pt x="7112" y="1213485"/>
                    <a:pt x="0" y="1206373"/>
                    <a:pt x="0" y="1197610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97610"/>
                  </a:lnTo>
                  <a:lnTo>
                    <a:pt x="15875" y="1197610"/>
                  </a:lnTo>
                  <a:lnTo>
                    <a:pt x="15875" y="1181735"/>
                  </a:lnTo>
                  <a:lnTo>
                    <a:pt x="1197610" y="1181735"/>
                  </a:lnTo>
                  <a:lnTo>
                    <a:pt x="1197610" y="1197610"/>
                  </a:lnTo>
                  <a:lnTo>
                    <a:pt x="1181735" y="1197610"/>
                  </a:lnTo>
                  <a:lnTo>
                    <a:pt x="1181735" y="15875"/>
                  </a:lnTo>
                  <a:lnTo>
                    <a:pt x="1197610" y="15875"/>
                  </a:lnTo>
                  <a:lnTo>
                    <a:pt x="119761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7" name="Google Shape;477;p14"/>
          <p:cNvGrpSpPr/>
          <p:nvPr/>
        </p:nvGrpSpPr>
        <p:grpSpPr>
          <a:xfrm>
            <a:off x="3497582" y="5139161"/>
            <a:ext cx="6808470" cy="1659040"/>
            <a:chOff x="0" y="-38100"/>
            <a:chExt cx="9077960" cy="2212054"/>
          </a:xfrm>
        </p:grpSpPr>
        <p:sp>
          <p:nvSpPr>
            <p:cNvPr id="478" name="Google Shape;478;p14"/>
            <p:cNvSpPr/>
            <p:nvPr/>
          </p:nvSpPr>
          <p:spPr>
            <a:xfrm>
              <a:off x="0" y="0"/>
              <a:ext cx="9077960" cy="2173954"/>
            </a:xfrm>
            <a:custGeom>
              <a:avLst/>
              <a:gdLst/>
              <a:ahLst/>
              <a:cxnLst/>
              <a:rect l="l" t="t" r="r" b="b"/>
              <a:pathLst>
                <a:path w="9077960" h="2173954" extrusionOk="0">
                  <a:moveTo>
                    <a:pt x="0" y="0"/>
                  </a:moveTo>
                  <a:lnTo>
                    <a:pt x="9077960" y="0"/>
                  </a:lnTo>
                  <a:lnTo>
                    <a:pt x="9077960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79" name="Google Shape;479;p14"/>
            <p:cNvSpPr txBox="1"/>
            <p:nvPr/>
          </p:nvSpPr>
          <p:spPr>
            <a:xfrm>
              <a:off x="0" y="-38100"/>
              <a:ext cx="9077960" cy="22120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Paneles (Panel)</a:t>
              </a:r>
              <a:endParaRPr/>
            </a:p>
          </p:txBody>
        </p:sp>
      </p:grpSp>
      <p:grpSp>
        <p:nvGrpSpPr>
          <p:cNvPr id="480" name="Google Shape;480;p14"/>
          <p:cNvGrpSpPr/>
          <p:nvPr/>
        </p:nvGrpSpPr>
        <p:grpSpPr>
          <a:xfrm>
            <a:off x="10287002" y="5160592"/>
            <a:ext cx="6456042" cy="1637609"/>
            <a:chOff x="0" y="-9525"/>
            <a:chExt cx="8608056" cy="2183479"/>
          </a:xfrm>
        </p:grpSpPr>
        <p:sp>
          <p:nvSpPr>
            <p:cNvPr id="481" name="Google Shape;481;p14"/>
            <p:cNvSpPr/>
            <p:nvPr/>
          </p:nvSpPr>
          <p:spPr>
            <a:xfrm>
              <a:off x="0" y="0"/>
              <a:ext cx="8608056" cy="2173954"/>
            </a:xfrm>
            <a:custGeom>
              <a:avLst/>
              <a:gdLst/>
              <a:ahLst/>
              <a:cxnLst/>
              <a:rect l="l" t="t" r="r" b="b"/>
              <a:pathLst>
                <a:path w="8608056" h="2173954" extrusionOk="0">
                  <a:moveTo>
                    <a:pt x="0" y="0"/>
                  </a:moveTo>
                  <a:lnTo>
                    <a:pt x="8608056" y="0"/>
                  </a:lnTo>
                  <a:lnTo>
                    <a:pt x="8608056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82" name="Google Shape;482;p14"/>
            <p:cNvSpPr txBox="1"/>
            <p:nvPr/>
          </p:nvSpPr>
          <p:spPr>
            <a:xfrm>
              <a:off x="0" y="-9525"/>
              <a:ext cx="8608056" cy="21834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Organización de componentes dentro de un contenedor.</a:t>
              </a:r>
              <a:endParaRPr/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Uso de gestores de diseño para posicionar componentes.</a:t>
              </a:r>
              <a:endParaRPr/>
            </a:p>
          </p:txBody>
        </p:sp>
      </p:grpSp>
      <p:sp>
        <p:nvSpPr>
          <p:cNvPr id="483" name="Google Shape;483;p14"/>
          <p:cNvSpPr/>
          <p:nvPr/>
        </p:nvSpPr>
        <p:spPr>
          <a:xfrm>
            <a:off x="1645920" y="7191531"/>
            <a:ext cx="15087601" cy="1611439"/>
          </a:xfrm>
          <a:custGeom>
            <a:avLst/>
            <a:gdLst/>
            <a:ahLst/>
            <a:cxnLst/>
            <a:rect l="l" t="t" r="r" b="b"/>
            <a:pathLst>
              <a:path w="20116800" h="2148586" extrusionOk="0">
                <a:moveTo>
                  <a:pt x="0" y="214884"/>
                </a:moveTo>
                <a:cubicBezTo>
                  <a:pt x="0" y="96139"/>
                  <a:pt x="96139" y="0"/>
                  <a:pt x="214884" y="0"/>
                </a:cubicBezTo>
                <a:lnTo>
                  <a:pt x="19901915" y="0"/>
                </a:lnTo>
                <a:cubicBezTo>
                  <a:pt x="20020533" y="0"/>
                  <a:pt x="20116800" y="96139"/>
                  <a:pt x="20116800" y="214884"/>
                </a:cubicBezTo>
                <a:lnTo>
                  <a:pt x="20116800" y="1933702"/>
                </a:lnTo>
                <a:cubicBezTo>
                  <a:pt x="20116800" y="2052320"/>
                  <a:pt x="20020660" y="2148586"/>
                  <a:pt x="19901915" y="2148586"/>
                </a:cubicBezTo>
                <a:lnTo>
                  <a:pt x="214884" y="2148586"/>
                </a:lnTo>
                <a:cubicBezTo>
                  <a:pt x="96139" y="2148586"/>
                  <a:pt x="0" y="2052320"/>
                  <a:pt x="0" y="1933702"/>
                </a:cubicBezTo>
                <a:close/>
              </a:path>
            </a:pathLst>
          </a:custGeom>
          <a:solidFill>
            <a:srgbClr val="E7D8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14"/>
          <p:cNvGrpSpPr/>
          <p:nvPr/>
        </p:nvGrpSpPr>
        <p:grpSpPr>
          <a:xfrm>
            <a:off x="2121467" y="7542194"/>
            <a:ext cx="910114" cy="910113"/>
            <a:chOff x="0" y="0"/>
            <a:chExt cx="1213485" cy="1213485"/>
          </a:xfrm>
        </p:grpSpPr>
        <p:sp>
          <p:nvSpPr>
            <p:cNvPr id="485" name="Google Shape;485;p14"/>
            <p:cNvSpPr/>
            <p:nvPr/>
          </p:nvSpPr>
          <p:spPr>
            <a:xfrm>
              <a:off x="15875" y="15875"/>
              <a:ext cx="1181735" cy="1181735"/>
            </a:xfrm>
            <a:custGeom>
              <a:avLst/>
              <a:gdLst/>
              <a:ahLst/>
              <a:cxnLst/>
              <a:rect l="l" t="t" r="r" b="b"/>
              <a:pathLst>
                <a:path w="1181735" h="1181735" extrusionOk="0">
                  <a:moveTo>
                    <a:pt x="0" y="0"/>
                  </a:moveTo>
                  <a:lnTo>
                    <a:pt x="1181735" y="0"/>
                  </a:lnTo>
                  <a:lnTo>
                    <a:pt x="1181735" y="1181735"/>
                  </a:lnTo>
                  <a:lnTo>
                    <a:pt x="0" y="1181735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1340" t="-1340" r="-1337" b="-1337"/>
              </a:stretch>
            </a:blip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86" name="Google Shape;486;p14"/>
            <p:cNvSpPr/>
            <p:nvPr/>
          </p:nvSpPr>
          <p:spPr>
            <a:xfrm>
              <a:off x="0" y="0"/>
              <a:ext cx="1213485" cy="1213485"/>
            </a:xfrm>
            <a:custGeom>
              <a:avLst/>
              <a:gdLst/>
              <a:ahLst/>
              <a:cxnLst/>
              <a:rect l="l" t="t" r="r" b="b"/>
              <a:pathLst>
                <a:path w="1213485" h="1213485" extrusionOk="0">
                  <a:moveTo>
                    <a:pt x="15875" y="0"/>
                  </a:moveTo>
                  <a:lnTo>
                    <a:pt x="1197610" y="0"/>
                  </a:lnTo>
                  <a:cubicBezTo>
                    <a:pt x="1206373" y="0"/>
                    <a:pt x="1213485" y="7112"/>
                    <a:pt x="1213485" y="15875"/>
                  </a:cubicBezTo>
                  <a:lnTo>
                    <a:pt x="1213485" y="1197610"/>
                  </a:lnTo>
                  <a:cubicBezTo>
                    <a:pt x="1213485" y="1206373"/>
                    <a:pt x="1206373" y="1213485"/>
                    <a:pt x="1197610" y="1213485"/>
                  </a:cubicBezTo>
                  <a:lnTo>
                    <a:pt x="15875" y="1213485"/>
                  </a:lnTo>
                  <a:cubicBezTo>
                    <a:pt x="7112" y="1213485"/>
                    <a:pt x="0" y="1206373"/>
                    <a:pt x="0" y="1197610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97610"/>
                  </a:lnTo>
                  <a:lnTo>
                    <a:pt x="15875" y="1197610"/>
                  </a:lnTo>
                  <a:lnTo>
                    <a:pt x="15875" y="1181735"/>
                  </a:lnTo>
                  <a:lnTo>
                    <a:pt x="1197610" y="1181735"/>
                  </a:lnTo>
                  <a:lnTo>
                    <a:pt x="1197610" y="1197610"/>
                  </a:lnTo>
                  <a:lnTo>
                    <a:pt x="1181735" y="1197610"/>
                  </a:lnTo>
                  <a:lnTo>
                    <a:pt x="1181735" y="15875"/>
                  </a:lnTo>
                  <a:lnTo>
                    <a:pt x="1197610" y="15875"/>
                  </a:lnTo>
                  <a:lnTo>
                    <a:pt x="119761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7" name="Google Shape;487;p14"/>
          <p:cNvGrpSpPr/>
          <p:nvPr/>
        </p:nvGrpSpPr>
        <p:grpSpPr>
          <a:xfrm>
            <a:off x="3497582" y="7153431"/>
            <a:ext cx="6808470" cy="1659040"/>
            <a:chOff x="0" y="-38100"/>
            <a:chExt cx="9077960" cy="2212054"/>
          </a:xfrm>
        </p:grpSpPr>
        <p:sp>
          <p:nvSpPr>
            <p:cNvPr id="488" name="Google Shape;488;p14"/>
            <p:cNvSpPr/>
            <p:nvPr/>
          </p:nvSpPr>
          <p:spPr>
            <a:xfrm>
              <a:off x="0" y="0"/>
              <a:ext cx="9077960" cy="2173954"/>
            </a:xfrm>
            <a:custGeom>
              <a:avLst/>
              <a:gdLst/>
              <a:ahLst/>
              <a:cxnLst/>
              <a:rect l="l" t="t" r="r" b="b"/>
              <a:pathLst>
                <a:path w="9077960" h="2173954" extrusionOk="0">
                  <a:moveTo>
                    <a:pt x="0" y="0"/>
                  </a:moveTo>
                  <a:lnTo>
                    <a:pt x="9077960" y="0"/>
                  </a:lnTo>
                  <a:lnTo>
                    <a:pt x="9077960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89" name="Google Shape;489;p14"/>
            <p:cNvSpPr txBox="1"/>
            <p:nvPr/>
          </p:nvSpPr>
          <p:spPr>
            <a:xfrm>
              <a:off x="0" y="-38100"/>
              <a:ext cx="9077960" cy="22120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Diálogos (Dialog)</a:t>
              </a:r>
              <a:endParaRPr/>
            </a:p>
          </p:txBody>
        </p:sp>
      </p:grpSp>
      <p:grpSp>
        <p:nvGrpSpPr>
          <p:cNvPr id="490" name="Google Shape;490;p14"/>
          <p:cNvGrpSpPr/>
          <p:nvPr/>
        </p:nvGrpSpPr>
        <p:grpSpPr>
          <a:xfrm>
            <a:off x="10287002" y="7174862"/>
            <a:ext cx="6456042" cy="1637609"/>
            <a:chOff x="0" y="-9525"/>
            <a:chExt cx="8608056" cy="2183479"/>
          </a:xfrm>
        </p:grpSpPr>
        <p:sp>
          <p:nvSpPr>
            <p:cNvPr id="491" name="Google Shape;491;p14"/>
            <p:cNvSpPr/>
            <p:nvPr/>
          </p:nvSpPr>
          <p:spPr>
            <a:xfrm>
              <a:off x="0" y="0"/>
              <a:ext cx="8608056" cy="2173954"/>
            </a:xfrm>
            <a:custGeom>
              <a:avLst/>
              <a:gdLst/>
              <a:ahLst/>
              <a:cxnLst/>
              <a:rect l="l" t="t" r="r" b="b"/>
              <a:pathLst>
                <a:path w="8608056" h="2173954" extrusionOk="0">
                  <a:moveTo>
                    <a:pt x="0" y="0"/>
                  </a:moveTo>
                  <a:lnTo>
                    <a:pt x="8608056" y="0"/>
                  </a:lnTo>
                  <a:lnTo>
                    <a:pt x="8608056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92" name="Google Shape;492;p14"/>
            <p:cNvSpPr txBox="1"/>
            <p:nvPr/>
          </p:nvSpPr>
          <p:spPr>
            <a:xfrm>
              <a:off x="0" y="-9525"/>
              <a:ext cx="8608056" cy="21834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Ventanas emergentes para mostrar mensajes o solicitar entrada.</a:t>
              </a:r>
              <a:endParaRPr/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Diálogos modales y no modales.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5"/>
          <p:cNvSpPr/>
          <p:nvPr/>
        </p:nvSpPr>
        <p:spPr>
          <a:xfrm>
            <a:off x="4762" y="9601200"/>
            <a:ext cx="18283238" cy="685800"/>
          </a:xfrm>
          <a:custGeom>
            <a:avLst/>
            <a:gdLst/>
            <a:ahLst/>
            <a:cxnLst/>
            <a:rect l="l" t="t" r="r" b="b"/>
            <a:pathLst>
              <a:path w="24377650" h="914400" extrusionOk="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cxnSp>
        <p:nvCxnSpPr>
          <p:cNvPr id="498" name="Google Shape;498;p15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99" name="Google Shape;499;p15"/>
          <p:cNvGrpSpPr/>
          <p:nvPr/>
        </p:nvGrpSpPr>
        <p:grpSpPr>
          <a:xfrm>
            <a:off x="1645920" y="429905"/>
            <a:ext cx="15087600" cy="2176135"/>
            <a:chOff x="0" y="0"/>
            <a:chExt cx="20116800" cy="2901514"/>
          </a:xfrm>
        </p:grpSpPr>
        <p:sp>
          <p:nvSpPr>
            <p:cNvPr id="500" name="Google Shape;500;p15"/>
            <p:cNvSpPr/>
            <p:nvPr/>
          </p:nvSpPr>
          <p:spPr>
            <a:xfrm>
              <a:off x="0" y="0"/>
              <a:ext cx="20116800" cy="2901514"/>
            </a:xfrm>
            <a:custGeom>
              <a:avLst/>
              <a:gdLst/>
              <a:ahLst/>
              <a:cxnLst/>
              <a:rect l="l" t="t" r="r" b="b"/>
              <a:pathLst>
                <a:path w="20116800" h="2901514" extrusionOk="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01" name="Google Shape;501;p15"/>
            <p:cNvSpPr txBox="1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100" b="0" i="0" u="none" strike="noStrike" cap="non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Menús</a:t>
              </a:r>
              <a:endParaRPr/>
            </a:p>
          </p:txBody>
        </p:sp>
      </p:grpSp>
      <p:cxnSp>
        <p:nvCxnSpPr>
          <p:cNvPr id="502" name="Google Shape;502;p15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3" name="Google Shape;503;p15"/>
          <p:cNvSpPr/>
          <p:nvPr/>
        </p:nvSpPr>
        <p:spPr>
          <a:xfrm>
            <a:off x="0" y="9601200"/>
            <a:ext cx="18288000" cy="685800"/>
          </a:xfrm>
          <a:custGeom>
            <a:avLst/>
            <a:gdLst/>
            <a:ahLst/>
            <a:cxnLst/>
            <a:rect l="l" t="t" r="r" b="b"/>
            <a:pathLst>
              <a:path w="24384000" h="914400" extrusionOk="0">
                <a:moveTo>
                  <a:pt x="0" y="0"/>
                </a:moveTo>
                <a:lnTo>
                  <a:pt x="24384000" y="0"/>
                </a:lnTo>
                <a:lnTo>
                  <a:pt x="2438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504" name="Google Shape;504;p15"/>
          <p:cNvGrpSpPr/>
          <p:nvPr/>
        </p:nvGrpSpPr>
        <p:grpSpPr>
          <a:xfrm>
            <a:off x="3566636" y="3345848"/>
            <a:ext cx="3179826" cy="2027873"/>
            <a:chOff x="0" y="0"/>
            <a:chExt cx="4239768" cy="2703830"/>
          </a:xfrm>
        </p:grpSpPr>
        <p:sp>
          <p:nvSpPr>
            <p:cNvPr id="505" name="Google Shape;505;p15"/>
            <p:cNvSpPr/>
            <p:nvPr/>
          </p:nvSpPr>
          <p:spPr>
            <a:xfrm>
              <a:off x="15875" y="15875"/>
              <a:ext cx="4208018" cy="2672080"/>
            </a:xfrm>
            <a:custGeom>
              <a:avLst/>
              <a:gdLst/>
              <a:ahLst/>
              <a:cxnLst/>
              <a:rect l="l" t="t" r="r" b="b"/>
              <a:pathLst>
                <a:path w="4208018" h="2672080" extrusionOk="0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5"/>
            <p:cNvSpPr/>
            <p:nvPr/>
          </p:nvSpPr>
          <p:spPr>
            <a:xfrm>
              <a:off x="0" y="0"/>
              <a:ext cx="4239768" cy="2703830"/>
            </a:xfrm>
            <a:custGeom>
              <a:avLst/>
              <a:gdLst/>
              <a:ahLst/>
              <a:cxnLst/>
              <a:rect l="l" t="t" r="r" b="b"/>
              <a:pathLst>
                <a:path w="4239768" h="2703830" extrusionOk="0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7" name="Google Shape;507;p15"/>
          <p:cNvGrpSpPr/>
          <p:nvPr/>
        </p:nvGrpSpPr>
        <p:grpSpPr>
          <a:xfrm>
            <a:off x="3917305" y="3678983"/>
            <a:ext cx="3179826" cy="2027873"/>
            <a:chOff x="0" y="0"/>
            <a:chExt cx="4239768" cy="2703830"/>
          </a:xfrm>
        </p:grpSpPr>
        <p:sp>
          <p:nvSpPr>
            <p:cNvPr id="508" name="Google Shape;508;p15"/>
            <p:cNvSpPr/>
            <p:nvPr/>
          </p:nvSpPr>
          <p:spPr>
            <a:xfrm>
              <a:off x="15875" y="15875"/>
              <a:ext cx="4208018" cy="2672080"/>
            </a:xfrm>
            <a:custGeom>
              <a:avLst/>
              <a:gdLst/>
              <a:ahLst/>
              <a:cxnLst/>
              <a:rect l="l" t="t" r="r" b="b"/>
              <a:pathLst>
                <a:path w="4208018" h="2672080" extrusionOk="0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5"/>
            <p:cNvSpPr/>
            <p:nvPr/>
          </p:nvSpPr>
          <p:spPr>
            <a:xfrm>
              <a:off x="0" y="0"/>
              <a:ext cx="4239768" cy="2703830"/>
            </a:xfrm>
            <a:custGeom>
              <a:avLst/>
              <a:gdLst/>
              <a:ahLst/>
              <a:cxnLst/>
              <a:rect l="l" t="t" r="r" b="b"/>
              <a:pathLst>
                <a:path w="4239768" h="2703830" extrusionOk="0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0" name="Google Shape;510;p15"/>
          <p:cNvGrpSpPr/>
          <p:nvPr/>
        </p:nvGrpSpPr>
        <p:grpSpPr>
          <a:xfrm>
            <a:off x="3976003" y="3737681"/>
            <a:ext cx="3062434" cy="1910489"/>
            <a:chOff x="0" y="0"/>
            <a:chExt cx="4083246" cy="2547318"/>
          </a:xfrm>
        </p:grpSpPr>
        <p:sp>
          <p:nvSpPr>
            <p:cNvPr id="511" name="Google Shape;511;p15"/>
            <p:cNvSpPr/>
            <p:nvPr/>
          </p:nvSpPr>
          <p:spPr>
            <a:xfrm>
              <a:off x="0" y="0"/>
              <a:ext cx="4083246" cy="2547318"/>
            </a:xfrm>
            <a:custGeom>
              <a:avLst/>
              <a:gdLst/>
              <a:ahLst/>
              <a:cxnLst/>
              <a:rect l="l" t="t" r="r" b="b"/>
              <a:pathLst>
                <a:path w="4083246" h="2547318" extrusionOk="0">
                  <a:moveTo>
                    <a:pt x="0" y="0"/>
                  </a:moveTo>
                  <a:lnTo>
                    <a:pt x="4083246" y="0"/>
                  </a:lnTo>
                  <a:lnTo>
                    <a:pt x="4083246" y="2547318"/>
                  </a:lnTo>
                  <a:lnTo>
                    <a:pt x="0" y="254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12" name="Google Shape;512;p15"/>
            <p:cNvSpPr txBox="1"/>
            <p:nvPr/>
          </p:nvSpPr>
          <p:spPr>
            <a:xfrm>
              <a:off x="0" y="9525"/>
              <a:ext cx="4083246" cy="25377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Barra de menú (MenuBar)</a:t>
              </a:r>
              <a:endParaRPr/>
            </a:p>
          </p:txBody>
        </p:sp>
      </p:grpSp>
      <p:grpSp>
        <p:nvGrpSpPr>
          <p:cNvPr id="513" name="Google Shape;513;p15"/>
          <p:cNvGrpSpPr/>
          <p:nvPr/>
        </p:nvGrpSpPr>
        <p:grpSpPr>
          <a:xfrm>
            <a:off x="1637957" y="6267796"/>
            <a:ext cx="3179826" cy="2027873"/>
            <a:chOff x="0" y="0"/>
            <a:chExt cx="4239768" cy="2703830"/>
          </a:xfrm>
        </p:grpSpPr>
        <p:sp>
          <p:nvSpPr>
            <p:cNvPr id="514" name="Google Shape;514;p15"/>
            <p:cNvSpPr/>
            <p:nvPr/>
          </p:nvSpPr>
          <p:spPr>
            <a:xfrm>
              <a:off x="15875" y="15875"/>
              <a:ext cx="4208018" cy="2672080"/>
            </a:xfrm>
            <a:custGeom>
              <a:avLst/>
              <a:gdLst/>
              <a:ahLst/>
              <a:cxnLst/>
              <a:rect l="l" t="t" r="r" b="b"/>
              <a:pathLst>
                <a:path w="4208018" h="2672080" extrusionOk="0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5"/>
            <p:cNvSpPr/>
            <p:nvPr/>
          </p:nvSpPr>
          <p:spPr>
            <a:xfrm>
              <a:off x="0" y="0"/>
              <a:ext cx="4239768" cy="2703830"/>
            </a:xfrm>
            <a:custGeom>
              <a:avLst/>
              <a:gdLst/>
              <a:ahLst/>
              <a:cxnLst/>
              <a:rect l="l" t="t" r="r" b="b"/>
              <a:pathLst>
                <a:path w="4239768" h="2703830" extrusionOk="0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6" name="Google Shape;516;p15"/>
          <p:cNvGrpSpPr/>
          <p:nvPr/>
        </p:nvGrpSpPr>
        <p:grpSpPr>
          <a:xfrm>
            <a:off x="1988627" y="6600931"/>
            <a:ext cx="3179826" cy="2027873"/>
            <a:chOff x="0" y="0"/>
            <a:chExt cx="4239768" cy="2703830"/>
          </a:xfrm>
        </p:grpSpPr>
        <p:sp>
          <p:nvSpPr>
            <p:cNvPr id="517" name="Google Shape;517;p15"/>
            <p:cNvSpPr/>
            <p:nvPr/>
          </p:nvSpPr>
          <p:spPr>
            <a:xfrm>
              <a:off x="15875" y="15875"/>
              <a:ext cx="4208018" cy="2672080"/>
            </a:xfrm>
            <a:custGeom>
              <a:avLst/>
              <a:gdLst/>
              <a:ahLst/>
              <a:cxnLst/>
              <a:rect l="l" t="t" r="r" b="b"/>
              <a:pathLst>
                <a:path w="4208018" h="2672080" extrusionOk="0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5"/>
            <p:cNvSpPr/>
            <p:nvPr/>
          </p:nvSpPr>
          <p:spPr>
            <a:xfrm>
              <a:off x="0" y="0"/>
              <a:ext cx="4239768" cy="2703830"/>
            </a:xfrm>
            <a:custGeom>
              <a:avLst/>
              <a:gdLst/>
              <a:ahLst/>
              <a:cxnLst/>
              <a:rect l="l" t="t" r="r" b="b"/>
              <a:pathLst>
                <a:path w="4239768" h="2703830" extrusionOk="0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9" name="Google Shape;519;p15"/>
          <p:cNvGrpSpPr/>
          <p:nvPr/>
        </p:nvGrpSpPr>
        <p:grpSpPr>
          <a:xfrm>
            <a:off x="2047325" y="6659629"/>
            <a:ext cx="3062434" cy="1910488"/>
            <a:chOff x="0" y="0"/>
            <a:chExt cx="4083246" cy="2547318"/>
          </a:xfrm>
        </p:grpSpPr>
        <p:sp>
          <p:nvSpPr>
            <p:cNvPr id="520" name="Google Shape;520;p15"/>
            <p:cNvSpPr/>
            <p:nvPr/>
          </p:nvSpPr>
          <p:spPr>
            <a:xfrm>
              <a:off x="0" y="0"/>
              <a:ext cx="4083246" cy="2547318"/>
            </a:xfrm>
            <a:custGeom>
              <a:avLst/>
              <a:gdLst/>
              <a:ahLst/>
              <a:cxnLst/>
              <a:rect l="l" t="t" r="r" b="b"/>
              <a:pathLst>
                <a:path w="4083246" h="2547318" extrusionOk="0">
                  <a:moveTo>
                    <a:pt x="0" y="0"/>
                  </a:moveTo>
                  <a:lnTo>
                    <a:pt x="4083246" y="0"/>
                  </a:lnTo>
                  <a:lnTo>
                    <a:pt x="4083246" y="2547318"/>
                  </a:lnTo>
                  <a:lnTo>
                    <a:pt x="0" y="254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21" name="Google Shape;521;p15"/>
            <p:cNvSpPr txBox="1"/>
            <p:nvPr/>
          </p:nvSpPr>
          <p:spPr>
            <a:xfrm>
              <a:off x="0" y="9525"/>
              <a:ext cx="4083246" cy="25377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Creación de menús desplegables</a:t>
              </a:r>
              <a:endParaRPr/>
            </a:p>
          </p:txBody>
        </p:sp>
      </p:grpSp>
      <p:grpSp>
        <p:nvGrpSpPr>
          <p:cNvPr id="522" name="Google Shape;522;p15"/>
          <p:cNvGrpSpPr/>
          <p:nvPr/>
        </p:nvGrpSpPr>
        <p:grpSpPr>
          <a:xfrm>
            <a:off x="5495315" y="6267796"/>
            <a:ext cx="3179826" cy="2027873"/>
            <a:chOff x="0" y="0"/>
            <a:chExt cx="4239768" cy="2703830"/>
          </a:xfrm>
        </p:grpSpPr>
        <p:sp>
          <p:nvSpPr>
            <p:cNvPr id="523" name="Google Shape;523;p15"/>
            <p:cNvSpPr/>
            <p:nvPr/>
          </p:nvSpPr>
          <p:spPr>
            <a:xfrm>
              <a:off x="15875" y="15875"/>
              <a:ext cx="4208018" cy="2672080"/>
            </a:xfrm>
            <a:custGeom>
              <a:avLst/>
              <a:gdLst/>
              <a:ahLst/>
              <a:cxnLst/>
              <a:rect l="l" t="t" r="r" b="b"/>
              <a:pathLst>
                <a:path w="4208018" h="2672080" extrusionOk="0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5"/>
            <p:cNvSpPr/>
            <p:nvPr/>
          </p:nvSpPr>
          <p:spPr>
            <a:xfrm>
              <a:off x="0" y="0"/>
              <a:ext cx="4239768" cy="2703830"/>
            </a:xfrm>
            <a:custGeom>
              <a:avLst/>
              <a:gdLst/>
              <a:ahLst/>
              <a:cxnLst/>
              <a:rect l="l" t="t" r="r" b="b"/>
              <a:pathLst>
                <a:path w="4239768" h="2703830" extrusionOk="0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5" name="Google Shape;525;p15"/>
          <p:cNvGrpSpPr/>
          <p:nvPr/>
        </p:nvGrpSpPr>
        <p:grpSpPr>
          <a:xfrm>
            <a:off x="5845984" y="6600931"/>
            <a:ext cx="3179826" cy="2027873"/>
            <a:chOff x="0" y="0"/>
            <a:chExt cx="4239768" cy="2703830"/>
          </a:xfrm>
        </p:grpSpPr>
        <p:sp>
          <p:nvSpPr>
            <p:cNvPr id="526" name="Google Shape;526;p15"/>
            <p:cNvSpPr/>
            <p:nvPr/>
          </p:nvSpPr>
          <p:spPr>
            <a:xfrm>
              <a:off x="15875" y="15875"/>
              <a:ext cx="4208018" cy="2672080"/>
            </a:xfrm>
            <a:custGeom>
              <a:avLst/>
              <a:gdLst/>
              <a:ahLst/>
              <a:cxnLst/>
              <a:rect l="l" t="t" r="r" b="b"/>
              <a:pathLst>
                <a:path w="4208018" h="2672080" extrusionOk="0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5"/>
            <p:cNvSpPr/>
            <p:nvPr/>
          </p:nvSpPr>
          <p:spPr>
            <a:xfrm>
              <a:off x="0" y="0"/>
              <a:ext cx="4239768" cy="2703830"/>
            </a:xfrm>
            <a:custGeom>
              <a:avLst/>
              <a:gdLst/>
              <a:ahLst/>
              <a:cxnLst/>
              <a:rect l="l" t="t" r="r" b="b"/>
              <a:pathLst>
                <a:path w="4239768" h="2703830" extrusionOk="0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15"/>
          <p:cNvGrpSpPr/>
          <p:nvPr/>
        </p:nvGrpSpPr>
        <p:grpSpPr>
          <a:xfrm>
            <a:off x="5904682" y="6659629"/>
            <a:ext cx="3062434" cy="1910488"/>
            <a:chOff x="0" y="0"/>
            <a:chExt cx="4083246" cy="2547318"/>
          </a:xfrm>
        </p:grpSpPr>
        <p:sp>
          <p:nvSpPr>
            <p:cNvPr id="529" name="Google Shape;529;p15"/>
            <p:cNvSpPr/>
            <p:nvPr/>
          </p:nvSpPr>
          <p:spPr>
            <a:xfrm>
              <a:off x="0" y="0"/>
              <a:ext cx="4083246" cy="2547318"/>
            </a:xfrm>
            <a:custGeom>
              <a:avLst/>
              <a:gdLst/>
              <a:ahLst/>
              <a:cxnLst/>
              <a:rect l="l" t="t" r="r" b="b"/>
              <a:pathLst>
                <a:path w="4083246" h="2547318" extrusionOk="0">
                  <a:moveTo>
                    <a:pt x="0" y="0"/>
                  </a:moveTo>
                  <a:lnTo>
                    <a:pt x="4083246" y="0"/>
                  </a:lnTo>
                  <a:lnTo>
                    <a:pt x="4083246" y="2547318"/>
                  </a:lnTo>
                  <a:lnTo>
                    <a:pt x="0" y="254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30" name="Google Shape;530;p15"/>
            <p:cNvSpPr txBox="1"/>
            <p:nvPr/>
          </p:nvSpPr>
          <p:spPr>
            <a:xfrm>
              <a:off x="0" y="9525"/>
              <a:ext cx="4083246" cy="25377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Agregado de elementos de menú</a:t>
              </a:r>
              <a:endParaRPr/>
            </a:p>
          </p:txBody>
        </p:sp>
      </p:grpSp>
      <p:grpSp>
        <p:nvGrpSpPr>
          <p:cNvPr id="531" name="Google Shape;531;p15"/>
          <p:cNvGrpSpPr/>
          <p:nvPr/>
        </p:nvGrpSpPr>
        <p:grpSpPr>
          <a:xfrm>
            <a:off x="11281351" y="3345848"/>
            <a:ext cx="3179826" cy="2027873"/>
            <a:chOff x="0" y="0"/>
            <a:chExt cx="4239768" cy="2703830"/>
          </a:xfrm>
        </p:grpSpPr>
        <p:sp>
          <p:nvSpPr>
            <p:cNvPr id="532" name="Google Shape;532;p15"/>
            <p:cNvSpPr/>
            <p:nvPr/>
          </p:nvSpPr>
          <p:spPr>
            <a:xfrm>
              <a:off x="15875" y="15875"/>
              <a:ext cx="4208018" cy="2672080"/>
            </a:xfrm>
            <a:custGeom>
              <a:avLst/>
              <a:gdLst/>
              <a:ahLst/>
              <a:cxnLst/>
              <a:rect l="l" t="t" r="r" b="b"/>
              <a:pathLst>
                <a:path w="4208018" h="2672080" extrusionOk="0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5"/>
            <p:cNvSpPr/>
            <p:nvPr/>
          </p:nvSpPr>
          <p:spPr>
            <a:xfrm>
              <a:off x="0" y="0"/>
              <a:ext cx="4239768" cy="2703830"/>
            </a:xfrm>
            <a:custGeom>
              <a:avLst/>
              <a:gdLst/>
              <a:ahLst/>
              <a:cxnLst/>
              <a:rect l="l" t="t" r="r" b="b"/>
              <a:pathLst>
                <a:path w="4239768" h="2703830" extrusionOk="0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15"/>
          <p:cNvGrpSpPr/>
          <p:nvPr/>
        </p:nvGrpSpPr>
        <p:grpSpPr>
          <a:xfrm>
            <a:off x="11632019" y="3678983"/>
            <a:ext cx="3179826" cy="2027873"/>
            <a:chOff x="0" y="0"/>
            <a:chExt cx="4239768" cy="2703830"/>
          </a:xfrm>
        </p:grpSpPr>
        <p:sp>
          <p:nvSpPr>
            <p:cNvPr id="535" name="Google Shape;535;p15"/>
            <p:cNvSpPr/>
            <p:nvPr/>
          </p:nvSpPr>
          <p:spPr>
            <a:xfrm>
              <a:off x="15875" y="15875"/>
              <a:ext cx="4208018" cy="2672080"/>
            </a:xfrm>
            <a:custGeom>
              <a:avLst/>
              <a:gdLst/>
              <a:ahLst/>
              <a:cxnLst/>
              <a:rect l="l" t="t" r="r" b="b"/>
              <a:pathLst>
                <a:path w="4208018" h="2672080" extrusionOk="0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5"/>
            <p:cNvSpPr/>
            <p:nvPr/>
          </p:nvSpPr>
          <p:spPr>
            <a:xfrm>
              <a:off x="0" y="0"/>
              <a:ext cx="4239768" cy="2703830"/>
            </a:xfrm>
            <a:custGeom>
              <a:avLst/>
              <a:gdLst/>
              <a:ahLst/>
              <a:cxnLst/>
              <a:rect l="l" t="t" r="r" b="b"/>
              <a:pathLst>
                <a:path w="4239768" h="2703830" extrusionOk="0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7" name="Google Shape;537;p15"/>
          <p:cNvGrpSpPr/>
          <p:nvPr/>
        </p:nvGrpSpPr>
        <p:grpSpPr>
          <a:xfrm>
            <a:off x="11690717" y="3737681"/>
            <a:ext cx="3062434" cy="1910489"/>
            <a:chOff x="0" y="0"/>
            <a:chExt cx="4083246" cy="2547318"/>
          </a:xfrm>
        </p:grpSpPr>
        <p:sp>
          <p:nvSpPr>
            <p:cNvPr id="538" name="Google Shape;538;p15"/>
            <p:cNvSpPr/>
            <p:nvPr/>
          </p:nvSpPr>
          <p:spPr>
            <a:xfrm>
              <a:off x="0" y="0"/>
              <a:ext cx="4083246" cy="2547318"/>
            </a:xfrm>
            <a:custGeom>
              <a:avLst/>
              <a:gdLst/>
              <a:ahLst/>
              <a:cxnLst/>
              <a:rect l="l" t="t" r="r" b="b"/>
              <a:pathLst>
                <a:path w="4083246" h="2547318" extrusionOk="0">
                  <a:moveTo>
                    <a:pt x="0" y="0"/>
                  </a:moveTo>
                  <a:lnTo>
                    <a:pt x="4083246" y="0"/>
                  </a:lnTo>
                  <a:lnTo>
                    <a:pt x="4083246" y="2547318"/>
                  </a:lnTo>
                  <a:lnTo>
                    <a:pt x="0" y="254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39" name="Google Shape;539;p15"/>
            <p:cNvSpPr txBox="1"/>
            <p:nvPr/>
          </p:nvSpPr>
          <p:spPr>
            <a:xfrm>
              <a:off x="0" y="9525"/>
              <a:ext cx="4083246" cy="25377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Elementos de menú (MenuItem)</a:t>
              </a:r>
              <a:endParaRPr/>
            </a:p>
          </p:txBody>
        </p:sp>
      </p:grpSp>
      <p:grpSp>
        <p:nvGrpSpPr>
          <p:cNvPr id="540" name="Google Shape;540;p15"/>
          <p:cNvGrpSpPr/>
          <p:nvPr/>
        </p:nvGrpSpPr>
        <p:grpSpPr>
          <a:xfrm>
            <a:off x="9352672" y="6267796"/>
            <a:ext cx="3179826" cy="2027873"/>
            <a:chOff x="0" y="0"/>
            <a:chExt cx="4239768" cy="2703830"/>
          </a:xfrm>
        </p:grpSpPr>
        <p:sp>
          <p:nvSpPr>
            <p:cNvPr id="541" name="Google Shape;541;p15"/>
            <p:cNvSpPr/>
            <p:nvPr/>
          </p:nvSpPr>
          <p:spPr>
            <a:xfrm>
              <a:off x="15875" y="15875"/>
              <a:ext cx="4208018" cy="2672080"/>
            </a:xfrm>
            <a:custGeom>
              <a:avLst/>
              <a:gdLst/>
              <a:ahLst/>
              <a:cxnLst/>
              <a:rect l="l" t="t" r="r" b="b"/>
              <a:pathLst>
                <a:path w="4208018" h="2672080" extrusionOk="0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5"/>
            <p:cNvSpPr/>
            <p:nvPr/>
          </p:nvSpPr>
          <p:spPr>
            <a:xfrm>
              <a:off x="0" y="0"/>
              <a:ext cx="4239768" cy="2703830"/>
            </a:xfrm>
            <a:custGeom>
              <a:avLst/>
              <a:gdLst/>
              <a:ahLst/>
              <a:cxnLst/>
              <a:rect l="l" t="t" r="r" b="b"/>
              <a:pathLst>
                <a:path w="4239768" h="2703830" extrusionOk="0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15"/>
          <p:cNvGrpSpPr/>
          <p:nvPr/>
        </p:nvGrpSpPr>
        <p:grpSpPr>
          <a:xfrm>
            <a:off x="9703340" y="6600931"/>
            <a:ext cx="3179826" cy="2027873"/>
            <a:chOff x="0" y="0"/>
            <a:chExt cx="4239768" cy="2703830"/>
          </a:xfrm>
        </p:grpSpPr>
        <p:sp>
          <p:nvSpPr>
            <p:cNvPr id="544" name="Google Shape;544;p15"/>
            <p:cNvSpPr/>
            <p:nvPr/>
          </p:nvSpPr>
          <p:spPr>
            <a:xfrm>
              <a:off x="15875" y="15875"/>
              <a:ext cx="4208018" cy="2672080"/>
            </a:xfrm>
            <a:custGeom>
              <a:avLst/>
              <a:gdLst/>
              <a:ahLst/>
              <a:cxnLst/>
              <a:rect l="l" t="t" r="r" b="b"/>
              <a:pathLst>
                <a:path w="4208018" h="2672080" extrusionOk="0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5"/>
            <p:cNvSpPr/>
            <p:nvPr/>
          </p:nvSpPr>
          <p:spPr>
            <a:xfrm>
              <a:off x="0" y="0"/>
              <a:ext cx="4239768" cy="2703830"/>
            </a:xfrm>
            <a:custGeom>
              <a:avLst/>
              <a:gdLst/>
              <a:ahLst/>
              <a:cxnLst/>
              <a:rect l="l" t="t" r="r" b="b"/>
              <a:pathLst>
                <a:path w="4239768" h="2703830" extrusionOk="0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6" name="Google Shape;546;p15"/>
          <p:cNvGrpSpPr/>
          <p:nvPr/>
        </p:nvGrpSpPr>
        <p:grpSpPr>
          <a:xfrm>
            <a:off x="9762038" y="6659629"/>
            <a:ext cx="3062434" cy="1910488"/>
            <a:chOff x="0" y="0"/>
            <a:chExt cx="4083246" cy="2547318"/>
          </a:xfrm>
        </p:grpSpPr>
        <p:sp>
          <p:nvSpPr>
            <p:cNvPr id="547" name="Google Shape;547;p15"/>
            <p:cNvSpPr/>
            <p:nvPr/>
          </p:nvSpPr>
          <p:spPr>
            <a:xfrm>
              <a:off x="0" y="0"/>
              <a:ext cx="4083246" cy="2547318"/>
            </a:xfrm>
            <a:custGeom>
              <a:avLst/>
              <a:gdLst/>
              <a:ahLst/>
              <a:cxnLst/>
              <a:rect l="l" t="t" r="r" b="b"/>
              <a:pathLst>
                <a:path w="4083246" h="2547318" extrusionOk="0">
                  <a:moveTo>
                    <a:pt x="0" y="0"/>
                  </a:moveTo>
                  <a:lnTo>
                    <a:pt x="4083246" y="0"/>
                  </a:lnTo>
                  <a:lnTo>
                    <a:pt x="4083246" y="2547318"/>
                  </a:lnTo>
                  <a:lnTo>
                    <a:pt x="0" y="254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48" name="Google Shape;548;p15"/>
            <p:cNvSpPr txBox="1"/>
            <p:nvPr/>
          </p:nvSpPr>
          <p:spPr>
            <a:xfrm>
              <a:off x="0" y="9525"/>
              <a:ext cx="4083246" cy="25377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Opciones dentro de un menú</a:t>
              </a:r>
              <a:endParaRPr/>
            </a:p>
          </p:txBody>
        </p:sp>
      </p:grpSp>
      <p:grpSp>
        <p:nvGrpSpPr>
          <p:cNvPr id="549" name="Google Shape;549;p15"/>
          <p:cNvGrpSpPr/>
          <p:nvPr/>
        </p:nvGrpSpPr>
        <p:grpSpPr>
          <a:xfrm>
            <a:off x="13210030" y="6267796"/>
            <a:ext cx="3179826" cy="2027873"/>
            <a:chOff x="0" y="0"/>
            <a:chExt cx="4239768" cy="2703830"/>
          </a:xfrm>
        </p:grpSpPr>
        <p:sp>
          <p:nvSpPr>
            <p:cNvPr id="550" name="Google Shape;550;p15"/>
            <p:cNvSpPr/>
            <p:nvPr/>
          </p:nvSpPr>
          <p:spPr>
            <a:xfrm>
              <a:off x="15875" y="15875"/>
              <a:ext cx="4208018" cy="2672080"/>
            </a:xfrm>
            <a:custGeom>
              <a:avLst/>
              <a:gdLst/>
              <a:ahLst/>
              <a:cxnLst/>
              <a:rect l="l" t="t" r="r" b="b"/>
              <a:pathLst>
                <a:path w="4208018" h="2672080" extrusionOk="0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0" y="0"/>
              <a:ext cx="4239768" cy="2703830"/>
            </a:xfrm>
            <a:custGeom>
              <a:avLst/>
              <a:gdLst/>
              <a:ahLst/>
              <a:cxnLst/>
              <a:rect l="l" t="t" r="r" b="b"/>
              <a:pathLst>
                <a:path w="4239768" h="2703830" extrusionOk="0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15"/>
          <p:cNvGrpSpPr/>
          <p:nvPr/>
        </p:nvGrpSpPr>
        <p:grpSpPr>
          <a:xfrm>
            <a:off x="13560698" y="6600931"/>
            <a:ext cx="3179826" cy="2027873"/>
            <a:chOff x="0" y="0"/>
            <a:chExt cx="4239768" cy="2703830"/>
          </a:xfrm>
        </p:grpSpPr>
        <p:sp>
          <p:nvSpPr>
            <p:cNvPr id="553" name="Google Shape;553;p15"/>
            <p:cNvSpPr/>
            <p:nvPr/>
          </p:nvSpPr>
          <p:spPr>
            <a:xfrm>
              <a:off x="15875" y="15875"/>
              <a:ext cx="4208018" cy="2672080"/>
            </a:xfrm>
            <a:custGeom>
              <a:avLst/>
              <a:gdLst/>
              <a:ahLst/>
              <a:cxnLst/>
              <a:rect l="l" t="t" r="r" b="b"/>
              <a:pathLst>
                <a:path w="4208018" h="2672080" extrusionOk="0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5"/>
            <p:cNvSpPr/>
            <p:nvPr/>
          </p:nvSpPr>
          <p:spPr>
            <a:xfrm>
              <a:off x="0" y="0"/>
              <a:ext cx="4239768" cy="2703830"/>
            </a:xfrm>
            <a:custGeom>
              <a:avLst/>
              <a:gdLst/>
              <a:ahLst/>
              <a:cxnLst/>
              <a:rect l="l" t="t" r="r" b="b"/>
              <a:pathLst>
                <a:path w="4239768" h="2703830" extrusionOk="0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5" name="Google Shape;555;p15"/>
          <p:cNvGrpSpPr/>
          <p:nvPr/>
        </p:nvGrpSpPr>
        <p:grpSpPr>
          <a:xfrm>
            <a:off x="13619396" y="6659629"/>
            <a:ext cx="3062434" cy="1910488"/>
            <a:chOff x="0" y="0"/>
            <a:chExt cx="4083246" cy="2547318"/>
          </a:xfrm>
        </p:grpSpPr>
        <p:sp>
          <p:nvSpPr>
            <p:cNvPr id="556" name="Google Shape;556;p15"/>
            <p:cNvSpPr/>
            <p:nvPr/>
          </p:nvSpPr>
          <p:spPr>
            <a:xfrm>
              <a:off x="0" y="0"/>
              <a:ext cx="4083246" cy="2547318"/>
            </a:xfrm>
            <a:custGeom>
              <a:avLst/>
              <a:gdLst/>
              <a:ahLst/>
              <a:cxnLst/>
              <a:rect l="l" t="t" r="r" b="b"/>
              <a:pathLst>
                <a:path w="4083246" h="2547318" extrusionOk="0">
                  <a:moveTo>
                    <a:pt x="0" y="0"/>
                  </a:moveTo>
                  <a:lnTo>
                    <a:pt x="4083246" y="0"/>
                  </a:lnTo>
                  <a:lnTo>
                    <a:pt x="4083246" y="2547318"/>
                  </a:lnTo>
                  <a:lnTo>
                    <a:pt x="0" y="254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57" name="Google Shape;557;p15"/>
            <p:cNvSpPr txBox="1"/>
            <p:nvPr/>
          </p:nvSpPr>
          <p:spPr>
            <a:xfrm>
              <a:off x="0" y="9525"/>
              <a:ext cx="4083246" cy="25377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Manejo de eventos de menú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83838"/>
            </a:gs>
            <a:gs pos="65000">
              <a:srgbClr val="000000"/>
            </a:gs>
            <a:gs pos="100000">
              <a:srgbClr val="000000"/>
            </a:gs>
          </a:gsLst>
          <a:lin ang="16200000" scaled="0"/>
        </a:grad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6"/>
          <p:cNvSpPr/>
          <p:nvPr/>
        </p:nvSpPr>
        <p:spPr>
          <a:xfrm>
            <a:off x="4762" y="9601200"/>
            <a:ext cx="18283238" cy="685800"/>
          </a:xfrm>
          <a:custGeom>
            <a:avLst/>
            <a:gdLst/>
            <a:ahLst/>
            <a:cxnLst/>
            <a:rect l="l" t="t" r="r" b="b"/>
            <a:pathLst>
              <a:path w="24377650" h="914400" extrusionOk="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cxnSp>
        <p:nvCxnSpPr>
          <p:cNvPr id="563" name="Google Shape;563;p16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64" name="Google Shape;564;p16"/>
          <p:cNvGrpSpPr/>
          <p:nvPr/>
        </p:nvGrpSpPr>
        <p:grpSpPr>
          <a:xfrm>
            <a:off x="963388" y="952419"/>
            <a:ext cx="5058794" cy="7583856"/>
            <a:chOff x="0" y="0"/>
            <a:chExt cx="6745058" cy="10111808"/>
          </a:xfrm>
        </p:grpSpPr>
        <p:sp>
          <p:nvSpPr>
            <p:cNvPr id="565" name="Google Shape;565;p16"/>
            <p:cNvSpPr/>
            <p:nvPr/>
          </p:nvSpPr>
          <p:spPr>
            <a:xfrm>
              <a:off x="0" y="0"/>
              <a:ext cx="6745058" cy="10111808"/>
            </a:xfrm>
            <a:custGeom>
              <a:avLst/>
              <a:gdLst/>
              <a:ahLst/>
              <a:cxnLst/>
              <a:rect l="l" t="t" r="r" b="b"/>
              <a:pathLst>
                <a:path w="6745058" h="10111808" extrusionOk="0">
                  <a:moveTo>
                    <a:pt x="0" y="0"/>
                  </a:moveTo>
                  <a:lnTo>
                    <a:pt x="6745058" y="0"/>
                  </a:lnTo>
                  <a:lnTo>
                    <a:pt x="6745058" y="10111808"/>
                  </a:lnTo>
                  <a:lnTo>
                    <a:pt x="0" y="101118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66" name="Google Shape;566;p16"/>
            <p:cNvSpPr txBox="1"/>
            <p:nvPr/>
          </p:nvSpPr>
          <p:spPr>
            <a:xfrm>
              <a:off x="0" y="161925"/>
              <a:ext cx="6745058" cy="9949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1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Interfaces de oyentes (Listeners)</a:t>
              </a:r>
              <a:endParaRPr/>
            </a:p>
          </p:txBody>
        </p:sp>
      </p:grpSp>
      <p:sp>
        <p:nvSpPr>
          <p:cNvPr id="567" name="Google Shape;567;p16"/>
          <p:cNvSpPr/>
          <p:nvPr/>
        </p:nvSpPr>
        <p:spPr>
          <a:xfrm>
            <a:off x="0" y="9601200"/>
            <a:ext cx="18283238" cy="685800"/>
          </a:xfrm>
          <a:custGeom>
            <a:avLst/>
            <a:gdLst/>
            <a:ahLst/>
            <a:cxnLst/>
            <a:rect l="l" t="t" r="r" b="b"/>
            <a:pathLst>
              <a:path w="24377650" h="914400" extrusionOk="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568" name="Google Shape;568;p16"/>
          <p:cNvGrpSpPr/>
          <p:nvPr/>
        </p:nvGrpSpPr>
        <p:grpSpPr>
          <a:xfrm>
            <a:off x="9033511" y="951233"/>
            <a:ext cx="8316278" cy="1834896"/>
            <a:chOff x="0" y="0"/>
            <a:chExt cx="11088370" cy="2446528"/>
          </a:xfrm>
        </p:grpSpPr>
        <p:sp>
          <p:nvSpPr>
            <p:cNvPr id="569" name="Google Shape;569;p16"/>
            <p:cNvSpPr/>
            <p:nvPr/>
          </p:nvSpPr>
          <p:spPr>
            <a:xfrm>
              <a:off x="15875" y="15875"/>
              <a:ext cx="11056620" cy="2414778"/>
            </a:xfrm>
            <a:custGeom>
              <a:avLst/>
              <a:gdLst/>
              <a:ahLst/>
              <a:cxnLst/>
              <a:rect l="l" t="t" r="r" b="b"/>
              <a:pathLst>
                <a:path w="11056620" h="2414778" extrusionOk="0">
                  <a:moveTo>
                    <a:pt x="0" y="0"/>
                  </a:moveTo>
                  <a:lnTo>
                    <a:pt x="11056620" y="0"/>
                  </a:lnTo>
                  <a:lnTo>
                    <a:pt x="11056620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E7D8E3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70" name="Google Shape;570;p16"/>
            <p:cNvSpPr/>
            <p:nvPr/>
          </p:nvSpPr>
          <p:spPr>
            <a:xfrm>
              <a:off x="0" y="0"/>
              <a:ext cx="11088370" cy="2446528"/>
            </a:xfrm>
            <a:custGeom>
              <a:avLst/>
              <a:gdLst/>
              <a:ahLst/>
              <a:cxnLst/>
              <a:rect l="l" t="t" r="r" b="b"/>
              <a:pathLst>
                <a:path w="11088370" h="2446528" extrusionOk="0">
                  <a:moveTo>
                    <a:pt x="15875" y="0"/>
                  </a:moveTo>
                  <a:lnTo>
                    <a:pt x="11072495" y="0"/>
                  </a:lnTo>
                  <a:cubicBezTo>
                    <a:pt x="11081258" y="0"/>
                    <a:pt x="11088370" y="7112"/>
                    <a:pt x="11088370" y="15875"/>
                  </a:cubicBezTo>
                  <a:lnTo>
                    <a:pt x="11088370" y="2430653"/>
                  </a:lnTo>
                  <a:cubicBezTo>
                    <a:pt x="11088370" y="2439416"/>
                    <a:pt x="11081258" y="2446528"/>
                    <a:pt x="11072495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11072495" y="2414778"/>
                  </a:lnTo>
                  <a:lnTo>
                    <a:pt x="11072495" y="2430653"/>
                  </a:lnTo>
                  <a:lnTo>
                    <a:pt x="11056620" y="2430653"/>
                  </a:lnTo>
                  <a:lnTo>
                    <a:pt x="11056620" y="15875"/>
                  </a:lnTo>
                  <a:lnTo>
                    <a:pt x="11072495" y="15875"/>
                  </a:lnTo>
                  <a:lnTo>
                    <a:pt x="1107249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E7D8E3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1" name="Google Shape;571;p16"/>
          <p:cNvGrpSpPr/>
          <p:nvPr/>
        </p:nvGrpSpPr>
        <p:grpSpPr>
          <a:xfrm>
            <a:off x="9033511" y="951233"/>
            <a:ext cx="8316276" cy="1834851"/>
            <a:chOff x="0" y="0"/>
            <a:chExt cx="11088368" cy="2446468"/>
          </a:xfrm>
        </p:grpSpPr>
        <p:sp>
          <p:nvSpPr>
            <p:cNvPr id="572" name="Google Shape;572;p16"/>
            <p:cNvSpPr/>
            <p:nvPr/>
          </p:nvSpPr>
          <p:spPr>
            <a:xfrm>
              <a:off x="0" y="0"/>
              <a:ext cx="11088368" cy="2446468"/>
            </a:xfrm>
            <a:custGeom>
              <a:avLst/>
              <a:gdLst/>
              <a:ahLst/>
              <a:cxnLst/>
              <a:rect l="l" t="t" r="r" b="b"/>
              <a:pathLst>
                <a:path w="11088368" h="2446468" extrusionOk="0">
                  <a:moveTo>
                    <a:pt x="0" y="0"/>
                  </a:moveTo>
                  <a:lnTo>
                    <a:pt x="11088368" y="0"/>
                  </a:lnTo>
                  <a:lnTo>
                    <a:pt x="11088368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73" name="Google Shape;573;p16"/>
            <p:cNvSpPr txBox="1"/>
            <p:nvPr/>
          </p:nvSpPr>
          <p:spPr>
            <a:xfrm>
              <a:off x="0" y="19050"/>
              <a:ext cx="11088368" cy="24274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acciones de botones.</a:t>
              </a:r>
              <a:endParaRPr/>
            </a:p>
          </p:txBody>
        </p:sp>
      </p:grpSp>
      <p:grpSp>
        <p:nvGrpSpPr>
          <p:cNvPr id="574" name="Google Shape;574;p16"/>
          <p:cNvGrpSpPr/>
          <p:nvPr/>
        </p:nvGrpSpPr>
        <p:grpSpPr>
          <a:xfrm>
            <a:off x="6960395" y="951233"/>
            <a:ext cx="2096929" cy="1834896"/>
            <a:chOff x="0" y="0"/>
            <a:chExt cx="2795905" cy="2446528"/>
          </a:xfrm>
        </p:grpSpPr>
        <p:sp>
          <p:nvSpPr>
            <p:cNvPr id="575" name="Google Shape;575;p16"/>
            <p:cNvSpPr/>
            <p:nvPr/>
          </p:nvSpPr>
          <p:spPr>
            <a:xfrm>
              <a:off x="15875" y="15875"/>
              <a:ext cx="2764155" cy="2414778"/>
            </a:xfrm>
            <a:custGeom>
              <a:avLst/>
              <a:gdLst/>
              <a:ahLst/>
              <a:cxnLst/>
              <a:rect l="l" t="t" r="r" b="b"/>
              <a:pathLst>
                <a:path w="2764155" h="2414778" extrusionOk="0">
                  <a:moveTo>
                    <a:pt x="0" y="0"/>
                  </a:moveTo>
                  <a:lnTo>
                    <a:pt x="2764155" y="0"/>
                  </a:lnTo>
                  <a:lnTo>
                    <a:pt x="2764155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76" name="Google Shape;576;p16"/>
            <p:cNvSpPr/>
            <p:nvPr/>
          </p:nvSpPr>
          <p:spPr>
            <a:xfrm>
              <a:off x="0" y="0"/>
              <a:ext cx="2795905" cy="2446528"/>
            </a:xfrm>
            <a:custGeom>
              <a:avLst/>
              <a:gdLst/>
              <a:ahLst/>
              <a:cxnLst/>
              <a:rect l="l" t="t" r="r" b="b"/>
              <a:pathLst>
                <a:path w="2795905" h="2446528" extrusionOk="0">
                  <a:moveTo>
                    <a:pt x="15875" y="0"/>
                  </a:moveTo>
                  <a:lnTo>
                    <a:pt x="2780030" y="0"/>
                  </a:lnTo>
                  <a:cubicBezTo>
                    <a:pt x="2788793" y="0"/>
                    <a:pt x="2795905" y="7112"/>
                    <a:pt x="2795905" y="15875"/>
                  </a:cubicBezTo>
                  <a:lnTo>
                    <a:pt x="2795905" y="2430653"/>
                  </a:lnTo>
                  <a:cubicBezTo>
                    <a:pt x="2795905" y="2439416"/>
                    <a:pt x="2788793" y="2446528"/>
                    <a:pt x="2780030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2780030" y="2414778"/>
                  </a:lnTo>
                  <a:lnTo>
                    <a:pt x="2780030" y="2430653"/>
                  </a:lnTo>
                  <a:lnTo>
                    <a:pt x="2764155" y="2430653"/>
                  </a:lnTo>
                  <a:lnTo>
                    <a:pt x="2764155" y="15875"/>
                  </a:lnTo>
                  <a:lnTo>
                    <a:pt x="2780030" y="15875"/>
                  </a:lnTo>
                  <a:lnTo>
                    <a:pt x="278003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7" name="Google Shape;577;p16"/>
          <p:cNvGrpSpPr/>
          <p:nvPr/>
        </p:nvGrpSpPr>
        <p:grpSpPr>
          <a:xfrm>
            <a:off x="6960395" y="951233"/>
            <a:ext cx="2096928" cy="1834851"/>
            <a:chOff x="0" y="0"/>
            <a:chExt cx="2795904" cy="2446468"/>
          </a:xfrm>
        </p:grpSpPr>
        <p:sp>
          <p:nvSpPr>
            <p:cNvPr id="578" name="Google Shape;578;p16"/>
            <p:cNvSpPr/>
            <p:nvPr/>
          </p:nvSpPr>
          <p:spPr>
            <a:xfrm>
              <a:off x="0" y="0"/>
              <a:ext cx="2795904" cy="2446468"/>
            </a:xfrm>
            <a:custGeom>
              <a:avLst/>
              <a:gdLst/>
              <a:ahLst/>
              <a:cxnLst/>
              <a:rect l="l" t="t" r="r" b="b"/>
              <a:pathLst>
                <a:path w="2795904" h="2446468" extrusionOk="0">
                  <a:moveTo>
                    <a:pt x="0" y="0"/>
                  </a:moveTo>
                  <a:lnTo>
                    <a:pt x="2795904" y="0"/>
                  </a:lnTo>
                  <a:lnTo>
                    <a:pt x="2795904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79" name="Google Shape;579;p16"/>
            <p:cNvSpPr txBox="1"/>
            <p:nvPr/>
          </p:nvSpPr>
          <p:spPr>
            <a:xfrm>
              <a:off x="0" y="9525"/>
              <a:ext cx="2795904" cy="24369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ActionListener</a:t>
              </a:r>
              <a:endParaRPr/>
            </a:p>
          </p:txBody>
        </p:sp>
      </p:grpSp>
      <p:grpSp>
        <p:nvGrpSpPr>
          <p:cNvPr id="580" name="Google Shape;580;p16"/>
          <p:cNvGrpSpPr/>
          <p:nvPr/>
        </p:nvGrpSpPr>
        <p:grpSpPr>
          <a:xfrm>
            <a:off x="9033511" y="2870936"/>
            <a:ext cx="8316278" cy="1834896"/>
            <a:chOff x="0" y="0"/>
            <a:chExt cx="11088370" cy="2446528"/>
          </a:xfrm>
        </p:grpSpPr>
        <p:sp>
          <p:nvSpPr>
            <p:cNvPr id="581" name="Google Shape;581;p16"/>
            <p:cNvSpPr/>
            <p:nvPr/>
          </p:nvSpPr>
          <p:spPr>
            <a:xfrm>
              <a:off x="15875" y="15875"/>
              <a:ext cx="11056620" cy="2414778"/>
            </a:xfrm>
            <a:custGeom>
              <a:avLst/>
              <a:gdLst/>
              <a:ahLst/>
              <a:cxnLst/>
              <a:rect l="l" t="t" r="r" b="b"/>
              <a:pathLst>
                <a:path w="11056620" h="2414778" extrusionOk="0">
                  <a:moveTo>
                    <a:pt x="0" y="0"/>
                  </a:moveTo>
                  <a:lnTo>
                    <a:pt x="11056620" y="0"/>
                  </a:lnTo>
                  <a:lnTo>
                    <a:pt x="11056620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E7DDEA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82" name="Google Shape;582;p16"/>
            <p:cNvSpPr/>
            <p:nvPr/>
          </p:nvSpPr>
          <p:spPr>
            <a:xfrm>
              <a:off x="0" y="0"/>
              <a:ext cx="11088370" cy="2446528"/>
            </a:xfrm>
            <a:custGeom>
              <a:avLst/>
              <a:gdLst/>
              <a:ahLst/>
              <a:cxnLst/>
              <a:rect l="l" t="t" r="r" b="b"/>
              <a:pathLst>
                <a:path w="11088370" h="2446528" extrusionOk="0">
                  <a:moveTo>
                    <a:pt x="15875" y="0"/>
                  </a:moveTo>
                  <a:lnTo>
                    <a:pt x="11072495" y="0"/>
                  </a:lnTo>
                  <a:cubicBezTo>
                    <a:pt x="11081258" y="0"/>
                    <a:pt x="11088370" y="7112"/>
                    <a:pt x="11088370" y="15875"/>
                  </a:cubicBezTo>
                  <a:lnTo>
                    <a:pt x="11088370" y="2430653"/>
                  </a:lnTo>
                  <a:cubicBezTo>
                    <a:pt x="11088370" y="2439416"/>
                    <a:pt x="11081258" y="2446528"/>
                    <a:pt x="11072495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11072495" y="2414778"/>
                  </a:lnTo>
                  <a:lnTo>
                    <a:pt x="11072495" y="2430653"/>
                  </a:lnTo>
                  <a:lnTo>
                    <a:pt x="11056620" y="2430653"/>
                  </a:lnTo>
                  <a:lnTo>
                    <a:pt x="11056620" y="15875"/>
                  </a:lnTo>
                  <a:lnTo>
                    <a:pt x="11072495" y="15875"/>
                  </a:lnTo>
                  <a:lnTo>
                    <a:pt x="1107249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E7DDEA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16"/>
          <p:cNvGrpSpPr/>
          <p:nvPr/>
        </p:nvGrpSpPr>
        <p:grpSpPr>
          <a:xfrm>
            <a:off x="9033511" y="2870936"/>
            <a:ext cx="8316276" cy="1834851"/>
            <a:chOff x="0" y="0"/>
            <a:chExt cx="11088368" cy="2446468"/>
          </a:xfrm>
        </p:grpSpPr>
        <p:sp>
          <p:nvSpPr>
            <p:cNvPr id="584" name="Google Shape;584;p16"/>
            <p:cNvSpPr/>
            <p:nvPr/>
          </p:nvSpPr>
          <p:spPr>
            <a:xfrm>
              <a:off x="0" y="0"/>
              <a:ext cx="11088368" cy="2446468"/>
            </a:xfrm>
            <a:custGeom>
              <a:avLst/>
              <a:gdLst/>
              <a:ahLst/>
              <a:cxnLst/>
              <a:rect l="l" t="t" r="r" b="b"/>
              <a:pathLst>
                <a:path w="11088368" h="2446468" extrusionOk="0">
                  <a:moveTo>
                    <a:pt x="0" y="0"/>
                  </a:moveTo>
                  <a:lnTo>
                    <a:pt x="11088368" y="0"/>
                  </a:lnTo>
                  <a:lnTo>
                    <a:pt x="11088368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85" name="Google Shape;585;p16"/>
            <p:cNvSpPr txBox="1"/>
            <p:nvPr/>
          </p:nvSpPr>
          <p:spPr>
            <a:xfrm>
              <a:off x="0" y="19050"/>
              <a:ext cx="11088368" cy="24274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eventos del ratón.</a:t>
              </a:r>
              <a:endParaRPr/>
            </a:p>
          </p:txBody>
        </p:sp>
      </p:grpSp>
      <p:grpSp>
        <p:nvGrpSpPr>
          <p:cNvPr id="586" name="Google Shape;586;p16"/>
          <p:cNvGrpSpPr/>
          <p:nvPr/>
        </p:nvGrpSpPr>
        <p:grpSpPr>
          <a:xfrm>
            <a:off x="6960395" y="2870936"/>
            <a:ext cx="2096929" cy="1834896"/>
            <a:chOff x="0" y="0"/>
            <a:chExt cx="2795905" cy="2446528"/>
          </a:xfrm>
        </p:grpSpPr>
        <p:sp>
          <p:nvSpPr>
            <p:cNvPr id="587" name="Google Shape;587;p16"/>
            <p:cNvSpPr/>
            <p:nvPr/>
          </p:nvSpPr>
          <p:spPr>
            <a:xfrm>
              <a:off x="15875" y="15875"/>
              <a:ext cx="2764155" cy="2414778"/>
            </a:xfrm>
            <a:custGeom>
              <a:avLst/>
              <a:gdLst/>
              <a:ahLst/>
              <a:cxnLst/>
              <a:rect l="l" t="t" r="r" b="b"/>
              <a:pathLst>
                <a:path w="2764155" h="2414778" extrusionOk="0">
                  <a:moveTo>
                    <a:pt x="0" y="0"/>
                  </a:moveTo>
                  <a:lnTo>
                    <a:pt x="2764155" y="0"/>
                  </a:lnTo>
                  <a:lnTo>
                    <a:pt x="2764155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88" name="Google Shape;588;p16"/>
            <p:cNvSpPr/>
            <p:nvPr/>
          </p:nvSpPr>
          <p:spPr>
            <a:xfrm>
              <a:off x="0" y="0"/>
              <a:ext cx="2795905" cy="2446528"/>
            </a:xfrm>
            <a:custGeom>
              <a:avLst/>
              <a:gdLst/>
              <a:ahLst/>
              <a:cxnLst/>
              <a:rect l="l" t="t" r="r" b="b"/>
              <a:pathLst>
                <a:path w="2795905" h="2446528" extrusionOk="0">
                  <a:moveTo>
                    <a:pt x="15875" y="0"/>
                  </a:moveTo>
                  <a:lnTo>
                    <a:pt x="2780030" y="0"/>
                  </a:lnTo>
                  <a:cubicBezTo>
                    <a:pt x="2788793" y="0"/>
                    <a:pt x="2795905" y="7112"/>
                    <a:pt x="2795905" y="15875"/>
                  </a:cubicBezTo>
                  <a:lnTo>
                    <a:pt x="2795905" y="2430653"/>
                  </a:lnTo>
                  <a:cubicBezTo>
                    <a:pt x="2795905" y="2439416"/>
                    <a:pt x="2788793" y="2446528"/>
                    <a:pt x="2780030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2780030" y="2414778"/>
                  </a:lnTo>
                  <a:lnTo>
                    <a:pt x="2780030" y="2430653"/>
                  </a:lnTo>
                  <a:lnTo>
                    <a:pt x="2764155" y="2430653"/>
                  </a:lnTo>
                  <a:lnTo>
                    <a:pt x="2764155" y="15875"/>
                  </a:lnTo>
                  <a:lnTo>
                    <a:pt x="2780030" y="15875"/>
                  </a:lnTo>
                  <a:lnTo>
                    <a:pt x="278003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9" name="Google Shape;589;p16"/>
          <p:cNvGrpSpPr/>
          <p:nvPr/>
        </p:nvGrpSpPr>
        <p:grpSpPr>
          <a:xfrm>
            <a:off x="6960395" y="2870936"/>
            <a:ext cx="2096928" cy="1834851"/>
            <a:chOff x="0" y="0"/>
            <a:chExt cx="2795904" cy="2446468"/>
          </a:xfrm>
        </p:grpSpPr>
        <p:sp>
          <p:nvSpPr>
            <p:cNvPr id="590" name="Google Shape;590;p16"/>
            <p:cNvSpPr/>
            <p:nvPr/>
          </p:nvSpPr>
          <p:spPr>
            <a:xfrm>
              <a:off x="0" y="0"/>
              <a:ext cx="2795904" cy="2446468"/>
            </a:xfrm>
            <a:custGeom>
              <a:avLst/>
              <a:gdLst/>
              <a:ahLst/>
              <a:cxnLst/>
              <a:rect l="l" t="t" r="r" b="b"/>
              <a:pathLst>
                <a:path w="2795904" h="2446468" extrusionOk="0">
                  <a:moveTo>
                    <a:pt x="0" y="0"/>
                  </a:moveTo>
                  <a:lnTo>
                    <a:pt x="2795904" y="0"/>
                  </a:lnTo>
                  <a:lnTo>
                    <a:pt x="2795904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91" name="Google Shape;591;p16"/>
            <p:cNvSpPr txBox="1"/>
            <p:nvPr/>
          </p:nvSpPr>
          <p:spPr>
            <a:xfrm>
              <a:off x="0" y="9525"/>
              <a:ext cx="2795904" cy="24369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MouseListener</a:t>
              </a:r>
              <a:endParaRPr/>
            </a:p>
          </p:txBody>
        </p:sp>
      </p:grpSp>
      <p:grpSp>
        <p:nvGrpSpPr>
          <p:cNvPr id="592" name="Google Shape;592;p16"/>
          <p:cNvGrpSpPr/>
          <p:nvPr/>
        </p:nvGrpSpPr>
        <p:grpSpPr>
          <a:xfrm>
            <a:off x="9033511" y="4790638"/>
            <a:ext cx="8316278" cy="1834896"/>
            <a:chOff x="0" y="0"/>
            <a:chExt cx="11088370" cy="2446528"/>
          </a:xfrm>
        </p:grpSpPr>
        <p:sp>
          <p:nvSpPr>
            <p:cNvPr id="593" name="Google Shape;593;p16"/>
            <p:cNvSpPr/>
            <p:nvPr/>
          </p:nvSpPr>
          <p:spPr>
            <a:xfrm>
              <a:off x="15875" y="15875"/>
              <a:ext cx="11056620" cy="2414778"/>
            </a:xfrm>
            <a:custGeom>
              <a:avLst/>
              <a:gdLst/>
              <a:ahLst/>
              <a:cxnLst/>
              <a:rect l="l" t="t" r="r" b="b"/>
              <a:pathLst>
                <a:path w="11056620" h="2414778" extrusionOk="0">
                  <a:moveTo>
                    <a:pt x="0" y="0"/>
                  </a:moveTo>
                  <a:lnTo>
                    <a:pt x="11056620" y="0"/>
                  </a:lnTo>
                  <a:lnTo>
                    <a:pt x="11056620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DDD8E7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94" name="Google Shape;594;p16"/>
            <p:cNvSpPr/>
            <p:nvPr/>
          </p:nvSpPr>
          <p:spPr>
            <a:xfrm>
              <a:off x="0" y="0"/>
              <a:ext cx="11088370" cy="2446528"/>
            </a:xfrm>
            <a:custGeom>
              <a:avLst/>
              <a:gdLst/>
              <a:ahLst/>
              <a:cxnLst/>
              <a:rect l="l" t="t" r="r" b="b"/>
              <a:pathLst>
                <a:path w="11088370" h="2446528" extrusionOk="0">
                  <a:moveTo>
                    <a:pt x="15875" y="0"/>
                  </a:moveTo>
                  <a:lnTo>
                    <a:pt x="11072495" y="0"/>
                  </a:lnTo>
                  <a:cubicBezTo>
                    <a:pt x="11081258" y="0"/>
                    <a:pt x="11088370" y="7112"/>
                    <a:pt x="11088370" y="15875"/>
                  </a:cubicBezTo>
                  <a:lnTo>
                    <a:pt x="11088370" y="2430653"/>
                  </a:lnTo>
                  <a:cubicBezTo>
                    <a:pt x="11088370" y="2439416"/>
                    <a:pt x="11081258" y="2446528"/>
                    <a:pt x="11072495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11072495" y="2414778"/>
                  </a:lnTo>
                  <a:lnTo>
                    <a:pt x="11072495" y="2430653"/>
                  </a:lnTo>
                  <a:lnTo>
                    <a:pt x="11056620" y="2430653"/>
                  </a:lnTo>
                  <a:lnTo>
                    <a:pt x="11056620" y="15875"/>
                  </a:lnTo>
                  <a:lnTo>
                    <a:pt x="11072495" y="15875"/>
                  </a:lnTo>
                  <a:lnTo>
                    <a:pt x="1107249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DDD8E7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5" name="Google Shape;595;p16"/>
          <p:cNvGrpSpPr/>
          <p:nvPr/>
        </p:nvGrpSpPr>
        <p:grpSpPr>
          <a:xfrm>
            <a:off x="9033511" y="4790638"/>
            <a:ext cx="8316276" cy="1834851"/>
            <a:chOff x="0" y="0"/>
            <a:chExt cx="11088368" cy="2446468"/>
          </a:xfrm>
        </p:grpSpPr>
        <p:sp>
          <p:nvSpPr>
            <p:cNvPr id="596" name="Google Shape;596;p16"/>
            <p:cNvSpPr/>
            <p:nvPr/>
          </p:nvSpPr>
          <p:spPr>
            <a:xfrm>
              <a:off x="0" y="0"/>
              <a:ext cx="11088368" cy="2446468"/>
            </a:xfrm>
            <a:custGeom>
              <a:avLst/>
              <a:gdLst/>
              <a:ahLst/>
              <a:cxnLst/>
              <a:rect l="l" t="t" r="r" b="b"/>
              <a:pathLst>
                <a:path w="11088368" h="2446468" extrusionOk="0">
                  <a:moveTo>
                    <a:pt x="0" y="0"/>
                  </a:moveTo>
                  <a:lnTo>
                    <a:pt x="11088368" y="0"/>
                  </a:lnTo>
                  <a:lnTo>
                    <a:pt x="11088368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97" name="Google Shape;597;p16"/>
            <p:cNvSpPr txBox="1"/>
            <p:nvPr/>
          </p:nvSpPr>
          <p:spPr>
            <a:xfrm>
              <a:off x="0" y="19050"/>
              <a:ext cx="11088368" cy="24274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eventos del teclado.</a:t>
              </a:r>
              <a:endParaRPr/>
            </a:p>
          </p:txBody>
        </p:sp>
      </p:grpSp>
      <p:grpSp>
        <p:nvGrpSpPr>
          <p:cNvPr id="598" name="Google Shape;598;p16"/>
          <p:cNvGrpSpPr/>
          <p:nvPr/>
        </p:nvGrpSpPr>
        <p:grpSpPr>
          <a:xfrm>
            <a:off x="6960395" y="4790638"/>
            <a:ext cx="2096929" cy="1834896"/>
            <a:chOff x="0" y="0"/>
            <a:chExt cx="2795905" cy="2446528"/>
          </a:xfrm>
        </p:grpSpPr>
        <p:sp>
          <p:nvSpPr>
            <p:cNvPr id="599" name="Google Shape;599;p16"/>
            <p:cNvSpPr/>
            <p:nvPr/>
          </p:nvSpPr>
          <p:spPr>
            <a:xfrm>
              <a:off x="15875" y="15875"/>
              <a:ext cx="2764155" cy="2414778"/>
            </a:xfrm>
            <a:custGeom>
              <a:avLst/>
              <a:gdLst/>
              <a:ahLst/>
              <a:cxnLst/>
              <a:rect l="l" t="t" r="r" b="b"/>
              <a:pathLst>
                <a:path w="2764155" h="2414778" extrusionOk="0">
                  <a:moveTo>
                    <a:pt x="0" y="0"/>
                  </a:moveTo>
                  <a:lnTo>
                    <a:pt x="2764155" y="0"/>
                  </a:lnTo>
                  <a:lnTo>
                    <a:pt x="2764155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00" name="Google Shape;600;p16"/>
            <p:cNvSpPr/>
            <p:nvPr/>
          </p:nvSpPr>
          <p:spPr>
            <a:xfrm>
              <a:off x="0" y="0"/>
              <a:ext cx="2795905" cy="2446528"/>
            </a:xfrm>
            <a:custGeom>
              <a:avLst/>
              <a:gdLst/>
              <a:ahLst/>
              <a:cxnLst/>
              <a:rect l="l" t="t" r="r" b="b"/>
              <a:pathLst>
                <a:path w="2795905" h="2446528" extrusionOk="0">
                  <a:moveTo>
                    <a:pt x="15875" y="0"/>
                  </a:moveTo>
                  <a:lnTo>
                    <a:pt x="2780030" y="0"/>
                  </a:lnTo>
                  <a:cubicBezTo>
                    <a:pt x="2788793" y="0"/>
                    <a:pt x="2795905" y="7112"/>
                    <a:pt x="2795905" y="15875"/>
                  </a:cubicBezTo>
                  <a:lnTo>
                    <a:pt x="2795905" y="2430653"/>
                  </a:lnTo>
                  <a:cubicBezTo>
                    <a:pt x="2795905" y="2439416"/>
                    <a:pt x="2788793" y="2446528"/>
                    <a:pt x="2780030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2780030" y="2414778"/>
                  </a:lnTo>
                  <a:lnTo>
                    <a:pt x="2780030" y="2430653"/>
                  </a:lnTo>
                  <a:lnTo>
                    <a:pt x="2764155" y="2430653"/>
                  </a:lnTo>
                  <a:lnTo>
                    <a:pt x="2764155" y="15875"/>
                  </a:lnTo>
                  <a:lnTo>
                    <a:pt x="2780030" y="15875"/>
                  </a:lnTo>
                  <a:lnTo>
                    <a:pt x="278003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1" name="Google Shape;601;p16"/>
          <p:cNvGrpSpPr/>
          <p:nvPr/>
        </p:nvGrpSpPr>
        <p:grpSpPr>
          <a:xfrm>
            <a:off x="6960395" y="4790638"/>
            <a:ext cx="2096928" cy="1834851"/>
            <a:chOff x="0" y="0"/>
            <a:chExt cx="2795904" cy="2446468"/>
          </a:xfrm>
        </p:grpSpPr>
        <p:sp>
          <p:nvSpPr>
            <p:cNvPr id="602" name="Google Shape;602;p16"/>
            <p:cNvSpPr/>
            <p:nvPr/>
          </p:nvSpPr>
          <p:spPr>
            <a:xfrm>
              <a:off x="0" y="0"/>
              <a:ext cx="2795904" cy="2446468"/>
            </a:xfrm>
            <a:custGeom>
              <a:avLst/>
              <a:gdLst/>
              <a:ahLst/>
              <a:cxnLst/>
              <a:rect l="l" t="t" r="r" b="b"/>
              <a:pathLst>
                <a:path w="2795904" h="2446468" extrusionOk="0">
                  <a:moveTo>
                    <a:pt x="0" y="0"/>
                  </a:moveTo>
                  <a:lnTo>
                    <a:pt x="2795904" y="0"/>
                  </a:lnTo>
                  <a:lnTo>
                    <a:pt x="2795904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03" name="Google Shape;603;p16"/>
            <p:cNvSpPr txBox="1"/>
            <p:nvPr/>
          </p:nvSpPr>
          <p:spPr>
            <a:xfrm>
              <a:off x="0" y="9525"/>
              <a:ext cx="2795904" cy="24369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KeyListener</a:t>
              </a:r>
              <a:endParaRPr/>
            </a:p>
          </p:txBody>
        </p:sp>
      </p:grpSp>
      <p:grpSp>
        <p:nvGrpSpPr>
          <p:cNvPr id="604" name="Google Shape;604;p16"/>
          <p:cNvGrpSpPr/>
          <p:nvPr/>
        </p:nvGrpSpPr>
        <p:grpSpPr>
          <a:xfrm>
            <a:off x="9033511" y="6710339"/>
            <a:ext cx="8316278" cy="1834896"/>
            <a:chOff x="0" y="0"/>
            <a:chExt cx="11088370" cy="2446528"/>
          </a:xfrm>
        </p:grpSpPr>
        <p:sp>
          <p:nvSpPr>
            <p:cNvPr id="605" name="Google Shape;605;p16"/>
            <p:cNvSpPr/>
            <p:nvPr/>
          </p:nvSpPr>
          <p:spPr>
            <a:xfrm>
              <a:off x="15875" y="15875"/>
              <a:ext cx="11056620" cy="2414778"/>
            </a:xfrm>
            <a:custGeom>
              <a:avLst/>
              <a:gdLst/>
              <a:ahLst/>
              <a:cxnLst/>
              <a:rect l="l" t="t" r="r" b="b"/>
              <a:pathLst>
                <a:path w="11056620" h="2414778" extrusionOk="0">
                  <a:moveTo>
                    <a:pt x="0" y="0"/>
                  </a:moveTo>
                  <a:lnTo>
                    <a:pt x="11056620" y="0"/>
                  </a:lnTo>
                  <a:lnTo>
                    <a:pt x="11056620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DDDDEA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06" name="Google Shape;606;p16"/>
            <p:cNvSpPr/>
            <p:nvPr/>
          </p:nvSpPr>
          <p:spPr>
            <a:xfrm>
              <a:off x="0" y="0"/>
              <a:ext cx="11088370" cy="2446528"/>
            </a:xfrm>
            <a:custGeom>
              <a:avLst/>
              <a:gdLst/>
              <a:ahLst/>
              <a:cxnLst/>
              <a:rect l="l" t="t" r="r" b="b"/>
              <a:pathLst>
                <a:path w="11088370" h="2446528" extrusionOk="0">
                  <a:moveTo>
                    <a:pt x="15875" y="0"/>
                  </a:moveTo>
                  <a:lnTo>
                    <a:pt x="11072495" y="0"/>
                  </a:lnTo>
                  <a:cubicBezTo>
                    <a:pt x="11081258" y="0"/>
                    <a:pt x="11088370" y="7112"/>
                    <a:pt x="11088370" y="15875"/>
                  </a:cubicBezTo>
                  <a:lnTo>
                    <a:pt x="11088370" y="2430653"/>
                  </a:lnTo>
                  <a:cubicBezTo>
                    <a:pt x="11088370" y="2439416"/>
                    <a:pt x="11081258" y="2446528"/>
                    <a:pt x="11072495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11072495" y="2414778"/>
                  </a:lnTo>
                  <a:lnTo>
                    <a:pt x="11072495" y="2430653"/>
                  </a:lnTo>
                  <a:lnTo>
                    <a:pt x="11056620" y="2430653"/>
                  </a:lnTo>
                  <a:lnTo>
                    <a:pt x="11056620" y="15875"/>
                  </a:lnTo>
                  <a:lnTo>
                    <a:pt x="11072495" y="15875"/>
                  </a:lnTo>
                  <a:lnTo>
                    <a:pt x="1107249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DDDDEA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7" name="Google Shape;607;p16"/>
          <p:cNvGrpSpPr/>
          <p:nvPr/>
        </p:nvGrpSpPr>
        <p:grpSpPr>
          <a:xfrm>
            <a:off x="9033511" y="6710339"/>
            <a:ext cx="8316276" cy="1834851"/>
            <a:chOff x="0" y="0"/>
            <a:chExt cx="11088368" cy="2446468"/>
          </a:xfrm>
        </p:grpSpPr>
        <p:sp>
          <p:nvSpPr>
            <p:cNvPr id="608" name="Google Shape;608;p16"/>
            <p:cNvSpPr/>
            <p:nvPr/>
          </p:nvSpPr>
          <p:spPr>
            <a:xfrm>
              <a:off x="0" y="0"/>
              <a:ext cx="11088368" cy="2446468"/>
            </a:xfrm>
            <a:custGeom>
              <a:avLst/>
              <a:gdLst/>
              <a:ahLst/>
              <a:cxnLst/>
              <a:rect l="l" t="t" r="r" b="b"/>
              <a:pathLst>
                <a:path w="11088368" h="2446468" extrusionOk="0">
                  <a:moveTo>
                    <a:pt x="0" y="0"/>
                  </a:moveTo>
                  <a:lnTo>
                    <a:pt x="11088368" y="0"/>
                  </a:lnTo>
                  <a:lnTo>
                    <a:pt x="11088368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09" name="Google Shape;609;p16"/>
            <p:cNvSpPr txBox="1"/>
            <p:nvPr/>
          </p:nvSpPr>
          <p:spPr>
            <a:xfrm>
              <a:off x="0" y="19050"/>
              <a:ext cx="11088368" cy="24274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eventos de ventanas.</a:t>
              </a:r>
              <a:endParaRPr/>
            </a:p>
          </p:txBody>
        </p:sp>
      </p:grpSp>
      <p:grpSp>
        <p:nvGrpSpPr>
          <p:cNvPr id="610" name="Google Shape;610;p16"/>
          <p:cNvGrpSpPr/>
          <p:nvPr/>
        </p:nvGrpSpPr>
        <p:grpSpPr>
          <a:xfrm>
            <a:off x="6960395" y="6710339"/>
            <a:ext cx="2096929" cy="1834896"/>
            <a:chOff x="0" y="0"/>
            <a:chExt cx="2795905" cy="2446528"/>
          </a:xfrm>
        </p:grpSpPr>
        <p:sp>
          <p:nvSpPr>
            <p:cNvPr id="611" name="Google Shape;611;p16"/>
            <p:cNvSpPr/>
            <p:nvPr/>
          </p:nvSpPr>
          <p:spPr>
            <a:xfrm>
              <a:off x="15875" y="15875"/>
              <a:ext cx="2764155" cy="2414778"/>
            </a:xfrm>
            <a:custGeom>
              <a:avLst/>
              <a:gdLst/>
              <a:ahLst/>
              <a:cxnLst/>
              <a:rect l="l" t="t" r="r" b="b"/>
              <a:pathLst>
                <a:path w="2764155" h="2414778" extrusionOk="0">
                  <a:moveTo>
                    <a:pt x="0" y="0"/>
                  </a:moveTo>
                  <a:lnTo>
                    <a:pt x="2764155" y="0"/>
                  </a:lnTo>
                  <a:lnTo>
                    <a:pt x="2764155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9698C6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12" name="Google Shape;612;p16"/>
            <p:cNvSpPr/>
            <p:nvPr/>
          </p:nvSpPr>
          <p:spPr>
            <a:xfrm>
              <a:off x="0" y="0"/>
              <a:ext cx="2795905" cy="2446528"/>
            </a:xfrm>
            <a:custGeom>
              <a:avLst/>
              <a:gdLst/>
              <a:ahLst/>
              <a:cxnLst/>
              <a:rect l="l" t="t" r="r" b="b"/>
              <a:pathLst>
                <a:path w="2795905" h="2446528" extrusionOk="0">
                  <a:moveTo>
                    <a:pt x="15875" y="0"/>
                  </a:moveTo>
                  <a:lnTo>
                    <a:pt x="2780030" y="0"/>
                  </a:lnTo>
                  <a:cubicBezTo>
                    <a:pt x="2788793" y="0"/>
                    <a:pt x="2795905" y="7112"/>
                    <a:pt x="2795905" y="15875"/>
                  </a:cubicBezTo>
                  <a:lnTo>
                    <a:pt x="2795905" y="2430653"/>
                  </a:lnTo>
                  <a:cubicBezTo>
                    <a:pt x="2795905" y="2439416"/>
                    <a:pt x="2788793" y="2446528"/>
                    <a:pt x="2780030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2780030" y="2414778"/>
                  </a:lnTo>
                  <a:lnTo>
                    <a:pt x="2780030" y="2430653"/>
                  </a:lnTo>
                  <a:lnTo>
                    <a:pt x="2764155" y="2430653"/>
                  </a:lnTo>
                  <a:lnTo>
                    <a:pt x="2764155" y="15875"/>
                  </a:lnTo>
                  <a:lnTo>
                    <a:pt x="2780030" y="15875"/>
                  </a:lnTo>
                  <a:lnTo>
                    <a:pt x="278003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9698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" name="Google Shape;613;p16"/>
          <p:cNvGrpSpPr/>
          <p:nvPr/>
        </p:nvGrpSpPr>
        <p:grpSpPr>
          <a:xfrm>
            <a:off x="6960395" y="6710339"/>
            <a:ext cx="2096928" cy="1834851"/>
            <a:chOff x="0" y="0"/>
            <a:chExt cx="2795904" cy="2446468"/>
          </a:xfrm>
        </p:grpSpPr>
        <p:sp>
          <p:nvSpPr>
            <p:cNvPr id="614" name="Google Shape;614;p16"/>
            <p:cNvSpPr/>
            <p:nvPr/>
          </p:nvSpPr>
          <p:spPr>
            <a:xfrm>
              <a:off x="0" y="0"/>
              <a:ext cx="2795904" cy="2446468"/>
            </a:xfrm>
            <a:custGeom>
              <a:avLst/>
              <a:gdLst/>
              <a:ahLst/>
              <a:cxnLst/>
              <a:rect l="l" t="t" r="r" b="b"/>
              <a:pathLst>
                <a:path w="2795904" h="2446468" extrusionOk="0">
                  <a:moveTo>
                    <a:pt x="0" y="0"/>
                  </a:moveTo>
                  <a:lnTo>
                    <a:pt x="2795904" y="0"/>
                  </a:lnTo>
                  <a:lnTo>
                    <a:pt x="2795904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15" name="Google Shape;615;p16"/>
            <p:cNvSpPr txBox="1"/>
            <p:nvPr/>
          </p:nvSpPr>
          <p:spPr>
            <a:xfrm>
              <a:off x="0" y="9525"/>
              <a:ext cx="2795904" cy="24369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WindowListener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8E6"/>
        </a:solidFill>
        <a:effectLst/>
      </p:bgPr>
    </p:bg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7"/>
          <p:cNvSpPr/>
          <p:nvPr/>
        </p:nvSpPr>
        <p:spPr>
          <a:xfrm>
            <a:off x="4762" y="9601200"/>
            <a:ext cx="18283238" cy="685800"/>
          </a:xfrm>
          <a:custGeom>
            <a:avLst/>
            <a:gdLst/>
            <a:ahLst/>
            <a:cxnLst/>
            <a:rect l="l" t="t" r="r" b="b"/>
            <a:pathLst>
              <a:path w="24377650" h="914400" extrusionOk="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cxnSp>
        <p:nvCxnSpPr>
          <p:cNvPr id="621" name="Google Shape;621;p17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2" name="Google Shape;622;p17"/>
          <p:cNvSpPr/>
          <p:nvPr/>
        </p:nvSpPr>
        <p:spPr>
          <a:xfrm>
            <a:off x="4572" y="0"/>
            <a:ext cx="18283428" cy="10287000"/>
          </a:xfrm>
          <a:custGeom>
            <a:avLst/>
            <a:gdLst/>
            <a:ahLst/>
            <a:cxnLst/>
            <a:rect l="l" t="t" r="r" b="b"/>
            <a:pathLst>
              <a:path w="24377904" h="13716000" extrusionOk="0">
                <a:moveTo>
                  <a:pt x="0" y="0"/>
                </a:moveTo>
                <a:lnTo>
                  <a:pt x="24377904" y="0"/>
                </a:lnTo>
                <a:lnTo>
                  <a:pt x="24377904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623" name="Google Shape;623;p17"/>
          <p:cNvGrpSpPr/>
          <p:nvPr/>
        </p:nvGrpSpPr>
        <p:grpSpPr>
          <a:xfrm>
            <a:off x="1288124" y="1445996"/>
            <a:ext cx="5681186" cy="7407542"/>
            <a:chOff x="0" y="0"/>
            <a:chExt cx="7574914" cy="9876722"/>
          </a:xfrm>
        </p:grpSpPr>
        <p:sp>
          <p:nvSpPr>
            <p:cNvPr id="624" name="Google Shape;624;p17"/>
            <p:cNvSpPr/>
            <p:nvPr/>
          </p:nvSpPr>
          <p:spPr>
            <a:xfrm>
              <a:off x="0" y="0"/>
              <a:ext cx="7574914" cy="9876722"/>
            </a:xfrm>
            <a:custGeom>
              <a:avLst/>
              <a:gdLst/>
              <a:ahLst/>
              <a:cxnLst/>
              <a:rect l="l" t="t" r="r" b="b"/>
              <a:pathLst>
                <a:path w="7574914" h="9876722" extrusionOk="0">
                  <a:moveTo>
                    <a:pt x="0" y="0"/>
                  </a:moveTo>
                  <a:lnTo>
                    <a:pt x="7574914" y="0"/>
                  </a:lnTo>
                  <a:lnTo>
                    <a:pt x="7574914" y="9876722"/>
                  </a:lnTo>
                  <a:lnTo>
                    <a:pt x="0" y="98767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25" name="Google Shape;625;p17"/>
            <p:cNvSpPr txBox="1"/>
            <p:nvPr/>
          </p:nvSpPr>
          <p:spPr>
            <a:xfrm>
              <a:off x="0" y="161925"/>
              <a:ext cx="7574914" cy="97147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100" b="0" i="0" u="none" strike="noStrike" cap="non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SWING</a:t>
              </a:r>
              <a:endParaRPr/>
            </a:p>
          </p:txBody>
        </p:sp>
      </p:grpSp>
      <p:cxnSp>
        <p:nvCxnSpPr>
          <p:cNvPr id="626" name="Google Shape;626;p17"/>
          <p:cNvCxnSpPr/>
          <p:nvPr/>
        </p:nvCxnSpPr>
        <p:spPr>
          <a:xfrm rot="5376291">
            <a:off x="5386224" y="5133973"/>
            <a:ext cx="4143474" cy="0"/>
          </a:xfrm>
          <a:prstGeom prst="straightConnector1">
            <a:avLst/>
          </a:prstGeom>
          <a:noFill/>
          <a:ln w="19050" cap="rnd" cmpd="sng">
            <a:solidFill>
              <a:srgbClr val="36244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27" name="Google Shape;627;p17"/>
          <p:cNvGrpSpPr/>
          <p:nvPr/>
        </p:nvGrpSpPr>
        <p:grpSpPr>
          <a:xfrm>
            <a:off x="7952697" y="1402398"/>
            <a:ext cx="8952272" cy="7451140"/>
            <a:chOff x="0" y="-57150"/>
            <a:chExt cx="11936362" cy="9934852"/>
          </a:xfrm>
        </p:grpSpPr>
        <p:sp>
          <p:nvSpPr>
            <p:cNvPr id="628" name="Google Shape;628;p17"/>
            <p:cNvSpPr/>
            <p:nvPr/>
          </p:nvSpPr>
          <p:spPr>
            <a:xfrm>
              <a:off x="0" y="0"/>
              <a:ext cx="11936362" cy="9877702"/>
            </a:xfrm>
            <a:custGeom>
              <a:avLst/>
              <a:gdLst/>
              <a:ahLst/>
              <a:cxnLst/>
              <a:rect l="l" t="t" r="r" b="b"/>
              <a:pathLst>
                <a:path w="11936362" h="9877702" extrusionOk="0">
                  <a:moveTo>
                    <a:pt x="0" y="0"/>
                  </a:moveTo>
                  <a:lnTo>
                    <a:pt x="11936362" y="0"/>
                  </a:lnTo>
                  <a:lnTo>
                    <a:pt x="11936362" y="9877702"/>
                  </a:lnTo>
                  <a:lnTo>
                    <a:pt x="0" y="98777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29" name="Google Shape;629;p17"/>
            <p:cNvSpPr txBox="1"/>
            <p:nvPr/>
          </p:nvSpPr>
          <p:spPr>
            <a:xfrm>
              <a:off x="0" y="-57150"/>
              <a:ext cx="11936362" cy="99348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624364" marR="0" lvl="1" indent="-312182" algn="l" rtl="0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4040"/>
                </a:buClr>
                <a:buSzPts val="3450"/>
                <a:buFont typeface="Arial"/>
                <a:buChar char="•"/>
              </a:pPr>
              <a:r>
                <a:rPr lang="en-US" sz="3450" b="0" i="0" u="none" strike="noStrike" cap="non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Definición, Conponentes Básicos</a:t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8"/>
          <p:cNvSpPr/>
          <p:nvPr/>
        </p:nvSpPr>
        <p:spPr>
          <a:xfrm>
            <a:off x="4762" y="9601200"/>
            <a:ext cx="18283238" cy="685800"/>
          </a:xfrm>
          <a:custGeom>
            <a:avLst/>
            <a:gdLst/>
            <a:ahLst/>
            <a:cxnLst/>
            <a:rect l="l" t="t" r="r" b="b"/>
            <a:pathLst>
              <a:path w="24377650" h="914400" extrusionOk="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635" name="Google Shape;635;p18"/>
          <p:cNvSpPr/>
          <p:nvPr/>
        </p:nvSpPr>
        <p:spPr>
          <a:xfrm>
            <a:off x="24" y="0"/>
            <a:ext cx="6076187" cy="10287000"/>
          </a:xfrm>
          <a:custGeom>
            <a:avLst/>
            <a:gdLst/>
            <a:ahLst/>
            <a:cxnLst/>
            <a:rect l="l" t="t" r="r" b="b"/>
            <a:pathLst>
              <a:path w="8101584" h="13716000" extrusionOk="0">
                <a:moveTo>
                  <a:pt x="0" y="0"/>
                </a:moveTo>
                <a:lnTo>
                  <a:pt x="8101584" y="0"/>
                </a:lnTo>
                <a:lnTo>
                  <a:pt x="8101584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636" name="Google Shape;636;p18"/>
          <p:cNvGrpSpPr/>
          <p:nvPr/>
        </p:nvGrpSpPr>
        <p:grpSpPr>
          <a:xfrm>
            <a:off x="738555" y="775253"/>
            <a:ext cx="4627266" cy="8659260"/>
            <a:chOff x="0" y="0"/>
            <a:chExt cx="6169688" cy="11545680"/>
          </a:xfrm>
        </p:grpSpPr>
        <p:sp>
          <p:nvSpPr>
            <p:cNvPr id="637" name="Google Shape;637;p18"/>
            <p:cNvSpPr/>
            <p:nvPr/>
          </p:nvSpPr>
          <p:spPr>
            <a:xfrm>
              <a:off x="0" y="0"/>
              <a:ext cx="6169688" cy="11545680"/>
            </a:xfrm>
            <a:custGeom>
              <a:avLst/>
              <a:gdLst/>
              <a:ahLst/>
              <a:cxnLst/>
              <a:rect l="l" t="t" r="r" b="b"/>
              <a:pathLst>
                <a:path w="6169688" h="11545680" extrusionOk="0">
                  <a:moveTo>
                    <a:pt x="0" y="0"/>
                  </a:moveTo>
                  <a:lnTo>
                    <a:pt x="6169688" y="0"/>
                  </a:lnTo>
                  <a:lnTo>
                    <a:pt x="6169688" y="11545680"/>
                  </a:lnTo>
                  <a:lnTo>
                    <a:pt x="0" y="11545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38" name="Google Shape;638;p18"/>
            <p:cNvSpPr txBox="1"/>
            <p:nvPr/>
          </p:nvSpPr>
          <p:spPr>
            <a:xfrm>
              <a:off x="0" y="123825"/>
              <a:ext cx="6169688" cy="114218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95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99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Definición</a:t>
              </a:r>
              <a:endParaRPr/>
            </a:p>
          </p:txBody>
        </p:sp>
      </p:grpSp>
      <p:grpSp>
        <p:nvGrpSpPr>
          <p:cNvPr id="639" name="Google Shape;639;p18"/>
          <p:cNvGrpSpPr/>
          <p:nvPr/>
        </p:nvGrpSpPr>
        <p:grpSpPr>
          <a:xfrm>
            <a:off x="7112794" y="947738"/>
            <a:ext cx="10196513" cy="23812"/>
            <a:chOff x="15875" y="0"/>
            <a:chExt cx="13595350" cy="31750"/>
          </a:xfrm>
        </p:grpSpPr>
        <p:sp>
          <p:nvSpPr>
            <p:cNvPr id="640" name="Google Shape;640;p18"/>
            <p:cNvSpPr/>
            <p:nvPr/>
          </p:nvSpPr>
          <p:spPr>
            <a:xfrm>
              <a:off x="15875" y="15875"/>
              <a:ext cx="13595350" cy="0"/>
            </a:xfrm>
            <a:custGeom>
              <a:avLst/>
              <a:gdLst/>
              <a:ahLst/>
              <a:cxnLst/>
              <a:rect l="l" t="t" r="r" b="b"/>
              <a:pathLst>
                <a:path w="13595350" h="120000" extrusionOk="0">
                  <a:moveTo>
                    <a:pt x="0" y="0"/>
                  </a:moveTo>
                  <a:lnTo>
                    <a:pt x="135953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41" name="Google Shape;641;p18"/>
            <p:cNvSpPr/>
            <p:nvPr/>
          </p:nvSpPr>
          <p:spPr>
            <a:xfrm>
              <a:off x="15875" y="0"/>
              <a:ext cx="13595350" cy="31750"/>
            </a:xfrm>
            <a:custGeom>
              <a:avLst/>
              <a:gdLst/>
              <a:ahLst/>
              <a:cxnLst/>
              <a:rect l="l" t="t" r="r" b="b"/>
              <a:pathLst>
                <a:path w="13595350" h="31750" extrusionOk="0">
                  <a:moveTo>
                    <a:pt x="0" y="0"/>
                  </a:moveTo>
                  <a:lnTo>
                    <a:pt x="13595350" y="0"/>
                  </a:lnTo>
                  <a:lnTo>
                    <a:pt x="13595350" y="31750"/>
                  </a:lnTo>
                  <a:lnTo>
                    <a:pt x="0" y="317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</p:grpSp>
      <p:grpSp>
        <p:nvGrpSpPr>
          <p:cNvPr id="642" name="Google Shape;642;p18"/>
          <p:cNvGrpSpPr/>
          <p:nvPr/>
        </p:nvGrpSpPr>
        <p:grpSpPr>
          <a:xfrm>
            <a:off x="7105651" y="1028700"/>
            <a:ext cx="10215562" cy="3040154"/>
            <a:chOff x="0" y="0"/>
            <a:chExt cx="13620750" cy="4053539"/>
          </a:xfrm>
        </p:grpSpPr>
        <p:sp>
          <p:nvSpPr>
            <p:cNvPr id="643" name="Google Shape;643;p18"/>
            <p:cNvSpPr/>
            <p:nvPr/>
          </p:nvSpPr>
          <p:spPr>
            <a:xfrm>
              <a:off x="0" y="0"/>
              <a:ext cx="13620750" cy="4053539"/>
            </a:xfrm>
            <a:custGeom>
              <a:avLst/>
              <a:gdLst/>
              <a:ahLst/>
              <a:cxnLst/>
              <a:rect l="l" t="t" r="r" b="b"/>
              <a:pathLst>
                <a:path w="13620750" h="4053539" extrusionOk="0">
                  <a:moveTo>
                    <a:pt x="0" y="0"/>
                  </a:moveTo>
                  <a:lnTo>
                    <a:pt x="13620750" y="0"/>
                  </a:lnTo>
                  <a:lnTo>
                    <a:pt x="13620750" y="4053539"/>
                  </a:lnTo>
                  <a:lnTo>
                    <a:pt x="0" y="40535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44" name="Google Shape;644;p18"/>
            <p:cNvSpPr txBox="1"/>
            <p:nvPr/>
          </p:nvSpPr>
          <p:spPr>
            <a:xfrm>
              <a:off x="0" y="47625"/>
              <a:ext cx="13620750" cy="40059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3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Swing es una biblioteca gráfica avanzada que extiende AWT.</a:t>
              </a:r>
              <a:endParaRPr/>
            </a:p>
          </p:txBody>
        </p:sp>
      </p:grpSp>
      <p:grpSp>
        <p:nvGrpSpPr>
          <p:cNvPr id="645" name="Google Shape;645;p18"/>
          <p:cNvGrpSpPr/>
          <p:nvPr/>
        </p:nvGrpSpPr>
        <p:grpSpPr>
          <a:xfrm>
            <a:off x="7112794" y="4523430"/>
            <a:ext cx="10196513" cy="23812"/>
            <a:chOff x="15875" y="0"/>
            <a:chExt cx="13595350" cy="31750"/>
          </a:xfrm>
        </p:grpSpPr>
        <p:sp>
          <p:nvSpPr>
            <p:cNvPr id="646" name="Google Shape;646;p18"/>
            <p:cNvSpPr/>
            <p:nvPr/>
          </p:nvSpPr>
          <p:spPr>
            <a:xfrm>
              <a:off x="15875" y="15875"/>
              <a:ext cx="13595350" cy="0"/>
            </a:xfrm>
            <a:custGeom>
              <a:avLst/>
              <a:gdLst/>
              <a:ahLst/>
              <a:cxnLst/>
              <a:rect l="l" t="t" r="r" b="b"/>
              <a:pathLst>
                <a:path w="13595350" h="120000" extrusionOk="0">
                  <a:moveTo>
                    <a:pt x="0" y="0"/>
                  </a:moveTo>
                  <a:lnTo>
                    <a:pt x="13595350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47" name="Google Shape;647;p18"/>
            <p:cNvSpPr/>
            <p:nvPr/>
          </p:nvSpPr>
          <p:spPr>
            <a:xfrm>
              <a:off x="15875" y="0"/>
              <a:ext cx="13595350" cy="31750"/>
            </a:xfrm>
            <a:custGeom>
              <a:avLst/>
              <a:gdLst/>
              <a:ahLst/>
              <a:cxnLst/>
              <a:rect l="l" t="t" r="r" b="b"/>
              <a:pathLst>
                <a:path w="13595350" h="31750" extrusionOk="0">
                  <a:moveTo>
                    <a:pt x="0" y="0"/>
                  </a:moveTo>
                  <a:lnTo>
                    <a:pt x="13595350" y="0"/>
                  </a:lnTo>
                  <a:lnTo>
                    <a:pt x="13595350" y="31750"/>
                  </a:lnTo>
                  <a:lnTo>
                    <a:pt x="0" y="317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</p:grpSp>
      <p:grpSp>
        <p:nvGrpSpPr>
          <p:cNvPr id="648" name="Google Shape;648;p18"/>
          <p:cNvGrpSpPr/>
          <p:nvPr/>
        </p:nvGrpSpPr>
        <p:grpSpPr>
          <a:xfrm>
            <a:off x="7100888" y="4604392"/>
            <a:ext cx="10215562" cy="4710037"/>
            <a:chOff x="0" y="0"/>
            <a:chExt cx="13620750" cy="6280050"/>
          </a:xfrm>
        </p:grpSpPr>
        <p:sp>
          <p:nvSpPr>
            <p:cNvPr id="649" name="Google Shape;649;p18"/>
            <p:cNvSpPr/>
            <p:nvPr/>
          </p:nvSpPr>
          <p:spPr>
            <a:xfrm>
              <a:off x="0" y="0"/>
              <a:ext cx="13620750" cy="6280050"/>
            </a:xfrm>
            <a:custGeom>
              <a:avLst/>
              <a:gdLst/>
              <a:ahLst/>
              <a:cxnLst/>
              <a:rect l="l" t="t" r="r" b="b"/>
              <a:pathLst>
                <a:path w="13620750" h="6280050" extrusionOk="0">
                  <a:moveTo>
                    <a:pt x="0" y="0"/>
                  </a:moveTo>
                  <a:lnTo>
                    <a:pt x="13620750" y="0"/>
                  </a:lnTo>
                  <a:lnTo>
                    <a:pt x="13620750" y="6280050"/>
                  </a:lnTo>
                  <a:lnTo>
                    <a:pt x="0" y="62800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50" name="Google Shape;650;p18"/>
            <p:cNvSpPr txBox="1"/>
            <p:nvPr/>
          </p:nvSpPr>
          <p:spPr>
            <a:xfrm>
              <a:off x="0" y="47625"/>
              <a:ext cx="13620750" cy="6232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3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Utiliza componentes ligeros  que no dependen de los componentes nativos del sistema operativo.</a:t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9"/>
          <p:cNvSpPr/>
          <p:nvPr/>
        </p:nvSpPr>
        <p:spPr>
          <a:xfrm>
            <a:off x="4762" y="9601200"/>
            <a:ext cx="18283238" cy="685800"/>
          </a:xfrm>
          <a:custGeom>
            <a:avLst/>
            <a:gdLst/>
            <a:ahLst/>
            <a:cxnLst/>
            <a:rect l="l" t="t" r="r" b="b"/>
            <a:pathLst>
              <a:path w="24377650" h="914400" extrusionOk="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656" name="Google Shape;656;p19"/>
          <p:cNvSpPr/>
          <p:nvPr/>
        </p:nvSpPr>
        <p:spPr>
          <a:xfrm>
            <a:off x="4762" y="9601200"/>
            <a:ext cx="18283238" cy="685800"/>
          </a:xfrm>
          <a:custGeom>
            <a:avLst/>
            <a:gdLst/>
            <a:ahLst/>
            <a:cxnLst/>
            <a:rect l="l" t="t" r="r" b="b"/>
            <a:pathLst>
              <a:path w="24377650" h="914400" extrusionOk="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657" name="Google Shape;657;p19"/>
          <p:cNvGrpSpPr/>
          <p:nvPr/>
        </p:nvGrpSpPr>
        <p:grpSpPr>
          <a:xfrm>
            <a:off x="5754756" y="1138426"/>
            <a:ext cx="10978762" cy="5062396"/>
            <a:chOff x="0" y="0"/>
            <a:chExt cx="14638350" cy="6749862"/>
          </a:xfrm>
        </p:grpSpPr>
        <p:sp>
          <p:nvSpPr>
            <p:cNvPr id="658" name="Google Shape;658;p19"/>
            <p:cNvSpPr/>
            <p:nvPr/>
          </p:nvSpPr>
          <p:spPr>
            <a:xfrm>
              <a:off x="0" y="0"/>
              <a:ext cx="14638350" cy="6749862"/>
            </a:xfrm>
            <a:custGeom>
              <a:avLst/>
              <a:gdLst/>
              <a:ahLst/>
              <a:cxnLst/>
              <a:rect l="l" t="t" r="r" b="b"/>
              <a:pathLst>
                <a:path w="14638350" h="6749862" extrusionOk="0">
                  <a:moveTo>
                    <a:pt x="0" y="0"/>
                  </a:moveTo>
                  <a:lnTo>
                    <a:pt x="14638350" y="0"/>
                  </a:lnTo>
                  <a:lnTo>
                    <a:pt x="14638350" y="6749862"/>
                  </a:lnTo>
                  <a:lnTo>
                    <a:pt x="0" y="67498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59" name="Google Shape;659;p19"/>
            <p:cNvSpPr txBox="1"/>
            <p:nvPr/>
          </p:nvSpPr>
          <p:spPr>
            <a:xfrm>
              <a:off x="0" y="85725"/>
              <a:ext cx="14638350" cy="66641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100" b="0" i="0" u="none" strike="noStrike" cap="none">
                  <a:solidFill>
                    <a:srgbClr val="262626"/>
                  </a:solidFill>
                  <a:latin typeface="Arimo"/>
                  <a:ea typeface="Arimo"/>
                  <a:cs typeface="Arimo"/>
                  <a:sym typeface="Arimo"/>
                </a:rPr>
                <a:t>Componentes básicos de SWING</a:t>
              </a:r>
              <a:endParaRPr/>
            </a:p>
          </p:txBody>
        </p:sp>
      </p:grpSp>
      <p:grpSp>
        <p:nvGrpSpPr>
          <p:cNvPr id="660" name="Google Shape;660;p19"/>
          <p:cNvGrpSpPr/>
          <p:nvPr/>
        </p:nvGrpSpPr>
        <p:grpSpPr>
          <a:xfrm>
            <a:off x="5754756" y="6683430"/>
            <a:ext cx="10982919" cy="1714500"/>
            <a:chOff x="0" y="0"/>
            <a:chExt cx="14643892" cy="2286000"/>
          </a:xfrm>
        </p:grpSpPr>
        <p:sp>
          <p:nvSpPr>
            <p:cNvPr id="661" name="Google Shape;661;p19"/>
            <p:cNvSpPr/>
            <p:nvPr/>
          </p:nvSpPr>
          <p:spPr>
            <a:xfrm>
              <a:off x="0" y="0"/>
              <a:ext cx="14643892" cy="2286000"/>
            </a:xfrm>
            <a:custGeom>
              <a:avLst/>
              <a:gdLst/>
              <a:ahLst/>
              <a:cxnLst/>
              <a:rect l="l" t="t" r="r" b="b"/>
              <a:pathLst>
                <a:path w="14643892" h="2286000" extrusionOk="0">
                  <a:moveTo>
                    <a:pt x="0" y="0"/>
                  </a:moveTo>
                  <a:lnTo>
                    <a:pt x="14643892" y="0"/>
                  </a:lnTo>
                  <a:lnTo>
                    <a:pt x="14643892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62" name="Google Shape;662;p19"/>
            <p:cNvSpPr txBox="1"/>
            <p:nvPr/>
          </p:nvSpPr>
          <p:spPr>
            <a:xfrm>
              <a:off x="0" y="19050"/>
              <a:ext cx="14643892" cy="2266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Componentes Visuales, Contenedores, Menús</a:t>
              </a:r>
              <a:endParaRPr/>
            </a:p>
          </p:txBody>
        </p:sp>
      </p:grpSp>
      <p:sp>
        <p:nvSpPr>
          <p:cNvPr id="663" name="Google Shape;663;p19" descr="Arrow Circle"/>
          <p:cNvSpPr/>
          <p:nvPr/>
        </p:nvSpPr>
        <p:spPr>
          <a:xfrm>
            <a:off x="931460" y="2685728"/>
            <a:ext cx="4137496" cy="4137497"/>
          </a:xfrm>
          <a:custGeom>
            <a:avLst/>
            <a:gdLst/>
            <a:ahLst/>
            <a:cxnLst/>
            <a:rect l="l" t="t" r="r" b="b"/>
            <a:pathLst>
              <a:path w="4137496" h="4137497" extrusionOk="0">
                <a:moveTo>
                  <a:pt x="0" y="0"/>
                </a:moveTo>
                <a:lnTo>
                  <a:pt x="4137496" y="0"/>
                </a:lnTo>
                <a:lnTo>
                  <a:pt x="4137496" y="4137496"/>
                </a:lnTo>
                <a:lnTo>
                  <a:pt x="0" y="4137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cxnSp>
        <p:nvCxnSpPr>
          <p:cNvPr id="664" name="Google Shape;664;p19"/>
          <p:cNvCxnSpPr/>
          <p:nvPr/>
        </p:nvCxnSpPr>
        <p:spPr>
          <a:xfrm rot="6110">
            <a:off x="5927843" y="6442130"/>
            <a:ext cx="10717547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5" name="Google Shape;665;p19"/>
          <p:cNvSpPr/>
          <p:nvPr/>
        </p:nvSpPr>
        <p:spPr>
          <a:xfrm>
            <a:off x="0" y="9601200"/>
            <a:ext cx="18288000" cy="685800"/>
          </a:xfrm>
          <a:custGeom>
            <a:avLst/>
            <a:gdLst/>
            <a:ahLst/>
            <a:cxnLst/>
            <a:rect l="l" t="t" r="r" b="b"/>
            <a:pathLst>
              <a:path w="24384000" h="914400" extrusionOk="0">
                <a:moveTo>
                  <a:pt x="0" y="0"/>
                </a:moveTo>
                <a:lnTo>
                  <a:pt x="24384000" y="0"/>
                </a:lnTo>
                <a:lnTo>
                  <a:pt x="2438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0"/>
          <p:cNvSpPr/>
          <p:nvPr/>
        </p:nvSpPr>
        <p:spPr>
          <a:xfrm>
            <a:off x="4762" y="9601200"/>
            <a:ext cx="18283238" cy="685800"/>
          </a:xfrm>
          <a:custGeom>
            <a:avLst/>
            <a:gdLst/>
            <a:ahLst/>
            <a:cxnLst/>
            <a:rect l="l" t="t" r="r" b="b"/>
            <a:pathLst>
              <a:path w="24377650" h="914400" extrusionOk="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671" name="Google Shape;671;p20"/>
          <p:cNvSpPr/>
          <p:nvPr/>
        </p:nvSpPr>
        <p:spPr>
          <a:xfrm>
            <a:off x="24" y="0"/>
            <a:ext cx="6076187" cy="10287000"/>
          </a:xfrm>
          <a:custGeom>
            <a:avLst/>
            <a:gdLst/>
            <a:ahLst/>
            <a:cxnLst/>
            <a:rect l="l" t="t" r="r" b="b"/>
            <a:pathLst>
              <a:path w="8101584" h="13716000" extrusionOk="0">
                <a:moveTo>
                  <a:pt x="0" y="0"/>
                </a:moveTo>
                <a:lnTo>
                  <a:pt x="8101584" y="0"/>
                </a:lnTo>
                <a:lnTo>
                  <a:pt x="8101584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672" name="Google Shape;672;p20"/>
          <p:cNvGrpSpPr/>
          <p:nvPr/>
        </p:nvGrpSpPr>
        <p:grpSpPr>
          <a:xfrm>
            <a:off x="738555" y="775252"/>
            <a:ext cx="4627266" cy="8659260"/>
            <a:chOff x="0" y="0"/>
            <a:chExt cx="6169688" cy="11545680"/>
          </a:xfrm>
        </p:grpSpPr>
        <p:sp>
          <p:nvSpPr>
            <p:cNvPr id="673" name="Google Shape;673;p20"/>
            <p:cNvSpPr/>
            <p:nvPr/>
          </p:nvSpPr>
          <p:spPr>
            <a:xfrm>
              <a:off x="0" y="0"/>
              <a:ext cx="6169688" cy="11545680"/>
            </a:xfrm>
            <a:custGeom>
              <a:avLst/>
              <a:gdLst/>
              <a:ahLst/>
              <a:cxnLst/>
              <a:rect l="l" t="t" r="r" b="b"/>
              <a:pathLst>
                <a:path w="6169688" h="11545680" extrusionOk="0">
                  <a:moveTo>
                    <a:pt x="0" y="0"/>
                  </a:moveTo>
                  <a:lnTo>
                    <a:pt x="6169688" y="0"/>
                  </a:lnTo>
                  <a:lnTo>
                    <a:pt x="6169688" y="11545680"/>
                  </a:lnTo>
                  <a:lnTo>
                    <a:pt x="0" y="11545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74" name="Google Shape;674;p20"/>
            <p:cNvSpPr txBox="1"/>
            <p:nvPr/>
          </p:nvSpPr>
          <p:spPr>
            <a:xfrm>
              <a:off x="0" y="95250"/>
              <a:ext cx="6169688" cy="11450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Componentes visuales</a:t>
              </a:r>
              <a:endParaRPr/>
            </a:p>
          </p:txBody>
        </p:sp>
      </p:grpSp>
      <p:grpSp>
        <p:nvGrpSpPr>
          <p:cNvPr id="675" name="Google Shape;675;p20"/>
          <p:cNvGrpSpPr/>
          <p:nvPr/>
        </p:nvGrpSpPr>
        <p:grpSpPr>
          <a:xfrm>
            <a:off x="7100888" y="1531666"/>
            <a:ext cx="10220325" cy="727587"/>
            <a:chOff x="0" y="0"/>
            <a:chExt cx="13627100" cy="970116"/>
          </a:xfrm>
        </p:grpSpPr>
        <p:sp>
          <p:nvSpPr>
            <p:cNvPr id="676" name="Google Shape;676;p20"/>
            <p:cNvSpPr/>
            <p:nvPr/>
          </p:nvSpPr>
          <p:spPr>
            <a:xfrm>
              <a:off x="15875" y="10226"/>
              <a:ext cx="13595350" cy="949658"/>
            </a:xfrm>
            <a:custGeom>
              <a:avLst/>
              <a:gdLst/>
              <a:ahLst/>
              <a:cxnLst/>
              <a:rect l="l" t="t" r="r" b="b"/>
              <a:pathLst>
                <a:path w="13595350" h="949658" extrusionOk="0">
                  <a:moveTo>
                    <a:pt x="0" y="0"/>
                  </a:moveTo>
                  <a:lnTo>
                    <a:pt x="13595350" y="0"/>
                  </a:lnTo>
                  <a:lnTo>
                    <a:pt x="13595350" y="949658"/>
                  </a:lnTo>
                  <a:lnTo>
                    <a:pt x="0" y="949658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77" name="Google Shape;677;p20"/>
            <p:cNvSpPr/>
            <p:nvPr/>
          </p:nvSpPr>
          <p:spPr>
            <a:xfrm>
              <a:off x="0" y="0"/>
              <a:ext cx="13627100" cy="970116"/>
            </a:xfrm>
            <a:custGeom>
              <a:avLst/>
              <a:gdLst/>
              <a:ahLst/>
              <a:cxnLst/>
              <a:rect l="l" t="t" r="r" b="b"/>
              <a:pathLst>
                <a:path w="13627100" h="970116" extrusionOk="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581"/>
                    <a:pt x="13627100" y="10226"/>
                  </a:cubicBezTo>
                  <a:lnTo>
                    <a:pt x="13627100" y="959884"/>
                  </a:lnTo>
                  <a:cubicBezTo>
                    <a:pt x="13627100" y="965529"/>
                    <a:pt x="13619987" y="970116"/>
                    <a:pt x="13611225" y="970116"/>
                  </a:cubicBezTo>
                  <a:lnTo>
                    <a:pt x="15875" y="970116"/>
                  </a:lnTo>
                  <a:cubicBezTo>
                    <a:pt x="7112" y="970116"/>
                    <a:pt x="0" y="965529"/>
                    <a:pt x="0" y="959884"/>
                  </a:cubicBezTo>
                  <a:lnTo>
                    <a:pt x="0" y="10226"/>
                  </a:lnTo>
                  <a:cubicBezTo>
                    <a:pt x="0" y="4581"/>
                    <a:pt x="7112" y="0"/>
                    <a:pt x="15875" y="0"/>
                  </a:cubicBezTo>
                  <a:moveTo>
                    <a:pt x="15875" y="20453"/>
                  </a:moveTo>
                  <a:lnTo>
                    <a:pt x="15875" y="10226"/>
                  </a:lnTo>
                  <a:lnTo>
                    <a:pt x="31750" y="10226"/>
                  </a:lnTo>
                  <a:lnTo>
                    <a:pt x="31750" y="959884"/>
                  </a:lnTo>
                  <a:lnTo>
                    <a:pt x="15875" y="959884"/>
                  </a:lnTo>
                  <a:lnTo>
                    <a:pt x="15875" y="949658"/>
                  </a:lnTo>
                  <a:lnTo>
                    <a:pt x="13611225" y="949658"/>
                  </a:lnTo>
                  <a:lnTo>
                    <a:pt x="13611225" y="959884"/>
                  </a:lnTo>
                  <a:lnTo>
                    <a:pt x="13595350" y="959884"/>
                  </a:lnTo>
                  <a:lnTo>
                    <a:pt x="13595350" y="10226"/>
                  </a:lnTo>
                  <a:lnTo>
                    <a:pt x="13611225" y="10226"/>
                  </a:lnTo>
                  <a:lnTo>
                    <a:pt x="13611225" y="20453"/>
                  </a:lnTo>
                  <a:lnTo>
                    <a:pt x="15875" y="20453"/>
                  </a:ln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8" name="Google Shape;678;p20"/>
          <p:cNvGrpSpPr/>
          <p:nvPr/>
        </p:nvGrpSpPr>
        <p:grpSpPr>
          <a:xfrm>
            <a:off x="7100888" y="1531666"/>
            <a:ext cx="10220325" cy="727575"/>
            <a:chOff x="0" y="0"/>
            <a:chExt cx="13627100" cy="970100"/>
          </a:xfrm>
        </p:grpSpPr>
        <p:sp>
          <p:nvSpPr>
            <p:cNvPr id="679" name="Google Shape;679;p20"/>
            <p:cNvSpPr/>
            <p:nvPr/>
          </p:nvSpPr>
          <p:spPr>
            <a:xfrm>
              <a:off x="0" y="0"/>
              <a:ext cx="13627100" cy="970100"/>
            </a:xfrm>
            <a:custGeom>
              <a:avLst/>
              <a:gdLst/>
              <a:ahLst/>
              <a:cxnLst/>
              <a:rect l="l" t="t" r="r" b="b"/>
              <a:pathLst>
                <a:path w="13627100" h="970100" extrusionOk="0">
                  <a:moveTo>
                    <a:pt x="0" y="0"/>
                  </a:moveTo>
                  <a:lnTo>
                    <a:pt x="13627100" y="0"/>
                  </a:lnTo>
                  <a:lnTo>
                    <a:pt x="13627100" y="970100"/>
                  </a:lnTo>
                  <a:lnTo>
                    <a:pt x="0" y="970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80" name="Google Shape;680;p20"/>
            <p:cNvSpPr txBox="1"/>
            <p:nvPr/>
          </p:nvSpPr>
          <p:spPr>
            <a:xfrm>
              <a:off x="0" y="9525"/>
              <a:ext cx="13627100" cy="9605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88632" marR="0" lvl="2" indent="-17145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⚬"/>
              </a:pPr>
              <a:r>
                <a:rPr lang="en-US" sz="27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Creación y personalización.</a:t>
              </a:r>
              <a:endParaRPr/>
            </a:p>
          </p:txBody>
        </p:sp>
      </p:grpSp>
      <p:grpSp>
        <p:nvGrpSpPr>
          <p:cNvPr id="681" name="Google Shape;681;p20"/>
          <p:cNvGrpSpPr/>
          <p:nvPr/>
        </p:nvGrpSpPr>
        <p:grpSpPr>
          <a:xfrm>
            <a:off x="7367447" y="618274"/>
            <a:ext cx="7161372" cy="820864"/>
            <a:chOff x="0" y="0"/>
            <a:chExt cx="9548495" cy="1094486"/>
          </a:xfrm>
        </p:grpSpPr>
        <p:sp>
          <p:nvSpPr>
            <p:cNvPr id="682" name="Google Shape;682;p20"/>
            <p:cNvSpPr/>
            <p:nvPr/>
          </p:nvSpPr>
          <p:spPr>
            <a:xfrm>
              <a:off x="15875" y="15875"/>
              <a:ext cx="9516745" cy="1062736"/>
            </a:xfrm>
            <a:custGeom>
              <a:avLst/>
              <a:gdLst/>
              <a:ahLst/>
              <a:cxnLst/>
              <a:rect l="l" t="t" r="r" b="b"/>
              <a:pathLst>
                <a:path w="9516745" h="1062736" extrusionOk="0">
                  <a:moveTo>
                    <a:pt x="0" y="177165"/>
                  </a:moveTo>
                  <a:cubicBezTo>
                    <a:pt x="0" y="79375"/>
                    <a:pt x="81407" y="0"/>
                    <a:pt x="181864" y="0"/>
                  </a:cubicBezTo>
                  <a:lnTo>
                    <a:pt x="9334881" y="0"/>
                  </a:lnTo>
                  <a:cubicBezTo>
                    <a:pt x="9435338" y="0"/>
                    <a:pt x="9516745" y="79248"/>
                    <a:pt x="9516745" y="177165"/>
                  </a:cubicBezTo>
                  <a:lnTo>
                    <a:pt x="9516745" y="885571"/>
                  </a:lnTo>
                  <a:cubicBezTo>
                    <a:pt x="9516745" y="983361"/>
                    <a:pt x="9435338" y="1062736"/>
                    <a:pt x="9334881" y="1062736"/>
                  </a:cubicBezTo>
                  <a:lnTo>
                    <a:pt x="181864" y="1062736"/>
                  </a:lnTo>
                  <a:cubicBezTo>
                    <a:pt x="81407" y="1062736"/>
                    <a:pt x="0" y="983488"/>
                    <a:pt x="0" y="885571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0"/>
            <p:cNvSpPr/>
            <p:nvPr/>
          </p:nvSpPr>
          <p:spPr>
            <a:xfrm>
              <a:off x="0" y="0"/>
              <a:ext cx="9548495" cy="1094486"/>
            </a:xfrm>
            <a:custGeom>
              <a:avLst/>
              <a:gdLst/>
              <a:ahLst/>
              <a:cxnLst/>
              <a:rect l="l" t="t" r="r" b="b"/>
              <a:pathLst>
                <a:path w="9548495" h="1094486" extrusionOk="0">
                  <a:moveTo>
                    <a:pt x="0" y="193040"/>
                  </a:moveTo>
                  <a:cubicBezTo>
                    <a:pt x="0" y="85979"/>
                    <a:pt x="88900" y="0"/>
                    <a:pt x="197739" y="0"/>
                  </a:cubicBezTo>
                  <a:lnTo>
                    <a:pt x="9350756" y="0"/>
                  </a:lnTo>
                  <a:lnTo>
                    <a:pt x="9350756" y="15875"/>
                  </a:lnTo>
                  <a:lnTo>
                    <a:pt x="9350756" y="0"/>
                  </a:lnTo>
                  <a:cubicBezTo>
                    <a:pt x="9459595" y="0"/>
                    <a:pt x="9548495" y="85979"/>
                    <a:pt x="9548495" y="193040"/>
                  </a:cubicBezTo>
                  <a:lnTo>
                    <a:pt x="9532620" y="193040"/>
                  </a:lnTo>
                  <a:lnTo>
                    <a:pt x="9548495" y="193040"/>
                  </a:lnTo>
                  <a:lnTo>
                    <a:pt x="9548495" y="901446"/>
                  </a:lnTo>
                  <a:lnTo>
                    <a:pt x="9532620" y="901446"/>
                  </a:lnTo>
                  <a:lnTo>
                    <a:pt x="9548495" y="901446"/>
                  </a:lnTo>
                  <a:cubicBezTo>
                    <a:pt x="9548495" y="1008380"/>
                    <a:pt x="9459595" y="1094486"/>
                    <a:pt x="9350756" y="1094486"/>
                  </a:cubicBezTo>
                  <a:lnTo>
                    <a:pt x="9350756" y="1078611"/>
                  </a:lnTo>
                  <a:lnTo>
                    <a:pt x="9350756" y="1094486"/>
                  </a:lnTo>
                  <a:lnTo>
                    <a:pt x="197739" y="1094486"/>
                  </a:lnTo>
                  <a:lnTo>
                    <a:pt x="197739" y="1078611"/>
                  </a:lnTo>
                  <a:lnTo>
                    <a:pt x="197739" y="1094486"/>
                  </a:lnTo>
                  <a:cubicBezTo>
                    <a:pt x="88900" y="1094486"/>
                    <a:pt x="0" y="1008507"/>
                    <a:pt x="0" y="901446"/>
                  </a:cubicBezTo>
                  <a:lnTo>
                    <a:pt x="0" y="193040"/>
                  </a:lnTo>
                  <a:lnTo>
                    <a:pt x="15875" y="193040"/>
                  </a:lnTo>
                  <a:lnTo>
                    <a:pt x="0" y="193040"/>
                  </a:lnTo>
                  <a:moveTo>
                    <a:pt x="31750" y="193040"/>
                  </a:moveTo>
                  <a:lnTo>
                    <a:pt x="31750" y="901446"/>
                  </a:lnTo>
                  <a:lnTo>
                    <a:pt x="15875" y="901446"/>
                  </a:lnTo>
                  <a:lnTo>
                    <a:pt x="31750" y="901446"/>
                  </a:lnTo>
                  <a:cubicBezTo>
                    <a:pt x="31750" y="990092"/>
                    <a:pt x="105664" y="1062736"/>
                    <a:pt x="197739" y="1062736"/>
                  </a:cubicBezTo>
                  <a:lnTo>
                    <a:pt x="9350756" y="1062736"/>
                  </a:lnTo>
                  <a:cubicBezTo>
                    <a:pt x="9442831" y="1062736"/>
                    <a:pt x="9516745" y="990092"/>
                    <a:pt x="9516745" y="901446"/>
                  </a:cubicBezTo>
                  <a:lnTo>
                    <a:pt x="9516745" y="193040"/>
                  </a:lnTo>
                  <a:cubicBezTo>
                    <a:pt x="9516745" y="104394"/>
                    <a:pt x="9442831" y="31750"/>
                    <a:pt x="9350756" y="31750"/>
                  </a:cubicBezTo>
                  <a:lnTo>
                    <a:pt x="197739" y="31750"/>
                  </a:lnTo>
                  <a:lnTo>
                    <a:pt x="197739" y="15875"/>
                  </a:lnTo>
                  <a:lnTo>
                    <a:pt x="197739" y="31750"/>
                  </a:lnTo>
                  <a:cubicBezTo>
                    <a:pt x="105664" y="31750"/>
                    <a:pt x="31750" y="104394"/>
                    <a:pt x="31750" y="1930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4" name="Google Shape;684;p20"/>
          <p:cNvGrpSpPr/>
          <p:nvPr/>
        </p:nvGrpSpPr>
        <p:grpSpPr>
          <a:xfrm>
            <a:off x="7649621" y="617180"/>
            <a:ext cx="7083553" cy="743036"/>
            <a:chOff x="0" y="0"/>
            <a:chExt cx="9444738" cy="990714"/>
          </a:xfrm>
        </p:grpSpPr>
        <p:sp>
          <p:nvSpPr>
            <p:cNvPr id="685" name="Google Shape;685;p20"/>
            <p:cNvSpPr/>
            <p:nvPr/>
          </p:nvSpPr>
          <p:spPr>
            <a:xfrm>
              <a:off x="0" y="0"/>
              <a:ext cx="9444738" cy="990714"/>
            </a:xfrm>
            <a:custGeom>
              <a:avLst/>
              <a:gdLst/>
              <a:ahLst/>
              <a:cxnLst/>
              <a:rect l="l" t="t" r="r" b="b"/>
              <a:pathLst>
                <a:path w="9444738" h="990714" extrusionOk="0">
                  <a:moveTo>
                    <a:pt x="0" y="0"/>
                  </a:moveTo>
                  <a:lnTo>
                    <a:pt x="9444738" y="0"/>
                  </a:lnTo>
                  <a:lnTo>
                    <a:pt x="9444738" y="990714"/>
                  </a:lnTo>
                  <a:lnTo>
                    <a:pt x="0" y="9907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86" name="Google Shape;686;p20"/>
            <p:cNvSpPr txBox="1"/>
            <p:nvPr/>
          </p:nvSpPr>
          <p:spPr>
            <a:xfrm>
              <a:off x="0" y="9525"/>
              <a:ext cx="9444738" cy="9811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Botones (JButton)</a:t>
              </a:r>
              <a:endParaRPr/>
            </a:p>
          </p:txBody>
        </p:sp>
      </p:grpSp>
      <p:grpSp>
        <p:nvGrpSpPr>
          <p:cNvPr id="687" name="Google Shape;687;p20"/>
          <p:cNvGrpSpPr/>
          <p:nvPr/>
        </p:nvGrpSpPr>
        <p:grpSpPr>
          <a:xfrm>
            <a:off x="7100888" y="3181636"/>
            <a:ext cx="10220325" cy="727587"/>
            <a:chOff x="0" y="0"/>
            <a:chExt cx="13627100" cy="970116"/>
          </a:xfrm>
        </p:grpSpPr>
        <p:sp>
          <p:nvSpPr>
            <p:cNvPr id="688" name="Google Shape;688;p20"/>
            <p:cNvSpPr/>
            <p:nvPr/>
          </p:nvSpPr>
          <p:spPr>
            <a:xfrm>
              <a:off x="15875" y="10226"/>
              <a:ext cx="13595350" cy="949658"/>
            </a:xfrm>
            <a:custGeom>
              <a:avLst/>
              <a:gdLst/>
              <a:ahLst/>
              <a:cxnLst/>
              <a:rect l="l" t="t" r="r" b="b"/>
              <a:pathLst>
                <a:path w="13595350" h="949658" extrusionOk="0">
                  <a:moveTo>
                    <a:pt x="0" y="0"/>
                  </a:moveTo>
                  <a:lnTo>
                    <a:pt x="13595350" y="0"/>
                  </a:lnTo>
                  <a:lnTo>
                    <a:pt x="13595350" y="949658"/>
                  </a:lnTo>
                  <a:lnTo>
                    <a:pt x="0" y="949658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89" name="Google Shape;689;p20"/>
            <p:cNvSpPr/>
            <p:nvPr/>
          </p:nvSpPr>
          <p:spPr>
            <a:xfrm>
              <a:off x="0" y="0"/>
              <a:ext cx="13627100" cy="970116"/>
            </a:xfrm>
            <a:custGeom>
              <a:avLst/>
              <a:gdLst/>
              <a:ahLst/>
              <a:cxnLst/>
              <a:rect l="l" t="t" r="r" b="b"/>
              <a:pathLst>
                <a:path w="13627100" h="970116" extrusionOk="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581"/>
                    <a:pt x="13627100" y="10226"/>
                  </a:cubicBezTo>
                  <a:lnTo>
                    <a:pt x="13627100" y="959884"/>
                  </a:lnTo>
                  <a:cubicBezTo>
                    <a:pt x="13627100" y="965529"/>
                    <a:pt x="13619987" y="970116"/>
                    <a:pt x="13611225" y="970116"/>
                  </a:cubicBezTo>
                  <a:lnTo>
                    <a:pt x="15875" y="970116"/>
                  </a:lnTo>
                  <a:cubicBezTo>
                    <a:pt x="7112" y="970116"/>
                    <a:pt x="0" y="965529"/>
                    <a:pt x="0" y="959884"/>
                  </a:cubicBezTo>
                  <a:lnTo>
                    <a:pt x="0" y="10226"/>
                  </a:lnTo>
                  <a:cubicBezTo>
                    <a:pt x="0" y="4581"/>
                    <a:pt x="7112" y="0"/>
                    <a:pt x="15875" y="0"/>
                  </a:cubicBezTo>
                  <a:moveTo>
                    <a:pt x="15875" y="20453"/>
                  </a:moveTo>
                  <a:lnTo>
                    <a:pt x="15875" y="10226"/>
                  </a:lnTo>
                  <a:lnTo>
                    <a:pt x="31750" y="10226"/>
                  </a:lnTo>
                  <a:lnTo>
                    <a:pt x="31750" y="959884"/>
                  </a:lnTo>
                  <a:lnTo>
                    <a:pt x="15875" y="959884"/>
                  </a:lnTo>
                  <a:lnTo>
                    <a:pt x="15875" y="949658"/>
                  </a:lnTo>
                  <a:lnTo>
                    <a:pt x="13611225" y="949658"/>
                  </a:lnTo>
                  <a:lnTo>
                    <a:pt x="13611225" y="959884"/>
                  </a:lnTo>
                  <a:lnTo>
                    <a:pt x="13595350" y="959884"/>
                  </a:lnTo>
                  <a:lnTo>
                    <a:pt x="13595350" y="10226"/>
                  </a:lnTo>
                  <a:lnTo>
                    <a:pt x="13611225" y="10226"/>
                  </a:lnTo>
                  <a:lnTo>
                    <a:pt x="13611225" y="20453"/>
                  </a:lnTo>
                  <a:lnTo>
                    <a:pt x="15875" y="20453"/>
                  </a:ln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0" name="Google Shape;690;p20"/>
          <p:cNvGrpSpPr/>
          <p:nvPr/>
        </p:nvGrpSpPr>
        <p:grpSpPr>
          <a:xfrm>
            <a:off x="7100888" y="3181636"/>
            <a:ext cx="10220325" cy="727575"/>
            <a:chOff x="0" y="0"/>
            <a:chExt cx="13627100" cy="970100"/>
          </a:xfrm>
        </p:grpSpPr>
        <p:sp>
          <p:nvSpPr>
            <p:cNvPr id="691" name="Google Shape;691;p20"/>
            <p:cNvSpPr/>
            <p:nvPr/>
          </p:nvSpPr>
          <p:spPr>
            <a:xfrm>
              <a:off x="0" y="0"/>
              <a:ext cx="13627100" cy="970100"/>
            </a:xfrm>
            <a:custGeom>
              <a:avLst/>
              <a:gdLst/>
              <a:ahLst/>
              <a:cxnLst/>
              <a:rect l="l" t="t" r="r" b="b"/>
              <a:pathLst>
                <a:path w="13627100" h="970100" extrusionOk="0">
                  <a:moveTo>
                    <a:pt x="0" y="0"/>
                  </a:moveTo>
                  <a:lnTo>
                    <a:pt x="13627100" y="0"/>
                  </a:lnTo>
                  <a:lnTo>
                    <a:pt x="13627100" y="970100"/>
                  </a:lnTo>
                  <a:lnTo>
                    <a:pt x="0" y="970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92" name="Google Shape;692;p20"/>
            <p:cNvSpPr txBox="1"/>
            <p:nvPr/>
          </p:nvSpPr>
          <p:spPr>
            <a:xfrm>
              <a:off x="0" y="9525"/>
              <a:ext cx="13627100" cy="9605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88632" marR="0" lvl="2" indent="-17145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⚬"/>
              </a:pPr>
              <a:r>
                <a:rPr lang="en-US" sz="27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Mostrar texto e imágenes.</a:t>
              </a:r>
              <a:endParaRPr/>
            </a:p>
          </p:txBody>
        </p:sp>
      </p:grpSp>
      <p:grpSp>
        <p:nvGrpSpPr>
          <p:cNvPr id="693" name="Google Shape;693;p20"/>
          <p:cNvGrpSpPr/>
          <p:nvPr/>
        </p:nvGrpSpPr>
        <p:grpSpPr>
          <a:xfrm>
            <a:off x="7367447" y="2310012"/>
            <a:ext cx="7161372" cy="820864"/>
            <a:chOff x="0" y="0"/>
            <a:chExt cx="9548495" cy="1094486"/>
          </a:xfrm>
        </p:grpSpPr>
        <p:sp>
          <p:nvSpPr>
            <p:cNvPr id="694" name="Google Shape;694;p20"/>
            <p:cNvSpPr/>
            <p:nvPr/>
          </p:nvSpPr>
          <p:spPr>
            <a:xfrm>
              <a:off x="15875" y="15875"/>
              <a:ext cx="9516745" cy="1062736"/>
            </a:xfrm>
            <a:custGeom>
              <a:avLst/>
              <a:gdLst/>
              <a:ahLst/>
              <a:cxnLst/>
              <a:rect l="l" t="t" r="r" b="b"/>
              <a:pathLst>
                <a:path w="9516745" h="1062736" extrusionOk="0">
                  <a:moveTo>
                    <a:pt x="0" y="177165"/>
                  </a:moveTo>
                  <a:cubicBezTo>
                    <a:pt x="0" y="79375"/>
                    <a:pt x="81407" y="0"/>
                    <a:pt x="181864" y="0"/>
                  </a:cubicBezTo>
                  <a:lnTo>
                    <a:pt x="9334881" y="0"/>
                  </a:lnTo>
                  <a:cubicBezTo>
                    <a:pt x="9435338" y="0"/>
                    <a:pt x="9516745" y="79248"/>
                    <a:pt x="9516745" y="177165"/>
                  </a:cubicBezTo>
                  <a:lnTo>
                    <a:pt x="9516745" y="885571"/>
                  </a:lnTo>
                  <a:cubicBezTo>
                    <a:pt x="9516745" y="983361"/>
                    <a:pt x="9435338" y="1062736"/>
                    <a:pt x="9334881" y="1062736"/>
                  </a:cubicBezTo>
                  <a:lnTo>
                    <a:pt x="181864" y="1062736"/>
                  </a:lnTo>
                  <a:cubicBezTo>
                    <a:pt x="81407" y="1062736"/>
                    <a:pt x="0" y="983488"/>
                    <a:pt x="0" y="885571"/>
                  </a:cubicBez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0" y="0"/>
              <a:ext cx="9548495" cy="1094486"/>
            </a:xfrm>
            <a:custGeom>
              <a:avLst/>
              <a:gdLst/>
              <a:ahLst/>
              <a:cxnLst/>
              <a:rect l="l" t="t" r="r" b="b"/>
              <a:pathLst>
                <a:path w="9548495" h="1094486" extrusionOk="0">
                  <a:moveTo>
                    <a:pt x="0" y="193040"/>
                  </a:moveTo>
                  <a:cubicBezTo>
                    <a:pt x="0" y="85979"/>
                    <a:pt x="88900" y="0"/>
                    <a:pt x="197739" y="0"/>
                  </a:cubicBezTo>
                  <a:lnTo>
                    <a:pt x="9350756" y="0"/>
                  </a:lnTo>
                  <a:lnTo>
                    <a:pt x="9350756" y="15875"/>
                  </a:lnTo>
                  <a:lnTo>
                    <a:pt x="9350756" y="0"/>
                  </a:lnTo>
                  <a:cubicBezTo>
                    <a:pt x="9459595" y="0"/>
                    <a:pt x="9548495" y="85979"/>
                    <a:pt x="9548495" y="193040"/>
                  </a:cubicBezTo>
                  <a:lnTo>
                    <a:pt x="9532620" y="193040"/>
                  </a:lnTo>
                  <a:lnTo>
                    <a:pt x="9548495" y="193040"/>
                  </a:lnTo>
                  <a:lnTo>
                    <a:pt x="9548495" y="901446"/>
                  </a:lnTo>
                  <a:lnTo>
                    <a:pt x="9532620" y="901446"/>
                  </a:lnTo>
                  <a:lnTo>
                    <a:pt x="9548495" y="901446"/>
                  </a:lnTo>
                  <a:cubicBezTo>
                    <a:pt x="9548495" y="1008380"/>
                    <a:pt x="9459595" y="1094486"/>
                    <a:pt x="9350756" y="1094486"/>
                  </a:cubicBezTo>
                  <a:lnTo>
                    <a:pt x="9350756" y="1078611"/>
                  </a:lnTo>
                  <a:lnTo>
                    <a:pt x="9350756" y="1094486"/>
                  </a:lnTo>
                  <a:lnTo>
                    <a:pt x="197739" y="1094486"/>
                  </a:lnTo>
                  <a:lnTo>
                    <a:pt x="197739" y="1078611"/>
                  </a:lnTo>
                  <a:lnTo>
                    <a:pt x="197739" y="1094486"/>
                  </a:lnTo>
                  <a:cubicBezTo>
                    <a:pt x="88900" y="1094486"/>
                    <a:pt x="0" y="1008507"/>
                    <a:pt x="0" y="901446"/>
                  </a:cubicBezTo>
                  <a:lnTo>
                    <a:pt x="0" y="193040"/>
                  </a:lnTo>
                  <a:lnTo>
                    <a:pt x="15875" y="193040"/>
                  </a:lnTo>
                  <a:lnTo>
                    <a:pt x="0" y="193040"/>
                  </a:lnTo>
                  <a:moveTo>
                    <a:pt x="31750" y="193040"/>
                  </a:moveTo>
                  <a:lnTo>
                    <a:pt x="31750" y="901446"/>
                  </a:lnTo>
                  <a:lnTo>
                    <a:pt x="15875" y="901446"/>
                  </a:lnTo>
                  <a:lnTo>
                    <a:pt x="31750" y="901446"/>
                  </a:lnTo>
                  <a:cubicBezTo>
                    <a:pt x="31750" y="990092"/>
                    <a:pt x="105664" y="1062736"/>
                    <a:pt x="197739" y="1062736"/>
                  </a:cubicBezTo>
                  <a:lnTo>
                    <a:pt x="9350756" y="1062736"/>
                  </a:lnTo>
                  <a:cubicBezTo>
                    <a:pt x="9442831" y="1062736"/>
                    <a:pt x="9516745" y="990092"/>
                    <a:pt x="9516745" y="901446"/>
                  </a:cubicBezTo>
                  <a:lnTo>
                    <a:pt x="9516745" y="193040"/>
                  </a:lnTo>
                  <a:cubicBezTo>
                    <a:pt x="9516745" y="104394"/>
                    <a:pt x="9442831" y="31750"/>
                    <a:pt x="9350756" y="31750"/>
                  </a:cubicBezTo>
                  <a:lnTo>
                    <a:pt x="197739" y="31750"/>
                  </a:lnTo>
                  <a:lnTo>
                    <a:pt x="197739" y="15875"/>
                  </a:lnTo>
                  <a:lnTo>
                    <a:pt x="197739" y="31750"/>
                  </a:lnTo>
                  <a:cubicBezTo>
                    <a:pt x="105664" y="31750"/>
                    <a:pt x="31750" y="104394"/>
                    <a:pt x="31750" y="1930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6" name="Google Shape;696;p20"/>
          <p:cNvGrpSpPr/>
          <p:nvPr/>
        </p:nvGrpSpPr>
        <p:grpSpPr>
          <a:xfrm>
            <a:off x="7649621" y="2314775"/>
            <a:ext cx="7083553" cy="743036"/>
            <a:chOff x="0" y="0"/>
            <a:chExt cx="9444738" cy="990714"/>
          </a:xfrm>
        </p:grpSpPr>
        <p:sp>
          <p:nvSpPr>
            <p:cNvPr id="697" name="Google Shape;697;p20"/>
            <p:cNvSpPr/>
            <p:nvPr/>
          </p:nvSpPr>
          <p:spPr>
            <a:xfrm>
              <a:off x="0" y="0"/>
              <a:ext cx="9444738" cy="990714"/>
            </a:xfrm>
            <a:custGeom>
              <a:avLst/>
              <a:gdLst/>
              <a:ahLst/>
              <a:cxnLst/>
              <a:rect l="l" t="t" r="r" b="b"/>
              <a:pathLst>
                <a:path w="9444738" h="990714" extrusionOk="0">
                  <a:moveTo>
                    <a:pt x="0" y="0"/>
                  </a:moveTo>
                  <a:lnTo>
                    <a:pt x="9444738" y="0"/>
                  </a:lnTo>
                  <a:lnTo>
                    <a:pt x="9444738" y="990714"/>
                  </a:lnTo>
                  <a:lnTo>
                    <a:pt x="0" y="9907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698" name="Google Shape;698;p20"/>
            <p:cNvSpPr txBox="1"/>
            <p:nvPr/>
          </p:nvSpPr>
          <p:spPr>
            <a:xfrm>
              <a:off x="0" y="9525"/>
              <a:ext cx="9444738" cy="9811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Etiquetas (JLabel)</a:t>
              </a:r>
              <a:endParaRPr/>
            </a:p>
          </p:txBody>
        </p:sp>
      </p:grpSp>
      <p:grpSp>
        <p:nvGrpSpPr>
          <p:cNvPr id="699" name="Google Shape;699;p20"/>
          <p:cNvGrpSpPr/>
          <p:nvPr/>
        </p:nvGrpSpPr>
        <p:grpSpPr>
          <a:xfrm>
            <a:off x="7100888" y="4831607"/>
            <a:ext cx="10220325" cy="727587"/>
            <a:chOff x="0" y="0"/>
            <a:chExt cx="13627100" cy="970116"/>
          </a:xfrm>
        </p:grpSpPr>
        <p:sp>
          <p:nvSpPr>
            <p:cNvPr id="700" name="Google Shape;700;p20"/>
            <p:cNvSpPr/>
            <p:nvPr/>
          </p:nvSpPr>
          <p:spPr>
            <a:xfrm>
              <a:off x="15875" y="10226"/>
              <a:ext cx="13595350" cy="949658"/>
            </a:xfrm>
            <a:custGeom>
              <a:avLst/>
              <a:gdLst/>
              <a:ahLst/>
              <a:cxnLst/>
              <a:rect l="l" t="t" r="r" b="b"/>
              <a:pathLst>
                <a:path w="13595350" h="949658" extrusionOk="0">
                  <a:moveTo>
                    <a:pt x="0" y="0"/>
                  </a:moveTo>
                  <a:lnTo>
                    <a:pt x="13595350" y="0"/>
                  </a:lnTo>
                  <a:lnTo>
                    <a:pt x="13595350" y="949658"/>
                  </a:lnTo>
                  <a:lnTo>
                    <a:pt x="0" y="949658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01" name="Google Shape;701;p20"/>
            <p:cNvSpPr/>
            <p:nvPr/>
          </p:nvSpPr>
          <p:spPr>
            <a:xfrm>
              <a:off x="0" y="0"/>
              <a:ext cx="13627100" cy="970116"/>
            </a:xfrm>
            <a:custGeom>
              <a:avLst/>
              <a:gdLst/>
              <a:ahLst/>
              <a:cxnLst/>
              <a:rect l="l" t="t" r="r" b="b"/>
              <a:pathLst>
                <a:path w="13627100" h="970116" extrusionOk="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581"/>
                    <a:pt x="13627100" y="10226"/>
                  </a:cubicBezTo>
                  <a:lnTo>
                    <a:pt x="13627100" y="959884"/>
                  </a:lnTo>
                  <a:cubicBezTo>
                    <a:pt x="13627100" y="965529"/>
                    <a:pt x="13619987" y="970116"/>
                    <a:pt x="13611225" y="970116"/>
                  </a:cubicBezTo>
                  <a:lnTo>
                    <a:pt x="15875" y="970116"/>
                  </a:lnTo>
                  <a:cubicBezTo>
                    <a:pt x="7112" y="970116"/>
                    <a:pt x="0" y="965529"/>
                    <a:pt x="0" y="959884"/>
                  </a:cubicBezTo>
                  <a:lnTo>
                    <a:pt x="0" y="10226"/>
                  </a:lnTo>
                  <a:cubicBezTo>
                    <a:pt x="0" y="4581"/>
                    <a:pt x="7112" y="0"/>
                    <a:pt x="15875" y="0"/>
                  </a:cubicBezTo>
                  <a:moveTo>
                    <a:pt x="15875" y="20453"/>
                  </a:moveTo>
                  <a:lnTo>
                    <a:pt x="15875" y="10226"/>
                  </a:lnTo>
                  <a:lnTo>
                    <a:pt x="31750" y="10226"/>
                  </a:lnTo>
                  <a:lnTo>
                    <a:pt x="31750" y="959884"/>
                  </a:lnTo>
                  <a:lnTo>
                    <a:pt x="15875" y="959884"/>
                  </a:lnTo>
                  <a:lnTo>
                    <a:pt x="15875" y="949658"/>
                  </a:lnTo>
                  <a:lnTo>
                    <a:pt x="13611225" y="949658"/>
                  </a:lnTo>
                  <a:lnTo>
                    <a:pt x="13611225" y="959884"/>
                  </a:lnTo>
                  <a:lnTo>
                    <a:pt x="13595350" y="959884"/>
                  </a:lnTo>
                  <a:lnTo>
                    <a:pt x="13595350" y="10226"/>
                  </a:lnTo>
                  <a:lnTo>
                    <a:pt x="13611225" y="10226"/>
                  </a:lnTo>
                  <a:lnTo>
                    <a:pt x="13611225" y="20453"/>
                  </a:lnTo>
                  <a:lnTo>
                    <a:pt x="15875" y="20453"/>
                  </a:ln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" name="Google Shape;702;p20"/>
          <p:cNvGrpSpPr/>
          <p:nvPr/>
        </p:nvGrpSpPr>
        <p:grpSpPr>
          <a:xfrm>
            <a:off x="7100888" y="4831607"/>
            <a:ext cx="10220325" cy="727575"/>
            <a:chOff x="0" y="0"/>
            <a:chExt cx="13627100" cy="970100"/>
          </a:xfrm>
        </p:grpSpPr>
        <p:sp>
          <p:nvSpPr>
            <p:cNvPr id="703" name="Google Shape;703;p20"/>
            <p:cNvSpPr/>
            <p:nvPr/>
          </p:nvSpPr>
          <p:spPr>
            <a:xfrm>
              <a:off x="0" y="0"/>
              <a:ext cx="13627100" cy="970100"/>
            </a:xfrm>
            <a:custGeom>
              <a:avLst/>
              <a:gdLst/>
              <a:ahLst/>
              <a:cxnLst/>
              <a:rect l="l" t="t" r="r" b="b"/>
              <a:pathLst>
                <a:path w="13627100" h="970100" extrusionOk="0">
                  <a:moveTo>
                    <a:pt x="0" y="0"/>
                  </a:moveTo>
                  <a:lnTo>
                    <a:pt x="13627100" y="0"/>
                  </a:lnTo>
                  <a:lnTo>
                    <a:pt x="13627100" y="970100"/>
                  </a:lnTo>
                  <a:lnTo>
                    <a:pt x="0" y="970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04" name="Google Shape;704;p20"/>
            <p:cNvSpPr txBox="1"/>
            <p:nvPr/>
          </p:nvSpPr>
          <p:spPr>
            <a:xfrm>
              <a:off x="0" y="9525"/>
              <a:ext cx="13627100" cy="9605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88632" marR="0" lvl="2" indent="-17145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⚬"/>
              </a:pPr>
              <a:r>
                <a:rPr lang="en-US" sz="27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Entrada de texto.</a:t>
              </a:r>
              <a:endParaRPr/>
            </a:p>
          </p:txBody>
        </p:sp>
      </p:grpSp>
      <p:grpSp>
        <p:nvGrpSpPr>
          <p:cNvPr id="705" name="Google Shape;705;p20"/>
          <p:cNvGrpSpPr/>
          <p:nvPr/>
        </p:nvGrpSpPr>
        <p:grpSpPr>
          <a:xfrm>
            <a:off x="7406356" y="4033036"/>
            <a:ext cx="7161372" cy="676373"/>
            <a:chOff x="0" y="0"/>
            <a:chExt cx="9548495" cy="901830"/>
          </a:xfrm>
        </p:grpSpPr>
        <p:sp>
          <p:nvSpPr>
            <p:cNvPr id="706" name="Google Shape;706;p20"/>
            <p:cNvSpPr/>
            <p:nvPr/>
          </p:nvSpPr>
          <p:spPr>
            <a:xfrm>
              <a:off x="15875" y="13081"/>
              <a:ext cx="9516745" cy="875666"/>
            </a:xfrm>
            <a:custGeom>
              <a:avLst/>
              <a:gdLst/>
              <a:ahLst/>
              <a:cxnLst/>
              <a:rect l="l" t="t" r="r" b="b"/>
              <a:pathLst>
                <a:path w="9516745" h="875666" extrusionOk="0">
                  <a:moveTo>
                    <a:pt x="0" y="145979"/>
                  </a:moveTo>
                  <a:cubicBezTo>
                    <a:pt x="0" y="65402"/>
                    <a:pt x="81407" y="0"/>
                    <a:pt x="181864" y="0"/>
                  </a:cubicBezTo>
                  <a:lnTo>
                    <a:pt x="9334881" y="0"/>
                  </a:lnTo>
                  <a:cubicBezTo>
                    <a:pt x="9435338" y="0"/>
                    <a:pt x="9516745" y="65298"/>
                    <a:pt x="9516745" y="145979"/>
                  </a:cubicBezTo>
                  <a:lnTo>
                    <a:pt x="9516745" y="729686"/>
                  </a:lnTo>
                  <a:cubicBezTo>
                    <a:pt x="9516745" y="810263"/>
                    <a:pt x="9435338" y="875666"/>
                    <a:pt x="9334881" y="875666"/>
                  </a:cubicBezTo>
                  <a:lnTo>
                    <a:pt x="181864" y="875666"/>
                  </a:lnTo>
                  <a:cubicBezTo>
                    <a:pt x="81407" y="875666"/>
                    <a:pt x="0" y="810367"/>
                    <a:pt x="0" y="729686"/>
                  </a:cubicBez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0"/>
            <p:cNvSpPr/>
            <p:nvPr/>
          </p:nvSpPr>
          <p:spPr>
            <a:xfrm>
              <a:off x="0" y="0"/>
              <a:ext cx="9548495" cy="901830"/>
            </a:xfrm>
            <a:custGeom>
              <a:avLst/>
              <a:gdLst/>
              <a:ahLst/>
              <a:cxnLst/>
              <a:rect l="l" t="t" r="r" b="b"/>
              <a:pathLst>
                <a:path w="9548495" h="901830" extrusionOk="0">
                  <a:moveTo>
                    <a:pt x="0" y="159060"/>
                  </a:moveTo>
                  <a:cubicBezTo>
                    <a:pt x="0" y="70844"/>
                    <a:pt x="88900" y="0"/>
                    <a:pt x="197739" y="0"/>
                  </a:cubicBezTo>
                  <a:lnTo>
                    <a:pt x="9350756" y="0"/>
                  </a:lnTo>
                  <a:lnTo>
                    <a:pt x="9350756" y="13081"/>
                  </a:lnTo>
                  <a:lnTo>
                    <a:pt x="9350756" y="0"/>
                  </a:lnTo>
                  <a:cubicBezTo>
                    <a:pt x="9459595" y="0"/>
                    <a:pt x="9548495" y="70844"/>
                    <a:pt x="9548495" y="159060"/>
                  </a:cubicBezTo>
                  <a:lnTo>
                    <a:pt x="9532620" y="159060"/>
                  </a:lnTo>
                  <a:lnTo>
                    <a:pt x="9548495" y="159060"/>
                  </a:lnTo>
                  <a:lnTo>
                    <a:pt x="9548495" y="742767"/>
                  </a:lnTo>
                  <a:lnTo>
                    <a:pt x="9532620" y="742767"/>
                  </a:lnTo>
                  <a:lnTo>
                    <a:pt x="9548495" y="742767"/>
                  </a:lnTo>
                  <a:cubicBezTo>
                    <a:pt x="9548495" y="830878"/>
                    <a:pt x="9459595" y="901830"/>
                    <a:pt x="9350756" y="901830"/>
                  </a:cubicBezTo>
                  <a:lnTo>
                    <a:pt x="9350756" y="888747"/>
                  </a:lnTo>
                  <a:lnTo>
                    <a:pt x="9350756" y="901830"/>
                  </a:lnTo>
                  <a:lnTo>
                    <a:pt x="197739" y="901830"/>
                  </a:lnTo>
                  <a:lnTo>
                    <a:pt x="197739" y="888747"/>
                  </a:lnTo>
                  <a:lnTo>
                    <a:pt x="197739" y="901830"/>
                  </a:lnTo>
                  <a:cubicBezTo>
                    <a:pt x="88900" y="901830"/>
                    <a:pt x="0" y="830983"/>
                    <a:pt x="0" y="742767"/>
                  </a:cubicBezTo>
                  <a:lnTo>
                    <a:pt x="0" y="159060"/>
                  </a:lnTo>
                  <a:lnTo>
                    <a:pt x="15875" y="159060"/>
                  </a:lnTo>
                  <a:lnTo>
                    <a:pt x="0" y="159060"/>
                  </a:lnTo>
                  <a:moveTo>
                    <a:pt x="31750" y="159060"/>
                  </a:moveTo>
                  <a:lnTo>
                    <a:pt x="31750" y="742767"/>
                  </a:lnTo>
                  <a:lnTo>
                    <a:pt x="15875" y="742767"/>
                  </a:lnTo>
                  <a:lnTo>
                    <a:pt x="31750" y="742767"/>
                  </a:lnTo>
                  <a:cubicBezTo>
                    <a:pt x="31750" y="815809"/>
                    <a:pt x="105664" y="875666"/>
                    <a:pt x="197739" y="875666"/>
                  </a:cubicBezTo>
                  <a:lnTo>
                    <a:pt x="9350756" y="875666"/>
                  </a:lnTo>
                  <a:cubicBezTo>
                    <a:pt x="9442831" y="875666"/>
                    <a:pt x="9516745" y="815809"/>
                    <a:pt x="9516745" y="742767"/>
                  </a:cubicBezTo>
                  <a:lnTo>
                    <a:pt x="9516745" y="159060"/>
                  </a:lnTo>
                  <a:cubicBezTo>
                    <a:pt x="9516745" y="86018"/>
                    <a:pt x="9442831" y="26161"/>
                    <a:pt x="9350756" y="26161"/>
                  </a:cubicBezTo>
                  <a:lnTo>
                    <a:pt x="197739" y="26161"/>
                  </a:lnTo>
                  <a:lnTo>
                    <a:pt x="197739" y="13081"/>
                  </a:lnTo>
                  <a:lnTo>
                    <a:pt x="197739" y="26161"/>
                  </a:lnTo>
                  <a:cubicBezTo>
                    <a:pt x="105664" y="26161"/>
                    <a:pt x="31750" y="86018"/>
                    <a:pt x="31750" y="1590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8" name="Google Shape;708;p20"/>
          <p:cNvGrpSpPr/>
          <p:nvPr/>
        </p:nvGrpSpPr>
        <p:grpSpPr>
          <a:xfrm>
            <a:off x="7649621" y="4080661"/>
            <a:ext cx="7083553" cy="628736"/>
            <a:chOff x="0" y="0"/>
            <a:chExt cx="9444738" cy="838314"/>
          </a:xfrm>
        </p:grpSpPr>
        <p:sp>
          <p:nvSpPr>
            <p:cNvPr id="709" name="Google Shape;709;p20"/>
            <p:cNvSpPr/>
            <p:nvPr/>
          </p:nvSpPr>
          <p:spPr>
            <a:xfrm>
              <a:off x="0" y="0"/>
              <a:ext cx="9444738" cy="838314"/>
            </a:xfrm>
            <a:custGeom>
              <a:avLst/>
              <a:gdLst/>
              <a:ahLst/>
              <a:cxnLst/>
              <a:rect l="l" t="t" r="r" b="b"/>
              <a:pathLst>
                <a:path w="9444738" h="838314" extrusionOk="0">
                  <a:moveTo>
                    <a:pt x="0" y="0"/>
                  </a:moveTo>
                  <a:lnTo>
                    <a:pt x="9444738" y="0"/>
                  </a:lnTo>
                  <a:lnTo>
                    <a:pt x="9444738" y="838314"/>
                  </a:lnTo>
                  <a:lnTo>
                    <a:pt x="0" y="8383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10" name="Google Shape;710;p20"/>
            <p:cNvSpPr txBox="1"/>
            <p:nvPr/>
          </p:nvSpPr>
          <p:spPr>
            <a:xfrm>
              <a:off x="0" y="9525"/>
              <a:ext cx="9444738" cy="828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Campos de texto (JTextField)</a:t>
              </a:r>
              <a:endParaRPr/>
            </a:p>
          </p:txBody>
        </p:sp>
      </p:grpSp>
      <p:grpSp>
        <p:nvGrpSpPr>
          <p:cNvPr id="711" name="Google Shape;711;p20"/>
          <p:cNvGrpSpPr/>
          <p:nvPr/>
        </p:nvGrpSpPr>
        <p:grpSpPr>
          <a:xfrm>
            <a:off x="7100888" y="6481577"/>
            <a:ext cx="10220325" cy="727477"/>
            <a:chOff x="0" y="0"/>
            <a:chExt cx="13627100" cy="969969"/>
          </a:xfrm>
        </p:grpSpPr>
        <p:sp>
          <p:nvSpPr>
            <p:cNvPr id="712" name="Google Shape;712;p20"/>
            <p:cNvSpPr/>
            <p:nvPr/>
          </p:nvSpPr>
          <p:spPr>
            <a:xfrm>
              <a:off x="15875" y="10225"/>
              <a:ext cx="13595350" cy="949514"/>
            </a:xfrm>
            <a:custGeom>
              <a:avLst/>
              <a:gdLst/>
              <a:ahLst/>
              <a:cxnLst/>
              <a:rect l="l" t="t" r="r" b="b"/>
              <a:pathLst>
                <a:path w="13595350" h="949514" extrusionOk="0">
                  <a:moveTo>
                    <a:pt x="0" y="0"/>
                  </a:moveTo>
                  <a:lnTo>
                    <a:pt x="13595350" y="0"/>
                  </a:lnTo>
                  <a:lnTo>
                    <a:pt x="13595350" y="949514"/>
                  </a:lnTo>
                  <a:lnTo>
                    <a:pt x="0" y="949514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13" name="Google Shape;713;p20"/>
            <p:cNvSpPr/>
            <p:nvPr/>
          </p:nvSpPr>
          <p:spPr>
            <a:xfrm>
              <a:off x="0" y="0"/>
              <a:ext cx="13627100" cy="969969"/>
            </a:xfrm>
            <a:custGeom>
              <a:avLst/>
              <a:gdLst/>
              <a:ahLst/>
              <a:cxnLst/>
              <a:rect l="l" t="t" r="r" b="b"/>
              <a:pathLst>
                <a:path w="13627100" h="969969" extrusionOk="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581"/>
                    <a:pt x="13627100" y="10225"/>
                  </a:cubicBezTo>
                  <a:lnTo>
                    <a:pt x="13627100" y="959739"/>
                  </a:lnTo>
                  <a:cubicBezTo>
                    <a:pt x="13627100" y="965383"/>
                    <a:pt x="13619987" y="969969"/>
                    <a:pt x="13611225" y="969969"/>
                  </a:cubicBezTo>
                  <a:lnTo>
                    <a:pt x="15875" y="969969"/>
                  </a:lnTo>
                  <a:cubicBezTo>
                    <a:pt x="7112" y="969969"/>
                    <a:pt x="0" y="965383"/>
                    <a:pt x="0" y="959739"/>
                  </a:cubicBezTo>
                  <a:lnTo>
                    <a:pt x="0" y="10225"/>
                  </a:lnTo>
                  <a:cubicBezTo>
                    <a:pt x="0" y="4581"/>
                    <a:pt x="7112" y="0"/>
                    <a:pt x="15875" y="0"/>
                  </a:cubicBezTo>
                  <a:moveTo>
                    <a:pt x="15875" y="20450"/>
                  </a:moveTo>
                  <a:lnTo>
                    <a:pt x="15875" y="10225"/>
                  </a:lnTo>
                  <a:lnTo>
                    <a:pt x="31750" y="10225"/>
                  </a:lnTo>
                  <a:lnTo>
                    <a:pt x="31750" y="959739"/>
                  </a:lnTo>
                  <a:lnTo>
                    <a:pt x="15875" y="959739"/>
                  </a:lnTo>
                  <a:lnTo>
                    <a:pt x="15875" y="949514"/>
                  </a:lnTo>
                  <a:lnTo>
                    <a:pt x="13611225" y="949514"/>
                  </a:lnTo>
                  <a:lnTo>
                    <a:pt x="13611225" y="959739"/>
                  </a:lnTo>
                  <a:lnTo>
                    <a:pt x="13595350" y="959739"/>
                  </a:lnTo>
                  <a:lnTo>
                    <a:pt x="13595350" y="10225"/>
                  </a:lnTo>
                  <a:lnTo>
                    <a:pt x="13611225" y="10225"/>
                  </a:lnTo>
                  <a:lnTo>
                    <a:pt x="13611225" y="20450"/>
                  </a:lnTo>
                  <a:lnTo>
                    <a:pt x="15875" y="20450"/>
                  </a:lnTo>
                  <a:close/>
                </a:path>
              </a:pathLst>
            </a:custGeom>
            <a:solidFill>
              <a:srgbClr val="9698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4" name="Google Shape;714;p20"/>
          <p:cNvGrpSpPr/>
          <p:nvPr/>
        </p:nvGrpSpPr>
        <p:grpSpPr>
          <a:xfrm>
            <a:off x="7100888" y="6481577"/>
            <a:ext cx="10220325" cy="545681"/>
            <a:chOff x="0" y="0"/>
            <a:chExt cx="13627100" cy="727575"/>
          </a:xfrm>
        </p:grpSpPr>
        <p:sp>
          <p:nvSpPr>
            <p:cNvPr id="715" name="Google Shape;715;p20"/>
            <p:cNvSpPr/>
            <p:nvPr/>
          </p:nvSpPr>
          <p:spPr>
            <a:xfrm>
              <a:off x="0" y="0"/>
              <a:ext cx="13627100" cy="727575"/>
            </a:xfrm>
            <a:custGeom>
              <a:avLst/>
              <a:gdLst/>
              <a:ahLst/>
              <a:cxnLst/>
              <a:rect l="l" t="t" r="r" b="b"/>
              <a:pathLst>
                <a:path w="13627100" h="727575" extrusionOk="0">
                  <a:moveTo>
                    <a:pt x="0" y="0"/>
                  </a:moveTo>
                  <a:lnTo>
                    <a:pt x="13627100" y="0"/>
                  </a:lnTo>
                  <a:lnTo>
                    <a:pt x="13627100" y="727575"/>
                  </a:lnTo>
                  <a:lnTo>
                    <a:pt x="0" y="7275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16" name="Google Shape;716;p20"/>
            <p:cNvSpPr txBox="1"/>
            <p:nvPr/>
          </p:nvSpPr>
          <p:spPr>
            <a:xfrm>
              <a:off x="0" y="9525"/>
              <a:ext cx="13627100" cy="718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88632" marR="0" lvl="2" indent="-17145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⚬"/>
              </a:pPr>
              <a:r>
                <a:rPr lang="en-US" sz="27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Entrada de texto multilínea.</a:t>
              </a:r>
              <a:endParaRPr/>
            </a:p>
          </p:txBody>
        </p:sp>
      </p:grpSp>
      <p:grpSp>
        <p:nvGrpSpPr>
          <p:cNvPr id="717" name="Google Shape;717;p20"/>
          <p:cNvGrpSpPr/>
          <p:nvPr/>
        </p:nvGrpSpPr>
        <p:grpSpPr>
          <a:xfrm>
            <a:off x="7367447" y="5654432"/>
            <a:ext cx="7200280" cy="703332"/>
            <a:chOff x="0" y="0"/>
            <a:chExt cx="9548495" cy="932709"/>
          </a:xfrm>
        </p:grpSpPr>
        <p:sp>
          <p:nvSpPr>
            <p:cNvPr id="718" name="Google Shape;718;p20"/>
            <p:cNvSpPr/>
            <p:nvPr/>
          </p:nvSpPr>
          <p:spPr>
            <a:xfrm>
              <a:off x="15875" y="13528"/>
              <a:ext cx="9516745" cy="905649"/>
            </a:xfrm>
            <a:custGeom>
              <a:avLst/>
              <a:gdLst/>
              <a:ahLst/>
              <a:cxnLst/>
              <a:rect l="l" t="t" r="r" b="b"/>
              <a:pathLst>
                <a:path w="9516745" h="905649" extrusionOk="0">
                  <a:moveTo>
                    <a:pt x="0" y="150978"/>
                  </a:moveTo>
                  <a:cubicBezTo>
                    <a:pt x="0" y="67643"/>
                    <a:pt x="81407" y="0"/>
                    <a:pt x="181864" y="0"/>
                  </a:cubicBezTo>
                  <a:lnTo>
                    <a:pt x="9334881" y="0"/>
                  </a:lnTo>
                  <a:cubicBezTo>
                    <a:pt x="9435338" y="0"/>
                    <a:pt x="9516745" y="67535"/>
                    <a:pt x="9516745" y="150978"/>
                  </a:cubicBezTo>
                  <a:lnTo>
                    <a:pt x="9516745" y="754672"/>
                  </a:lnTo>
                  <a:cubicBezTo>
                    <a:pt x="9516745" y="838007"/>
                    <a:pt x="9435338" y="905650"/>
                    <a:pt x="9334881" y="905650"/>
                  </a:cubicBezTo>
                  <a:lnTo>
                    <a:pt x="181864" y="905650"/>
                  </a:lnTo>
                  <a:cubicBezTo>
                    <a:pt x="81407" y="905650"/>
                    <a:pt x="0" y="838116"/>
                    <a:pt x="0" y="754672"/>
                  </a:cubicBezTo>
                  <a:close/>
                </a:path>
              </a:pathLst>
            </a:custGeom>
            <a:solidFill>
              <a:srgbClr val="9698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0"/>
            <p:cNvSpPr/>
            <p:nvPr/>
          </p:nvSpPr>
          <p:spPr>
            <a:xfrm>
              <a:off x="0" y="0"/>
              <a:ext cx="9548495" cy="932709"/>
            </a:xfrm>
            <a:custGeom>
              <a:avLst/>
              <a:gdLst/>
              <a:ahLst/>
              <a:cxnLst/>
              <a:rect l="l" t="t" r="r" b="b"/>
              <a:pathLst>
                <a:path w="9548495" h="932709" extrusionOk="0">
                  <a:moveTo>
                    <a:pt x="0" y="164506"/>
                  </a:moveTo>
                  <a:cubicBezTo>
                    <a:pt x="0" y="73270"/>
                    <a:pt x="88900" y="0"/>
                    <a:pt x="197739" y="0"/>
                  </a:cubicBezTo>
                  <a:lnTo>
                    <a:pt x="9350756" y="0"/>
                  </a:lnTo>
                  <a:lnTo>
                    <a:pt x="9350756" y="13528"/>
                  </a:lnTo>
                  <a:lnTo>
                    <a:pt x="9350756" y="0"/>
                  </a:lnTo>
                  <a:cubicBezTo>
                    <a:pt x="9459595" y="0"/>
                    <a:pt x="9548495" y="73270"/>
                    <a:pt x="9548495" y="164506"/>
                  </a:cubicBezTo>
                  <a:lnTo>
                    <a:pt x="9532620" y="164506"/>
                  </a:lnTo>
                  <a:lnTo>
                    <a:pt x="9548495" y="164506"/>
                  </a:lnTo>
                  <a:lnTo>
                    <a:pt x="9548495" y="768200"/>
                  </a:lnTo>
                  <a:lnTo>
                    <a:pt x="9532620" y="768200"/>
                  </a:lnTo>
                  <a:lnTo>
                    <a:pt x="9548495" y="768200"/>
                  </a:lnTo>
                  <a:cubicBezTo>
                    <a:pt x="9548495" y="859328"/>
                    <a:pt x="9459595" y="932709"/>
                    <a:pt x="9350756" y="932709"/>
                  </a:cubicBezTo>
                  <a:lnTo>
                    <a:pt x="9350756" y="919178"/>
                  </a:lnTo>
                  <a:lnTo>
                    <a:pt x="9350756" y="932709"/>
                  </a:lnTo>
                  <a:lnTo>
                    <a:pt x="197739" y="932709"/>
                  </a:lnTo>
                  <a:lnTo>
                    <a:pt x="197739" y="919178"/>
                  </a:lnTo>
                  <a:lnTo>
                    <a:pt x="197739" y="932709"/>
                  </a:lnTo>
                  <a:cubicBezTo>
                    <a:pt x="88900" y="932709"/>
                    <a:pt x="0" y="859436"/>
                    <a:pt x="0" y="768200"/>
                  </a:cubicBezTo>
                  <a:lnTo>
                    <a:pt x="0" y="164506"/>
                  </a:lnTo>
                  <a:lnTo>
                    <a:pt x="15875" y="164506"/>
                  </a:lnTo>
                  <a:lnTo>
                    <a:pt x="0" y="164506"/>
                  </a:lnTo>
                  <a:moveTo>
                    <a:pt x="31750" y="164506"/>
                  </a:moveTo>
                  <a:lnTo>
                    <a:pt x="31750" y="768200"/>
                  </a:lnTo>
                  <a:lnTo>
                    <a:pt x="15875" y="768200"/>
                  </a:lnTo>
                  <a:lnTo>
                    <a:pt x="31750" y="768200"/>
                  </a:lnTo>
                  <a:cubicBezTo>
                    <a:pt x="31750" y="843743"/>
                    <a:pt x="105664" y="905649"/>
                    <a:pt x="197739" y="905649"/>
                  </a:cubicBezTo>
                  <a:lnTo>
                    <a:pt x="9350756" y="905649"/>
                  </a:lnTo>
                  <a:cubicBezTo>
                    <a:pt x="9442831" y="905649"/>
                    <a:pt x="9516745" y="843743"/>
                    <a:pt x="9516745" y="768200"/>
                  </a:cubicBezTo>
                  <a:lnTo>
                    <a:pt x="9516745" y="164506"/>
                  </a:lnTo>
                  <a:cubicBezTo>
                    <a:pt x="9516745" y="88963"/>
                    <a:pt x="9442831" y="27057"/>
                    <a:pt x="9350756" y="27057"/>
                  </a:cubicBezTo>
                  <a:lnTo>
                    <a:pt x="197739" y="27057"/>
                  </a:lnTo>
                  <a:lnTo>
                    <a:pt x="197739" y="13528"/>
                  </a:lnTo>
                  <a:lnTo>
                    <a:pt x="197739" y="27057"/>
                  </a:lnTo>
                  <a:cubicBezTo>
                    <a:pt x="105664" y="27057"/>
                    <a:pt x="31750" y="88963"/>
                    <a:pt x="31750" y="1645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0" name="Google Shape;720;p20"/>
          <p:cNvGrpSpPr/>
          <p:nvPr/>
        </p:nvGrpSpPr>
        <p:grpSpPr>
          <a:xfrm>
            <a:off x="7649621" y="5730632"/>
            <a:ext cx="7083553" cy="543573"/>
            <a:chOff x="0" y="0"/>
            <a:chExt cx="9444738" cy="724764"/>
          </a:xfrm>
        </p:grpSpPr>
        <p:sp>
          <p:nvSpPr>
            <p:cNvPr id="721" name="Google Shape;721;p20"/>
            <p:cNvSpPr/>
            <p:nvPr/>
          </p:nvSpPr>
          <p:spPr>
            <a:xfrm>
              <a:off x="0" y="0"/>
              <a:ext cx="9444738" cy="724764"/>
            </a:xfrm>
            <a:custGeom>
              <a:avLst/>
              <a:gdLst/>
              <a:ahLst/>
              <a:cxnLst/>
              <a:rect l="l" t="t" r="r" b="b"/>
              <a:pathLst>
                <a:path w="9444738" h="724764" extrusionOk="0">
                  <a:moveTo>
                    <a:pt x="0" y="0"/>
                  </a:moveTo>
                  <a:lnTo>
                    <a:pt x="9444738" y="0"/>
                  </a:lnTo>
                  <a:lnTo>
                    <a:pt x="9444738" y="724764"/>
                  </a:lnTo>
                  <a:lnTo>
                    <a:pt x="0" y="7247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22" name="Google Shape;722;p20"/>
            <p:cNvSpPr txBox="1"/>
            <p:nvPr/>
          </p:nvSpPr>
          <p:spPr>
            <a:xfrm>
              <a:off x="0" y="9525"/>
              <a:ext cx="9444738" cy="7152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Áreas de texto (JTextArea)</a:t>
              </a:r>
              <a:endParaRPr/>
            </a:p>
          </p:txBody>
        </p:sp>
      </p:grpSp>
      <p:grpSp>
        <p:nvGrpSpPr>
          <p:cNvPr id="723" name="Google Shape;723;p20"/>
          <p:cNvGrpSpPr/>
          <p:nvPr/>
        </p:nvGrpSpPr>
        <p:grpSpPr>
          <a:xfrm>
            <a:off x="7100888" y="8226797"/>
            <a:ext cx="10220325" cy="682841"/>
            <a:chOff x="0" y="0"/>
            <a:chExt cx="13627100" cy="910454"/>
          </a:xfrm>
        </p:grpSpPr>
        <p:sp>
          <p:nvSpPr>
            <p:cNvPr id="724" name="Google Shape;724;p20"/>
            <p:cNvSpPr/>
            <p:nvPr/>
          </p:nvSpPr>
          <p:spPr>
            <a:xfrm>
              <a:off x="15875" y="9597"/>
              <a:ext cx="13595350" cy="891253"/>
            </a:xfrm>
            <a:custGeom>
              <a:avLst/>
              <a:gdLst/>
              <a:ahLst/>
              <a:cxnLst/>
              <a:rect l="l" t="t" r="r" b="b"/>
              <a:pathLst>
                <a:path w="13595350" h="891253" extrusionOk="0">
                  <a:moveTo>
                    <a:pt x="0" y="0"/>
                  </a:moveTo>
                  <a:lnTo>
                    <a:pt x="13595350" y="0"/>
                  </a:lnTo>
                  <a:lnTo>
                    <a:pt x="13595350" y="891254"/>
                  </a:lnTo>
                  <a:lnTo>
                    <a:pt x="0" y="891254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25" name="Google Shape;725;p20"/>
            <p:cNvSpPr/>
            <p:nvPr/>
          </p:nvSpPr>
          <p:spPr>
            <a:xfrm>
              <a:off x="0" y="0"/>
              <a:ext cx="13627100" cy="910454"/>
            </a:xfrm>
            <a:custGeom>
              <a:avLst/>
              <a:gdLst/>
              <a:ahLst/>
              <a:cxnLst/>
              <a:rect l="l" t="t" r="r" b="b"/>
              <a:pathLst>
                <a:path w="13627100" h="910454" extrusionOk="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300"/>
                    <a:pt x="13627100" y="9597"/>
                  </a:cubicBezTo>
                  <a:lnTo>
                    <a:pt x="13627100" y="900851"/>
                  </a:lnTo>
                  <a:cubicBezTo>
                    <a:pt x="13627100" y="906148"/>
                    <a:pt x="13619987" y="910454"/>
                    <a:pt x="13611225" y="910454"/>
                  </a:cubicBezTo>
                  <a:lnTo>
                    <a:pt x="15875" y="910454"/>
                  </a:lnTo>
                  <a:cubicBezTo>
                    <a:pt x="7112" y="910454"/>
                    <a:pt x="0" y="906148"/>
                    <a:pt x="0" y="900851"/>
                  </a:cubicBezTo>
                  <a:lnTo>
                    <a:pt x="0" y="9597"/>
                  </a:lnTo>
                  <a:cubicBezTo>
                    <a:pt x="0" y="4300"/>
                    <a:pt x="7112" y="0"/>
                    <a:pt x="15875" y="0"/>
                  </a:cubicBezTo>
                  <a:moveTo>
                    <a:pt x="15875" y="19195"/>
                  </a:moveTo>
                  <a:lnTo>
                    <a:pt x="15875" y="9597"/>
                  </a:lnTo>
                  <a:lnTo>
                    <a:pt x="31750" y="9597"/>
                  </a:lnTo>
                  <a:lnTo>
                    <a:pt x="31750" y="900851"/>
                  </a:lnTo>
                  <a:lnTo>
                    <a:pt x="15875" y="900851"/>
                  </a:lnTo>
                  <a:lnTo>
                    <a:pt x="15875" y="891253"/>
                  </a:lnTo>
                  <a:lnTo>
                    <a:pt x="13611225" y="891253"/>
                  </a:lnTo>
                  <a:lnTo>
                    <a:pt x="13611225" y="900851"/>
                  </a:lnTo>
                  <a:lnTo>
                    <a:pt x="13595350" y="900851"/>
                  </a:lnTo>
                  <a:lnTo>
                    <a:pt x="13595350" y="9597"/>
                  </a:lnTo>
                  <a:lnTo>
                    <a:pt x="13611225" y="9597"/>
                  </a:lnTo>
                  <a:lnTo>
                    <a:pt x="13611225" y="19195"/>
                  </a:lnTo>
                  <a:lnTo>
                    <a:pt x="15875" y="19195"/>
                  </a:lnTo>
                  <a:close/>
                </a:path>
              </a:pathLst>
            </a:custGeom>
            <a:solidFill>
              <a:srgbClr val="7F9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6" name="Google Shape;726;p20"/>
          <p:cNvGrpSpPr/>
          <p:nvPr/>
        </p:nvGrpSpPr>
        <p:grpSpPr>
          <a:xfrm>
            <a:off x="7100888" y="8302997"/>
            <a:ext cx="10220325" cy="778079"/>
            <a:chOff x="0" y="0"/>
            <a:chExt cx="13627100" cy="1037438"/>
          </a:xfrm>
        </p:grpSpPr>
        <p:sp>
          <p:nvSpPr>
            <p:cNvPr id="727" name="Google Shape;727;p20"/>
            <p:cNvSpPr/>
            <p:nvPr/>
          </p:nvSpPr>
          <p:spPr>
            <a:xfrm>
              <a:off x="0" y="0"/>
              <a:ext cx="13627100" cy="1037438"/>
            </a:xfrm>
            <a:custGeom>
              <a:avLst/>
              <a:gdLst/>
              <a:ahLst/>
              <a:cxnLst/>
              <a:rect l="l" t="t" r="r" b="b"/>
              <a:pathLst>
                <a:path w="13627100" h="1037438" extrusionOk="0">
                  <a:moveTo>
                    <a:pt x="0" y="0"/>
                  </a:moveTo>
                  <a:lnTo>
                    <a:pt x="13627100" y="0"/>
                  </a:lnTo>
                  <a:lnTo>
                    <a:pt x="13627100" y="1037438"/>
                  </a:lnTo>
                  <a:lnTo>
                    <a:pt x="0" y="10374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28" name="Google Shape;728;p20"/>
            <p:cNvSpPr txBox="1"/>
            <p:nvPr/>
          </p:nvSpPr>
          <p:spPr>
            <a:xfrm>
              <a:off x="0" y="9525"/>
              <a:ext cx="13627100" cy="1027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88632" marR="0" lvl="2" indent="-17145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⚬"/>
              </a:pPr>
              <a:r>
                <a:rPr lang="en-US" sz="27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Selección binaria.</a:t>
              </a:r>
              <a:endParaRPr/>
            </a:p>
          </p:txBody>
        </p:sp>
      </p:grpSp>
      <p:grpSp>
        <p:nvGrpSpPr>
          <p:cNvPr id="729" name="Google Shape;729;p20"/>
          <p:cNvGrpSpPr/>
          <p:nvPr/>
        </p:nvGrpSpPr>
        <p:grpSpPr>
          <a:xfrm>
            <a:off x="7386901" y="7380492"/>
            <a:ext cx="7161372" cy="751067"/>
            <a:chOff x="0" y="0"/>
            <a:chExt cx="9548495" cy="1001423"/>
          </a:xfrm>
        </p:grpSpPr>
        <p:sp>
          <p:nvSpPr>
            <p:cNvPr id="730" name="Google Shape;730;p20"/>
            <p:cNvSpPr/>
            <p:nvPr/>
          </p:nvSpPr>
          <p:spPr>
            <a:xfrm>
              <a:off x="15875" y="14525"/>
              <a:ext cx="9516745" cy="972371"/>
            </a:xfrm>
            <a:custGeom>
              <a:avLst/>
              <a:gdLst/>
              <a:ahLst/>
              <a:cxnLst/>
              <a:rect l="l" t="t" r="r" b="b"/>
              <a:pathLst>
                <a:path w="9516745" h="972371" extrusionOk="0">
                  <a:moveTo>
                    <a:pt x="0" y="162101"/>
                  </a:moveTo>
                  <a:cubicBezTo>
                    <a:pt x="0" y="72626"/>
                    <a:pt x="81407" y="0"/>
                    <a:pt x="181864" y="0"/>
                  </a:cubicBezTo>
                  <a:lnTo>
                    <a:pt x="9334881" y="0"/>
                  </a:lnTo>
                  <a:cubicBezTo>
                    <a:pt x="9435338" y="0"/>
                    <a:pt x="9516745" y="72510"/>
                    <a:pt x="9516745" y="162101"/>
                  </a:cubicBezTo>
                  <a:lnTo>
                    <a:pt x="9516745" y="810271"/>
                  </a:lnTo>
                  <a:cubicBezTo>
                    <a:pt x="9516745" y="899746"/>
                    <a:pt x="9435338" y="972372"/>
                    <a:pt x="9334881" y="972372"/>
                  </a:cubicBezTo>
                  <a:lnTo>
                    <a:pt x="181864" y="972372"/>
                  </a:lnTo>
                  <a:cubicBezTo>
                    <a:pt x="81407" y="972372"/>
                    <a:pt x="0" y="899862"/>
                    <a:pt x="0" y="810271"/>
                  </a:cubicBezTo>
                  <a:close/>
                </a:path>
              </a:pathLst>
            </a:custGeom>
            <a:solidFill>
              <a:srgbClr val="7F9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0"/>
            <p:cNvSpPr/>
            <p:nvPr/>
          </p:nvSpPr>
          <p:spPr>
            <a:xfrm>
              <a:off x="0" y="0"/>
              <a:ext cx="9548495" cy="1001423"/>
            </a:xfrm>
            <a:custGeom>
              <a:avLst/>
              <a:gdLst/>
              <a:ahLst/>
              <a:cxnLst/>
              <a:rect l="l" t="t" r="r" b="b"/>
              <a:pathLst>
                <a:path w="9548495" h="1001423" extrusionOk="0">
                  <a:moveTo>
                    <a:pt x="0" y="176626"/>
                  </a:moveTo>
                  <a:cubicBezTo>
                    <a:pt x="0" y="78668"/>
                    <a:pt x="88900" y="0"/>
                    <a:pt x="197739" y="0"/>
                  </a:cubicBezTo>
                  <a:lnTo>
                    <a:pt x="9350756" y="0"/>
                  </a:lnTo>
                  <a:lnTo>
                    <a:pt x="9350756" y="14525"/>
                  </a:lnTo>
                  <a:lnTo>
                    <a:pt x="9350756" y="0"/>
                  </a:lnTo>
                  <a:cubicBezTo>
                    <a:pt x="9459595" y="0"/>
                    <a:pt x="9548495" y="78668"/>
                    <a:pt x="9548495" y="176626"/>
                  </a:cubicBezTo>
                  <a:lnTo>
                    <a:pt x="9532620" y="176626"/>
                  </a:lnTo>
                  <a:lnTo>
                    <a:pt x="9548495" y="176626"/>
                  </a:lnTo>
                  <a:lnTo>
                    <a:pt x="9548495" y="824796"/>
                  </a:lnTo>
                  <a:lnTo>
                    <a:pt x="9532620" y="824796"/>
                  </a:lnTo>
                  <a:lnTo>
                    <a:pt x="9548495" y="824796"/>
                  </a:lnTo>
                  <a:cubicBezTo>
                    <a:pt x="9548495" y="922637"/>
                    <a:pt x="9459595" y="1001423"/>
                    <a:pt x="9350756" y="1001423"/>
                  </a:cubicBezTo>
                  <a:lnTo>
                    <a:pt x="9350756" y="986897"/>
                  </a:lnTo>
                  <a:lnTo>
                    <a:pt x="9350756" y="1001423"/>
                  </a:lnTo>
                  <a:lnTo>
                    <a:pt x="197739" y="1001423"/>
                  </a:lnTo>
                  <a:lnTo>
                    <a:pt x="197739" y="986897"/>
                  </a:lnTo>
                  <a:lnTo>
                    <a:pt x="197739" y="1001423"/>
                  </a:lnTo>
                  <a:cubicBezTo>
                    <a:pt x="88900" y="1001423"/>
                    <a:pt x="0" y="922753"/>
                    <a:pt x="0" y="824796"/>
                  </a:cubicBezTo>
                  <a:lnTo>
                    <a:pt x="0" y="176626"/>
                  </a:lnTo>
                  <a:lnTo>
                    <a:pt x="15875" y="176626"/>
                  </a:lnTo>
                  <a:lnTo>
                    <a:pt x="0" y="176626"/>
                  </a:lnTo>
                  <a:moveTo>
                    <a:pt x="31750" y="176626"/>
                  </a:moveTo>
                  <a:lnTo>
                    <a:pt x="31750" y="824796"/>
                  </a:lnTo>
                  <a:lnTo>
                    <a:pt x="15875" y="824796"/>
                  </a:lnTo>
                  <a:lnTo>
                    <a:pt x="31750" y="824796"/>
                  </a:lnTo>
                  <a:cubicBezTo>
                    <a:pt x="31750" y="905904"/>
                    <a:pt x="105664" y="972371"/>
                    <a:pt x="197739" y="972371"/>
                  </a:cubicBezTo>
                  <a:lnTo>
                    <a:pt x="9350756" y="972371"/>
                  </a:lnTo>
                  <a:cubicBezTo>
                    <a:pt x="9442831" y="972371"/>
                    <a:pt x="9516745" y="905904"/>
                    <a:pt x="9516745" y="824796"/>
                  </a:cubicBezTo>
                  <a:lnTo>
                    <a:pt x="9516745" y="176626"/>
                  </a:lnTo>
                  <a:cubicBezTo>
                    <a:pt x="9516745" y="95517"/>
                    <a:pt x="9442831" y="29050"/>
                    <a:pt x="9350756" y="29050"/>
                  </a:cubicBezTo>
                  <a:lnTo>
                    <a:pt x="197739" y="29050"/>
                  </a:lnTo>
                  <a:lnTo>
                    <a:pt x="197739" y="14525"/>
                  </a:lnTo>
                  <a:lnTo>
                    <a:pt x="197739" y="29050"/>
                  </a:lnTo>
                  <a:cubicBezTo>
                    <a:pt x="105664" y="29050"/>
                    <a:pt x="31750" y="95517"/>
                    <a:pt x="31750" y="1766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2" name="Google Shape;732;p20"/>
          <p:cNvGrpSpPr/>
          <p:nvPr/>
        </p:nvGrpSpPr>
        <p:grpSpPr>
          <a:xfrm>
            <a:off x="7649621" y="7470227"/>
            <a:ext cx="7083553" cy="571586"/>
            <a:chOff x="0" y="0"/>
            <a:chExt cx="9444738" cy="762114"/>
          </a:xfrm>
        </p:grpSpPr>
        <p:sp>
          <p:nvSpPr>
            <p:cNvPr id="733" name="Google Shape;733;p20"/>
            <p:cNvSpPr/>
            <p:nvPr/>
          </p:nvSpPr>
          <p:spPr>
            <a:xfrm>
              <a:off x="0" y="0"/>
              <a:ext cx="9444738" cy="762114"/>
            </a:xfrm>
            <a:custGeom>
              <a:avLst/>
              <a:gdLst/>
              <a:ahLst/>
              <a:cxnLst/>
              <a:rect l="l" t="t" r="r" b="b"/>
              <a:pathLst>
                <a:path w="9444738" h="762114" extrusionOk="0">
                  <a:moveTo>
                    <a:pt x="0" y="0"/>
                  </a:moveTo>
                  <a:lnTo>
                    <a:pt x="9444738" y="0"/>
                  </a:lnTo>
                  <a:lnTo>
                    <a:pt x="9444738" y="762114"/>
                  </a:lnTo>
                  <a:lnTo>
                    <a:pt x="0" y="7621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34" name="Google Shape;734;p20"/>
            <p:cNvSpPr txBox="1"/>
            <p:nvPr/>
          </p:nvSpPr>
          <p:spPr>
            <a:xfrm>
              <a:off x="0" y="9525"/>
              <a:ext cx="9444738" cy="752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Casillas de verificación (JCheckBox)</a:t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21"/>
          <p:cNvSpPr/>
          <p:nvPr/>
        </p:nvSpPr>
        <p:spPr>
          <a:xfrm>
            <a:off x="4762" y="9601200"/>
            <a:ext cx="18283238" cy="685800"/>
          </a:xfrm>
          <a:custGeom>
            <a:avLst/>
            <a:gdLst/>
            <a:ahLst/>
            <a:cxnLst/>
            <a:rect l="l" t="t" r="r" b="b"/>
            <a:pathLst>
              <a:path w="24377650" h="914400" extrusionOk="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740" name="Google Shape;740;p21"/>
          <p:cNvGrpSpPr/>
          <p:nvPr/>
        </p:nvGrpSpPr>
        <p:grpSpPr>
          <a:xfrm>
            <a:off x="965200" y="2249836"/>
            <a:ext cx="6006718" cy="4566200"/>
            <a:chOff x="0" y="0"/>
            <a:chExt cx="8008958" cy="6088266"/>
          </a:xfrm>
        </p:grpSpPr>
        <p:sp>
          <p:nvSpPr>
            <p:cNvPr id="741" name="Google Shape;741;p21"/>
            <p:cNvSpPr/>
            <p:nvPr/>
          </p:nvSpPr>
          <p:spPr>
            <a:xfrm>
              <a:off x="0" y="0"/>
              <a:ext cx="8008958" cy="6088266"/>
            </a:xfrm>
            <a:custGeom>
              <a:avLst/>
              <a:gdLst/>
              <a:ahLst/>
              <a:cxnLst/>
              <a:rect l="l" t="t" r="r" b="b"/>
              <a:pathLst>
                <a:path w="8008958" h="6088266" extrusionOk="0">
                  <a:moveTo>
                    <a:pt x="0" y="0"/>
                  </a:moveTo>
                  <a:lnTo>
                    <a:pt x="8008958" y="0"/>
                  </a:lnTo>
                  <a:lnTo>
                    <a:pt x="8008958" y="6088266"/>
                  </a:lnTo>
                  <a:lnTo>
                    <a:pt x="0" y="60882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42" name="Google Shape;742;p21"/>
            <p:cNvSpPr txBox="1"/>
            <p:nvPr/>
          </p:nvSpPr>
          <p:spPr>
            <a:xfrm>
              <a:off x="0" y="123825"/>
              <a:ext cx="8008958" cy="5964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0" b="0" i="0" u="none" strike="noStrike" cap="non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Contenedores</a:t>
              </a:r>
              <a:endParaRPr/>
            </a:p>
          </p:txBody>
        </p:sp>
      </p:grpSp>
      <p:cxnSp>
        <p:nvCxnSpPr>
          <p:cNvPr id="743" name="Google Shape;743;p21"/>
          <p:cNvCxnSpPr/>
          <p:nvPr/>
        </p:nvCxnSpPr>
        <p:spPr>
          <a:xfrm>
            <a:off x="7383084" y="2682163"/>
            <a:ext cx="19050" cy="413385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4" name="Google Shape;744;p21"/>
          <p:cNvSpPr/>
          <p:nvPr/>
        </p:nvSpPr>
        <p:spPr>
          <a:xfrm>
            <a:off x="0" y="9601200"/>
            <a:ext cx="18288000" cy="685800"/>
          </a:xfrm>
          <a:custGeom>
            <a:avLst/>
            <a:gdLst/>
            <a:ahLst/>
            <a:cxnLst/>
            <a:rect l="l" t="t" r="r" b="b"/>
            <a:pathLst>
              <a:path w="24384000" h="914400" extrusionOk="0">
                <a:moveTo>
                  <a:pt x="0" y="0"/>
                </a:moveTo>
                <a:lnTo>
                  <a:pt x="24384000" y="0"/>
                </a:lnTo>
                <a:lnTo>
                  <a:pt x="2438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745" name="Google Shape;745;p21"/>
          <p:cNvGrpSpPr/>
          <p:nvPr/>
        </p:nvGrpSpPr>
        <p:grpSpPr>
          <a:xfrm rot="5400000">
            <a:off x="11627737" y="1260726"/>
            <a:ext cx="2767489" cy="2410015"/>
            <a:chOff x="-635" y="0"/>
            <a:chExt cx="3689985" cy="3213354"/>
          </a:xfrm>
        </p:grpSpPr>
        <p:sp>
          <p:nvSpPr>
            <p:cNvPr id="746" name="Google Shape;746;p21"/>
            <p:cNvSpPr/>
            <p:nvPr/>
          </p:nvSpPr>
          <p:spPr>
            <a:xfrm>
              <a:off x="15875" y="15875"/>
              <a:ext cx="3656965" cy="3181604"/>
            </a:xfrm>
            <a:custGeom>
              <a:avLst/>
              <a:gdLst/>
              <a:ahLst/>
              <a:cxnLst/>
              <a:rect l="l" t="t" r="r" b="b"/>
              <a:pathLst>
                <a:path w="3656965" h="3181604" extrusionOk="0">
                  <a:moveTo>
                    <a:pt x="0" y="1590802"/>
                  </a:moveTo>
                  <a:lnTo>
                    <a:pt x="796417" y="0"/>
                  </a:lnTo>
                  <a:lnTo>
                    <a:pt x="2860548" y="0"/>
                  </a:lnTo>
                  <a:lnTo>
                    <a:pt x="3656965" y="1590802"/>
                  </a:lnTo>
                  <a:lnTo>
                    <a:pt x="2860548" y="3181604"/>
                  </a:lnTo>
                  <a:lnTo>
                    <a:pt x="796417" y="3181604"/>
                  </a:ln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47" name="Google Shape;747;p21"/>
            <p:cNvSpPr/>
            <p:nvPr/>
          </p:nvSpPr>
          <p:spPr>
            <a:xfrm>
              <a:off x="-635" y="0"/>
              <a:ext cx="3689985" cy="3213354"/>
            </a:xfrm>
            <a:custGeom>
              <a:avLst/>
              <a:gdLst/>
              <a:ahLst/>
              <a:cxnLst/>
              <a:rect l="l" t="t" r="r" b="b"/>
              <a:pathLst>
                <a:path w="3689985" h="3213354" extrusionOk="0">
                  <a:moveTo>
                    <a:pt x="2286" y="1599565"/>
                  </a:moveTo>
                  <a:lnTo>
                    <a:pt x="798703" y="8763"/>
                  </a:lnTo>
                  <a:cubicBezTo>
                    <a:pt x="801370" y="3429"/>
                    <a:pt x="806831" y="0"/>
                    <a:pt x="812927" y="0"/>
                  </a:cubicBezTo>
                  <a:lnTo>
                    <a:pt x="2877058" y="0"/>
                  </a:lnTo>
                  <a:cubicBezTo>
                    <a:pt x="2883027" y="0"/>
                    <a:pt x="2888615" y="3429"/>
                    <a:pt x="2891282" y="8763"/>
                  </a:cubicBezTo>
                  <a:lnTo>
                    <a:pt x="3687699" y="1599565"/>
                  </a:lnTo>
                  <a:cubicBezTo>
                    <a:pt x="3689985" y="1604010"/>
                    <a:pt x="3689985" y="1609344"/>
                    <a:pt x="3687699" y="1613789"/>
                  </a:cubicBezTo>
                  <a:lnTo>
                    <a:pt x="2891282" y="3204591"/>
                  </a:lnTo>
                  <a:cubicBezTo>
                    <a:pt x="2888615" y="3209925"/>
                    <a:pt x="2883154" y="3213354"/>
                    <a:pt x="2877058" y="3213354"/>
                  </a:cubicBezTo>
                  <a:lnTo>
                    <a:pt x="812927" y="3213354"/>
                  </a:lnTo>
                  <a:cubicBezTo>
                    <a:pt x="806958" y="3213354"/>
                    <a:pt x="801370" y="3209925"/>
                    <a:pt x="798703" y="3204591"/>
                  </a:cubicBezTo>
                  <a:lnTo>
                    <a:pt x="2286" y="1613789"/>
                  </a:lnTo>
                  <a:cubicBezTo>
                    <a:pt x="0" y="1609344"/>
                    <a:pt x="0" y="1604010"/>
                    <a:pt x="2286" y="1599565"/>
                  </a:cubicBezTo>
                  <a:moveTo>
                    <a:pt x="30734" y="1613789"/>
                  </a:moveTo>
                  <a:lnTo>
                    <a:pt x="16510" y="1606677"/>
                  </a:lnTo>
                  <a:lnTo>
                    <a:pt x="30734" y="1599565"/>
                  </a:lnTo>
                  <a:lnTo>
                    <a:pt x="827151" y="3190367"/>
                  </a:lnTo>
                  <a:lnTo>
                    <a:pt x="812927" y="3197479"/>
                  </a:lnTo>
                  <a:lnTo>
                    <a:pt x="812927" y="3181604"/>
                  </a:lnTo>
                  <a:lnTo>
                    <a:pt x="2877058" y="3181604"/>
                  </a:lnTo>
                  <a:lnTo>
                    <a:pt x="2877058" y="3197479"/>
                  </a:lnTo>
                  <a:lnTo>
                    <a:pt x="2862834" y="3190367"/>
                  </a:lnTo>
                  <a:lnTo>
                    <a:pt x="3659251" y="1599565"/>
                  </a:lnTo>
                  <a:lnTo>
                    <a:pt x="3673475" y="1606677"/>
                  </a:lnTo>
                  <a:lnTo>
                    <a:pt x="3659251" y="1613789"/>
                  </a:lnTo>
                  <a:lnTo>
                    <a:pt x="2862834" y="22987"/>
                  </a:lnTo>
                  <a:lnTo>
                    <a:pt x="2877058" y="15875"/>
                  </a:lnTo>
                  <a:lnTo>
                    <a:pt x="2877058" y="31750"/>
                  </a:lnTo>
                  <a:lnTo>
                    <a:pt x="812927" y="31750"/>
                  </a:lnTo>
                  <a:lnTo>
                    <a:pt x="812927" y="15875"/>
                  </a:lnTo>
                  <a:lnTo>
                    <a:pt x="827151" y="22987"/>
                  </a:lnTo>
                  <a:lnTo>
                    <a:pt x="30734" y="1613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8" name="Google Shape;748;p21"/>
          <p:cNvGrpSpPr/>
          <p:nvPr/>
        </p:nvGrpSpPr>
        <p:grpSpPr>
          <a:xfrm>
            <a:off x="12178345" y="1509875"/>
            <a:ext cx="1666298" cy="1911726"/>
            <a:chOff x="0" y="0"/>
            <a:chExt cx="2221730" cy="2548968"/>
          </a:xfrm>
        </p:grpSpPr>
        <p:sp>
          <p:nvSpPr>
            <p:cNvPr id="749" name="Google Shape;749;p21"/>
            <p:cNvSpPr/>
            <p:nvPr/>
          </p:nvSpPr>
          <p:spPr>
            <a:xfrm>
              <a:off x="0" y="0"/>
              <a:ext cx="2221730" cy="2548968"/>
            </a:xfrm>
            <a:custGeom>
              <a:avLst/>
              <a:gdLst/>
              <a:ahLst/>
              <a:cxnLst/>
              <a:rect l="l" t="t" r="r" b="b"/>
              <a:pathLst>
                <a:path w="2221730" h="2548968" extrusionOk="0">
                  <a:moveTo>
                    <a:pt x="0" y="0"/>
                  </a:moveTo>
                  <a:lnTo>
                    <a:pt x="2221730" y="0"/>
                  </a:lnTo>
                  <a:lnTo>
                    <a:pt x="2221730" y="2548968"/>
                  </a:lnTo>
                  <a:lnTo>
                    <a:pt x="0" y="25489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50" name="Google Shape;750;p21"/>
            <p:cNvSpPr txBox="1"/>
            <p:nvPr/>
          </p:nvSpPr>
          <p:spPr>
            <a:xfrm>
              <a:off x="0" y="19050"/>
              <a:ext cx="2221730" cy="25299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Ventanas (JFrame)</a:t>
              </a:r>
              <a:endParaRPr/>
            </a:p>
          </p:txBody>
        </p:sp>
      </p:grpSp>
      <p:grpSp>
        <p:nvGrpSpPr>
          <p:cNvPr id="751" name="Google Shape;751;p21"/>
          <p:cNvGrpSpPr/>
          <p:nvPr/>
        </p:nvGrpSpPr>
        <p:grpSpPr>
          <a:xfrm>
            <a:off x="14267464" y="1633393"/>
            <a:ext cx="3079938" cy="1664688"/>
            <a:chOff x="0" y="0"/>
            <a:chExt cx="4106584" cy="2219584"/>
          </a:xfrm>
        </p:grpSpPr>
        <p:sp>
          <p:nvSpPr>
            <p:cNvPr id="752" name="Google Shape;752;p21"/>
            <p:cNvSpPr/>
            <p:nvPr/>
          </p:nvSpPr>
          <p:spPr>
            <a:xfrm>
              <a:off x="0" y="0"/>
              <a:ext cx="4106584" cy="2219584"/>
            </a:xfrm>
            <a:custGeom>
              <a:avLst/>
              <a:gdLst/>
              <a:ahLst/>
              <a:cxnLst/>
              <a:rect l="l" t="t" r="r" b="b"/>
              <a:pathLst>
                <a:path w="4106584" h="2219584" extrusionOk="0">
                  <a:moveTo>
                    <a:pt x="0" y="0"/>
                  </a:moveTo>
                  <a:lnTo>
                    <a:pt x="4106584" y="0"/>
                  </a:lnTo>
                  <a:lnTo>
                    <a:pt x="4106584" y="2219584"/>
                  </a:lnTo>
                  <a:lnTo>
                    <a:pt x="0" y="22195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53" name="Google Shape;753;p21"/>
            <p:cNvSpPr txBox="1"/>
            <p:nvPr/>
          </p:nvSpPr>
          <p:spPr>
            <a:xfrm>
              <a:off x="0" y="19050"/>
              <a:ext cx="4106584" cy="2200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Ventanas principales de la aplicación</a:t>
              </a:r>
              <a:endParaRPr/>
            </a:p>
          </p:txBody>
        </p:sp>
      </p:grpSp>
      <p:grpSp>
        <p:nvGrpSpPr>
          <p:cNvPr id="754" name="Google Shape;754;p21"/>
          <p:cNvGrpSpPr/>
          <p:nvPr/>
        </p:nvGrpSpPr>
        <p:grpSpPr>
          <a:xfrm rot="5400000">
            <a:off x="9050666" y="1260726"/>
            <a:ext cx="2767489" cy="2410015"/>
            <a:chOff x="-635" y="0"/>
            <a:chExt cx="3689985" cy="3213354"/>
          </a:xfrm>
        </p:grpSpPr>
        <p:sp>
          <p:nvSpPr>
            <p:cNvPr id="755" name="Google Shape;755;p21"/>
            <p:cNvSpPr/>
            <p:nvPr/>
          </p:nvSpPr>
          <p:spPr>
            <a:xfrm>
              <a:off x="15875" y="15875"/>
              <a:ext cx="3656965" cy="3181604"/>
            </a:xfrm>
            <a:custGeom>
              <a:avLst/>
              <a:gdLst/>
              <a:ahLst/>
              <a:cxnLst/>
              <a:rect l="l" t="t" r="r" b="b"/>
              <a:pathLst>
                <a:path w="3656965" h="3181604" extrusionOk="0">
                  <a:moveTo>
                    <a:pt x="0" y="1590802"/>
                  </a:moveTo>
                  <a:lnTo>
                    <a:pt x="796417" y="0"/>
                  </a:lnTo>
                  <a:lnTo>
                    <a:pt x="2860548" y="0"/>
                  </a:lnTo>
                  <a:lnTo>
                    <a:pt x="3656965" y="1590802"/>
                  </a:lnTo>
                  <a:lnTo>
                    <a:pt x="2860548" y="3181604"/>
                  </a:lnTo>
                  <a:lnTo>
                    <a:pt x="796417" y="3181604"/>
                  </a:lnTo>
                  <a:close/>
                </a:path>
              </a:pathLst>
            </a:custGeom>
            <a:solidFill>
              <a:srgbClr val="BC96C6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56" name="Google Shape;756;p21"/>
            <p:cNvSpPr/>
            <p:nvPr/>
          </p:nvSpPr>
          <p:spPr>
            <a:xfrm>
              <a:off x="-635" y="0"/>
              <a:ext cx="3689985" cy="3213354"/>
            </a:xfrm>
            <a:custGeom>
              <a:avLst/>
              <a:gdLst/>
              <a:ahLst/>
              <a:cxnLst/>
              <a:rect l="l" t="t" r="r" b="b"/>
              <a:pathLst>
                <a:path w="3689985" h="3213354" extrusionOk="0">
                  <a:moveTo>
                    <a:pt x="2286" y="1599565"/>
                  </a:moveTo>
                  <a:lnTo>
                    <a:pt x="798703" y="8763"/>
                  </a:lnTo>
                  <a:cubicBezTo>
                    <a:pt x="801370" y="3429"/>
                    <a:pt x="806831" y="0"/>
                    <a:pt x="812927" y="0"/>
                  </a:cubicBezTo>
                  <a:lnTo>
                    <a:pt x="2877058" y="0"/>
                  </a:lnTo>
                  <a:cubicBezTo>
                    <a:pt x="2883027" y="0"/>
                    <a:pt x="2888615" y="3429"/>
                    <a:pt x="2891282" y="8763"/>
                  </a:cubicBezTo>
                  <a:lnTo>
                    <a:pt x="3687699" y="1599565"/>
                  </a:lnTo>
                  <a:cubicBezTo>
                    <a:pt x="3689985" y="1604010"/>
                    <a:pt x="3689985" y="1609344"/>
                    <a:pt x="3687699" y="1613789"/>
                  </a:cubicBezTo>
                  <a:lnTo>
                    <a:pt x="2891282" y="3204591"/>
                  </a:lnTo>
                  <a:cubicBezTo>
                    <a:pt x="2888615" y="3209925"/>
                    <a:pt x="2883154" y="3213354"/>
                    <a:pt x="2877058" y="3213354"/>
                  </a:cubicBezTo>
                  <a:lnTo>
                    <a:pt x="812927" y="3213354"/>
                  </a:lnTo>
                  <a:cubicBezTo>
                    <a:pt x="806958" y="3213354"/>
                    <a:pt x="801370" y="3209925"/>
                    <a:pt x="798703" y="3204591"/>
                  </a:cubicBezTo>
                  <a:lnTo>
                    <a:pt x="2286" y="1613789"/>
                  </a:lnTo>
                  <a:cubicBezTo>
                    <a:pt x="0" y="1609344"/>
                    <a:pt x="0" y="1604010"/>
                    <a:pt x="2286" y="1599565"/>
                  </a:cubicBezTo>
                  <a:moveTo>
                    <a:pt x="30734" y="1613789"/>
                  </a:moveTo>
                  <a:lnTo>
                    <a:pt x="16510" y="1606677"/>
                  </a:lnTo>
                  <a:lnTo>
                    <a:pt x="30734" y="1599565"/>
                  </a:lnTo>
                  <a:lnTo>
                    <a:pt x="827151" y="3190367"/>
                  </a:lnTo>
                  <a:lnTo>
                    <a:pt x="812927" y="3197479"/>
                  </a:lnTo>
                  <a:lnTo>
                    <a:pt x="812927" y="3181604"/>
                  </a:lnTo>
                  <a:lnTo>
                    <a:pt x="2877058" y="3181604"/>
                  </a:lnTo>
                  <a:lnTo>
                    <a:pt x="2877058" y="3197479"/>
                  </a:lnTo>
                  <a:lnTo>
                    <a:pt x="2862834" y="3190367"/>
                  </a:lnTo>
                  <a:lnTo>
                    <a:pt x="3659251" y="1599565"/>
                  </a:lnTo>
                  <a:lnTo>
                    <a:pt x="3673475" y="1606677"/>
                  </a:lnTo>
                  <a:lnTo>
                    <a:pt x="3659251" y="1613789"/>
                  </a:lnTo>
                  <a:lnTo>
                    <a:pt x="2862834" y="22987"/>
                  </a:lnTo>
                  <a:lnTo>
                    <a:pt x="2877058" y="15875"/>
                  </a:lnTo>
                  <a:lnTo>
                    <a:pt x="2877058" y="31750"/>
                  </a:lnTo>
                  <a:lnTo>
                    <a:pt x="812927" y="31750"/>
                  </a:lnTo>
                  <a:lnTo>
                    <a:pt x="812927" y="15875"/>
                  </a:lnTo>
                  <a:lnTo>
                    <a:pt x="827151" y="22987"/>
                  </a:lnTo>
                  <a:lnTo>
                    <a:pt x="30734" y="1613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7" name="Google Shape;757;p21"/>
          <p:cNvGrpSpPr/>
          <p:nvPr/>
        </p:nvGrpSpPr>
        <p:grpSpPr>
          <a:xfrm rot="5400000">
            <a:off x="10334264" y="3588756"/>
            <a:ext cx="2767489" cy="2410015"/>
            <a:chOff x="-635" y="0"/>
            <a:chExt cx="3689985" cy="3213354"/>
          </a:xfrm>
        </p:grpSpPr>
        <p:sp>
          <p:nvSpPr>
            <p:cNvPr id="758" name="Google Shape;758;p21"/>
            <p:cNvSpPr/>
            <p:nvPr/>
          </p:nvSpPr>
          <p:spPr>
            <a:xfrm>
              <a:off x="15875" y="15875"/>
              <a:ext cx="3656965" cy="3181604"/>
            </a:xfrm>
            <a:custGeom>
              <a:avLst/>
              <a:gdLst/>
              <a:ahLst/>
              <a:cxnLst/>
              <a:rect l="l" t="t" r="r" b="b"/>
              <a:pathLst>
                <a:path w="3656965" h="3181604" extrusionOk="0">
                  <a:moveTo>
                    <a:pt x="0" y="1590802"/>
                  </a:moveTo>
                  <a:lnTo>
                    <a:pt x="796417" y="0"/>
                  </a:lnTo>
                  <a:lnTo>
                    <a:pt x="2860548" y="0"/>
                  </a:lnTo>
                  <a:lnTo>
                    <a:pt x="3656965" y="1590802"/>
                  </a:lnTo>
                  <a:lnTo>
                    <a:pt x="2860548" y="3181604"/>
                  </a:lnTo>
                  <a:lnTo>
                    <a:pt x="796417" y="3181604"/>
                  </a:lnTo>
                  <a:close/>
                </a:path>
              </a:pathLst>
            </a:custGeom>
            <a:solidFill>
              <a:srgbClr val="957FBA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59" name="Google Shape;759;p21"/>
            <p:cNvSpPr/>
            <p:nvPr/>
          </p:nvSpPr>
          <p:spPr>
            <a:xfrm>
              <a:off x="-635" y="0"/>
              <a:ext cx="3689985" cy="3213354"/>
            </a:xfrm>
            <a:custGeom>
              <a:avLst/>
              <a:gdLst/>
              <a:ahLst/>
              <a:cxnLst/>
              <a:rect l="l" t="t" r="r" b="b"/>
              <a:pathLst>
                <a:path w="3689985" h="3213354" extrusionOk="0">
                  <a:moveTo>
                    <a:pt x="2286" y="1599565"/>
                  </a:moveTo>
                  <a:lnTo>
                    <a:pt x="798703" y="8763"/>
                  </a:lnTo>
                  <a:cubicBezTo>
                    <a:pt x="801370" y="3429"/>
                    <a:pt x="806831" y="0"/>
                    <a:pt x="812927" y="0"/>
                  </a:cubicBezTo>
                  <a:lnTo>
                    <a:pt x="2877058" y="0"/>
                  </a:lnTo>
                  <a:cubicBezTo>
                    <a:pt x="2883027" y="0"/>
                    <a:pt x="2888615" y="3429"/>
                    <a:pt x="2891282" y="8763"/>
                  </a:cubicBezTo>
                  <a:lnTo>
                    <a:pt x="3687699" y="1599565"/>
                  </a:lnTo>
                  <a:cubicBezTo>
                    <a:pt x="3689985" y="1604010"/>
                    <a:pt x="3689985" y="1609344"/>
                    <a:pt x="3687699" y="1613789"/>
                  </a:cubicBezTo>
                  <a:lnTo>
                    <a:pt x="2891282" y="3204591"/>
                  </a:lnTo>
                  <a:cubicBezTo>
                    <a:pt x="2888615" y="3209925"/>
                    <a:pt x="2883154" y="3213354"/>
                    <a:pt x="2877058" y="3213354"/>
                  </a:cubicBezTo>
                  <a:lnTo>
                    <a:pt x="812927" y="3213354"/>
                  </a:lnTo>
                  <a:cubicBezTo>
                    <a:pt x="806958" y="3213354"/>
                    <a:pt x="801370" y="3209925"/>
                    <a:pt x="798703" y="3204591"/>
                  </a:cubicBezTo>
                  <a:lnTo>
                    <a:pt x="2286" y="1613789"/>
                  </a:lnTo>
                  <a:cubicBezTo>
                    <a:pt x="0" y="1609344"/>
                    <a:pt x="0" y="1604010"/>
                    <a:pt x="2286" y="1599565"/>
                  </a:cubicBezTo>
                  <a:moveTo>
                    <a:pt x="30734" y="1613789"/>
                  </a:moveTo>
                  <a:lnTo>
                    <a:pt x="16510" y="1606677"/>
                  </a:lnTo>
                  <a:lnTo>
                    <a:pt x="30734" y="1599565"/>
                  </a:lnTo>
                  <a:lnTo>
                    <a:pt x="827151" y="3190367"/>
                  </a:lnTo>
                  <a:lnTo>
                    <a:pt x="812927" y="3197479"/>
                  </a:lnTo>
                  <a:lnTo>
                    <a:pt x="812927" y="3181604"/>
                  </a:lnTo>
                  <a:lnTo>
                    <a:pt x="2877058" y="3181604"/>
                  </a:lnTo>
                  <a:lnTo>
                    <a:pt x="2877058" y="3197479"/>
                  </a:lnTo>
                  <a:lnTo>
                    <a:pt x="2862834" y="3190367"/>
                  </a:lnTo>
                  <a:lnTo>
                    <a:pt x="3659251" y="1599565"/>
                  </a:lnTo>
                  <a:lnTo>
                    <a:pt x="3673475" y="1606677"/>
                  </a:lnTo>
                  <a:lnTo>
                    <a:pt x="3659251" y="1613789"/>
                  </a:lnTo>
                  <a:lnTo>
                    <a:pt x="2862834" y="22987"/>
                  </a:lnTo>
                  <a:lnTo>
                    <a:pt x="2877058" y="15875"/>
                  </a:lnTo>
                  <a:lnTo>
                    <a:pt x="2877058" y="31750"/>
                  </a:lnTo>
                  <a:lnTo>
                    <a:pt x="812927" y="31750"/>
                  </a:lnTo>
                  <a:lnTo>
                    <a:pt x="812927" y="15875"/>
                  </a:lnTo>
                  <a:lnTo>
                    <a:pt x="827151" y="22987"/>
                  </a:lnTo>
                  <a:lnTo>
                    <a:pt x="30734" y="1613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0" name="Google Shape;760;p21"/>
          <p:cNvGrpSpPr/>
          <p:nvPr/>
        </p:nvGrpSpPr>
        <p:grpSpPr>
          <a:xfrm>
            <a:off x="10884872" y="3837905"/>
            <a:ext cx="1666298" cy="1911726"/>
            <a:chOff x="0" y="0"/>
            <a:chExt cx="2221730" cy="2548968"/>
          </a:xfrm>
        </p:grpSpPr>
        <p:sp>
          <p:nvSpPr>
            <p:cNvPr id="761" name="Google Shape;761;p21"/>
            <p:cNvSpPr/>
            <p:nvPr/>
          </p:nvSpPr>
          <p:spPr>
            <a:xfrm>
              <a:off x="0" y="0"/>
              <a:ext cx="2221730" cy="2548968"/>
            </a:xfrm>
            <a:custGeom>
              <a:avLst/>
              <a:gdLst/>
              <a:ahLst/>
              <a:cxnLst/>
              <a:rect l="l" t="t" r="r" b="b"/>
              <a:pathLst>
                <a:path w="2221730" h="2548968" extrusionOk="0">
                  <a:moveTo>
                    <a:pt x="0" y="0"/>
                  </a:moveTo>
                  <a:lnTo>
                    <a:pt x="2221730" y="0"/>
                  </a:lnTo>
                  <a:lnTo>
                    <a:pt x="2221730" y="2548968"/>
                  </a:lnTo>
                  <a:lnTo>
                    <a:pt x="0" y="25489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62" name="Google Shape;762;p21"/>
            <p:cNvSpPr txBox="1"/>
            <p:nvPr/>
          </p:nvSpPr>
          <p:spPr>
            <a:xfrm>
              <a:off x="0" y="19050"/>
              <a:ext cx="2221730" cy="25299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Páneles (JPanel)</a:t>
              </a:r>
              <a:endParaRPr/>
            </a:p>
          </p:txBody>
        </p:sp>
      </p:grpSp>
      <p:grpSp>
        <p:nvGrpSpPr>
          <p:cNvPr id="763" name="Google Shape;763;p21"/>
          <p:cNvGrpSpPr/>
          <p:nvPr/>
        </p:nvGrpSpPr>
        <p:grpSpPr>
          <a:xfrm>
            <a:off x="7454522" y="3961423"/>
            <a:ext cx="2981199" cy="1664688"/>
            <a:chOff x="0" y="0"/>
            <a:chExt cx="3974932" cy="2219584"/>
          </a:xfrm>
        </p:grpSpPr>
        <p:sp>
          <p:nvSpPr>
            <p:cNvPr id="764" name="Google Shape;764;p21"/>
            <p:cNvSpPr/>
            <p:nvPr/>
          </p:nvSpPr>
          <p:spPr>
            <a:xfrm>
              <a:off x="0" y="0"/>
              <a:ext cx="3974932" cy="2219584"/>
            </a:xfrm>
            <a:custGeom>
              <a:avLst/>
              <a:gdLst/>
              <a:ahLst/>
              <a:cxnLst/>
              <a:rect l="l" t="t" r="r" b="b"/>
              <a:pathLst>
                <a:path w="3974932" h="2219584" extrusionOk="0">
                  <a:moveTo>
                    <a:pt x="0" y="0"/>
                  </a:moveTo>
                  <a:lnTo>
                    <a:pt x="3974932" y="0"/>
                  </a:lnTo>
                  <a:lnTo>
                    <a:pt x="3974932" y="2219584"/>
                  </a:lnTo>
                  <a:lnTo>
                    <a:pt x="0" y="22195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65" name="Google Shape;765;p21"/>
            <p:cNvSpPr txBox="1"/>
            <p:nvPr/>
          </p:nvSpPr>
          <p:spPr>
            <a:xfrm>
              <a:off x="0" y="19050"/>
              <a:ext cx="3974932" cy="2200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Contenedores para organizar componentes</a:t>
              </a:r>
              <a:endParaRPr/>
            </a:p>
          </p:txBody>
        </p:sp>
      </p:grpSp>
      <p:grpSp>
        <p:nvGrpSpPr>
          <p:cNvPr id="766" name="Google Shape;766;p21"/>
          <p:cNvGrpSpPr/>
          <p:nvPr/>
        </p:nvGrpSpPr>
        <p:grpSpPr>
          <a:xfrm rot="5400000">
            <a:off x="12911335" y="3588756"/>
            <a:ext cx="2767489" cy="2410015"/>
            <a:chOff x="-635" y="0"/>
            <a:chExt cx="3689985" cy="3213354"/>
          </a:xfrm>
        </p:grpSpPr>
        <p:sp>
          <p:nvSpPr>
            <p:cNvPr id="767" name="Google Shape;767;p21"/>
            <p:cNvSpPr/>
            <p:nvPr/>
          </p:nvSpPr>
          <p:spPr>
            <a:xfrm>
              <a:off x="15875" y="15875"/>
              <a:ext cx="3656965" cy="3181604"/>
            </a:xfrm>
            <a:custGeom>
              <a:avLst/>
              <a:gdLst/>
              <a:ahLst/>
              <a:cxnLst/>
              <a:rect l="l" t="t" r="r" b="b"/>
              <a:pathLst>
                <a:path w="3656965" h="3181604" extrusionOk="0">
                  <a:moveTo>
                    <a:pt x="0" y="1590802"/>
                  </a:moveTo>
                  <a:lnTo>
                    <a:pt x="796417" y="0"/>
                  </a:lnTo>
                  <a:lnTo>
                    <a:pt x="2860548" y="0"/>
                  </a:lnTo>
                  <a:lnTo>
                    <a:pt x="3656965" y="1590802"/>
                  </a:lnTo>
                  <a:lnTo>
                    <a:pt x="2860548" y="3181604"/>
                  </a:lnTo>
                  <a:lnTo>
                    <a:pt x="796417" y="3181604"/>
                  </a:lnTo>
                  <a:close/>
                </a:path>
              </a:pathLst>
            </a:custGeom>
            <a:solidFill>
              <a:srgbClr val="9698C6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68" name="Google Shape;768;p21"/>
            <p:cNvSpPr/>
            <p:nvPr/>
          </p:nvSpPr>
          <p:spPr>
            <a:xfrm>
              <a:off x="-635" y="0"/>
              <a:ext cx="3689985" cy="3213354"/>
            </a:xfrm>
            <a:custGeom>
              <a:avLst/>
              <a:gdLst/>
              <a:ahLst/>
              <a:cxnLst/>
              <a:rect l="l" t="t" r="r" b="b"/>
              <a:pathLst>
                <a:path w="3689985" h="3213354" extrusionOk="0">
                  <a:moveTo>
                    <a:pt x="2286" y="1599565"/>
                  </a:moveTo>
                  <a:lnTo>
                    <a:pt x="798703" y="8763"/>
                  </a:lnTo>
                  <a:cubicBezTo>
                    <a:pt x="801370" y="3429"/>
                    <a:pt x="806831" y="0"/>
                    <a:pt x="812927" y="0"/>
                  </a:cubicBezTo>
                  <a:lnTo>
                    <a:pt x="2877058" y="0"/>
                  </a:lnTo>
                  <a:cubicBezTo>
                    <a:pt x="2883027" y="0"/>
                    <a:pt x="2888615" y="3429"/>
                    <a:pt x="2891282" y="8763"/>
                  </a:cubicBezTo>
                  <a:lnTo>
                    <a:pt x="3687699" y="1599565"/>
                  </a:lnTo>
                  <a:cubicBezTo>
                    <a:pt x="3689985" y="1604010"/>
                    <a:pt x="3689985" y="1609344"/>
                    <a:pt x="3687699" y="1613789"/>
                  </a:cubicBezTo>
                  <a:lnTo>
                    <a:pt x="2891282" y="3204591"/>
                  </a:lnTo>
                  <a:cubicBezTo>
                    <a:pt x="2888615" y="3209925"/>
                    <a:pt x="2883154" y="3213354"/>
                    <a:pt x="2877058" y="3213354"/>
                  </a:cubicBezTo>
                  <a:lnTo>
                    <a:pt x="812927" y="3213354"/>
                  </a:lnTo>
                  <a:cubicBezTo>
                    <a:pt x="806958" y="3213354"/>
                    <a:pt x="801370" y="3209925"/>
                    <a:pt x="798703" y="3204591"/>
                  </a:cubicBezTo>
                  <a:lnTo>
                    <a:pt x="2286" y="1613789"/>
                  </a:lnTo>
                  <a:cubicBezTo>
                    <a:pt x="0" y="1609344"/>
                    <a:pt x="0" y="1604010"/>
                    <a:pt x="2286" y="1599565"/>
                  </a:cubicBezTo>
                  <a:moveTo>
                    <a:pt x="30734" y="1613789"/>
                  </a:moveTo>
                  <a:lnTo>
                    <a:pt x="16510" y="1606677"/>
                  </a:lnTo>
                  <a:lnTo>
                    <a:pt x="30734" y="1599565"/>
                  </a:lnTo>
                  <a:lnTo>
                    <a:pt x="827151" y="3190367"/>
                  </a:lnTo>
                  <a:lnTo>
                    <a:pt x="812927" y="3197479"/>
                  </a:lnTo>
                  <a:lnTo>
                    <a:pt x="812927" y="3181604"/>
                  </a:lnTo>
                  <a:lnTo>
                    <a:pt x="2877058" y="3181604"/>
                  </a:lnTo>
                  <a:lnTo>
                    <a:pt x="2877058" y="3197479"/>
                  </a:lnTo>
                  <a:lnTo>
                    <a:pt x="2862834" y="3190367"/>
                  </a:lnTo>
                  <a:lnTo>
                    <a:pt x="3659251" y="1599565"/>
                  </a:lnTo>
                  <a:lnTo>
                    <a:pt x="3673475" y="1606677"/>
                  </a:lnTo>
                  <a:lnTo>
                    <a:pt x="3659251" y="1613789"/>
                  </a:lnTo>
                  <a:lnTo>
                    <a:pt x="2862834" y="22987"/>
                  </a:lnTo>
                  <a:lnTo>
                    <a:pt x="2877058" y="15875"/>
                  </a:lnTo>
                  <a:lnTo>
                    <a:pt x="2877058" y="31750"/>
                  </a:lnTo>
                  <a:lnTo>
                    <a:pt x="812927" y="31750"/>
                  </a:lnTo>
                  <a:lnTo>
                    <a:pt x="812927" y="15875"/>
                  </a:lnTo>
                  <a:lnTo>
                    <a:pt x="827151" y="22987"/>
                  </a:lnTo>
                  <a:lnTo>
                    <a:pt x="30734" y="1613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9" name="Google Shape;769;p21"/>
          <p:cNvGrpSpPr/>
          <p:nvPr/>
        </p:nvGrpSpPr>
        <p:grpSpPr>
          <a:xfrm rot="5400000">
            <a:off x="11627737" y="5916788"/>
            <a:ext cx="2767489" cy="2410015"/>
            <a:chOff x="-635" y="0"/>
            <a:chExt cx="3689985" cy="3213354"/>
          </a:xfrm>
        </p:grpSpPr>
        <p:sp>
          <p:nvSpPr>
            <p:cNvPr id="770" name="Google Shape;770;p21"/>
            <p:cNvSpPr/>
            <p:nvPr/>
          </p:nvSpPr>
          <p:spPr>
            <a:xfrm>
              <a:off x="15875" y="15875"/>
              <a:ext cx="3656965" cy="3181604"/>
            </a:xfrm>
            <a:custGeom>
              <a:avLst/>
              <a:gdLst/>
              <a:ahLst/>
              <a:cxnLst/>
              <a:rect l="l" t="t" r="r" b="b"/>
              <a:pathLst>
                <a:path w="3656965" h="3181604" extrusionOk="0">
                  <a:moveTo>
                    <a:pt x="0" y="1590802"/>
                  </a:moveTo>
                  <a:lnTo>
                    <a:pt x="796417" y="0"/>
                  </a:lnTo>
                  <a:lnTo>
                    <a:pt x="2860548" y="0"/>
                  </a:lnTo>
                  <a:lnTo>
                    <a:pt x="3656965" y="1590802"/>
                  </a:lnTo>
                  <a:lnTo>
                    <a:pt x="2860548" y="3181604"/>
                  </a:lnTo>
                  <a:lnTo>
                    <a:pt x="796417" y="3181604"/>
                  </a:lnTo>
                  <a:close/>
                </a:path>
              </a:pathLst>
            </a:custGeom>
            <a:solidFill>
              <a:srgbClr val="7F9ABA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71" name="Google Shape;771;p21"/>
            <p:cNvSpPr/>
            <p:nvPr/>
          </p:nvSpPr>
          <p:spPr>
            <a:xfrm>
              <a:off x="-635" y="0"/>
              <a:ext cx="3689985" cy="3213354"/>
            </a:xfrm>
            <a:custGeom>
              <a:avLst/>
              <a:gdLst/>
              <a:ahLst/>
              <a:cxnLst/>
              <a:rect l="l" t="t" r="r" b="b"/>
              <a:pathLst>
                <a:path w="3689985" h="3213354" extrusionOk="0">
                  <a:moveTo>
                    <a:pt x="2286" y="1599565"/>
                  </a:moveTo>
                  <a:lnTo>
                    <a:pt x="798703" y="8763"/>
                  </a:lnTo>
                  <a:cubicBezTo>
                    <a:pt x="801370" y="3429"/>
                    <a:pt x="806831" y="0"/>
                    <a:pt x="812927" y="0"/>
                  </a:cubicBezTo>
                  <a:lnTo>
                    <a:pt x="2877058" y="0"/>
                  </a:lnTo>
                  <a:cubicBezTo>
                    <a:pt x="2883027" y="0"/>
                    <a:pt x="2888615" y="3429"/>
                    <a:pt x="2891282" y="8763"/>
                  </a:cubicBezTo>
                  <a:lnTo>
                    <a:pt x="3687699" y="1599565"/>
                  </a:lnTo>
                  <a:cubicBezTo>
                    <a:pt x="3689985" y="1604010"/>
                    <a:pt x="3689985" y="1609344"/>
                    <a:pt x="3687699" y="1613789"/>
                  </a:cubicBezTo>
                  <a:lnTo>
                    <a:pt x="2891282" y="3204591"/>
                  </a:lnTo>
                  <a:cubicBezTo>
                    <a:pt x="2888615" y="3209925"/>
                    <a:pt x="2883154" y="3213354"/>
                    <a:pt x="2877058" y="3213354"/>
                  </a:cubicBezTo>
                  <a:lnTo>
                    <a:pt x="812927" y="3213354"/>
                  </a:lnTo>
                  <a:cubicBezTo>
                    <a:pt x="806958" y="3213354"/>
                    <a:pt x="801370" y="3209925"/>
                    <a:pt x="798703" y="3204591"/>
                  </a:cubicBezTo>
                  <a:lnTo>
                    <a:pt x="2286" y="1613789"/>
                  </a:lnTo>
                  <a:cubicBezTo>
                    <a:pt x="0" y="1609344"/>
                    <a:pt x="0" y="1604010"/>
                    <a:pt x="2286" y="1599565"/>
                  </a:cubicBezTo>
                  <a:moveTo>
                    <a:pt x="30734" y="1613789"/>
                  </a:moveTo>
                  <a:lnTo>
                    <a:pt x="16510" y="1606677"/>
                  </a:lnTo>
                  <a:lnTo>
                    <a:pt x="30734" y="1599565"/>
                  </a:lnTo>
                  <a:lnTo>
                    <a:pt x="827151" y="3190367"/>
                  </a:lnTo>
                  <a:lnTo>
                    <a:pt x="812927" y="3197479"/>
                  </a:lnTo>
                  <a:lnTo>
                    <a:pt x="812927" y="3181604"/>
                  </a:lnTo>
                  <a:lnTo>
                    <a:pt x="2877058" y="3181604"/>
                  </a:lnTo>
                  <a:lnTo>
                    <a:pt x="2877058" y="3197479"/>
                  </a:lnTo>
                  <a:lnTo>
                    <a:pt x="2862834" y="3190367"/>
                  </a:lnTo>
                  <a:lnTo>
                    <a:pt x="3659251" y="1599565"/>
                  </a:lnTo>
                  <a:lnTo>
                    <a:pt x="3673475" y="1606677"/>
                  </a:lnTo>
                  <a:lnTo>
                    <a:pt x="3659251" y="1613789"/>
                  </a:lnTo>
                  <a:lnTo>
                    <a:pt x="2862834" y="22987"/>
                  </a:lnTo>
                  <a:lnTo>
                    <a:pt x="2877058" y="15875"/>
                  </a:lnTo>
                  <a:lnTo>
                    <a:pt x="2877058" y="31750"/>
                  </a:lnTo>
                  <a:lnTo>
                    <a:pt x="812927" y="31750"/>
                  </a:lnTo>
                  <a:lnTo>
                    <a:pt x="812927" y="15875"/>
                  </a:lnTo>
                  <a:lnTo>
                    <a:pt x="827151" y="22987"/>
                  </a:lnTo>
                  <a:lnTo>
                    <a:pt x="30734" y="1613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21"/>
          <p:cNvGrpSpPr/>
          <p:nvPr/>
        </p:nvGrpSpPr>
        <p:grpSpPr>
          <a:xfrm>
            <a:off x="12178345" y="6165937"/>
            <a:ext cx="1666298" cy="1911726"/>
            <a:chOff x="0" y="0"/>
            <a:chExt cx="2221730" cy="2548968"/>
          </a:xfrm>
        </p:grpSpPr>
        <p:sp>
          <p:nvSpPr>
            <p:cNvPr id="773" name="Google Shape;773;p21"/>
            <p:cNvSpPr/>
            <p:nvPr/>
          </p:nvSpPr>
          <p:spPr>
            <a:xfrm>
              <a:off x="0" y="0"/>
              <a:ext cx="2221730" cy="2548968"/>
            </a:xfrm>
            <a:custGeom>
              <a:avLst/>
              <a:gdLst/>
              <a:ahLst/>
              <a:cxnLst/>
              <a:rect l="l" t="t" r="r" b="b"/>
              <a:pathLst>
                <a:path w="2221730" h="2548968" extrusionOk="0">
                  <a:moveTo>
                    <a:pt x="0" y="0"/>
                  </a:moveTo>
                  <a:lnTo>
                    <a:pt x="2221730" y="0"/>
                  </a:lnTo>
                  <a:lnTo>
                    <a:pt x="2221730" y="2548968"/>
                  </a:lnTo>
                  <a:lnTo>
                    <a:pt x="0" y="25489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74" name="Google Shape;774;p21"/>
            <p:cNvSpPr txBox="1"/>
            <p:nvPr/>
          </p:nvSpPr>
          <p:spPr>
            <a:xfrm>
              <a:off x="0" y="19050"/>
              <a:ext cx="2221730" cy="25299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Diálogos (JDialog)</a:t>
              </a:r>
              <a:endParaRPr/>
            </a:p>
          </p:txBody>
        </p:sp>
      </p:grpSp>
      <p:grpSp>
        <p:nvGrpSpPr>
          <p:cNvPr id="775" name="Google Shape;775;p21"/>
          <p:cNvGrpSpPr/>
          <p:nvPr/>
        </p:nvGrpSpPr>
        <p:grpSpPr>
          <a:xfrm>
            <a:off x="14267464" y="6289454"/>
            <a:ext cx="3079938" cy="1664688"/>
            <a:chOff x="0" y="0"/>
            <a:chExt cx="4106584" cy="2219584"/>
          </a:xfrm>
        </p:grpSpPr>
        <p:sp>
          <p:nvSpPr>
            <p:cNvPr id="776" name="Google Shape;776;p21"/>
            <p:cNvSpPr/>
            <p:nvPr/>
          </p:nvSpPr>
          <p:spPr>
            <a:xfrm>
              <a:off x="0" y="0"/>
              <a:ext cx="4106584" cy="2219584"/>
            </a:xfrm>
            <a:custGeom>
              <a:avLst/>
              <a:gdLst/>
              <a:ahLst/>
              <a:cxnLst/>
              <a:rect l="l" t="t" r="r" b="b"/>
              <a:pathLst>
                <a:path w="4106584" h="2219584" extrusionOk="0">
                  <a:moveTo>
                    <a:pt x="0" y="0"/>
                  </a:moveTo>
                  <a:lnTo>
                    <a:pt x="4106584" y="0"/>
                  </a:lnTo>
                  <a:lnTo>
                    <a:pt x="4106584" y="2219584"/>
                  </a:lnTo>
                  <a:lnTo>
                    <a:pt x="0" y="22195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77" name="Google Shape;777;p21"/>
            <p:cNvSpPr txBox="1"/>
            <p:nvPr/>
          </p:nvSpPr>
          <p:spPr>
            <a:xfrm>
              <a:off x="0" y="19050"/>
              <a:ext cx="4106584" cy="2200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Ventanas emergentes</a:t>
              </a:r>
              <a:endParaRPr/>
            </a:p>
          </p:txBody>
        </p:sp>
      </p:grpSp>
      <p:grpSp>
        <p:nvGrpSpPr>
          <p:cNvPr id="778" name="Google Shape;778;p21"/>
          <p:cNvGrpSpPr/>
          <p:nvPr/>
        </p:nvGrpSpPr>
        <p:grpSpPr>
          <a:xfrm rot="5400000">
            <a:off x="9050666" y="5916788"/>
            <a:ext cx="2767489" cy="2410015"/>
            <a:chOff x="-635" y="0"/>
            <a:chExt cx="3689985" cy="3213354"/>
          </a:xfrm>
        </p:grpSpPr>
        <p:sp>
          <p:nvSpPr>
            <p:cNvPr id="779" name="Google Shape;779;p21"/>
            <p:cNvSpPr/>
            <p:nvPr/>
          </p:nvSpPr>
          <p:spPr>
            <a:xfrm>
              <a:off x="15875" y="15875"/>
              <a:ext cx="3656965" cy="3181604"/>
            </a:xfrm>
            <a:custGeom>
              <a:avLst/>
              <a:gdLst/>
              <a:ahLst/>
              <a:cxnLst/>
              <a:rect l="l" t="t" r="r" b="b"/>
              <a:pathLst>
                <a:path w="3656965" h="3181604" extrusionOk="0">
                  <a:moveTo>
                    <a:pt x="0" y="1590802"/>
                  </a:moveTo>
                  <a:lnTo>
                    <a:pt x="796417" y="0"/>
                  </a:lnTo>
                  <a:lnTo>
                    <a:pt x="2860548" y="0"/>
                  </a:lnTo>
                  <a:lnTo>
                    <a:pt x="3656965" y="1590802"/>
                  </a:lnTo>
                  <a:lnTo>
                    <a:pt x="2860548" y="3181604"/>
                  </a:lnTo>
                  <a:lnTo>
                    <a:pt x="796417" y="3181604"/>
                  </a:ln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80" name="Google Shape;780;p21"/>
            <p:cNvSpPr/>
            <p:nvPr/>
          </p:nvSpPr>
          <p:spPr>
            <a:xfrm>
              <a:off x="-635" y="0"/>
              <a:ext cx="3689985" cy="3213354"/>
            </a:xfrm>
            <a:custGeom>
              <a:avLst/>
              <a:gdLst/>
              <a:ahLst/>
              <a:cxnLst/>
              <a:rect l="l" t="t" r="r" b="b"/>
              <a:pathLst>
                <a:path w="3689985" h="3213354" extrusionOk="0">
                  <a:moveTo>
                    <a:pt x="2286" y="1599565"/>
                  </a:moveTo>
                  <a:lnTo>
                    <a:pt x="798703" y="8763"/>
                  </a:lnTo>
                  <a:cubicBezTo>
                    <a:pt x="801370" y="3429"/>
                    <a:pt x="806831" y="0"/>
                    <a:pt x="812927" y="0"/>
                  </a:cubicBezTo>
                  <a:lnTo>
                    <a:pt x="2877058" y="0"/>
                  </a:lnTo>
                  <a:cubicBezTo>
                    <a:pt x="2883027" y="0"/>
                    <a:pt x="2888615" y="3429"/>
                    <a:pt x="2891282" y="8763"/>
                  </a:cubicBezTo>
                  <a:lnTo>
                    <a:pt x="3687699" y="1599565"/>
                  </a:lnTo>
                  <a:cubicBezTo>
                    <a:pt x="3689985" y="1604010"/>
                    <a:pt x="3689985" y="1609344"/>
                    <a:pt x="3687699" y="1613789"/>
                  </a:cubicBezTo>
                  <a:lnTo>
                    <a:pt x="2891282" y="3204591"/>
                  </a:lnTo>
                  <a:cubicBezTo>
                    <a:pt x="2888615" y="3209925"/>
                    <a:pt x="2883154" y="3213354"/>
                    <a:pt x="2877058" y="3213354"/>
                  </a:cubicBezTo>
                  <a:lnTo>
                    <a:pt x="812927" y="3213354"/>
                  </a:lnTo>
                  <a:cubicBezTo>
                    <a:pt x="806958" y="3213354"/>
                    <a:pt x="801370" y="3209925"/>
                    <a:pt x="798703" y="3204591"/>
                  </a:cubicBezTo>
                  <a:lnTo>
                    <a:pt x="2286" y="1613789"/>
                  </a:lnTo>
                  <a:cubicBezTo>
                    <a:pt x="0" y="1609344"/>
                    <a:pt x="0" y="1604010"/>
                    <a:pt x="2286" y="1599565"/>
                  </a:cubicBezTo>
                  <a:moveTo>
                    <a:pt x="30734" y="1613789"/>
                  </a:moveTo>
                  <a:lnTo>
                    <a:pt x="16510" y="1606677"/>
                  </a:lnTo>
                  <a:lnTo>
                    <a:pt x="30734" y="1599565"/>
                  </a:lnTo>
                  <a:lnTo>
                    <a:pt x="827151" y="3190367"/>
                  </a:lnTo>
                  <a:lnTo>
                    <a:pt x="812927" y="3197479"/>
                  </a:lnTo>
                  <a:lnTo>
                    <a:pt x="812927" y="3181604"/>
                  </a:lnTo>
                  <a:lnTo>
                    <a:pt x="2877058" y="3181604"/>
                  </a:lnTo>
                  <a:lnTo>
                    <a:pt x="2877058" y="3197479"/>
                  </a:lnTo>
                  <a:lnTo>
                    <a:pt x="2862834" y="3190367"/>
                  </a:lnTo>
                  <a:lnTo>
                    <a:pt x="3659251" y="1599565"/>
                  </a:lnTo>
                  <a:lnTo>
                    <a:pt x="3673475" y="1606677"/>
                  </a:lnTo>
                  <a:lnTo>
                    <a:pt x="3659251" y="1613789"/>
                  </a:lnTo>
                  <a:lnTo>
                    <a:pt x="2862834" y="22987"/>
                  </a:lnTo>
                  <a:lnTo>
                    <a:pt x="2877058" y="15875"/>
                  </a:lnTo>
                  <a:lnTo>
                    <a:pt x="2877058" y="31750"/>
                  </a:lnTo>
                  <a:lnTo>
                    <a:pt x="812927" y="31750"/>
                  </a:lnTo>
                  <a:lnTo>
                    <a:pt x="812927" y="15875"/>
                  </a:lnTo>
                  <a:lnTo>
                    <a:pt x="827151" y="22987"/>
                  </a:lnTo>
                  <a:lnTo>
                    <a:pt x="30734" y="1613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2"/>
          <p:cNvSpPr/>
          <p:nvPr/>
        </p:nvSpPr>
        <p:spPr>
          <a:xfrm>
            <a:off x="4762" y="9601200"/>
            <a:ext cx="18283238" cy="685800"/>
          </a:xfrm>
          <a:custGeom>
            <a:avLst/>
            <a:gdLst/>
            <a:ahLst/>
            <a:cxnLst/>
            <a:rect l="l" t="t" r="r" b="b"/>
            <a:pathLst>
              <a:path w="24377650" h="914400" extrusionOk="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cxnSp>
        <p:nvCxnSpPr>
          <p:cNvPr id="786" name="Google Shape;786;p22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87" name="Google Shape;787;p22"/>
          <p:cNvGrpSpPr/>
          <p:nvPr/>
        </p:nvGrpSpPr>
        <p:grpSpPr>
          <a:xfrm>
            <a:off x="1645920" y="429904"/>
            <a:ext cx="15087600" cy="2176135"/>
            <a:chOff x="0" y="0"/>
            <a:chExt cx="20116800" cy="2901514"/>
          </a:xfrm>
        </p:grpSpPr>
        <p:sp>
          <p:nvSpPr>
            <p:cNvPr id="788" name="Google Shape;788;p22"/>
            <p:cNvSpPr/>
            <p:nvPr/>
          </p:nvSpPr>
          <p:spPr>
            <a:xfrm>
              <a:off x="0" y="0"/>
              <a:ext cx="20116800" cy="2901514"/>
            </a:xfrm>
            <a:custGeom>
              <a:avLst/>
              <a:gdLst/>
              <a:ahLst/>
              <a:cxnLst/>
              <a:rect l="l" t="t" r="r" b="b"/>
              <a:pathLst>
                <a:path w="20116800" h="2901514" extrusionOk="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789" name="Google Shape;789;p22"/>
            <p:cNvSpPr txBox="1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95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100" b="0" i="0" u="none" strike="noStrike" cap="none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Menús</a:t>
              </a:r>
              <a:endParaRPr/>
            </a:p>
          </p:txBody>
        </p:sp>
      </p:grpSp>
      <p:cxnSp>
        <p:nvCxnSpPr>
          <p:cNvPr id="790" name="Google Shape;790;p22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1" name="Google Shape;791;p22"/>
          <p:cNvSpPr/>
          <p:nvPr/>
        </p:nvSpPr>
        <p:spPr>
          <a:xfrm>
            <a:off x="0" y="9601200"/>
            <a:ext cx="18288000" cy="685800"/>
          </a:xfrm>
          <a:custGeom>
            <a:avLst/>
            <a:gdLst/>
            <a:ahLst/>
            <a:cxnLst/>
            <a:rect l="l" t="t" r="r" b="b"/>
            <a:pathLst>
              <a:path w="24384000" h="914400" extrusionOk="0">
                <a:moveTo>
                  <a:pt x="0" y="0"/>
                </a:moveTo>
                <a:lnTo>
                  <a:pt x="24384000" y="0"/>
                </a:lnTo>
                <a:lnTo>
                  <a:pt x="2438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792" name="Google Shape;792;p22"/>
          <p:cNvGrpSpPr/>
          <p:nvPr/>
        </p:nvGrpSpPr>
        <p:grpSpPr>
          <a:xfrm>
            <a:off x="3118723" y="3135923"/>
            <a:ext cx="3431763" cy="2187893"/>
            <a:chOff x="0" y="0"/>
            <a:chExt cx="4575683" cy="2917190"/>
          </a:xfrm>
        </p:grpSpPr>
        <p:sp>
          <p:nvSpPr>
            <p:cNvPr id="793" name="Google Shape;793;p22"/>
            <p:cNvSpPr/>
            <p:nvPr/>
          </p:nvSpPr>
          <p:spPr>
            <a:xfrm>
              <a:off x="15875" y="15875"/>
              <a:ext cx="4543933" cy="2885440"/>
            </a:xfrm>
            <a:custGeom>
              <a:avLst/>
              <a:gdLst/>
              <a:ahLst/>
              <a:cxnLst/>
              <a:rect l="l" t="t" r="r" b="b"/>
              <a:pathLst>
                <a:path w="4543933" h="2885440" extrusionOk="0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2"/>
            <p:cNvSpPr/>
            <p:nvPr/>
          </p:nvSpPr>
          <p:spPr>
            <a:xfrm>
              <a:off x="0" y="0"/>
              <a:ext cx="4575683" cy="2917190"/>
            </a:xfrm>
            <a:custGeom>
              <a:avLst/>
              <a:gdLst/>
              <a:ahLst/>
              <a:cxnLst/>
              <a:rect l="l" t="t" r="r" b="b"/>
              <a:pathLst>
                <a:path w="4575683" h="2917190" extrusionOk="0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5" name="Google Shape;795;p22"/>
          <p:cNvGrpSpPr/>
          <p:nvPr/>
        </p:nvGrpSpPr>
        <p:grpSpPr>
          <a:xfrm>
            <a:off x="3497387" y="3495653"/>
            <a:ext cx="3431762" cy="2187893"/>
            <a:chOff x="0" y="0"/>
            <a:chExt cx="4575683" cy="2917190"/>
          </a:xfrm>
        </p:grpSpPr>
        <p:sp>
          <p:nvSpPr>
            <p:cNvPr id="796" name="Google Shape;796;p22"/>
            <p:cNvSpPr/>
            <p:nvPr/>
          </p:nvSpPr>
          <p:spPr>
            <a:xfrm>
              <a:off x="15875" y="15875"/>
              <a:ext cx="4543933" cy="2885440"/>
            </a:xfrm>
            <a:custGeom>
              <a:avLst/>
              <a:gdLst/>
              <a:ahLst/>
              <a:cxnLst/>
              <a:rect l="l" t="t" r="r" b="b"/>
              <a:pathLst>
                <a:path w="4543933" h="2885440" extrusionOk="0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2"/>
            <p:cNvSpPr/>
            <p:nvPr/>
          </p:nvSpPr>
          <p:spPr>
            <a:xfrm>
              <a:off x="0" y="0"/>
              <a:ext cx="4575683" cy="2917190"/>
            </a:xfrm>
            <a:custGeom>
              <a:avLst/>
              <a:gdLst/>
              <a:ahLst/>
              <a:cxnLst/>
              <a:rect l="l" t="t" r="r" b="b"/>
              <a:pathLst>
                <a:path w="4575683" h="2917190" extrusionOk="0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8" name="Google Shape;798;p22"/>
          <p:cNvGrpSpPr/>
          <p:nvPr/>
        </p:nvGrpSpPr>
        <p:grpSpPr>
          <a:xfrm>
            <a:off x="3560770" y="3559036"/>
            <a:ext cx="3305018" cy="2061108"/>
            <a:chOff x="0" y="0"/>
            <a:chExt cx="4406690" cy="2748144"/>
          </a:xfrm>
        </p:grpSpPr>
        <p:sp>
          <p:nvSpPr>
            <p:cNvPr id="799" name="Google Shape;799;p22"/>
            <p:cNvSpPr/>
            <p:nvPr/>
          </p:nvSpPr>
          <p:spPr>
            <a:xfrm>
              <a:off x="0" y="0"/>
              <a:ext cx="4406690" cy="2748144"/>
            </a:xfrm>
            <a:custGeom>
              <a:avLst/>
              <a:gdLst/>
              <a:ahLst/>
              <a:cxnLst/>
              <a:rect l="l" t="t" r="r" b="b"/>
              <a:pathLst>
                <a:path w="4406690" h="2748144" extrusionOk="0">
                  <a:moveTo>
                    <a:pt x="0" y="0"/>
                  </a:moveTo>
                  <a:lnTo>
                    <a:pt x="4406690" y="0"/>
                  </a:lnTo>
                  <a:lnTo>
                    <a:pt x="4406690" y="2748144"/>
                  </a:lnTo>
                  <a:lnTo>
                    <a:pt x="0" y="2748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00" name="Google Shape;800;p22"/>
            <p:cNvSpPr txBox="1"/>
            <p:nvPr/>
          </p:nvSpPr>
          <p:spPr>
            <a:xfrm>
              <a:off x="0" y="28575"/>
              <a:ext cx="4406690" cy="27195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Barra de menú (JMenuBar)</a:t>
              </a:r>
              <a:endParaRPr/>
            </a:p>
          </p:txBody>
        </p:sp>
      </p:grpSp>
      <p:grpSp>
        <p:nvGrpSpPr>
          <p:cNvPr id="801" name="Google Shape;801;p22"/>
          <p:cNvGrpSpPr/>
          <p:nvPr/>
        </p:nvGrpSpPr>
        <p:grpSpPr>
          <a:xfrm>
            <a:off x="3118723" y="6291136"/>
            <a:ext cx="3431763" cy="2187893"/>
            <a:chOff x="0" y="0"/>
            <a:chExt cx="4575683" cy="2917190"/>
          </a:xfrm>
        </p:grpSpPr>
        <p:sp>
          <p:nvSpPr>
            <p:cNvPr id="802" name="Google Shape;802;p22"/>
            <p:cNvSpPr/>
            <p:nvPr/>
          </p:nvSpPr>
          <p:spPr>
            <a:xfrm>
              <a:off x="15875" y="15875"/>
              <a:ext cx="4543933" cy="2885440"/>
            </a:xfrm>
            <a:custGeom>
              <a:avLst/>
              <a:gdLst/>
              <a:ahLst/>
              <a:cxnLst/>
              <a:rect l="l" t="t" r="r" b="b"/>
              <a:pathLst>
                <a:path w="4543933" h="2885440" extrusionOk="0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2"/>
            <p:cNvSpPr/>
            <p:nvPr/>
          </p:nvSpPr>
          <p:spPr>
            <a:xfrm>
              <a:off x="0" y="0"/>
              <a:ext cx="4575683" cy="2917190"/>
            </a:xfrm>
            <a:custGeom>
              <a:avLst/>
              <a:gdLst/>
              <a:ahLst/>
              <a:cxnLst/>
              <a:rect l="l" t="t" r="r" b="b"/>
              <a:pathLst>
                <a:path w="4575683" h="2917190" extrusionOk="0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4" name="Google Shape;804;p22"/>
          <p:cNvGrpSpPr/>
          <p:nvPr/>
        </p:nvGrpSpPr>
        <p:grpSpPr>
          <a:xfrm>
            <a:off x="3497387" y="6650866"/>
            <a:ext cx="3431762" cy="2187893"/>
            <a:chOff x="0" y="0"/>
            <a:chExt cx="4575683" cy="2917190"/>
          </a:xfrm>
        </p:grpSpPr>
        <p:sp>
          <p:nvSpPr>
            <p:cNvPr id="805" name="Google Shape;805;p22"/>
            <p:cNvSpPr/>
            <p:nvPr/>
          </p:nvSpPr>
          <p:spPr>
            <a:xfrm>
              <a:off x="15875" y="15875"/>
              <a:ext cx="4543933" cy="2885440"/>
            </a:xfrm>
            <a:custGeom>
              <a:avLst/>
              <a:gdLst/>
              <a:ahLst/>
              <a:cxnLst/>
              <a:rect l="l" t="t" r="r" b="b"/>
              <a:pathLst>
                <a:path w="4543933" h="2885440" extrusionOk="0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2"/>
            <p:cNvSpPr/>
            <p:nvPr/>
          </p:nvSpPr>
          <p:spPr>
            <a:xfrm>
              <a:off x="0" y="0"/>
              <a:ext cx="4575683" cy="2917190"/>
            </a:xfrm>
            <a:custGeom>
              <a:avLst/>
              <a:gdLst/>
              <a:ahLst/>
              <a:cxnLst/>
              <a:rect l="l" t="t" r="r" b="b"/>
              <a:pathLst>
                <a:path w="4575683" h="2917190" extrusionOk="0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7" name="Google Shape;807;p22"/>
          <p:cNvGrpSpPr/>
          <p:nvPr/>
        </p:nvGrpSpPr>
        <p:grpSpPr>
          <a:xfrm>
            <a:off x="3560770" y="6714248"/>
            <a:ext cx="3305018" cy="2061108"/>
            <a:chOff x="0" y="0"/>
            <a:chExt cx="4406690" cy="2748144"/>
          </a:xfrm>
        </p:grpSpPr>
        <p:sp>
          <p:nvSpPr>
            <p:cNvPr id="808" name="Google Shape;808;p22"/>
            <p:cNvSpPr/>
            <p:nvPr/>
          </p:nvSpPr>
          <p:spPr>
            <a:xfrm>
              <a:off x="0" y="0"/>
              <a:ext cx="4406690" cy="2748144"/>
            </a:xfrm>
            <a:custGeom>
              <a:avLst/>
              <a:gdLst/>
              <a:ahLst/>
              <a:cxnLst/>
              <a:rect l="l" t="t" r="r" b="b"/>
              <a:pathLst>
                <a:path w="4406690" h="2748144" extrusionOk="0">
                  <a:moveTo>
                    <a:pt x="0" y="0"/>
                  </a:moveTo>
                  <a:lnTo>
                    <a:pt x="4406690" y="0"/>
                  </a:lnTo>
                  <a:lnTo>
                    <a:pt x="4406690" y="2748144"/>
                  </a:lnTo>
                  <a:lnTo>
                    <a:pt x="0" y="2748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09" name="Google Shape;809;p22"/>
            <p:cNvSpPr txBox="1"/>
            <p:nvPr/>
          </p:nvSpPr>
          <p:spPr>
            <a:xfrm>
              <a:off x="0" y="28575"/>
              <a:ext cx="4406690" cy="27195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Creación de menús desplegables</a:t>
              </a:r>
              <a:endParaRPr/>
            </a:p>
          </p:txBody>
        </p:sp>
      </p:grpSp>
      <p:grpSp>
        <p:nvGrpSpPr>
          <p:cNvPr id="810" name="Google Shape;810;p22"/>
          <p:cNvGrpSpPr/>
          <p:nvPr/>
        </p:nvGrpSpPr>
        <p:grpSpPr>
          <a:xfrm>
            <a:off x="7284020" y="3135923"/>
            <a:ext cx="3431762" cy="2187893"/>
            <a:chOff x="0" y="0"/>
            <a:chExt cx="4575683" cy="2917190"/>
          </a:xfrm>
        </p:grpSpPr>
        <p:sp>
          <p:nvSpPr>
            <p:cNvPr id="811" name="Google Shape;811;p22"/>
            <p:cNvSpPr/>
            <p:nvPr/>
          </p:nvSpPr>
          <p:spPr>
            <a:xfrm>
              <a:off x="15875" y="15875"/>
              <a:ext cx="4543933" cy="2885440"/>
            </a:xfrm>
            <a:custGeom>
              <a:avLst/>
              <a:gdLst/>
              <a:ahLst/>
              <a:cxnLst/>
              <a:rect l="l" t="t" r="r" b="b"/>
              <a:pathLst>
                <a:path w="4543933" h="2885440" extrusionOk="0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2"/>
            <p:cNvSpPr/>
            <p:nvPr/>
          </p:nvSpPr>
          <p:spPr>
            <a:xfrm>
              <a:off x="0" y="0"/>
              <a:ext cx="4575683" cy="2917190"/>
            </a:xfrm>
            <a:custGeom>
              <a:avLst/>
              <a:gdLst/>
              <a:ahLst/>
              <a:cxnLst/>
              <a:rect l="l" t="t" r="r" b="b"/>
              <a:pathLst>
                <a:path w="4575683" h="2917190" extrusionOk="0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3" name="Google Shape;813;p22"/>
          <p:cNvGrpSpPr/>
          <p:nvPr/>
        </p:nvGrpSpPr>
        <p:grpSpPr>
          <a:xfrm>
            <a:off x="7662683" y="3495653"/>
            <a:ext cx="3431763" cy="2187893"/>
            <a:chOff x="0" y="0"/>
            <a:chExt cx="4575683" cy="2917190"/>
          </a:xfrm>
        </p:grpSpPr>
        <p:sp>
          <p:nvSpPr>
            <p:cNvPr id="814" name="Google Shape;814;p22"/>
            <p:cNvSpPr/>
            <p:nvPr/>
          </p:nvSpPr>
          <p:spPr>
            <a:xfrm>
              <a:off x="15875" y="15875"/>
              <a:ext cx="4543933" cy="2885440"/>
            </a:xfrm>
            <a:custGeom>
              <a:avLst/>
              <a:gdLst/>
              <a:ahLst/>
              <a:cxnLst/>
              <a:rect l="l" t="t" r="r" b="b"/>
              <a:pathLst>
                <a:path w="4543933" h="2885440" extrusionOk="0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2"/>
            <p:cNvSpPr/>
            <p:nvPr/>
          </p:nvSpPr>
          <p:spPr>
            <a:xfrm>
              <a:off x="0" y="0"/>
              <a:ext cx="4575683" cy="2917190"/>
            </a:xfrm>
            <a:custGeom>
              <a:avLst/>
              <a:gdLst/>
              <a:ahLst/>
              <a:cxnLst/>
              <a:rect l="l" t="t" r="r" b="b"/>
              <a:pathLst>
                <a:path w="4575683" h="2917190" extrusionOk="0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6" name="Google Shape;816;p22"/>
          <p:cNvGrpSpPr/>
          <p:nvPr/>
        </p:nvGrpSpPr>
        <p:grpSpPr>
          <a:xfrm>
            <a:off x="7726066" y="3559036"/>
            <a:ext cx="3305018" cy="2061108"/>
            <a:chOff x="0" y="0"/>
            <a:chExt cx="4406690" cy="2748144"/>
          </a:xfrm>
        </p:grpSpPr>
        <p:sp>
          <p:nvSpPr>
            <p:cNvPr id="817" name="Google Shape;817;p22"/>
            <p:cNvSpPr/>
            <p:nvPr/>
          </p:nvSpPr>
          <p:spPr>
            <a:xfrm>
              <a:off x="0" y="0"/>
              <a:ext cx="4406690" cy="2748144"/>
            </a:xfrm>
            <a:custGeom>
              <a:avLst/>
              <a:gdLst/>
              <a:ahLst/>
              <a:cxnLst/>
              <a:rect l="l" t="t" r="r" b="b"/>
              <a:pathLst>
                <a:path w="4406690" h="2748144" extrusionOk="0">
                  <a:moveTo>
                    <a:pt x="0" y="0"/>
                  </a:moveTo>
                  <a:lnTo>
                    <a:pt x="4406690" y="0"/>
                  </a:lnTo>
                  <a:lnTo>
                    <a:pt x="4406690" y="2748144"/>
                  </a:lnTo>
                  <a:lnTo>
                    <a:pt x="0" y="2748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18" name="Google Shape;818;p22"/>
            <p:cNvSpPr txBox="1"/>
            <p:nvPr/>
          </p:nvSpPr>
          <p:spPr>
            <a:xfrm>
              <a:off x="0" y="28575"/>
              <a:ext cx="4406690" cy="27195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Elementos de menú (JMenuItem)</a:t>
              </a:r>
              <a:endParaRPr/>
            </a:p>
          </p:txBody>
        </p:sp>
      </p:grpSp>
      <p:grpSp>
        <p:nvGrpSpPr>
          <p:cNvPr id="819" name="Google Shape;819;p22"/>
          <p:cNvGrpSpPr/>
          <p:nvPr/>
        </p:nvGrpSpPr>
        <p:grpSpPr>
          <a:xfrm>
            <a:off x="7284020" y="6291136"/>
            <a:ext cx="3431762" cy="2187893"/>
            <a:chOff x="0" y="0"/>
            <a:chExt cx="4575683" cy="2917190"/>
          </a:xfrm>
        </p:grpSpPr>
        <p:sp>
          <p:nvSpPr>
            <p:cNvPr id="820" name="Google Shape;820;p22"/>
            <p:cNvSpPr/>
            <p:nvPr/>
          </p:nvSpPr>
          <p:spPr>
            <a:xfrm>
              <a:off x="15875" y="15875"/>
              <a:ext cx="4543933" cy="2885440"/>
            </a:xfrm>
            <a:custGeom>
              <a:avLst/>
              <a:gdLst/>
              <a:ahLst/>
              <a:cxnLst/>
              <a:rect l="l" t="t" r="r" b="b"/>
              <a:pathLst>
                <a:path w="4543933" h="2885440" extrusionOk="0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2"/>
            <p:cNvSpPr/>
            <p:nvPr/>
          </p:nvSpPr>
          <p:spPr>
            <a:xfrm>
              <a:off x="0" y="0"/>
              <a:ext cx="4575683" cy="2917190"/>
            </a:xfrm>
            <a:custGeom>
              <a:avLst/>
              <a:gdLst/>
              <a:ahLst/>
              <a:cxnLst/>
              <a:rect l="l" t="t" r="r" b="b"/>
              <a:pathLst>
                <a:path w="4575683" h="2917190" extrusionOk="0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2" name="Google Shape;822;p22"/>
          <p:cNvGrpSpPr/>
          <p:nvPr/>
        </p:nvGrpSpPr>
        <p:grpSpPr>
          <a:xfrm>
            <a:off x="7662683" y="6650866"/>
            <a:ext cx="3431763" cy="2187893"/>
            <a:chOff x="0" y="0"/>
            <a:chExt cx="4575683" cy="2917190"/>
          </a:xfrm>
        </p:grpSpPr>
        <p:sp>
          <p:nvSpPr>
            <p:cNvPr id="823" name="Google Shape;823;p22"/>
            <p:cNvSpPr/>
            <p:nvPr/>
          </p:nvSpPr>
          <p:spPr>
            <a:xfrm>
              <a:off x="15875" y="15875"/>
              <a:ext cx="4543933" cy="2885440"/>
            </a:xfrm>
            <a:custGeom>
              <a:avLst/>
              <a:gdLst/>
              <a:ahLst/>
              <a:cxnLst/>
              <a:rect l="l" t="t" r="r" b="b"/>
              <a:pathLst>
                <a:path w="4543933" h="2885440" extrusionOk="0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2"/>
            <p:cNvSpPr/>
            <p:nvPr/>
          </p:nvSpPr>
          <p:spPr>
            <a:xfrm>
              <a:off x="0" y="0"/>
              <a:ext cx="4575683" cy="2917190"/>
            </a:xfrm>
            <a:custGeom>
              <a:avLst/>
              <a:gdLst/>
              <a:ahLst/>
              <a:cxnLst/>
              <a:rect l="l" t="t" r="r" b="b"/>
              <a:pathLst>
                <a:path w="4575683" h="2917190" extrusionOk="0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5" name="Google Shape;825;p22"/>
          <p:cNvGrpSpPr/>
          <p:nvPr/>
        </p:nvGrpSpPr>
        <p:grpSpPr>
          <a:xfrm>
            <a:off x="7726066" y="6714248"/>
            <a:ext cx="3305018" cy="2061108"/>
            <a:chOff x="0" y="0"/>
            <a:chExt cx="4406690" cy="2748144"/>
          </a:xfrm>
        </p:grpSpPr>
        <p:sp>
          <p:nvSpPr>
            <p:cNvPr id="826" name="Google Shape;826;p22"/>
            <p:cNvSpPr/>
            <p:nvPr/>
          </p:nvSpPr>
          <p:spPr>
            <a:xfrm>
              <a:off x="0" y="0"/>
              <a:ext cx="4406690" cy="2748144"/>
            </a:xfrm>
            <a:custGeom>
              <a:avLst/>
              <a:gdLst/>
              <a:ahLst/>
              <a:cxnLst/>
              <a:rect l="l" t="t" r="r" b="b"/>
              <a:pathLst>
                <a:path w="4406690" h="2748144" extrusionOk="0">
                  <a:moveTo>
                    <a:pt x="0" y="0"/>
                  </a:moveTo>
                  <a:lnTo>
                    <a:pt x="4406690" y="0"/>
                  </a:lnTo>
                  <a:lnTo>
                    <a:pt x="4406690" y="2748144"/>
                  </a:lnTo>
                  <a:lnTo>
                    <a:pt x="0" y="2748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27" name="Google Shape;827;p22"/>
            <p:cNvSpPr txBox="1"/>
            <p:nvPr/>
          </p:nvSpPr>
          <p:spPr>
            <a:xfrm>
              <a:off x="0" y="28575"/>
              <a:ext cx="4406690" cy="27195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Opciones dentro de un menú</a:t>
              </a:r>
              <a:endParaRPr/>
            </a:p>
          </p:txBody>
        </p:sp>
      </p:grpSp>
      <p:grpSp>
        <p:nvGrpSpPr>
          <p:cNvPr id="828" name="Google Shape;828;p22"/>
          <p:cNvGrpSpPr/>
          <p:nvPr/>
        </p:nvGrpSpPr>
        <p:grpSpPr>
          <a:xfrm>
            <a:off x="11449318" y="3135923"/>
            <a:ext cx="3431762" cy="2187893"/>
            <a:chOff x="0" y="0"/>
            <a:chExt cx="4575683" cy="2917190"/>
          </a:xfrm>
        </p:grpSpPr>
        <p:sp>
          <p:nvSpPr>
            <p:cNvPr id="829" name="Google Shape;829;p22"/>
            <p:cNvSpPr/>
            <p:nvPr/>
          </p:nvSpPr>
          <p:spPr>
            <a:xfrm>
              <a:off x="15875" y="15875"/>
              <a:ext cx="4543933" cy="2885440"/>
            </a:xfrm>
            <a:custGeom>
              <a:avLst/>
              <a:gdLst/>
              <a:ahLst/>
              <a:cxnLst/>
              <a:rect l="l" t="t" r="r" b="b"/>
              <a:pathLst>
                <a:path w="4543933" h="2885440" extrusionOk="0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2"/>
            <p:cNvSpPr/>
            <p:nvPr/>
          </p:nvSpPr>
          <p:spPr>
            <a:xfrm>
              <a:off x="0" y="0"/>
              <a:ext cx="4575683" cy="2917190"/>
            </a:xfrm>
            <a:custGeom>
              <a:avLst/>
              <a:gdLst/>
              <a:ahLst/>
              <a:cxnLst/>
              <a:rect l="l" t="t" r="r" b="b"/>
              <a:pathLst>
                <a:path w="4575683" h="2917190" extrusionOk="0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1" name="Google Shape;831;p22"/>
          <p:cNvGrpSpPr/>
          <p:nvPr/>
        </p:nvGrpSpPr>
        <p:grpSpPr>
          <a:xfrm>
            <a:off x="11827981" y="3495653"/>
            <a:ext cx="3702056" cy="2187893"/>
            <a:chOff x="0" y="0"/>
            <a:chExt cx="4936075" cy="2917190"/>
          </a:xfrm>
        </p:grpSpPr>
        <p:sp>
          <p:nvSpPr>
            <p:cNvPr id="832" name="Google Shape;832;p22"/>
            <p:cNvSpPr/>
            <p:nvPr/>
          </p:nvSpPr>
          <p:spPr>
            <a:xfrm>
              <a:off x="17125" y="15875"/>
              <a:ext cx="4901824" cy="2885440"/>
            </a:xfrm>
            <a:custGeom>
              <a:avLst/>
              <a:gdLst/>
              <a:ahLst/>
              <a:cxnLst/>
              <a:rect l="l" t="t" r="r" b="b"/>
              <a:pathLst>
                <a:path w="4901824" h="2885440" extrusionOk="0">
                  <a:moveTo>
                    <a:pt x="0" y="288544"/>
                  </a:moveTo>
                  <a:cubicBezTo>
                    <a:pt x="0" y="129159"/>
                    <a:pt x="139880" y="0"/>
                    <a:pt x="312504" y="0"/>
                  </a:cubicBezTo>
                  <a:lnTo>
                    <a:pt x="4589321" y="0"/>
                  </a:lnTo>
                  <a:cubicBezTo>
                    <a:pt x="4761945" y="0"/>
                    <a:pt x="4901824" y="129159"/>
                    <a:pt x="4901824" y="288544"/>
                  </a:cubicBezTo>
                  <a:lnTo>
                    <a:pt x="4901824" y="2596896"/>
                  </a:lnTo>
                  <a:cubicBezTo>
                    <a:pt x="4901824" y="2756281"/>
                    <a:pt x="4761945" y="2885440"/>
                    <a:pt x="4589321" y="2885440"/>
                  </a:cubicBezTo>
                  <a:lnTo>
                    <a:pt x="312504" y="2885440"/>
                  </a:lnTo>
                  <a:cubicBezTo>
                    <a:pt x="139880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2"/>
            <p:cNvSpPr/>
            <p:nvPr/>
          </p:nvSpPr>
          <p:spPr>
            <a:xfrm>
              <a:off x="0" y="0"/>
              <a:ext cx="4936075" cy="2917190"/>
            </a:xfrm>
            <a:custGeom>
              <a:avLst/>
              <a:gdLst/>
              <a:ahLst/>
              <a:cxnLst/>
              <a:rect l="l" t="t" r="r" b="b"/>
              <a:pathLst>
                <a:path w="4936075" h="2917190" extrusionOk="0">
                  <a:moveTo>
                    <a:pt x="0" y="304419"/>
                  </a:moveTo>
                  <a:cubicBezTo>
                    <a:pt x="0" y="136271"/>
                    <a:pt x="147689" y="0"/>
                    <a:pt x="329629" y="0"/>
                  </a:cubicBezTo>
                  <a:lnTo>
                    <a:pt x="4606446" y="0"/>
                  </a:lnTo>
                  <a:lnTo>
                    <a:pt x="4606446" y="15875"/>
                  </a:lnTo>
                  <a:lnTo>
                    <a:pt x="4606446" y="0"/>
                  </a:lnTo>
                  <a:cubicBezTo>
                    <a:pt x="4788386" y="0"/>
                    <a:pt x="4936075" y="136271"/>
                    <a:pt x="4936075" y="304419"/>
                  </a:cubicBezTo>
                  <a:lnTo>
                    <a:pt x="4918949" y="304419"/>
                  </a:lnTo>
                  <a:lnTo>
                    <a:pt x="4936075" y="304419"/>
                  </a:lnTo>
                  <a:lnTo>
                    <a:pt x="4936075" y="2612771"/>
                  </a:lnTo>
                  <a:lnTo>
                    <a:pt x="4918949" y="2612771"/>
                  </a:lnTo>
                  <a:lnTo>
                    <a:pt x="4936075" y="2612771"/>
                  </a:lnTo>
                  <a:cubicBezTo>
                    <a:pt x="4936075" y="2780919"/>
                    <a:pt x="4788386" y="2917190"/>
                    <a:pt x="4606446" y="2917190"/>
                  </a:cubicBezTo>
                  <a:lnTo>
                    <a:pt x="4606446" y="2901315"/>
                  </a:lnTo>
                  <a:lnTo>
                    <a:pt x="4606446" y="2917190"/>
                  </a:lnTo>
                  <a:lnTo>
                    <a:pt x="329629" y="2917190"/>
                  </a:lnTo>
                  <a:lnTo>
                    <a:pt x="329629" y="2901315"/>
                  </a:lnTo>
                  <a:lnTo>
                    <a:pt x="329629" y="2917190"/>
                  </a:lnTo>
                  <a:cubicBezTo>
                    <a:pt x="147689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7125" y="304419"/>
                  </a:lnTo>
                  <a:lnTo>
                    <a:pt x="0" y="304419"/>
                  </a:lnTo>
                  <a:moveTo>
                    <a:pt x="34251" y="304419"/>
                  </a:moveTo>
                  <a:lnTo>
                    <a:pt x="34251" y="2612771"/>
                  </a:lnTo>
                  <a:lnTo>
                    <a:pt x="17125" y="2612771"/>
                  </a:lnTo>
                  <a:lnTo>
                    <a:pt x="34251" y="2612771"/>
                  </a:lnTo>
                  <a:cubicBezTo>
                    <a:pt x="34251" y="2763266"/>
                    <a:pt x="166458" y="2885440"/>
                    <a:pt x="329629" y="2885440"/>
                  </a:cubicBezTo>
                  <a:lnTo>
                    <a:pt x="4606446" y="2885440"/>
                  </a:lnTo>
                  <a:cubicBezTo>
                    <a:pt x="4769616" y="2885440"/>
                    <a:pt x="4901824" y="2763266"/>
                    <a:pt x="4901824" y="2612771"/>
                  </a:cubicBezTo>
                  <a:lnTo>
                    <a:pt x="4901824" y="304419"/>
                  </a:lnTo>
                  <a:cubicBezTo>
                    <a:pt x="4901824" y="153924"/>
                    <a:pt x="4769616" y="31750"/>
                    <a:pt x="4606446" y="31750"/>
                  </a:cubicBezTo>
                  <a:lnTo>
                    <a:pt x="329629" y="31750"/>
                  </a:lnTo>
                  <a:lnTo>
                    <a:pt x="329629" y="15875"/>
                  </a:lnTo>
                  <a:lnTo>
                    <a:pt x="329629" y="31750"/>
                  </a:lnTo>
                  <a:cubicBezTo>
                    <a:pt x="166458" y="31750"/>
                    <a:pt x="34251" y="153924"/>
                    <a:pt x="34251" y="304419"/>
                  </a:cubicBezTo>
                  <a:close/>
                </a:path>
              </a:pathLst>
            </a:custGeom>
            <a:solidFill>
              <a:srgbClr val="C696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4" name="Google Shape;834;p22"/>
          <p:cNvGrpSpPr/>
          <p:nvPr/>
        </p:nvGrpSpPr>
        <p:grpSpPr>
          <a:xfrm>
            <a:off x="11827891" y="3337011"/>
            <a:ext cx="3702168" cy="2482235"/>
            <a:chOff x="0" y="0"/>
            <a:chExt cx="4936224" cy="3309646"/>
          </a:xfrm>
        </p:grpSpPr>
        <p:sp>
          <p:nvSpPr>
            <p:cNvPr id="835" name="Google Shape;835;p22"/>
            <p:cNvSpPr/>
            <p:nvPr/>
          </p:nvSpPr>
          <p:spPr>
            <a:xfrm>
              <a:off x="0" y="0"/>
              <a:ext cx="4936224" cy="3309646"/>
            </a:xfrm>
            <a:custGeom>
              <a:avLst/>
              <a:gdLst/>
              <a:ahLst/>
              <a:cxnLst/>
              <a:rect l="l" t="t" r="r" b="b"/>
              <a:pathLst>
                <a:path w="4936224" h="3309646" extrusionOk="0">
                  <a:moveTo>
                    <a:pt x="0" y="0"/>
                  </a:moveTo>
                  <a:lnTo>
                    <a:pt x="4936224" y="0"/>
                  </a:lnTo>
                  <a:lnTo>
                    <a:pt x="4936224" y="3309646"/>
                  </a:lnTo>
                  <a:lnTo>
                    <a:pt x="0" y="33096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36" name="Google Shape;836;p22"/>
            <p:cNvSpPr txBox="1"/>
            <p:nvPr/>
          </p:nvSpPr>
          <p:spPr>
            <a:xfrm>
              <a:off x="0" y="28575"/>
              <a:ext cx="4936224" cy="3281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Menús emergentes (JPopupMenu)</a:t>
              </a:r>
              <a:endParaRPr/>
            </a:p>
          </p:txBody>
        </p:sp>
      </p:grpSp>
      <p:grpSp>
        <p:nvGrpSpPr>
          <p:cNvPr id="837" name="Google Shape;837;p22"/>
          <p:cNvGrpSpPr/>
          <p:nvPr/>
        </p:nvGrpSpPr>
        <p:grpSpPr>
          <a:xfrm>
            <a:off x="11449318" y="6291136"/>
            <a:ext cx="3431762" cy="2187893"/>
            <a:chOff x="0" y="0"/>
            <a:chExt cx="4575683" cy="2917190"/>
          </a:xfrm>
        </p:grpSpPr>
        <p:sp>
          <p:nvSpPr>
            <p:cNvPr id="838" name="Google Shape;838;p22"/>
            <p:cNvSpPr/>
            <p:nvPr/>
          </p:nvSpPr>
          <p:spPr>
            <a:xfrm>
              <a:off x="15875" y="15875"/>
              <a:ext cx="4543933" cy="2885440"/>
            </a:xfrm>
            <a:custGeom>
              <a:avLst/>
              <a:gdLst/>
              <a:ahLst/>
              <a:cxnLst/>
              <a:rect l="l" t="t" r="r" b="b"/>
              <a:pathLst>
                <a:path w="4543933" h="2885440" extrusionOk="0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2"/>
            <p:cNvSpPr/>
            <p:nvPr/>
          </p:nvSpPr>
          <p:spPr>
            <a:xfrm>
              <a:off x="0" y="0"/>
              <a:ext cx="4575683" cy="2917190"/>
            </a:xfrm>
            <a:custGeom>
              <a:avLst/>
              <a:gdLst/>
              <a:ahLst/>
              <a:cxnLst/>
              <a:rect l="l" t="t" r="r" b="b"/>
              <a:pathLst>
                <a:path w="4575683" h="2917190" extrusionOk="0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0" name="Google Shape;840;p22"/>
          <p:cNvGrpSpPr/>
          <p:nvPr/>
        </p:nvGrpSpPr>
        <p:grpSpPr>
          <a:xfrm>
            <a:off x="11827981" y="6650866"/>
            <a:ext cx="3431762" cy="2187893"/>
            <a:chOff x="0" y="0"/>
            <a:chExt cx="4575683" cy="2917190"/>
          </a:xfrm>
        </p:grpSpPr>
        <p:sp>
          <p:nvSpPr>
            <p:cNvPr id="841" name="Google Shape;841;p22"/>
            <p:cNvSpPr/>
            <p:nvPr/>
          </p:nvSpPr>
          <p:spPr>
            <a:xfrm>
              <a:off x="15875" y="15875"/>
              <a:ext cx="4543933" cy="2885440"/>
            </a:xfrm>
            <a:custGeom>
              <a:avLst/>
              <a:gdLst/>
              <a:ahLst/>
              <a:cxnLst/>
              <a:rect l="l" t="t" r="r" b="b"/>
              <a:pathLst>
                <a:path w="4543933" h="2885440" extrusionOk="0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2"/>
            <p:cNvSpPr/>
            <p:nvPr/>
          </p:nvSpPr>
          <p:spPr>
            <a:xfrm>
              <a:off x="0" y="0"/>
              <a:ext cx="4575683" cy="2917190"/>
            </a:xfrm>
            <a:custGeom>
              <a:avLst/>
              <a:gdLst/>
              <a:ahLst/>
              <a:cxnLst/>
              <a:rect l="l" t="t" r="r" b="b"/>
              <a:pathLst>
                <a:path w="4575683" h="2917190" extrusionOk="0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BA7F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" name="Google Shape;843;p22"/>
          <p:cNvGrpSpPr/>
          <p:nvPr/>
        </p:nvGrpSpPr>
        <p:grpSpPr>
          <a:xfrm>
            <a:off x="11891363" y="6714248"/>
            <a:ext cx="3305018" cy="2061108"/>
            <a:chOff x="0" y="0"/>
            <a:chExt cx="4406690" cy="2748144"/>
          </a:xfrm>
        </p:grpSpPr>
        <p:sp>
          <p:nvSpPr>
            <p:cNvPr id="844" name="Google Shape;844;p22"/>
            <p:cNvSpPr/>
            <p:nvPr/>
          </p:nvSpPr>
          <p:spPr>
            <a:xfrm>
              <a:off x="0" y="0"/>
              <a:ext cx="4406690" cy="2748144"/>
            </a:xfrm>
            <a:custGeom>
              <a:avLst/>
              <a:gdLst/>
              <a:ahLst/>
              <a:cxnLst/>
              <a:rect l="l" t="t" r="r" b="b"/>
              <a:pathLst>
                <a:path w="4406690" h="2748144" extrusionOk="0">
                  <a:moveTo>
                    <a:pt x="0" y="0"/>
                  </a:moveTo>
                  <a:lnTo>
                    <a:pt x="4406690" y="0"/>
                  </a:lnTo>
                  <a:lnTo>
                    <a:pt x="4406690" y="2748144"/>
                  </a:lnTo>
                  <a:lnTo>
                    <a:pt x="0" y="2748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45" name="Google Shape;845;p22"/>
            <p:cNvSpPr txBox="1"/>
            <p:nvPr/>
          </p:nvSpPr>
          <p:spPr>
            <a:xfrm>
              <a:off x="0" y="28575"/>
              <a:ext cx="4406690" cy="27195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5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Menús contextuales</a:t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23"/>
          <p:cNvSpPr/>
          <p:nvPr/>
        </p:nvSpPr>
        <p:spPr>
          <a:xfrm>
            <a:off x="4762" y="9601200"/>
            <a:ext cx="18283238" cy="685800"/>
          </a:xfrm>
          <a:custGeom>
            <a:avLst/>
            <a:gdLst/>
            <a:ahLst/>
            <a:cxnLst/>
            <a:rect l="l" t="t" r="r" b="b"/>
            <a:pathLst>
              <a:path w="24377650" h="914400" extrusionOk="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cxnSp>
        <p:nvCxnSpPr>
          <p:cNvPr id="851" name="Google Shape;851;p23"/>
          <p:cNvCxnSpPr/>
          <p:nvPr/>
        </p:nvCxnSpPr>
        <p:spPr>
          <a:xfrm rot="4374">
            <a:off x="1780767" y="2846070"/>
            <a:ext cx="1496950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52" name="Google Shape;852;p23"/>
          <p:cNvSpPr/>
          <p:nvPr/>
        </p:nvSpPr>
        <p:spPr>
          <a:xfrm>
            <a:off x="4762" y="9601200"/>
            <a:ext cx="18283238" cy="685800"/>
          </a:xfrm>
          <a:custGeom>
            <a:avLst/>
            <a:gdLst/>
            <a:ahLst/>
            <a:cxnLst/>
            <a:rect l="l" t="t" r="r" b="b"/>
            <a:pathLst>
              <a:path w="24377650" h="914400" extrusionOk="0">
                <a:moveTo>
                  <a:pt x="0" y="0"/>
                </a:moveTo>
                <a:lnTo>
                  <a:pt x="24377650" y="0"/>
                </a:lnTo>
                <a:lnTo>
                  <a:pt x="2437765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cxnSp>
        <p:nvCxnSpPr>
          <p:cNvPr id="853" name="Google Shape;853;p23"/>
          <p:cNvCxnSpPr/>
          <p:nvPr/>
        </p:nvCxnSpPr>
        <p:spPr>
          <a:xfrm rot="4415">
            <a:off x="1801956" y="6712111"/>
            <a:ext cx="1483234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54" name="Google Shape;854;p23"/>
          <p:cNvSpPr/>
          <p:nvPr/>
        </p:nvSpPr>
        <p:spPr>
          <a:xfrm>
            <a:off x="4911" y="0"/>
            <a:ext cx="18283047" cy="10288428"/>
          </a:xfrm>
          <a:custGeom>
            <a:avLst/>
            <a:gdLst/>
            <a:ahLst/>
            <a:cxnLst/>
            <a:rect l="l" t="t" r="r" b="b"/>
            <a:pathLst>
              <a:path w="24377396" h="13717905" extrusionOk="0">
                <a:moveTo>
                  <a:pt x="0" y="0"/>
                </a:moveTo>
                <a:lnTo>
                  <a:pt x="24377396" y="0"/>
                </a:lnTo>
                <a:lnTo>
                  <a:pt x="24377396" y="13717905"/>
                </a:lnTo>
                <a:lnTo>
                  <a:pt x="0" y="1371790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855" name="Google Shape;855;p23"/>
          <p:cNvSpPr/>
          <p:nvPr/>
        </p:nvSpPr>
        <p:spPr>
          <a:xfrm>
            <a:off x="965200" y="1857663"/>
            <a:ext cx="5453920" cy="6533673"/>
          </a:xfrm>
          <a:custGeom>
            <a:avLst/>
            <a:gdLst/>
            <a:ahLst/>
            <a:cxnLst/>
            <a:rect l="l" t="t" r="r" b="b"/>
            <a:pathLst>
              <a:path w="7271893" h="8711565" extrusionOk="0">
                <a:moveTo>
                  <a:pt x="0" y="0"/>
                </a:moveTo>
                <a:lnTo>
                  <a:pt x="7271893" y="0"/>
                </a:lnTo>
                <a:lnTo>
                  <a:pt x="7271893" y="8711565"/>
                </a:lnTo>
                <a:lnTo>
                  <a:pt x="0" y="8711565"/>
                </a:lnTo>
                <a:close/>
              </a:path>
            </a:pathLst>
          </a:custGeom>
          <a:solidFill>
            <a:srgbClr val="000000">
              <a:alpha val="72156"/>
            </a:srgbClr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856" name="Google Shape;856;p23"/>
          <p:cNvGrpSpPr/>
          <p:nvPr/>
        </p:nvGrpSpPr>
        <p:grpSpPr>
          <a:xfrm>
            <a:off x="1281416" y="2212851"/>
            <a:ext cx="4821461" cy="4352541"/>
            <a:chOff x="0" y="0"/>
            <a:chExt cx="6428614" cy="5803388"/>
          </a:xfrm>
        </p:grpSpPr>
        <p:sp>
          <p:nvSpPr>
            <p:cNvPr id="857" name="Google Shape;857;p23"/>
            <p:cNvSpPr/>
            <p:nvPr/>
          </p:nvSpPr>
          <p:spPr>
            <a:xfrm>
              <a:off x="0" y="0"/>
              <a:ext cx="6428614" cy="5803388"/>
            </a:xfrm>
            <a:custGeom>
              <a:avLst/>
              <a:gdLst/>
              <a:ahLst/>
              <a:cxnLst/>
              <a:rect l="l" t="t" r="r" b="b"/>
              <a:pathLst>
                <a:path w="6428614" h="5803388" extrusionOk="0">
                  <a:moveTo>
                    <a:pt x="0" y="0"/>
                  </a:moveTo>
                  <a:lnTo>
                    <a:pt x="6428614" y="0"/>
                  </a:lnTo>
                  <a:lnTo>
                    <a:pt x="6428614" y="5803388"/>
                  </a:lnTo>
                  <a:lnTo>
                    <a:pt x="0" y="58033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58" name="Google Shape;858;p23"/>
            <p:cNvSpPr txBox="1"/>
            <p:nvPr/>
          </p:nvSpPr>
          <p:spPr>
            <a:xfrm>
              <a:off x="0" y="38100"/>
              <a:ext cx="6428614" cy="5765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Dudas o Comentarios</a:t>
              </a:r>
              <a:endParaRPr/>
            </a:p>
          </p:txBody>
        </p:sp>
      </p:grpSp>
      <p:cxnSp>
        <p:nvCxnSpPr>
          <p:cNvPr id="859" name="Google Shape;859;p23"/>
          <p:cNvCxnSpPr/>
          <p:nvPr/>
        </p:nvCxnSpPr>
        <p:spPr>
          <a:xfrm rot="20936">
            <a:off x="1346094" y="6753254"/>
            <a:ext cx="4692102" cy="0"/>
          </a:xfrm>
          <a:prstGeom prst="straightConnector1">
            <a:avLst/>
          </a:prstGeom>
          <a:noFill/>
          <a:ln w="19050" cap="rnd" cmpd="sng">
            <a:solidFill>
              <a:srgbClr val="C696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0" name="Google Shape;860;p23" descr="Un oso de peluche con un sombrero  El contenido generado por IA puede ser incorrecto."/>
          <p:cNvSpPr/>
          <p:nvPr/>
        </p:nvSpPr>
        <p:spPr>
          <a:xfrm>
            <a:off x="6904144" y="2670758"/>
            <a:ext cx="4964769" cy="4907438"/>
          </a:xfrm>
          <a:custGeom>
            <a:avLst/>
            <a:gdLst/>
            <a:ahLst/>
            <a:cxnLst/>
            <a:rect l="l" t="t" r="r" b="b"/>
            <a:pathLst>
              <a:path w="4964769" h="4907438" extrusionOk="0">
                <a:moveTo>
                  <a:pt x="0" y="0"/>
                </a:moveTo>
                <a:lnTo>
                  <a:pt x="4964769" y="0"/>
                </a:lnTo>
                <a:lnTo>
                  <a:pt x="4964769" y="4907437"/>
                </a:lnTo>
                <a:lnTo>
                  <a:pt x="0" y="49074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861" name="Google Shape;861;p23" descr="Símbolos amarillo y azul"/>
          <p:cNvSpPr/>
          <p:nvPr/>
        </p:nvSpPr>
        <p:spPr>
          <a:xfrm>
            <a:off x="12351513" y="2330918"/>
            <a:ext cx="4966376" cy="5587115"/>
          </a:xfrm>
          <a:custGeom>
            <a:avLst/>
            <a:gdLst/>
            <a:ahLst/>
            <a:cxnLst/>
            <a:rect l="l" t="t" r="r" b="b"/>
            <a:pathLst>
              <a:path w="4966376" h="5587115" extrusionOk="0">
                <a:moveTo>
                  <a:pt x="0" y="0"/>
                </a:moveTo>
                <a:lnTo>
                  <a:pt x="4966375" y="0"/>
                </a:lnTo>
                <a:lnTo>
                  <a:pt x="4966375" y="5587114"/>
                </a:lnTo>
                <a:lnTo>
                  <a:pt x="0" y="5587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9763" r="-27288" b="-16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862" name="Google Shape;862;p23"/>
          <p:cNvSpPr/>
          <p:nvPr/>
        </p:nvSpPr>
        <p:spPr>
          <a:xfrm>
            <a:off x="1" y="9601200"/>
            <a:ext cx="18288000" cy="685800"/>
          </a:xfrm>
          <a:custGeom>
            <a:avLst/>
            <a:gdLst/>
            <a:ahLst/>
            <a:cxnLst/>
            <a:rect l="l" t="t" r="r" b="b"/>
            <a:pathLst>
              <a:path w="24384000" h="914400" extrusionOk="0">
                <a:moveTo>
                  <a:pt x="0" y="0"/>
                </a:moveTo>
                <a:lnTo>
                  <a:pt x="24384000" y="0"/>
                </a:lnTo>
                <a:lnTo>
                  <a:pt x="243840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262626">
              <a:alpha val="89803"/>
            </a:srgbClr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4"/>
          <p:cNvSpPr/>
          <p:nvPr/>
        </p:nvSpPr>
        <p:spPr>
          <a:xfrm>
            <a:off x="8694602" y="5067860"/>
            <a:ext cx="9591865" cy="5219129"/>
          </a:xfrm>
          <a:custGeom>
            <a:avLst/>
            <a:gdLst/>
            <a:ahLst/>
            <a:cxnLst/>
            <a:rect l="l" t="t" r="r" b="b"/>
            <a:pathLst>
              <a:path w="12789154" h="6958838" extrusionOk="0">
                <a:moveTo>
                  <a:pt x="10342626" y="1270"/>
                </a:moveTo>
                <a:cubicBezTo>
                  <a:pt x="11215370" y="15748"/>
                  <a:pt x="12078081" y="307975"/>
                  <a:pt x="12788647" y="860806"/>
                </a:cubicBezTo>
                <a:lnTo>
                  <a:pt x="12789154" y="861314"/>
                </a:lnTo>
                <a:lnTo>
                  <a:pt x="12789154" y="6958838"/>
                </a:lnTo>
                <a:lnTo>
                  <a:pt x="0" y="6958838"/>
                </a:lnTo>
                <a:lnTo>
                  <a:pt x="7833995" y="811784"/>
                </a:lnTo>
                <a:lnTo>
                  <a:pt x="7918958" y="748538"/>
                </a:lnTo>
                <a:cubicBezTo>
                  <a:pt x="8582152" y="280035"/>
                  <a:pt x="9342247" y="35814"/>
                  <a:pt x="10104374" y="4318"/>
                </a:cubicBezTo>
                <a:cubicBezTo>
                  <a:pt x="10183749" y="1016"/>
                  <a:pt x="10263251" y="0"/>
                  <a:pt x="10342499" y="1397"/>
                </a:cubicBezTo>
                <a:close/>
              </a:path>
            </a:pathLst>
          </a:custGeom>
          <a:gradFill>
            <a:gsLst>
              <a:gs pos="0">
                <a:srgbClr val="E3E8E2"/>
              </a:gs>
              <a:gs pos="39000">
                <a:srgbClr val="E3E8E2"/>
              </a:gs>
              <a:gs pos="100000">
                <a:srgbClr val="DE6BEF"/>
              </a:gs>
            </a:gsLst>
            <a:lin ang="12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8" name="Google Shape;868;p2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869" name="Google Shape;869;p24" descr="Aparatos de color neón"/>
          <p:cNvSpPr/>
          <p:nvPr/>
        </p:nvSpPr>
        <p:spPr>
          <a:xfrm>
            <a:off x="30" y="15"/>
            <a:ext cx="18287968" cy="10286984"/>
          </a:xfrm>
          <a:custGeom>
            <a:avLst/>
            <a:gdLst/>
            <a:ahLst/>
            <a:cxnLst/>
            <a:rect l="l" t="t" r="r" b="b"/>
            <a:pathLst>
              <a:path w="18287968" h="10286984" extrusionOk="0">
                <a:moveTo>
                  <a:pt x="0" y="0"/>
                </a:moveTo>
                <a:lnTo>
                  <a:pt x="18287968" y="0"/>
                </a:lnTo>
                <a:lnTo>
                  <a:pt x="18287968" y="10286983"/>
                </a:lnTo>
                <a:lnTo>
                  <a:pt x="0" y="10286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4" b="-26221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870" name="Google Shape;870;p24"/>
          <p:cNvSpPr/>
          <p:nvPr/>
        </p:nvSpPr>
        <p:spPr>
          <a:xfrm rot="-60000">
            <a:off x="1553324" y="2167107"/>
            <a:ext cx="16787717" cy="8265986"/>
          </a:xfrm>
          <a:custGeom>
            <a:avLst/>
            <a:gdLst/>
            <a:ahLst/>
            <a:cxnLst/>
            <a:rect l="l" t="t" r="r" b="b"/>
            <a:pathLst>
              <a:path w="22383623" h="11021314" extrusionOk="0">
                <a:moveTo>
                  <a:pt x="22232238" y="11021314"/>
                </a:moveTo>
                <a:lnTo>
                  <a:pt x="0" y="10633202"/>
                </a:lnTo>
                <a:lnTo>
                  <a:pt x="12057634" y="1507490"/>
                </a:lnTo>
                <a:lnTo>
                  <a:pt x="12226163" y="1386459"/>
                </a:lnTo>
                <a:cubicBezTo>
                  <a:pt x="13541121" y="491871"/>
                  <a:pt x="15037815" y="39370"/>
                  <a:pt x="16531589" y="3683"/>
                </a:cubicBezTo>
                <a:cubicBezTo>
                  <a:pt x="16687164" y="0"/>
                  <a:pt x="16842739" y="762"/>
                  <a:pt x="16998060" y="6096"/>
                </a:cubicBezTo>
                <a:cubicBezTo>
                  <a:pt x="18891250" y="70612"/>
                  <a:pt x="20748625" y="802386"/>
                  <a:pt x="22192233" y="2149221"/>
                </a:cubicBezTo>
                <a:lnTo>
                  <a:pt x="22383623" y="2336927"/>
                </a:lnTo>
                <a:close/>
              </a:path>
            </a:pathLst>
          </a:custGeom>
          <a:gradFill>
            <a:gsLst>
              <a:gs pos="0">
                <a:srgbClr val="E3E8E2">
                  <a:alpha val="67843"/>
                </a:srgbClr>
              </a:gs>
              <a:gs pos="23000">
                <a:srgbClr val="E3E8E2">
                  <a:alpha val="67843"/>
                </a:srgbClr>
              </a:gs>
              <a:gs pos="100000">
                <a:srgbClr val="DE6BEF">
                  <a:alpha val="77647"/>
                </a:srgbClr>
              </a:gs>
            </a:gsLst>
            <a:lin ang="1446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1" name="Google Shape;871;p24"/>
          <p:cNvGrpSpPr/>
          <p:nvPr/>
        </p:nvGrpSpPr>
        <p:grpSpPr>
          <a:xfrm>
            <a:off x="8823669" y="4617545"/>
            <a:ext cx="8143935" cy="3235269"/>
            <a:chOff x="0" y="-28575"/>
            <a:chExt cx="10858580" cy="4313693"/>
          </a:xfrm>
        </p:grpSpPr>
        <p:sp>
          <p:nvSpPr>
            <p:cNvPr id="872" name="Google Shape;872;p24"/>
            <p:cNvSpPr/>
            <p:nvPr/>
          </p:nvSpPr>
          <p:spPr>
            <a:xfrm>
              <a:off x="0" y="0"/>
              <a:ext cx="10858580" cy="4285118"/>
            </a:xfrm>
            <a:custGeom>
              <a:avLst/>
              <a:gdLst/>
              <a:ahLst/>
              <a:cxnLst/>
              <a:rect l="l" t="t" r="r" b="b"/>
              <a:pathLst>
                <a:path w="10858580" h="4285118" extrusionOk="0">
                  <a:moveTo>
                    <a:pt x="0" y="0"/>
                  </a:moveTo>
                  <a:lnTo>
                    <a:pt x="10858580" y="0"/>
                  </a:lnTo>
                  <a:lnTo>
                    <a:pt x="10858580" y="4285118"/>
                  </a:lnTo>
                  <a:lnTo>
                    <a:pt x="0" y="42851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73" name="Google Shape;873;p24"/>
            <p:cNvSpPr txBox="1"/>
            <p:nvPr/>
          </p:nvSpPr>
          <p:spPr>
            <a:xfrm>
              <a:off x="0" y="-28575"/>
              <a:ext cx="10858580" cy="43136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00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MVC</a:t>
              </a:r>
              <a:endParaRPr/>
            </a:p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262626"/>
                  </a:solidFill>
                  <a:latin typeface="Arimo"/>
                  <a:ea typeface="Arimo"/>
                  <a:cs typeface="Arimo"/>
                  <a:sym typeface="Arimo"/>
                </a:rPr>
                <a:t>Modelo Vista Controlador</a:t>
              </a:r>
              <a:endParaRPr/>
            </a:p>
          </p:txBody>
        </p:sp>
      </p:grpSp>
      <p:grpSp>
        <p:nvGrpSpPr>
          <p:cNvPr id="874" name="Google Shape;874;p24"/>
          <p:cNvGrpSpPr/>
          <p:nvPr/>
        </p:nvGrpSpPr>
        <p:grpSpPr>
          <a:xfrm>
            <a:off x="8744726" y="8050164"/>
            <a:ext cx="8222880" cy="1427504"/>
            <a:chOff x="0" y="-85725"/>
            <a:chExt cx="10963840" cy="1903339"/>
          </a:xfrm>
        </p:grpSpPr>
        <p:sp>
          <p:nvSpPr>
            <p:cNvPr id="875" name="Google Shape;875;p24"/>
            <p:cNvSpPr/>
            <p:nvPr/>
          </p:nvSpPr>
          <p:spPr>
            <a:xfrm>
              <a:off x="0" y="0"/>
              <a:ext cx="10963840" cy="1817614"/>
            </a:xfrm>
            <a:custGeom>
              <a:avLst/>
              <a:gdLst/>
              <a:ahLst/>
              <a:cxnLst/>
              <a:rect l="l" t="t" r="r" b="b"/>
              <a:pathLst>
                <a:path w="10963840" h="1817614" extrusionOk="0">
                  <a:moveTo>
                    <a:pt x="0" y="0"/>
                  </a:moveTo>
                  <a:lnTo>
                    <a:pt x="10963840" y="0"/>
                  </a:lnTo>
                  <a:lnTo>
                    <a:pt x="10963840" y="1817614"/>
                  </a:lnTo>
                  <a:lnTo>
                    <a:pt x="0" y="1817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76" name="Google Shape;876;p24"/>
            <p:cNvSpPr txBox="1"/>
            <p:nvPr/>
          </p:nvSpPr>
          <p:spPr>
            <a:xfrm>
              <a:off x="0" y="-85725"/>
              <a:ext cx="10963840" cy="19033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Definición, Elementos, Ventajas</a:t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1" name="Google Shape;881;p25"/>
          <p:cNvGrpSpPr/>
          <p:nvPr/>
        </p:nvGrpSpPr>
        <p:grpSpPr>
          <a:xfrm>
            <a:off x="1600200" y="1040259"/>
            <a:ext cx="6260124" cy="1885949"/>
            <a:chOff x="0" y="0"/>
            <a:chExt cx="8346832" cy="2514598"/>
          </a:xfrm>
        </p:grpSpPr>
        <p:sp>
          <p:nvSpPr>
            <p:cNvPr id="882" name="Google Shape;882;p25"/>
            <p:cNvSpPr/>
            <p:nvPr/>
          </p:nvSpPr>
          <p:spPr>
            <a:xfrm>
              <a:off x="0" y="0"/>
              <a:ext cx="8346832" cy="2514598"/>
            </a:xfrm>
            <a:custGeom>
              <a:avLst/>
              <a:gdLst/>
              <a:ahLst/>
              <a:cxnLst/>
              <a:rect l="l" t="t" r="r" b="b"/>
              <a:pathLst>
                <a:path w="8346832" h="2514598" extrusionOk="0">
                  <a:moveTo>
                    <a:pt x="0" y="0"/>
                  </a:moveTo>
                  <a:lnTo>
                    <a:pt x="8346832" y="0"/>
                  </a:lnTo>
                  <a:lnTo>
                    <a:pt x="8346832" y="2514598"/>
                  </a:lnTo>
                  <a:lnTo>
                    <a:pt x="0" y="2514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83" name="Google Shape;883;p25"/>
            <p:cNvSpPr txBox="1"/>
            <p:nvPr/>
          </p:nvSpPr>
          <p:spPr>
            <a:xfrm>
              <a:off x="0" y="38100"/>
              <a:ext cx="8346832" cy="24764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Patrón MVC</a:t>
              </a:r>
              <a:endParaRPr/>
            </a:p>
          </p:txBody>
        </p:sp>
      </p:grpSp>
      <p:grpSp>
        <p:nvGrpSpPr>
          <p:cNvPr id="884" name="Google Shape;884;p25"/>
          <p:cNvGrpSpPr/>
          <p:nvPr/>
        </p:nvGrpSpPr>
        <p:grpSpPr>
          <a:xfrm>
            <a:off x="1600200" y="2890488"/>
            <a:ext cx="6260122" cy="5099082"/>
            <a:chOff x="0" y="-47625"/>
            <a:chExt cx="8346830" cy="6798776"/>
          </a:xfrm>
        </p:grpSpPr>
        <p:sp>
          <p:nvSpPr>
            <p:cNvPr id="885" name="Google Shape;885;p25"/>
            <p:cNvSpPr/>
            <p:nvPr/>
          </p:nvSpPr>
          <p:spPr>
            <a:xfrm>
              <a:off x="0" y="0"/>
              <a:ext cx="8346830" cy="6751151"/>
            </a:xfrm>
            <a:custGeom>
              <a:avLst/>
              <a:gdLst/>
              <a:ahLst/>
              <a:cxnLst/>
              <a:rect l="l" t="t" r="r" b="b"/>
              <a:pathLst>
                <a:path w="8346830" h="6751151" extrusionOk="0">
                  <a:moveTo>
                    <a:pt x="0" y="0"/>
                  </a:moveTo>
                  <a:lnTo>
                    <a:pt x="8346830" y="0"/>
                  </a:lnTo>
                  <a:lnTo>
                    <a:pt x="8346830" y="6751151"/>
                  </a:lnTo>
                  <a:lnTo>
                    <a:pt x="0" y="67511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86" name="Google Shape;886;p25"/>
            <p:cNvSpPr txBox="1"/>
            <p:nvPr/>
          </p:nvSpPr>
          <p:spPr>
            <a:xfrm>
              <a:off x="0" y="-47625"/>
              <a:ext cx="8346830" cy="67987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patrón MVC (Model-View-Controller) es un patrón de diseño arquitectónico que organiza una aplicación en tres componentes principales: Modelo (Model), Vista (View) y Controlador (Controller). Su objetivo es separar las responsabilidades para facilitar el mantenimiento, la escalabilidad y la reutilización del código.</a:t>
              </a:r>
              <a:endParaRPr/>
            </a:p>
          </p:txBody>
        </p:sp>
      </p:grpSp>
      <p:sp>
        <p:nvSpPr>
          <p:cNvPr id="887" name="Google Shape;887;p25" descr="Patrón de diseño MVC. ¿Qué es y cómo puedo utilizarlo? | Easy App CODE"/>
          <p:cNvSpPr/>
          <p:nvPr/>
        </p:nvSpPr>
        <p:spPr>
          <a:xfrm>
            <a:off x="9144000" y="2926207"/>
            <a:ext cx="7429500" cy="4383405"/>
          </a:xfrm>
          <a:custGeom>
            <a:avLst/>
            <a:gdLst/>
            <a:ahLst/>
            <a:cxnLst/>
            <a:rect l="l" t="t" r="r" b="b"/>
            <a:pathLst>
              <a:path w="7429500" h="4383405" extrusionOk="0">
                <a:moveTo>
                  <a:pt x="0" y="0"/>
                </a:moveTo>
                <a:lnTo>
                  <a:pt x="7429500" y="0"/>
                </a:lnTo>
                <a:lnTo>
                  <a:pt x="7429500" y="4383406"/>
                </a:lnTo>
                <a:lnTo>
                  <a:pt x="0" y="4383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3" b="-32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2" name="Google Shape;892;p26"/>
          <p:cNvGrpSpPr/>
          <p:nvPr/>
        </p:nvGrpSpPr>
        <p:grpSpPr>
          <a:xfrm>
            <a:off x="1600197" y="633318"/>
            <a:ext cx="8657044" cy="1885949"/>
            <a:chOff x="0" y="0"/>
            <a:chExt cx="11542726" cy="2514598"/>
          </a:xfrm>
        </p:grpSpPr>
        <p:sp>
          <p:nvSpPr>
            <p:cNvPr id="893" name="Google Shape;893;p26"/>
            <p:cNvSpPr/>
            <p:nvPr/>
          </p:nvSpPr>
          <p:spPr>
            <a:xfrm>
              <a:off x="0" y="0"/>
              <a:ext cx="11542726" cy="2514598"/>
            </a:xfrm>
            <a:custGeom>
              <a:avLst/>
              <a:gdLst/>
              <a:ahLst/>
              <a:cxnLst/>
              <a:rect l="l" t="t" r="r" b="b"/>
              <a:pathLst>
                <a:path w="11542726" h="2514598" extrusionOk="0">
                  <a:moveTo>
                    <a:pt x="0" y="0"/>
                  </a:moveTo>
                  <a:lnTo>
                    <a:pt x="11542726" y="0"/>
                  </a:lnTo>
                  <a:lnTo>
                    <a:pt x="11542726" y="2514598"/>
                  </a:lnTo>
                  <a:lnTo>
                    <a:pt x="0" y="2514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94" name="Google Shape;894;p26"/>
            <p:cNvSpPr txBox="1"/>
            <p:nvPr/>
          </p:nvSpPr>
          <p:spPr>
            <a:xfrm>
              <a:off x="0" y="38100"/>
              <a:ext cx="11542726" cy="24764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Componentes</a:t>
              </a:r>
              <a:endParaRPr/>
            </a:p>
          </p:txBody>
        </p:sp>
      </p:grpSp>
      <p:grpSp>
        <p:nvGrpSpPr>
          <p:cNvPr id="895" name="Google Shape;895;p26"/>
          <p:cNvGrpSpPr/>
          <p:nvPr/>
        </p:nvGrpSpPr>
        <p:grpSpPr>
          <a:xfrm>
            <a:off x="1600197" y="2483547"/>
            <a:ext cx="8657046" cy="7139600"/>
            <a:chOff x="0" y="-47625"/>
            <a:chExt cx="11542728" cy="9519466"/>
          </a:xfrm>
        </p:grpSpPr>
        <p:sp>
          <p:nvSpPr>
            <p:cNvPr id="896" name="Google Shape;896;p26"/>
            <p:cNvSpPr/>
            <p:nvPr/>
          </p:nvSpPr>
          <p:spPr>
            <a:xfrm>
              <a:off x="0" y="0"/>
              <a:ext cx="11542728" cy="9471841"/>
            </a:xfrm>
            <a:custGeom>
              <a:avLst/>
              <a:gdLst/>
              <a:ahLst/>
              <a:cxnLst/>
              <a:rect l="l" t="t" r="r" b="b"/>
              <a:pathLst>
                <a:path w="11542728" h="9471841" extrusionOk="0">
                  <a:moveTo>
                    <a:pt x="0" y="0"/>
                  </a:moveTo>
                  <a:lnTo>
                    <a:pt x="11542728" y="0"/>
                  </a:lnTo>
                  <a:lnTo>
                    <a:pt x="11542728" y="9471841"/>
                  </a:lnTo>
                  <a:lnTo>
                    <a:pt x="0" y="94718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97" name="Google Shape;897;p26"/>
            <p:cNvSpPr txBox="1"/>
            <p:nvPr/>
          </p:nvSpPr>
          <p:spPr>
            <a:xfrm>
              <a:off x="0" y="-47625"/>
              <a:ext cx="11542728" cy="9519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506730" marR="0" lvl="1" indent="-253365" algn="just" rtl="0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Char char="•"/>
              </a:pPr>
              <a:r>
                <a:rPr lang="en-US" sz="2799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Modelo:</a:t>
              </a:r>
              <a:r>
                <a:rPr lang="en-US" sz="279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Representa los datos y la lógica de negocio de la aplicación. Maneja las reglas de negocio, la lógica de la aplicación y la gestión de los datos persistentes (por ejemplo, bases de datos).</a:t>
              </a:r>
              <a:endParaRPr/>
            </a:p>
            <a:p>
              <a:pPr marL="506730" marR="0" lvl="1" indent="-253365" algn="just" rtl="0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Char char="•"/>
              </a:pPr>
              <a:r>
                <a:rPr lang="en-US" sz="2799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Vista:</a:t>
              </a:r>
              <a:r>
                <a:rPr lang="en-US" sz="279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Es responsable de la presentación de los datos al usuario. Es lo que el usuario ve y con lo que interactúa (la interfaz de usuario). La vista obtiene datos del modelo y los muestra de forma comprensible para el usuario.</a:t>
              </a:r>
              <a:endParaRPr/>
            </a:p>
            <a:p>
              <a:pPr marL="506730" marR="0" lvl="1" indent="-253365" algn="just" rtl="0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Char char="•"/>
              </a:pPr>
              <a:r>
                <a:rPr lang="en-US" sz="2799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Controlador:</a:t>
              </a:r>
              <a:r>
                <a:rPr lang="en-US" sz="279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Actúa como intermediario entre la vista y el modelo. Recibe las entradas del usuario desde la vista, las procesa y ejecuta las acciones necesarias, como interactuar con el modelo o actualizar la vista.</a:t>
              </a:r>
              <a:endParaRPr/>
            </a:p>
          </p:txBody>
        </p:sp>
      </p:grpSp>
      <p:sp>
        <p:nvSpPr>
          <p:cNvPr id="898" name="Google Shape;898;p26" descr="Diagrama  Descripción generada automáticamente"/>
          <p:cNvSpPr/>
          <p:nvPr/>
        </p:nvSpPr>
        <p:spPr>
          <a:xfrm>
            <a:off x="10823800" y="3706432"/>
            <a:ext cx="6614753" cy="4729549"/>
          </a:xfrm>
          <a:custGeom>
            <a:avLst/>
            <a:gdLst/>
            <a:ahLst/>
            <a:cxnLst/>
            <a:rect l="l" t="t" r="r" b="b"/>
            <a:pathLst>
              <a:path w="6614753" h="4729549" extrusionOk="0">
                <a:moveTo>
                  <a:pt x="0" y="0"/>
                </a:moveTo>
                <a:lnTo>
                  <a:pt x="6614753" y="0"/>
                </a:lnTo>
                <a:lnTo>
                  <a:pt x="6614753" y="4729550"/>
                </a:lnTo>
                <a:lnTo>
                  <a:pt x="0" y="4729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6" b="-15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3" name="Google Shape;903;p27"/>
          <p:cNvGrpSpPr/>
          <p:nvPr/>
        </p:nvGrpSpPr>
        <p:grpSpPr>
          <a:xfrm>
            <a:off x="1600200" y="1714499"/>
            <a:ext cx="6260124" cy="1885949"/>
            <a:chOff x="0" y="0"/>
            <a:chExt cx="8346832" cy="2514598"/>
          </a:xfrm>
        </p:grpSpPr>
        <p:sp>
          <p:nvSpPr>
            <p:cNvPr id="904" name="Google Shape;904;p27"/>
            <p:cNvSpPr/>
            <p:nvPr/>
          </p:nvSpPr>
          <p:spPr>
            <a:xfrm>
              <a:off x="0" y="0"/>
              <a:ext cx="8346832" cy="2514598"/>
            </a:xfrm>
            <a:custGeom>
              <a:avLst/>
              <a:gdLst/>
              <a:ahLst/>
              <a:cxnLst/>
              <a:rect l="l" t="t" r="r" b="b"/>
              <a:pathLst>
                <a:path w="8346832" h="2514598" extrusionOk="0">
                  <a:moveTo>
                    <a:pt x="0" y="0"/>
                  </a:moveTo>
                  <a:lnTo>
                    <a:pt x="8346832" y="0"/>
                  </a:lnTo>
                  <a:lnTo>
                    <a:pt x="8346832" y="2514598"/>
                  </a:lnTo>
                  <a:lnTo>
                    <a:pt x="0" y="2514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05" name="Google Shape;905;p27"/>
            <p:cNvSpPr txBox="1"/>
            <p:nvPr/>
          </p:nvSpPr>
          <p:spPr>
            <a:xfrm>
              <a:off x="0" y="38100"/>
              <a:ext cx="8346832" cy="24764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¿Cómo aplicarlo?</a:t>
              </a:r>
              <a:endParaRPr/>
            </a:p>
          </p:txBody>
        </p:sp>
      </p:grpSp>
      <p:grpSp>
        <p:nvGrpSpPr>
          <p:cNvPr id="906" name="Google Shape;906;p27"/>
          <p:cNvGrpSpPr/>
          <p:nvPr/>
        </p:nvGrpSpPr>
        <p:grpSpPr>
          <a:xfrm>
            <a:off x="1600195" y="4040981"/>
            <a:ext cx="6260122" cy="4531522"/>
            <a:chOff x="0" y="-85725"/>
            <a:chExt cx="8346830" cy="6042029"/>
          </a:xfrm>
        </p:grpSpPr>
        <p:sp>
          <p:nvSpPr>
            <p:cNvPr id="907" name="Google Shape;907;p27"/>
            <p:cNvSpPr/>
            <p:nvPr/>
          </p:nvSpPr>
          <p:spPr>
            <a:xfrm>
              <a:off x="0" y="0"/>
              <a:ext cx="8346830" cy="5956304"/>
            </a:xfrm>
            <a:custGeom>
              <a:avLst/>
              <a:gdLst/>
              <a:ahLst/>
              <a:cxnLst/>
              <a:rect l="l" t="t" r="r" b="b"/>
              <a:pathLst>
                <a:path w="8346830" h="5956304" extrusionOk="0">
                  <a:moveTo>
                    <a:pt x="0" y="0"/>
                  </a:moveTo>
                  <a:lnTo>
                    <a:pt x="8346830" y="0"/>
                  </a:lnTo>
                  <a:lnTo>
                    <a:pt x="8346830" y="5956304"/>
                  </a:lnTo>
                  <a:lnTo>
                    <a:pt x="0" y="59563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08" name="Google Shape;908;p27"/>
            <p:cNvSpPr txBox="1"/>
            <p:nvPr/>
          </p:nvSpPr>
          <p:spPr>
            <a:xfrm>
              <a:off x="0" y="-85725"/>
              <a:ext cx="8346830" cy="60420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enfoque MVC permite manejar de manera eficiente cómo los datos se muestran al usuario y cómo las interacciones del usuario afectan la aplicación.</a:t>
              </a:r>
              <a:endParaRPr/>
            </a:p>
            <a:p>
              <a:pPr marL="0" marR="0" lvl="0" indent="0" algn="just" rtl="0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999" b="0" i="0" u="none" strike="noStrike" cap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909" name="Google Shape;909;p27" descr="Imagen que contiene Forma  Descripción generada automáticamente"/>
          <p:cNvSpPr/>
          <p:nvPr/>
        </p:nvSpPr>
        <p:spPr>
          <a:xfrm>
            <a:off x="9144000" y="1468170"/>
            <a:ext cx="7429500" cy="7299481"/>
          </a:xfrm>
          <a:custGeom>
            <a:avLst/>
            <a:gdLst/>
            <a:ahLst/>
            <a:cxnLst/>
            <a:rect l="l" t="t" r="r" b="b"/>
            <a:pathLst>
              <a:path w="7429500" h="7299481" extrusionOk="0">
                <a:moveTo>
                  <a:pt x="0" y="0"/>
                </a:moveTo>
                <a:lnTo>
                  <a:pt x="7429500" y="0"/>
                </a:lnTo>
                <a:lnTo>
                  <a:pt x="7429500" y="7299482"/>
                </a:lnTo>
                <a:lnTo>
                  <a:pt x="0" y="72994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" r="-6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4" name="Google Shape;914;p28"/>
          <p:cNvGrpSpPr/>
          <p:nvPr/>
        </p:nvGrpSpPr>
        <p:grpSpPr>
          <a:xfrm>
            <a:off x="1600200" y="6091518"/>
            <a:ext cx="7652981" cy="2884394"/>
            <a:chOff x="0" y="0"/>
            <a:chExt cx="10203974" cy="3845858"/>
          </a:xfrm>
        </p:grpSpPr>
        <p:sp>
          <p:nvSpPr>
            <p:cNvPr id="915" name="Google Shape;915;p28"/>
            <p:cNvSpPr/>
            <p:nvPr/>
          </p:nvSpPr>
          <p:spPr>
            <a:xfrm>
              <a:off x="0" y="0"/>
              <a:ext cx="10203974" cy="3845858"/>
            </a:xfrm>
            <a:custGeom>
              <a:avLst/>
              <a:gdLst/>
              <a:ahLst/>
              <a:cxnLst/>
              <a:rect l="l" t="t" r="r" b="b"/>
              <a:pathLst>
                <a:path w="10203974" h="3845858" extrusionOk="0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16" name="Google Shape;916;p28"/>
            <p:cNvSpPr txBox="1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00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Modelo</a:t>
              </a:r>
              <a:endParaRPr/>
            </a:p>
          </p:txBody>
        </p:sp>
      </p:grpSp>
      <p:sp>
        <p:nvSpPr>
          <p:cNvPr id="917" name="Google Shape;917;p28" descr="Seguridad Informática"/>
          <p:cNvSpPr/>
          <p:nvPr/>
        </p:nvSpPr>
        <p:spPr>
          <a:xfrm>
            <a:off x="1799328" y="1727464"/>
            <a:ext cx="7350855" cy="3840822"/>
          </a:xfrm>
          <a:custGeom>
            <a:avLst/>
            <a:gdLst/>
            <a:ahLst/>
            <a:cxnLst/>
            <a:rect l="l" t="t" r="r" b="b"/>
            <a:pathLst>
              <a:path w="7350855" h="3840822" extrusionOk="0">
                <a:moveTo>
                  <a:pt x="0" y="0"/>
                </a:moveTo>
                <a:lnTo>
                  <a:pt x="7350855" y="0"/>
                </a:lnTo>
                <a:lnTo>
                  <a:pt x="7350855" y="3840822"/>
                </a:lnTo>
                <a:lnTo>
                  <a:pt x="0" y="38408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9" r="-8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918" name="Google Shape;918;p28"/>
          <p:cNvGrpSpPr/>
          <p:nvPr/>
        </p:nvGrpSpPr>
        <p:grpSpPr>
          <a:xfrm>
            <a:off x="10969114" y="1246409"/>
            <a:ext cx="5715000" cy="7729887"/>
            <a:chOff x="0" y="-85725"/>
            <a:chExt cx="7620000" cy="10306516"/>
          </a:xfrm>
        </p:grpSpPr>
        <p:sp>
          <p:nvSpPr>
            <p:cNvPr id="919" name="Google Shape;919;p28"/>
            <p:cNvSpPr/>
            <p:nvPr/>
          </p:nvSpPr>
          <p:spPr>
            <a:xfrm>
              <a:off x="0" y="0"/>
              <a:ext cx="7620000" cy="10220791"/>
            </a:xfrm>
            <a:custGeom>
              <a:avLst/>
              <a:gdLst/>
              <a:ahLst/>
              <a:cxnLst/>
              <a:rect l="l" t="t" r="r" b="b"/>
              <a:pathLst>
                <a:path w="7620000" h="10220791" extrusionOk="0">
                  <a:moveTo>
                    <a:pt x="0" y="0"/>
                  </a:moveTo>
                  <a:lnTo>
                    <a:pt x="7620000" y="0"/>
                  </a:lnTo>
                  <a:lnTo>
                    <a:pt x="7620000" y="10220791"/>
                  </a:lnTo>
                  <a:lnTo>
                    <a:pt x="0" y="102207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20" name="Google Shape;920;p28"/>
            <p:cNvSpPr txBox="1"/>
            <p:nvPr/>
          </p:nvSpPr>
          <p:spPr>
            <a:xfrm>
              <a:off x="0" y="-85725"/>
              <a:ext cx="7620000" cy="103065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542925" marR="0" lvl="1" indent="-271462" algn="just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Char char="•"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Es la capa lógica y de datos de la aplicación.</a:t>
              </a:r>
              <a:endParaRPr/>
            </a:p>
            <a:p>
              <a:pPr marL="542925" marR="0" lvl="1" indent="-271462" algn="just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Char char="•"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Representa la estructura de los datos (tablas en bases de datos, estructuras de objetos, etc.).</a:t>
              </a:r>
              <a:endParaRPr/>
            </a:p>
            <a:p>
              <a:pPr marL="542925" marR="0" lvl="1" indent="-271462" algn="just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Char char="•"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Gestiona la lógica de negocio y la interacción con la base de datos.</a:t>
              </a:r>
              <a:endParaRPr/>
            </a:p>
            <a:p>
              <a:pPr marL="542925" marR="0" lvl="1" indent="-271462" algn="just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Char char="•"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Responde a solicitudes de datos realizadas por el controlador.</a:t>
              </a:r>
              <a:endParaRPr/>
            </a:p>
            <a:p>
              <a:pPr marL="542925" marR="0" lvl="1" indent="-271462" algn="just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Char char="•"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Notifica a la vista cuando los datos cambian.</a:t>
              </a: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5" name="Google Shape;925;p29"/>
          <p:cNvGrpSpPr/>
          <p:nvPr/>
        </p:nvGrpSpPr>
        <p:grpSpPr>
          <a:xfrm>
            <a:off x="1600200" y="6091518"/>
            <a:ext cx="7652981" cy="2884394"/>
            <a:chOff x="0" y="0"/>
            <a:chExt cx="10203974" cy="3845858"/>
          </a:xfrm>
        </p:grpSpPr>
        <p:sp>
          <p:nvSpPr>
            <p:cNvPr id="926" name="Google Shape;926;p29"/>
            <p:cNvSpPr/>
            <p:nvPr/>
          </p:nvSpPr>
          <p:spPr>
            <a:xfrm>
              <a:off x="0" y="0"/>
              <a:ext cx="10203974" cy="3845858"/>
            </a:xfrm>
            <a:custGeom>
              <a:avLst/>
              <a:gdLst/>
              <a:ahLst/>
              <a:cxnLst/>
              <a:rect l="l" t="t" r="r" b="b"/>
              <a:pathLst>
                <a:path w="10203974" h="3845858" extrusionOk="0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27" name="Google Shape;927;p29"/>
            <p:cNvSpPr txBox="1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00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Ejemplo</a:t>
              </a:r>
              <a:endParaRPr/>
            </a:p>
            <a:p>
              <a:pPr marL="0" marR="0" lvl="0" indent="0" algn="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 i="0" u="none" strike="noStrike" cap="none">
                  <a:solidFill>
                    <a:srgbClr val="808080"/>
                  </a:solidFill>
                  <a:latin typeface="Arimo"/>
                  <a:ea typeface="Arimo"/>
                  <a:cs typeface="Arimo"/>
                  <a:sym typeface="Arimo"/>
                </a:rPr>
                <a:t>Modelo</a:t>
              </a:r>
              <a:endParaRPr/>
            </a:p>
          </p:txBody>
        </p:sp>
      </p:grpSp>
      <p:sp>
        <p:nvSpPr>
          <p:cNvPr id="928" name="Google Shape;928;p29" descr="Usuario (informática) - Wikipedia, la enciclopedia libre"/>
          <p:cNvSpPr/>
          <p:nvPr/>
        </p:nvSpPr>
        <p:spPr>
          <a:xfrm>
            <a:off x="5309361" y="1727464"/>
            <a:ext cx="3840822" cy="3840822"/>
          </a:xfrm>
          <a:custGeom>
            <a:avLst/>
            <a:gdLst/>
            <a:ahLst/>
            <a:cxnLst/>
            <a:rect l="l" t="t" r="r" b="b"/>
            <a:pathLst>
              <a:path w="3840822" h="3840822" extrusionOk="0">
                <a:moveTo>
                  <a:pt x="0" y="0"/>
                </a:moveTo>
                <a:lnTo>
                  <a:pt x="3840822" y="0"/>
                </a:lnTo>
                <a:lnTo>
                  <a:pt x="3840822" y="3840822"/>
                </a:lnTo>
                <a:lnTo>
                  <a:pt x="0" y="38408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929" name="Google Shape;929;p29"/>
          <p:cNvGrpSpPr/>
          <p:nvPr/>
        </p:nvGrpSpPr>
        <p:grpSpPr>
          <a:xfrm>
            <a:off x="10886153" y="2660584"/>
            <a:ext cx="6599910" cy="2907702"/>
            <a:chOff x="0" y="-85725"/>
            <a:chExt cx="8799880" cy="3876936"/>
          </a:xfrm>
        </p:grpSpPr>
        <p:sp>
          <p:nvSpPr>
            <p:cNvPr id="930" name="Google Shape;930;p29"/>
            <p:cNvSpPr/>
            <p:nvPr/>
          </p:nvSpPr>
          <p:spPr>
            <a:xfrm>
              <a:off x="0" y="0"/>
              <a:ext cx="8799880" cy="3791211"/>
            </a:xfrm>
            <a:custGeom>
              <a:avLst/>
              <a:gdLst/>
              <a:ahLst/>
              <a:cxnLst/>
              <a:rect l="l" t="t" r="r" b="b"/>
              <a:pathLst>
                <a:path w="8799880" h="3791211" extrusionOk="0">
                  <a:moveTo>
                    <a:pt x="0" y="0"/>
                  </a:moveTo>
                  <a:lnTo>
                    <a:pt x="8799880" y="0"/>
                  </a:lnTo>
                  <a:lnTo>
                    <a:pt x="8799880" y="3791211"/>
                  </a:lnTo>
                  <a:lnTo>
                    <a:pt x="0" y="37912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31" name="Google Shape;931;p29"/>
            <p:cNvSpPr txBox="1"/>
            <p:nvPr/>
          </p:nvSpPr>
          <p:spPr>
            <a:xfrm>
              <a:off x="0" y="-85725"/>
              <a:ext cx="8799880" cy="38769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Para un sistema de usuarios, el modelo puede incluir la definición de la entidad "Usuario" y métodos como crearUsuario, editarUsuario y obtenerUsuarioPorID.</a:t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6" name="Google Shape;936;p30"/>
          <p:cNvGrpSpPr/>
          <p:nvPr/>
        </p:nvGrpSpPr>
        <p:grpSpPr>
          <a:xfrm>
            <a:off x="1600200" y="6091518"/>
            <a:ext cx="7652981" cy="2884394"/>
            <a:chOff x="0" y="0"/>
            <a:chExt cx="10203974" cy="3845858"/>
          </a:xfrm>
        </p:grpSpPr>
        <p:sp>
          <p:nvSpPr>
            <p:cNvPr id="937" name="Google Shape;937;p30"/>
            <p:cNvSpPr/>
            <p:nvPr/>
          </p:nvSpPr>
          <p:spPr>
            <a:xfrm>
              <a:off x="0" y="0"/>
              <a:ext cx="10203974" cy="3845858"/>
            </a:xfrm>
            <a:custGeom>
              <a:avLst/>
              <a:gdLst/>
              <a:ahLst/>
              <a:cxnLst/>
              <a:rect l="l" t="t" r="r" b="b"/>
              <a:pathLst>
                <a:path w="10203974" h="3845858" extrusionOk="0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38" name="Google Shape;938;p30"/>
            <p:cNvSpPr txBox="1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00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Vista</a:t>
              </a:r>
              <a:endParaRPr/>
            </a:p>
          </p:txBody>
        </p:sp>
      </p:grpSp>
      <p:sp>
        <p:nvSpPr>
          <p:cNvPr id="939" name="Google Shape;939;p30" descr="Seguridad Informática"/>
          <p:cNvSpPr/>
          <p:nvPr/>
        </p:nvSpPr>
        <p:spPr>
          <a:xfrm>
            <a:off x="1799328" y="1727464"/>
            <a:ext cx="7350855" cy="3840822"/>
          </a:xfrm>
          <a:custGeom>
            <a:avLst/>
            <a:gdLst/>
            <a:ahLst/>
            <a:cxnLst/>
            <a:rect l="l" t="t" r="r" b="b"/>
            <a:pathLst>
              <a:path w="7350855" h="3840822" extrusionOk="0">
                <a:moveTo>
                  <a:pt x="0" y="0"/>
                </a:moveTo>
                <a:lnTo>
                  <a:pt x="7350855" y="0"/>
                </a:lnTo>
                <a:lnTo>
                  <a:pt x="7350855" y="3840822"/>
                </a:lnTo>
                <a:lnTo>
                  <a:pt x="0" y="38408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9" r="-8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940" name="Google Shape;940;p30"/>
          <p:cNvGrpSpPr/>
          <p:nvPr/>
        </p:nvGrpSpPr>
        <p:grpSpPr>
          <a:xfrm>
            <a:off x="10858500" y="1652260"/>
            <a:ext cx="5715000" cy="5881455"/>
            <a:chOff x="0" y="-85725"/>
            <a:chExt cx="7620000" cy="7841940"/>
          </a:xfrm>
        </p:grpSpPr>
        <p:sp>
          <p:nvSpPr>
            <p:cNvPr id="941" name="Google Shape;941;p30"/>
            <p:cNvSpPr/>
            <p:nvPr/>
          </p:nvSpPr>
          <p:spPr>
            <a:xfrm>
              <a:off x="0" y="0"/>
              <a:ext cx="7620000" cy="7756215"/>
            </a:xfrm>
            <a:custGeom>
              <a:avLst/>
              <a:gdLst/>
              <a:ahLst/>
              <a:cxnLst/>
              <a:rect l="l" t="t" r="r" b="b"/>
              <a:pathLst>
                <a:path w="7620000" h="7756215" extrusionOk="0">
                  <a:moveTo>
                    <a:pt x="0" y="0"/>
                  </a:moveTo>
                  <a:lnTo>
                    <a:pt x="7620000" y="0"/>
                  </a:lnTo>
                  <a:lnTo>
                    <a:pt x="7620000" y="7756215"/>
                  </a:lnTo>
                  <a:lnTo>
                    <a:pt x="0" y="77562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42" name="Google Shape;942;p30"/>
            <p:cNvSpPr txBox="1"/>
            <p:nvPr/>
          </p:nvSpPr>
          <p:spPr>
            <a:xfrm>
              <a:off x="0" y="-85725"/>
              <a:ext cx="7620000" cy="78419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542924" marR="0" lvl="1" indent="-271461" algn="just" rtl="0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lang="en-US" sz="299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Es la interfaz de usuario.</a:t>
              </a:r>
              <a:endParaRPr/>
            </a:p>
            <a:p>
              <a:pPr marL="542924" marR="0" lvl="1" indent="-271461" algn="just" rtl="0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lang="en-US" sz="299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Presenta los datos al usuario final (generalmente en forma visual).</a:t>
              </a:r>
              <a:endParaRPr/>
            </a:p>
            <a:p>
              <a:pPr marL="542924" marR="0" lvl="1" indent="-271461" algn="just" rtl="0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lang="en-US" sz="299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Depende del modelo, pero no lo modifica directamente.</a:t>
              </a:r>
              <a:endParaRPr/>
            </a:p>
            <a:p>
              <a:pPr marL="542924" marR="0" lvl="1" indent="-271461" algn="just" rtl="0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lang="en-US" sz="299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Se actualiza automáticamente cuando el modelo cambia, en implementaciones más avanzadas.</a:t>
              </a: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7" name="Google Shape;947;p31"/>
          <p:cNvGrpSpPr/>
          <p:nvPr/>
        </p:nvGrpSpPr>
        <p:grpSpPr>
          <a:xfrm>
            <a:off x="1491020" y="6856973"/>
            <a:ext cx="7652981" cy="2884394"/>
            <a:chOff x="0" y="0"/>
            <a:chExt cx="10203974" cy="3845858"/>
          </a:xfrm>
        </p:grpSpPr>
        <p:sp>
          <p:nvSpPr>
            <p:cNvPr id="948" name="Google Shape;948;p31"/>
            <p:cNvSpPr/>
            <p:nvPr/>
          </p:nvSpPr>
          <p:spPr>
            <a:xfrm>
              <a:off x="0" y="0"/>
              <a:ext cx="10203974" cy="3845858"/>
            </a:xfrm>
            <a:custGeom>
              <a:avLst/>
              <a:gdLst/>
              <a:ahLst/>
              <a:cxnLst/>
              <a:rect l="l" t="t" r="r" b="b"/>
              <a:pathLst>
                <a:path w="10203974" h="3845858" extrusionOk="0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49" name="Google Shape;949;p31"/>
            <p:cNvSpPr txBox="1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00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Ejemplo</a:t>
              </a:r>
              <a:endParaRPr/>
            </a:p>
            <a:p>
              <a:pPr marL="0" marR="0" lvl="0" indent="0" algn="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 i="0" u="none" strike="noStrike" cap="none">
                  <a:solidFill>
                    <a:srgbClr val="808080"/>
                  </a:solidFill>
                  <a:latin typeface="Arimo"/>
                  <a:ea typeface="Arimo"/>
                  <a:cs typeface="Arimo"/>
                  <a:sym typeface="Arimo"/>
                </a:rPr>
                <a:t>Vista</a:t>
              </a:r>
              <a:endParaRPr/>
            </a:p>
          </p:txBody>
        </p:sp>
      </p:grpSp>
      <p:sp>
        <p:nvSpPr>
          <p:cNvPr id="950" name="Google Shape;950;p31" descr="Lista de usuarios con PHP y MySql - 18"/>
          <p:cNvSpPr/>
          <p:nvPr/>
        </p:nvSpPr>
        <p:spPr>
          <a:xfrm>
            <a:off x="1028700" y="2901177"/>
            <a:ext cx="10057383" cy="3655043"/>
          </a:xfrm>
          <a:custGeom>
            <a:avLst/>
            <a:gdLst/>
            <a:ahLst/>
            <a:cxnLst/>
            <a:rect l="l" t="t" r="r" b="b"/>
            <a:pathLst>
              <a:path w="10057383" h="3655043" extrusionOk="0">
                <a:moveTo>
                  <a:pt x="0" y="0"/>
                </a:moveTo>
                <a:lnTo>
                  <a:pt x="10057383" y="0"/>
                </a:lnTo>
                <a:lnTo>
                  <a:pt x="10057383" y="3655043"/>
                </a:lnTo>
                <a:lnTo>
                  <a:pt x="0" y="3655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20568" r="-14959" b="-57360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951" name="Google Shape;951;p31"/>
          <p:cNvGrpSpPr/>
          <p:nvPr/>
        </p:nvGrpSpPr>
        <p:grpSpPr>
          <a:xfrm>
            <a:off x="11798717" y="3614614"/>
            <a:ext cx="5715000" cy="2468063"/>
            <a:chOff x="0" y="-85725"/>
            <a:chExt cx="7620000" cy="3290750"/>
          </a:xfrm>
        </p:grpSpPr>
        <p:sp>
          <p:nvSpPr>
            <p:cNvPr id="952" name="Google Shape;952;p31"/>
            <p:cNvSpPr/>
            <p:nvPr/>
          </p:nvSpPr>
          <p:spPr>
            <a:xfrm>
              <a:off x="0" y="0"/>
              <a:ext cx="7620000" cy="3205025"/>
            </a:xfrm>
            <a:custGeom>
              <a:avLst/>
              <a:gdLst/>
              <a:ahLst/>
              <a:cxnLst/>
              <a:rect l="l" t="t" r="r" b="b"/>
              <a:pathLst>
                <a:path w="7620000" h="3205025" extrusionOk="0">
                  <a:moveTo>
                    <a:pt x="0" y="0"/>
                  </a:moveTo>
                  <a:lnTo>
                    <a:pt x="7620000" y="0"/>
                  </a:lnTo>
                  <a:lnTo>
                    <a:pt x="7620000" y="3205025"/>
                  </a:lnTo>
                  <a:lnTo>
                    <a:pt x="0" y="32050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53" name="Google Shape;953;p31"/>
            <p:cNvSpPr txBox="1"/>
            <p:nvPr/>
          </p:nvSpPr>
          <p:spPr>
            <a:xfrm>
              <a:off x="0" y="-85725"/>
              <a:ext cx="7620000" cy="3290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Un formulario de registro o una lista de usuarios mostrada en una ventana</a:t>
              </a:r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8" name="Google Shape;958;p32"/>
          <p:cNvGrpSpPr/>
          <p:nvPr/>
        </p:nvGrpSpPr>
        <p:grpSpPr>
          <a:xfrm>
            <a:off x="1600200" y="6091518"/>
            <a:ext cx="7652981" cy="2884394"/>
            <a:chOff x="0" y="0"/>
            <a:chExt cx="10203974" cy="3845858"/>
          </a:xfrm>
        </p:grpSpPr>
        <p:sp>
          <p:nvSpPr>
            <p:cNvPr id="959" name="Google Shape;959;p32"/>
            <p:cNvSpPr/>
            <p:nvPr/>
          </p:nvSpPr>
          <p:spPr>
            <a:xfrm>
              <a:off x="0" y="0"/>
              <a:ext cx="10203974" cy="3845858"/>
            </a:xfrm>
            <a:custGeom>
              <a:avLst/>
              <a:gdLst/>
              <a:ahLst/>
              <a:cxnLst/>
              <a:rect l="l" t="t" r="r" b="b"/>
              <a:pathLst>
                <a:path w="10203974" h="3845858" extrusionOk="0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60" name="Google Shape;960;p32"/>
            <p:cNvSpPr txBox="1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00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Controlador</a:t>
              </a:r>
              <a:endParaRPr/>
            </a:p>
          </p:txBody>
        </p:sp>
      </p:grpSp>
      <p:sp>
        <p:nvSpPr>
          <p:cNvPr id="961" name="Google Shape;961;p32" descr="Seguridad Informática"/>
          <p:cNvSpPr/>
          <p:nvPr/>
        </p:nvSpPr>
        <p:spPr>
          <a:xfrm>
            <a:off x="1799328" y="1727464"/>
            <a:ext cx="7350855" cy="3840822"/>
          </a:xfrm>
          <a:custGeom>
            <a:avLst/>
            <a:gdLst/>
            <a:ahLst/>
            <a:cxnLst/>
            <a:rect l="l" t="t" r="r" b="b"/>
            <a:pathLst>
              <a:path w="7350855" h="3840822" extrusionOk="0">
                <a:moveTo>
                  <a:pt x="0" y="0"/>
                </a:moveTo>
                <a:lnTo>
                  <a:pt x="7350855" y="0"/>
                </a:lnTo>
                <a:lnTo>
                  <a:pt x="7350855" y="3840822"/>
                </a:lnTo>
                <a:lnTo>
                  <a:pt x="0" y="38408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9" r="-8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962" name="Google Shape;962;p32"/>
          <p:cNvGrpSpPr/>
          <p:nvPr/>
        </p:nvGrpSpPr>
        <p:grpSpPr>
          <a:xfrm>
            <a:off x="10858500" y="1652260"/>
            <a:ext cx="5715000" cy="6920239"/>
            <a:chOff x="0" y="-85725"/>
            <a:chExt cx="7620000" cy="9226985"/>
          </a:xfrm>
        </p:grpSpPr>
        <p:sp>
          <p:nvSpPr>
            <p:cNvPr id="963" name="Google Shape;963;p32"/>
            <p:cNvSpPr/>
            <p:nvPr/>
          </p:nvSpPr>
          <p:spPr>
            <a:xfrm>
              <a:off x="0" y="0"/>
              <a:ext cx="7620000" cy="9141260"/>
            </a:xfrm>
            <a:custGeom>
              <a:avLst/>
              <a:gdLst/>
              <a:ahLst/>
              <a:cxnLst/>
              <a:rect l="l" t="t" r="r" b="b"/>
              <a:pathLst>
                <a:path w="7620000" h="9141260" extrusionOk="0">
                  <a:moveTo>
                    <a:pt x="0" y="0"/>
                  </a:moveTo>
                  <a:lnTo>
                    <a:pt x="7620000" y="0"/>
                  </a:lnTo>
                  <a:lnTo>
                    <a:pt x="7620000" y="9141260"/>
                  </a:lnTo>
                  <a:lnTo>
                    <a:pt x="0" y="91412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64" name="Google Shape;964;p32"/>
            <p:cNvSpPr txBox="1"/>
            <p:nvPr/>
          </p:nvSpPr>
          <p:spPr>
            <a:xfrm>
              <a:off x="0" y="-85725"/>
              <a:ext cx="7620000" cy="92269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542924" marR="0" lvl="1" indent="-271461" algn="just" rtl="0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lang="en-US" sz="299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Actúa como un intermediario entre el modelo y la vista.</a:t>
              </a:r>
              <a:endParaRPr/>
            </a:p>
            <a:p>
              <a:pPr marL="542924" marR="0" lvl="1" indent="-271461" algn="just" rtl="0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lang="en-US" sz="299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Recibe las entradas del usuario (a través de la vista) y las procesa.</a:t>
              </a:r>
              <a:endParaRPr/>
            </a:p>
            <a:p>
              <a:pPr marL="542924" marR="0" lvl="1" indent="-271461" algn="just" rtl="0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lang="en-US" sz="299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Llama a los métodos del modelo para realizar operaciones o actualizar los datos.</a:t>
              </a:r>
              <a:endParaRPr/>
            </a:p>
            <a:p>
              <a:pPr marL="542924" marR="0" lvl="1" indent="-271461" algn="just" rtl="0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lang="en-US" sz="299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Actualiza la vista en función de los resultados.</a:t>
              </a:r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9" name="Google Shape;969;p33"/>
          <p:cNvGrpSpPr/>
          <p:nvPr/>
        </p:nvGrpSpPr>
        <p:grpSpPr>
          <a:xfrm>
            <a:off x="1497202" y="6838161"/>
            <a:ext cx="7652981" cy="2884394"/>
            <a:chOff x="0" y="0"/>
            <a:chExt cx="10203974" cy="3845858"/>
          </a:xfrm>
        </p:grpSpPr>
        <p:sp>
          <p:nvSpPr>
            <p:cNvPr id="970" name="Google Shape;970;p33"/>
            <p:cNvSpPr/>
            <p:nvPr/>
          </p:nvSpPr>
          <p:spPr>
            <a:xfrm>
              <a:off x="0" y="0"/>
              <a:ext cx="10203974" cy="3845858"/>
            </a:xfrm>
            <a:custGeom>
              <a:avLst/>
              <a:gdLst/>
              <a:ahLst/>
              <a:cxnLst/>
              <a:rect l="l" t="t" r="r" b="b"/>
              <a:pathLst>
                <a:path w="10203974" h="3845858" extrusionOk="0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71" name="Google Shape;971;p33"/>
            <p:cNvSpPr txBox="1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00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Ejemplo</a:t>
              </a:r>
              <a:endParaRPr/>
            </a:p>
            <a:p>
              <a:pPr marL="0" marR="0" lvl="0" indent="0" algn="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 i="0" u="none" strike="noStrike" cap="none">
                  <a:solidFill>
                    <a:srgbClr val="808080"/>
                  </a:solidFill>
                  <a:latin typeface="Arimo"/>
                  <a:ea typeface="Arimo"/>
                  <a:cs typeface="Arimo"/>
                  <a:sym typeface="Arimo"/>
                </a:rPr>
                <a:t>Controlador</a:t>
              </a:r>
              <a:endParaRPr/>
            </a:p>
          </p:txBody>
        </p:sp>
      </p:grpSp>
      <p:sp>
        <p:nvSpPr>
          <p:cNvPr id="972" name="Google Shape;972;p33" descr="Código de JavaScript - Confirmar el envió de un formulario mediante una  ventana modal"/>
          <p:cNvSpPr/>
          <p:nvPr/>
        </p:nvSpPr>
        <p:spPr>
          <a:xfrm>
            <a:off x="3071756" y="1669974"/>
            <a:ext cx="6078427" cy="4817152"/>
          </a:xfrm>
          <a:custGeom>
            <a:avLst/>
            <a:gdLst/>
            <a:ahLst/>
            <a:cxnLst/>
            <a:rect l="l" t="t" r="r" b="b"/>
            <a:pathLst>
              <a:path w="6078427" h="4817152" extrusionOk="0">
                <a:moveTo>
                  <a:pt x="0" y="0"/>
                </a:moveTo>
                <a:lnTo>
                  <a:pt x="6078427" y="0"/>
                </a:lnTo>
                <a:lnTo>
                  <a:pt x="6078427" y="4817152"/>
                </a:lnTo>
                <a:lnTo>
                  <a:pt x="0" y="4817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" b="-16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973" name="Google Shape;973;p33"/>
          <p:cNvGrpSpPr/>
          <p:nvPr/>
        </p:nvGrpSpPr>
        <p:grpSpPr>
          <a:xfrm>
            <a:off x="10499005" y="2169674"/>
            <a:ext cx="5715000" cy="3753457"/>
            <a:chOff x="0" y="-85725"/>
            <a:chExt cx="7620000" cy="5004609"/>
          </a:xfrm>
        </p:grpSpPr>
        <p:sp>
          <p:nvSpPr>
            <p:cNvPr id="974" name="Google Shape;974;p33"/>
            <p:cNvSpPr/>
            <p:nvPr/>
          </p:nvSpPr>
          <p:spPr>
            <a:xfrm>
              <a:off x="0" y="0"/>
              <a:ext cx="7620000" cy="4918884"/>
            </a:xfrm>
            <a:custGeom>
              <a:avLst/>
              <a:gdLst/>
              <a:ahLst/>
              <a:cxnLst/>
              <a:rect l="l" t="t" r="r" b="b"/>
              <a:pathLst>
                <a:path w="7620000" h="4918884" extrusionOk="0">
                  <a:moveTo>
                    <a:pt x="0" y="0"/>
                  </a:moveTo>
                  <a:lnTo>
                    <a:pt x="7620000" y="0"/>
                  </a:lnTo>
                  <a:lnTo>
                    <a:pt x="7620000" y="4918884"/>
                  </a:lnTo>
                  <a:lnTo>
                    <a:pt x="0" y="49188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75" name="Google Shape;975;p33"/>
            <p:cNvSpPr txBox="1"/>
            <p:nvPr/>
          </p:nvSpPr>
          <p:spPr>
            <a:xfrm>
              <a:off x="0" y="-85725"/>
              <a:ext cx="7620000" cy="50046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Si un usuario presiona el botón "Enviar", el controlador valida los datos, llama al método guardarUsuario del modelo, y decide si mostrar un mensaje de éxito o error.</a:t>
              </a:r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0" name="Google Shape;980;p34"/>
          <p:cNvGrpSpPr/>
          <p:nvPr/>
        </p:nvGrpSpPr>
        <p:grpSpPr>
          <a:xfrm>
            <a:off x="1600197" y="899520"/>
            <a:ext cx="8657044" cy="1885949"/>
            <a:chOff x="0" y="0"/>
            <a:chExt cx="11542726" cy="2514598"/>
          </a:xfrm>
        </p:grpSpPr>
        <p:sp>
          <p:nvSpPr>
            <p:cNvPr id="981" name="Google Shape;981;p34"/>
            <p:cNvSpPr/>
            <p:nvPr/>
          </p:nvSpPr>
          <p:spPr>
            <a:xfrm>
              <a:off x="0" y="0"/>
              <a:ext cx="11542726" cy="2514598"/>
            </a:xfrm>
            <a:custGeom>
              <a:avLst/>
              <a:gdLst/>
              <a:ahLst/>
              <a:cxnLst/>
              <a:rect l="l" t="t" r="r" b="b"/>
              <a:pathLst>
                <a:path w="11542726" h="2514598" extrusionOk="0">
                  <a:moveTo>
                    <a:pt x="0" y="0"/>
                  </a:moveTo>
                  <a:lnTo>
                    <a:pt x="11542726" y="0"/>
                  </a:lnTo>
                  <a:lnTo>
                    <a:pt x="11542726" y="2514598"/>
                  </a:lnTo>
                  <a:lnTo>
                    <a:pt x="0" y="2514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82" name="Google Shape;982;p34"/>
            <p:cNvSpPr txBox="1"/>
            <p:nvPr/>
          </p:nvSpPr>
          <p:spPr>
            <a:xfrm>
              <a:off x="0" y="57150"/>
              <a:ext cx="11542726" cy="24574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00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Flujo de Trabajo</a:t>
              </a:r>
              <a:endParaRPr/>
            </a:p>
          </p:txBody>
        </p:sp>
      </p:grpSp>
      <p:grpSp>
        <p:nvGrpSpPr>
          <p:cNvPr id="983" name="Google Shape;983;p34"/>
          <p:cNvGrpSpPr/>
          <p:nvPr/>
        </p:nvGrpSpPr>
        <p:grpSpPr>
          <a:xfrm>
            <a:off x="1600197" y="3039313"/>
            <a:ext cx="8657046" cy="4903064"/>
            <a:chOff x="0" y="-47625"/>
            <a:chExt cx="11542728" cy="6537418"/>
          </a:xfrm>
        </p:grpSpPr>
        <p:sp>
          <p:nvSpPr>
            <p:cNvPr id="984" name="Google Shape;984;p34"/>
            <p:cNvSpPr/>
            <p:nvPr/>
          </p:nvSpPr>
          <p:spPr>
            <a:xfrm>
              <a:off x="0" y="0"/>
              <a:ext cx="11542728" cy="6489793"/>
            </a:xfrm>
            <a:custGeom>
              <a:avLst/>
              <a:gdLst/>
              <a:ahLst/>
              <a:cxnLst/>
              <a:rect l="l" t="t" r="r" b="b"/>
              <a:pathLst>
                <a:path w="11542728" h="6489793" extrusionOk="0">
                  <a:moveTo>
                    <a:pt x="0" y="0"/>
                  </a:moveTo>
                  <a:lnTo>
                    <a:pt x="11542728" y="0"/>
                  </a:lnTo>
                  <a:lnTo>
                    <a:pt x="11542728" y="6489793"/>
                  </a:lnTo>
                  <a:lnTo>
                    <a:pt x="0" y="64897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85" name="Google Shape;985;p34"/>
            <p:cNvSpPr txBox="1"/>
            <p:nvPr/>
          </p:nvSpPr>
          <p:spPr>
            <a:xfrm>
              <a:off x="0" y="-47625"/>
              <a:ext cx="11542728" cy="65374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515775" marR="0" lvl="1" indent="-257887" algn="just" rtl="0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49"/>
                <a:buFont typeface="Arial"/>
                <a:buChar char="•"/>
              </a:pPr>
              <a:r>
                <a:rPr lang="en-US" sz="284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usuario interactúa con la vista (por ejemplo, llena un formulario o hace clic en un botón).</a:t>
              </a:r>
              <a:endParaRPr/>
            </a:p>
            <a:p>
              <a:pPr marL="515775" marR="0" lvl="1" indent="-257887" algn="just" rtl="0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49"/>
                <a:buFont typeface="Arial"/>
                <a:buChar char="•"/>
              </a:pPr>
              <a:r>
                <a:rPr lang="en-US" sz="284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 vista envía la solicitud al controlador.</a:t>
              </a:r>
              <a:endParaRPr/>
            </a:p>
            <a:p>
              <a:pPr marL="515775" marR="0" lvl="1" indent="-257887" algn="just" rtl="0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49"/>
                <a:buFont typeface="Arial"/>
                <a:buChar char="•"/>
              </a:pPr>
              <a:r>
                <a:rPr lang="en-US" sz="284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controlador procesa la solicitud, valida los datos y realiza las operaciones necesarias en el modelo.</a:t>
              </a:r>
              <a:endParaRPr/>
            </a:p>
            <a:p>
              <a:pPr marL="515775" marR="0" lvl="1" indent="-257887" algn="just" rtl="0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49"/>
                <a:buFont typeface="Arial"/>
                <a:buChar char="•"/>
              </a:pPr>
              <a:r>
                <a:rPr lang="en-US" sz="284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modelo actualiza los datos y notifica al controlador si hubo algún cambio.</a:t>
              </a:r>
              <a:endParaRPr/>
            </a:p>
            <a:p>
              <a:pPr marL="515775" marR="0" lvl="1" indent="-257887" algn="just" rtl="0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49"/>
                <a:buFont typeface="Arial"/>
                <a:buChar char="•"/>
              </a:pPr>
              <a:r>
                <a:rPr lang="en-US" sz="284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controlador envía las actualizaciones a la vista, que presenta la información actualizada al usuario.</a:t>
              </a:r>
              <a:endParaRPr/>
            </a:p>
          </p:txBody>
        </p:sp>
      </p:grpSp>
      <p:sp>
        <p:nvSpPr>
          <p:cNvPr id="986" name="Google Shape;986;p34" descr="Diagrama de flujo"/>
          <p:cNvSpPr/>
          <p:nvPr/>
        </p:nvSpPr>
        <p:spPr>
          <a:xfrm>
            <a:off x="12051013" y="3075032"/>
            <a:ext cx="4716063" cy="4716063"/>
          </a:xfrm>
          <a:custGeom>
            <a:avLst/>
            <a:gdLst/>
            <a:ahLst/>
            <a:cxnLst/>
            <a:rect l="l" t="t" r="r" b="b"/>
            <a:pathLst>
              <a:path w="4716063" h="4716063" extrusionOk="0">
                <a:moveTo>
                  <a:pt x="0" y="0"/>
                </a:moveTo>
                <a:lnTo>
                  <a:pt x="4716063" y="0"/>
                </a:lnTo>
                <a:lnTo>
                  <a:pt x="4716063" y="4716063"/>
                </a:lnTo>
                <a:lnTo>
                  <a:pt x="0" y="4716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35"/>
          <p:cNvSpPr/>
          <p:nvPr/>
        </p:nvSpPr>
        <p:spPr>
          <a:xfrm>
            <a:off x="8694602" y="5067860"/>
            <a:ext cx="9591865" cy="5219129"/>
          </a:xfrm>
          <a:custGeom>
            <a:avLst/>
            <a:gdLst/>
            <a:ahLst/>
            <a:cxnLst/>
            <a:rect l="l" t="t" r="r" b="b"/>
            <a:pathLst>
              <a:path w="12789154" h="6958838" extrusionOk="0">
                <a:moveTo>
                  <a:pt x="10342626" y="1270"/>
                </a:moveTo>
                <a:cubicBezTo>
                  <a:pt x="11215370" y="15748"/>
                  <a:pt x="12078081" y="307975"/>
                  <a:pt x="12788647" y="860806"/>
                </a:cubicBezTo>
                <a:lnTo>
                  <a:pt x="12789154" y="861314"/>
                </a:lnTo>
                <a:lnTo>
                  <a:pt x="12789154" y="6958838"/>
                </a:lnTo>
                <a:lnTo>
                  <a:pt x="0" y="6958838"/>
                </a:lnTo>
                <a:lnTo>
                  <a:pt x="7833995" y="811784"/>
                </a:lnTo>
                <a:lnTo>
                  <a:pt x="7918958" y="748538"/>
                </a:lnTo>
                <a:cubicBezTo>
                  <a:pt x="8582152" y="280035"/>
                  <a:pt x="9342247" y="35814"/>
                  <a:pt x="10104374" y="4318"/>
                </a:cubicBezTo>
                <a:cubicBezTo>
                  <a:pt x="10183749" y="1016"/>
                  <a:pt x="10263251" y="0"/>
                  <a:pt x="10342499" y="1397"/>
                </a:cubicBezTo>
                <a:close/>
              </a:path>
            </a:pathLst>
          </a:custGeom>
          <a:gradFill>
            <a:gsLst>
              <a:gs pos="0">
                <a:srgbClr val="E3E8E2"/>
              </a:gs>
              <a:gs pos="39000">
                <a:srgbClr val="E3E8E2"/>
              </a:gs>
              <a:gs pos="100000">
                <a:srgbClr val="DE6BEF"/>
              </a:gs>
            </a:gsLst>
            <a:lin ang="12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35" descr="Paraguas azul entre una multitud de paraguas blancos"/>
          <p:cNvSpPr/>
          <p:nvPr/>
        </p:nvSpPr>
        <p:spPr>
          <a:xfrm>
            <a:off x="30" y="15"/>
            <a:ext cx="18287968" cy="10286985"/>
          </a:xfrm>
          <a:custGeom>
            <a:avLst/>
            <a:gdLst/>
            <a:ahLst/>
            <a:cxnLst/>
            <a:rect l="l" t="t" r="r" b="b"/>
            <a:pathLst>
              <a:path w="18287968" h="10286985" extrusionOk="0">
                <a:moveTo>
                  <a:pt x="0" y="0"/>
                </a:moveTo>
                <a:lnTo>
                  <a:pt x="18287968" y="0"/>
                </a:lnTo>
                <a:lnTo>
                  <a:pt x="18287968" y="10286985"/>
                </a:lnTo>
                <a:lnTo>
                  <a:pt x="0" y="10286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210" b="-1777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993" name="Google Shape;993;p35"/>
          <p:cNvSpPr/>
          <p:nvPr/>
        </p:nvSpPr>
        <p:spPr>
          <a:xfrm rot="5400000">
            <a:off x="1440378" y="-1440418"/>
            <a:ext cx="10287000" cy="13167835"/>
          </a:xfrm>
          <a:custGeom>
            <a:avLst/>
            <a:gdLst/>
            <a:ahLst/>
            <a:cxnLst/>
            <a:rect l="l" t="t" r="r" b="b"/>
            <a:pathLst>
              <a:path w="13716000" h="17557114" extrusionOk="0">
                <a:moveTo>
                  <a:pt x="0" y="0"/>
                </a:moveTo>
                <a:lnTo>
                  <a:pt x="13716000" y="0"/>
                </a:lnTo>
                <a:lnTo>
                  <a:pt x="13716000" y="17557114"/>
                </a:lnTo>
                <a:lnTo>
                  <a:pt x="0" y="17557114"/>
                </a:ln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56000">
                <a:srgbClr val="000000">
                  <a:alpha val="57647"/>
                </a:srgbClr>
              </a:gs>
              <a:gs pos="100000">
                <a:srgbClr val="000000">
                  <a:alpha val="5098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994" name="Google Shape;994;p35"/>
          <p:cNvGrpSpPr/>
          <p:nvPr/>
        </p:nvGrpSpPr>
        <p:grpSpPr>
          <a:xfrm>
            <a:off x="1600203" y="1662113"/>
            <a:ext cx="7543797" cy="3479300"/>
            <a:chOff x="0" y="-28575"/>
            <a:chExt cx="10058396" cy="4639067"/>
          </a:xfrm>
        </p:grpSpPr>
        <p:sp>
          <p:nvSpPr>
            <p:cNvPr id="995" name="Google Shape;995;p35"/>
            <p:cNvSpPr/>
            <p:nvPr/>
          </p:nvSpPr>
          <p:spPr>
            <a:xfrm>
              <a:off x="0" y="0"/>
              <a:ext cx="10058396" cy="4610492"/>
            </a:xfrm>
            <a:custGeom>
              <a:avLst/>
              <a:gdLst/>
              <a:ahLst/>
              <a:cxnLst/>
              <a:rect l="l" t="t" r="r" b="b"/>
              <a:pathLst>
                <a:path w="10058396" h="4610492" extrusionOk="0">
                  <a:moveTo>
                    <a:pt x="0" y="0"/>
                  </a:moveTo>
                  <a:lnTo>
                    <a:pt x="10058396" y="0"/>
                  </a:lnTo>
                  <a:lnTo>
                    <a:pt x="10058396" y="4610492"/>
                  </a:lnTo>
                  <a:lnTo>
                    <a:pt x="0" y="4610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96" name="Google Shape;996;p35"/>
            <p:cNvSpPr txBox="1"/>
            <p:nvPr/>
          </p:nvSpPr>
          <p:spPr>
            <a:xfrm>
              <a:off x="0" y="-28575"/>
              <a:ext cx="10058396" cy="46390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1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Ventajas (MVC)</a:t>
              </a:r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Google Shape;1001;p36"/>
          <p:cNvGrpSpPr/>
          <p:nvPr/>
        </p:nvGrpSpPr>
        <p:grpSpPr>
          <a:xfrm>
            <a:off x="1600202" y="1714498"/>
            <a:ext cx="5103384" cy="4071335"/>
            <a:chOff x="0" y="0"/>
            <a:chExt cx="6804512" cy="5428446"/>
          </a:xfrm>
        </p:grpSpPr>
        <p:sp>
          <p:nvSpPr>
            <p:cNvPr id="1002" name="Google Shape;1002;p36"/>
            <p:cNvSpPr/>
            <p:nvPr/>
          </p:nvSpPr>
          <p:spPr>
            <a:xfrm>
              <a:off x="0" y="0"/>
              <a:ext cx="6804512" cy="5428446"/>
            </a:xfrm>
            <a:custGeom>
              <a:avLst/>
              <a:gdLst/>
              <a:ahLst/>
              <a:cxnLst/>
              <a:rect l="l" t="t" r="r" b="b"/>
              <a:pathLst>
                <a:path w="6804512" h="5428446" extrusionOk="0">
                  <a:moveTo>
                    <a:pt x="0" y="0"/>
                  </a:moveTo>
                  <a:lnTo>
                    <a:pt x="6804512" y="0"/>
                  </a:lnTo>
                  <a:lnTo>
                    <a:pt x="6804512" y="5428446"/>
                  </a:lnTo>
                  <a:lnTo>
                    <a:pt x="0" y="54284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03" name="Google Shape;1003;p36"/>
            <p:cNvSpPr txBox="1"/>
            <p:nvPr/>
          </p:nvSpPr>
          <p:spPr>
            <a:xfrm>
              <a:off x="0" y="28575"/>
              <a:ext cx="6804512" cy="53998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Separación de responsabilidades</a:t>
              </a:r>
              <a:endParaRPr/>
            </a:p>
          </p:txBody>
        </p:sp>
      </p:grpSp>
      <p:sp>
        <p:nvSpPr>
          <p:cNvPr id="1004" name="Google Shape;1004;p36" descr="Separación de responsabilidades - Platzi"/>
          <p:cNvSpPr/>
          <p:nvPr/>
        </p:nvSpPr>
        <p:spPr>
          <a:xfrm>
            <a:off x="8485178" y="3395483"/>
            <a:ext cx="8259771" cy="2168188"/>
          </a:xfrm>
          <a:custGeom>
            <a:avLst/>
            <a:gdLst/>
            <a:ahLst/>
            <a:cxnLst/>
            <a:rect l="l" t="t" r="r" b="b"/>
            <a:pathLst>
              <a:path w="8259771" h="2168188" extrusionOk="0">
                <a:moveTo>
                  <a:pt x="0" y="0"/>
                </a:moveTo>
                <a:lnTo>
                  <a:pt x="8259771" y="0"/>
                </a:lnTo>
                <a:lnTo>
                  <a:pt x="8259771" y="2168188"/>
                </a:lnTo>
                <a:lnTo>
                  <a:pt x="0" y="21681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21" b="-20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005" name="Google Shape;1005;p36"/>
          <p:cNvGrpSpPr/>
          <p:nvPr/>
        </p:nvGrpSpPr>
        <p:grpSpPr>
          <a:xfrm>
            <a:off x="8392788" y="5825276"/>
            <a:ext cx="8259771" cy="2808637"/>
            <a:chOff x="0" y="-76200"/>
            <a:chExt cx="11013028" cy="3744850"/>
          </a:xfrm>
        </p:grpSpPr>
        <p:sp>
          <p:nvSpPr>
            <p:cNvPr id="1006" name="Google Shape;1006;p36"/>
            <p:cNvSpPr/>
            <p:nvPr/>
          </p:nvSpPr>
          <p:spPr>
            <a:xfrm>
              <a:off x="0" y="0"/>
              <a:ext cx="11013028" cy="3668650"/>
            </a:xfrm>
            <a:custGeom>
              <a:avLst/>
              <a:gdLst/>
              <a:ahLst/>
              <a:cxnLst/>
              <a:rect l="l" t="t" r="r" b="b"/>
              <a:pathLst>
                <a:path w="11013028" h="3668650" extrusionOk="0">
                  <a:moveTo>
                    <a:pt x="0" y="0"/>
                  </a:moveTo>
                  <a:lnTo>
                    <a:pt x="11013028" y="0"/>
                  </a:lnTo>
                  <a:lnTo>
                    <a:pt x="11013028" y="3668650"/>
                  </a:lnTo>
                  <a:lnTo>
                    <a:pt x="0" y="36686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07" name="Google Shape;1007;p36"/>
            <p:cNvSpPr txBox="1"/>
            <p:nvPr/>
          </p:nvSpPr>
          <p:spPr>
            <a:xfrm>
              <a:off x="0" y="-76200"/>
              <a:ext cx="11013028" cy="3744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88632" marR="0" lvl="1" indent="-244316" algn="l" rtl="0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lang="en-US" sz="27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modelo gestiona los datos.</a:t>
              </a:r>
              <a:endParaRPr/>
            </a:p>
            <a:p>
              <a:pPr marL="488632" marR="0" lvl="1" indent="-244316" algn="l" rtl="0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lang="en-US" sz="27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 vista gestiona la presentación.</a:t>
              </a:r>
              <a:endParaRPr/>
            </a:p>
            <a:p>
              <a:pPr marL="488632" marR="0" lvl="1" indent="-244316" algn="l" rtl="0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lang="en-US" sz="27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controlador gestiona la lógica de aplicación.</a:t>
              </a:r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3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13" name="Google Shape;1013;p3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14" name="Google Shape;1014;p37" descr="Norma UNE-EN-60706 la Mantenibilidad|Terotecnic Ingeniería"/>
          <p:cNvSpPr/>
          <p:nvPr/>
        </p:nvSpPr>
        <p:spPr>
          <a:xfrm>
            <a:off x="30" y="15"/>
            <a:ext cx="18287970" cy="10286984"/>
          </a:xfrm>
          <a:custGeom>
            <a:avLst/>
            <a:gdLst/>
            <a:ahLst/>
            <a:cxnLst/>
            <a:rect l="l" t="t" r="r" b="b"/>
            <a:pathLst>
              <a:path w="18287970" h="10286984" extrusionOk="0">
                <a:moveTo>
                  <a:pt x="0" y="0"/>
                </a:moveTo>
                <a:lnTo>
                  <a:pt x="18287970" y="0"/>
                </a:lnTo>
                <a:lnTo>
                  <a:pt x="18287970" y="10286983"/>
                </a:lnTo>
                <a:lnTo>
                  <a:pt x="0" y="10286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l="-2970" r="-13871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015" name="Google Shape;1015;p37"/>
          <p:cNvGrpSpPr/>
          <p:nvPr/>
        </p:nvGrpSpPr>
        <p:grpSpPr>
          <a:xfrm>
            <a:off x="1600200" y="1714500"/>
            <a:ext cx="8018253" cy="1885950"/>
            <a:chOff x="0" y="0"/>
            <a:chExt cx="10691004" cy="2514600"/>
          </a:xfrm>
        </p:grpSpPr>
        <p:sp>
          <p:nvSpPr>
            <p:cNvPr id="1016" name="Google Shape;1016;p37"/>
            <p:cNvSpPr/>
            <p:nvPr/>
          </p:nvSpPr>
          <p:spPr>
            <a:xfrm>
              <a:off x="0" y="0"/>
              <a:ext cx="10691004" cy="2514600"/>
            </a:xfrm>
            <a:custGeom>
              <a:avLst/>
              <a:gdLst/>
              <a:ahLst/>
              <a:cxnLst/>
              <a:rect l="l" t="t" r="r" b="b"/>
              <a:pathLst>
                <a:path w="10691004" h="2514600" extrusionOk="0">
                  <a:moveTo>
                    <a:pt x="0" y="0"/>
                  </a:moveTo>
                  <a:lnTo>
                    <a:pt x="10691004" y="0"/>
                  </a:lnTo>
                  <a:lnTo>
                    <a:pt x="10691004" y="2514600"/>
                  </a:lnTo>
                  <a:lnTo>
                    <a:pt x="0" y="2514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17" name="Google Shape;1017;p37"/>
            <p:cNvSpPr txBox="1"/>
            <p:nvPr/>
          </p:nvSpPr>
          <p:spPr>
            <a:xfrm>
              <a:off x="0" y="57150"/>
              <a:ext cx="10691004" cy="2457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00" b="1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Mantenibilidad</a:t>
              </a:r>
              <a:endParaRPr/>
            </a:p>
          </p:txBody>
        </p:sp>
      </p:grpSp>
      <p:grpSp>
        <p:nvGrpSpPr>
          <p:cNvPr id="1018" name="Google Shape;1018;p37"/>
          <p:cNvGrpSpPr/>
          <p:nvPr/>
        </p:nvGrpSpPr>
        <p:grpSpPr>
          <a:xfrm>
            <a:off x="1600197" y="3915516"/>
            <a:ext cx="7543803" cy="2417054"/>
            <a:chOff x="0" y="-76200"/>
            <a:chExt cx="10058404" cy="3222738"/>
          </a:xfrm>
        </p:grpSpPr>
        <p:sp>
          <p:nvSpPr>
            <p:cNvPr id="1019" name="Google Shape;1019;p37"/>
            <p:cNvSpPr/>
            <p:nvPr/>
          </p:nvSpPr>
          <p:spPr>
            <a:xfrm>
              <a:off x="0" y="0"/>
              <a:ext cx="10058404" cy="3146538"/>
            </a:xfrm>
            <a:custGeom>
              <a:avLst/>
              <a:gdLst/>
              <a:ahLst/>
              <a:cxnLst/>
              <a:rect l="l" t="t" r="r" b="b"/>
              <a:pathLst>
                <a:path w="10058404" h="3146538" extrusionOk="0">
                  <a:moveTo>
                    <a:pt x="0" y="0"/>
                  </a:moveTo>
                  <a:lnTo>
                    <a:pt x="10058404" y="0"/>
                  </a:lnTo>
                  <a:lnTo>
                    <a:pt x="10058404" y="3146538"/>
                  </a:lnTo>
                  <a:lnTo>
                    <a:pt x="0" y="3146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20" name="Google Shape;1020;p37"/>
            <p:cNvSpPr txBox="1"/>
            <p:nvPr/>
          </p:nvSpPr>
          <p:spPr>
            <a:xfrm>
              <a:off x="0" y="-76200"/>
              <a:ext cx="10058404" cy="32227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u="none" strike="noStrike" cap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El código está mejor organizado, lo que facilita la corrección de errores y la implementación de nuevas funcionalidades.</a:t>
              </a:r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5" name="Google Shape;1025;p38"/>
          <p:cNvGrpSpPr/>
          <p:nvPr/>
        </p:nvGrpSpPr>
        <p:grpSpPr>
          <a:xfrm>
            <a:off x="1600200" y="5585900"/>
            <a:ext cx="6028008" cy="3128742"/>
            <a:chOff x="0" y="0"/>
            <a:chExt cx="8037344" cy="4171656"/>
          </a:xfrm>
        </p:grpSpPr>
        <p:sp>
          <p:nvSpPr>
            <p:cNvPr id="1026" name="Google Shape;1026;p38"/>
            <p:cNvSpPr/>
            <p:nvPr/>
          </p:nvSpPr>
          <p:spPr>
            <a:xfrm>
              <a:off x="0" y="0"/>
              <a:ext cx="8037344" cy="4171656"/>
            </a:xfrm>
            <a:custGeom>
              <a:avLst/>
              <a:gdLst/>
              <a:ahLst/>
              <a:cxnLst/>
              <a:rect l="l" t="t" r="r" b="b"/>
              <a:pathLst>
                <a:path w="8037344" h="4171656" extrusionOk="0">
                  <a:moveTo>
                    <a:pt x="0" y="0"/>
                  </a:moveTo>
                  <a:lnTo>
                    <a:pt x="8037344" y="0"/>
                  </a:lnTo>
                  <a:lnTo>
                    <a:pt x="8037344" y="4171656"/>
                  </a:lnTo>
                  <a:lnTo>
                    <a:pt x="0" y="41716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27" name="Google Shape;1027;p38"/>
            <p:cNvSpPr txBox="1"/>
            <p:nvPr/>
          </p:nvSpPr>
          <p:spPr>
            <a:xfrm>
              <a:off x="0" y="57150"/>
              <a:ext cx="8037344" cy="41145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00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Reutilización del código</a:t>
              </a:r>
              <a:endParaRPr/>
            </a:p>
          </p:txBody>
        </p:sp>
      </p:grpSp>
      <p:sp>
        <p:nvSpPr>
          <p:cNvPr id="1028" name="Google Shape;1028;p38" descr="Conoce como reutilizar código con los custom hooks de React | EDteam"/>
          <p:cNvSpPr/>
          <p:nvPr/>
        </p:nvSpPr>
        <p:spPr>
          <a:xfrm>
            <a:off x="9144000" y="964406"/>
            <a:ext cx="7429501" cy="4179094"/>
          </a:xfrm>
          <a:custGeom>
            <a:avLst/>
            <a:gdLst/>
            <a:ahLst/>
            <a:cxnLst/>
            <a:rect l="l" t="t" r="r" b="b"/>
            <a:pathLst>
              <a:path w="7429501" h="4179094" extrusionOk="0">
                <a:moveTo>
                  <a:pt x="0" y="0"/>
                </a:moveTo>
                <a:lnTo>
                  <a:pt x="7429501" y="0"/>
                </a:lnTo>
                <a:lnTo>
                  <a:pt x="7429501" y="4179094"/>
                </a:lnTo>
                <a:lnTo>
                  <a:pt x="0" y="4179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029" name="Google Shape;1029;p38"/>
          <p:cNvGrpSpPr/>
          <p:nvPr/>
        </p:nvGrpSpPr>
        <p:grpSpPr>
          <a:xfrm>
            <a:off x="9016074" y="5592134"/>
            <a:ext cx="7557426" cy="3136719"/>
            <a:chOff x="0" y="-76200"/>
            <a:chExt cx="10076568" cy="4182292"/>
          </a:xfrm>
        </p:grpSpPr>
        <p:sp>
          <p:nvSpPr>
            <p:cNvPr id="1030" name="Google Shape;1030;p38"/>
            <p:cNvSpPr/>
            <p:nvPr/>
          </p:nvSpPr>
          <p:spPr>
            <a:xfrm>
              <a:off x="0" y="0"/>
              <a:ext cx="10076568" cy="4106092"/>
            </a:xfrm>
            <a:custGeom>
              <a:avLst/>
              <a:gdLst/>
              <a:ahLst/>
              <a:cxnLst/>
              <a:rect l="l" t="t" r="r" b="b"/>
              <a:pathLst>
                <a:path w="10076568" h="4106092" extrusionOk="0">
                  <a:moveTo>
                    <a:pt x="0" y="0"/>
                  </a:moveTo>
                  <a:lnTo>
                    <a:pt x="10076568" y="0"/>
                  </a:lnTo>
                  <a:lnTo>
                    <a:pt x="10076568" y="4106092"/>
                  </a:lnTo>
                  <a:lnTo>
                    <a:pt x="0" y="41060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31" name="Google Shape;1031;p38"/>
            <p:cNvSpPr txBox="1"/>
            <p:nvPr/>
          </p:nvSpPr>
          <p:spPr>
            <a:xfrm>
              <a:off x="0" y="-76200"/>
              <a:ext cx="10076568" cy="41822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88632" marR="0" lvl="1" indent="-244316" algn="just" rtl="0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lang="en-US" sz="27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Las vistas pueden reutilizar componentes.</a:t>
              </a:r>
              <a:endParaRPr/>
            </a:p>
            <a:p>
              <a:pPr marL="488632" marR="0" lvl="1" indent="-244316" algn="just" rtl="0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lang="en-US" sz="27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Los modelos pueden reutilizarse en diferentes controladores o vistas.</a:t>
              </a:r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9"/>
          <p:cNvSpPr/>
          <p:nvPr/>
        </p:nvSpPr>
        <p:spPr>
          <a:xfrm>
            <a:off x="8694602" y="5067860"/>
            <a:ext cx="9591865" cy="5219129"/>
          </a:xfrm>
          <a:custGeom>
            <a:avLst/>
            <a:gdLst/>
            <a:ahLst/>
            <a:cxnLst/>
            <a:rect l="l" t="t" r="r" b="b"/>
            <a:pathLst>
              <a:path w="12789154" h="6958838" extrusionOk="0">
                <a:moveTo>
                  <a:pt x="10342626" y="1270"/>
                </a:moveTo>
                <a:cubicBezTo>
                  <a:pt x="11215370" y="15748"/>
                  <a:pt x="12078081" y="307975"/>
                  <a:pt x="12788647" y="860806"/>
                </a:cubicBezTo>
                <a:lnTo>
                  <a:pt x="12789154" y="861314"/>
                </a:lnTo>
                <a:lnTo>
                  <a:pt x="12789154" y="6958838"/>
                </a:lnTo>
                <a:lnTo>
                  <a:pt x="0" y="6958838"/>
                </a:lnTo>
                <a:lnTo>
                  <a:pt x="7833995" y="811784"/>
                </a:lnTo>
                <a:lnTo>
                  <a:pt x="7918958" y="748538"/>
                </a:lnTo>
                <a:cubicBezTo>
                  <a:pt x="8582152" y="280035"/>
                  <a:pt x="9342247" y="35814"/>
                  <a:pt x="10104374" y="4318"/>
                </a:cubicBezTo>
                <a:cubicBezTo>
                  <a:pt x="10183749" y="1016"/>
                  <a:pt x="10263251" y="0"/>
                  <a:pt x="10342499" y="1397"/>
                </a:cubicBezTo>
                <a:close/>
              </a:path>
            </a:pathLst>
          </a:custGeom>
          <a:gradFill>
            <a:gsLst>
              <a:gs pos="0">
                <a:srgbClr val="E3E8E2"/>
              </a:gs>
              <a:gs pos="39000">
                <a:srgbClr val="E3E8E2"/>
              </a:gs>
              <a:gs pos="100000">
                <a:srgbClr val="DE6BEF"/>
              </a:gs>
            </a:gsLst>
            <a:lin ang="12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39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38" name="Google Shape;1038;p39" descr="Escalabilidad: ¿Qué es y cómo debemos aplicarla en nuestra empresa?"/>
          <p:cNvSpPr/>
          <p:nvPr/>
        </p:nvSpPr>
        <p:spPr>
          <a:xfrm>
            <a:off x="1244435" y="-75061"/>
            <a:ext cx="18287968" cy="10286984"/>
          </a:xfrm>
          <a:custGeom>
            <a:avLst/>
            <a:gdLst/>
            <a:ahLst/>
            <a:cxnLst/>
            <a:rect l="l" t="t" r="r" b="b"/>
            <a:pathLst>
              <a:path w="18287968" h="10286984" extrusionOk="0">
                <a:moveTo>
                  <a:pt x="0" y="0"/>
                </a:moveTo>
                <a:lnTo>
                  <a:pt x="18287968" y="0"/>
                </a:lnTo>
                <a:lnTo>
                  <a:pt x="18287968" y="10286984"/>
                </a:lnTo>
                <a:lnTo>
                  <a:pt x="0" y="102869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47352" b="-30418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39" name="Google Shape;1039;p39"/>
          <p:cNvSpPr/>
          <p:nvPr/>
        </p:nvSpPr>
        <p:spPr>
          <a:xfrm rot="-60000">
            <a:off x="1619457" y="2720176"/>
            <a:ext cx="16787717" cy="8265986"/>
          </a:xfrm>
          <a:custGeom>
            <a:avLst/>
            <a:gdLst/>
            <a:ahLst/>
            <a:cxnLst/>
            <a:rect l="l" t="t" r="r" b="b"/>
            <a:pathLst>
              <a:path w="22383623" h="11021314" extrusionOk="0">
                <a:moveTo>
                  <a:pt x="22232238" y="11021314"/>
                </a:moveTo>
                <a:lnTo>
                  <a:pt x="0" y="10633202"/>
                </a:lnTo>
                <a:lnTo>
                  <a:pt x="12057634" y="1507490"/>
                </a:lnTo>
                <a:lnTo>
                  <a:pt x="12226163" y="1386459"/>
                </a:lnTo>
                <a:cubicBezTo>
                  <a:pt x="13541121" y="491871"/>
                  <a:pt x="15037815" y="39370"/>
                  <a:pt x="16531589" y="3683"/>
                </a:cubicBezTo>
                <a:cubicBezTo>
                  <a:pt x="16687164" y="0"/>
                  <a:pt x="16842739" y="762"/>
                  <a:pt x="16998060" y="6096"/>
                </a:cubicBezTo>
                <a:cubicBezTo>
                  <a:pt x="18891250" y="70612"/>
                  <a:pt x="20748625" y="802386"/>
                  <a:pt x="22192233" y="2149221"/>
                </a:cubicBezTo>
                <a:lnTo>
                  <a:pt x="22383623" y="2336927"/>
                </a:lnTo>
                <a:close/>
              </a:path>
            </a:pathLst>
          </a:custGeom>
          <a:gradFill>
            <a:gsLst>
              <a:gs pos="0">
                <a:srgbClr val="E3E8E2">
                  <a:alpha val="40000"/>
                </a:srgbClr>
              </a:gs>
              <a:gs pos="23000">
                <a:srgbClr val="E3E8E2">
                  <a:alpha val="40000"/>
                </a:srgbClr>
              </a:gs>
              <a:gs pos="100000">
                <a:srgbClr val="DE6BEF">
                  <a:alpha val="74901"/>
                </a:srgbClr>
              </a:gs>
            </a:gsLst>
            <a:lin ang="1146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0" name="Google Shape;1040;p39"/>
          <p:cNvGrpSpPr/>
          <p:nvPr/>
        </p:nvGrpSpPr>
        <p:grpSpPr>
          <a:xfrm>
            <a:off x="-3073452" y="892277"/>
            <a:ext cx="8635773" cy="3344732"/>
            <a:chOff x="0" y="-28575"/>
            <a:chExt cx="11514364" cy="4459643"/>
          </a:xfrm>
        </p:grpSpPr>
        <p:sp>
          <p:nvSpPr>
            <p:cNvPr id="1041" name="Google Shape;1041;p39"/>
            <p:cNvSpPr/>
            <p:nvPr/>
          </p:nvSpPr>
          <p:spPr>
            <a:xfrm>
              <a:off x="0" y="0"/>
              <a:ext cx="11514364" cy="4431068"/>
            </a:xfrm>
            <a:custGeom>
              <a:avLst/>
              <a:gdLst/>
              <a:ahLst/>
              <a:cxnLst/>
              <a:rect l="l" t="t" r="r" b="b"/>
              <a:pathLst>
                <a:path w="11514364" h="4431068" extrusionOk="0">
                  <a:moveTo>
                    <a:pt x="0" y="0"/>
                  </a:moveTo>
                  <a:lnTo>
                    <a:pt x="11514364" y="0"/>
                  </a:lnTo>
                  <a:lnTo>
                    <a:pt x="11514364" y="4431068"/>
                  </a:lnTo>
                  <a:lnTo>
                    <a:pt x="0" y="44310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42" name="Google Shape;1042;p39"/>
            <p:cNvSpPr txBox="1"/>
            <p:nvPr/>
          </p:nvSpPr>
          <p:spPr>
            <a:xfrm>
              <a:off x="0" y="-28575"/>
              <a:ext cx="11514364" cy="4459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Escalabilidad</a:t>
              </a:r>
              <a:endParaRPr/>
            </a:p>
          </p:txBody>
        </p:sp>
      </p:grpSp>
      <p:grpSp>
        <p:nvGrpSpPr>
          <p:cNvPr id="1043" name="Google Shape;1043;p39"/>
          <p:cNvGrpSpPr/>
          <p:nvPr/>
        </p:nvGrpSpPr>
        <p:grpSpPr>
          <a:xfrm>
            <a:off x="8694601" y="8454210"/>
            <a:ext cx="8222880" cy="1757712"/>
            <a:chOff x="0" y="-85725"/>
            <a:chExt cx="10963840" cy="2343616"/>
          </a:xfrm>
        </p:grpSpPr>
        <p:sp>
          <p:nvSpPr>
            <p:cNvPr id="1044" name="Google Shape;1044;p39"/>
            <p:cNvSpPr/>
            <p:nvPr/>
          </p:nvSpPr>
          <p:spPr>
            <a:xfrm>
              <a:off x="0" y="0"/>
              <a:ext cx="10963840" cy="2257891"/>
            </a:xfrm>
            <a:custGeom>
              <a:avLst/>
              <a:gdLst/>
              <a:ahLst/>
              <a:cxnLst/>
              <a:rect l="l" t="t" r="r" b="b"/>
              <a:pathLst>
                <a:path w="10963840" h="2257891" extrusionOk="0">
                  <a:moveTo>
                    <a:pt x="0" y="0"/>
                  </a:moveTo>
                  <a:lnTo>
                    <a:pt x="10963840" y="0"/>
                  </a:lnTo>
                  <a:lnTo>
                    <a:pt x="10963840" y="2257891"/>
                  </a:lnTo>
                  <a:lnTo>
                    <a:pt x="0" y="22578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45" name="Google Shape;1045;p39"/>
            <p:cNvSpPr txBox="1"/>
            <p:nvPr/>
          </p:nvSpPr>
          <p:spPr>
            <a:xfrm>
              <a:off x="0" y="-85725"/>
              <a:ext cx="10963840" cy="23436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Al dividir la aplicación en capas, es más fácil añadir nuevas características, como ventanas,  clases y controladores,</a:t>
              </a:r>
              <a:endParaRPr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40"/>
          <p:cNvSpPr/>
          <p:nvPr/>
        </p:nvSpPr>
        <p:spPr>
          <a:xfrm>
            <a:off x="8694602" y="5067860"/>
            <a:ext cx="9591865" cy="5219129"/>
          </a:xfrm>
          <a:custGeom>
            <a:avLst/>
            <a:gdLst/>
            <a:ahLst/>
            <a:cxnLst/>
            <a:rect l="l" t="t" r="r" b="b"/>
            <a:pathLst>
              <a:path w="12789154" h="6958838" extrusionOk="0">
                <a:moveTo>
                  <a:pt x="10342626" y="1270"/>
                </a:moveTo>
                <a:cubicBezTo>
                  <a:pt x="11215370" y="15748"/>
                  <a:pt x="12078081" y="307975"/>
                  <a:pt x="12788647" y="860806"/>
                </a:cubicBezTo>
                <a:lnTo>
                  <a:pt x="12789154" y="861314"/>
                </a:lnTo>
                <a:lnTo>
                  <a:pt x="12789154" y="6958838"/>
                </a:lnTo>
                <a:lnTo>
                  <a:pt x="0" y="6958838"/>
                </a:lnTo>
                <a:lnTo>
                  <a:pt x="7833995" y="811784"/>
                </a:lnTo>
                <a:lnTo>
                  <a:pt x="7918958" y="748538"/>
                </a:lnTo>
                <a:cubicBezTo>
                  <a:pt x="8582152" y="280035"/>
                  <a:pt x="9342247" y="35814"/>
                  <a:pt x="10104374" y="4318"/>
                </a:cubicBezTo>
                <a:cubicBezTo>
                  <a:pt x="10183749" y="1016"/>
                  <a:pt x="10263251" y="0"/>
                  <a:pt x="10342499" y="1397"/>
                </a:cubicBezTo>
                <a:close/>
              </a:path>
            </a:pathLst>
          </a:custGeom>
          <a:gradFill>
            <a:gsLst>
              <a:gs pos="0">
                <a:srgbClr val="E3E8E2"/>
              </a:gs>
              <a:gs pos="39000">
                <a:srgbClr val="E3E8E2"/>
              </a:gs>
              <a:gs pos="100000">
                <a:srgbClr val="DE6BEF"/>
              </a:gs>
            </a:gsLst>
            <a:lin ang="12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1" name="Google Shape;1051;p40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52" name="Google Shape;1052;p40" descr="Diagrama  Descripción generada automáticamente con confianza media"/>
          <p:cNvSpPr/>
          <p:nvPr/>
        </p:nvSpPr>
        <p:spPr>
          <a:xfrm>
            <a:off x="30" y="15"/>
            <a:ext cx="18287968" cy="10286984"/>
          </a:xfrm>
          <a:custGeom>
            <a:avLst/>
            <a:gdLst/>
            <a:ahLst/>
            <a:cxnLst/>
            <a:rect l="l" t="t" r="r" b="b"/>
            <a:pathLst>
              <a:path w="18287968" h="10286984" extrusionOk="0">
                <a:moveTo>
                  <a:pt x="0" y="0"/>
                </a:moveTo>
                <a:lnTo>
                  <a:pt x="18287968" y="0"/>
                </a:lnTo>
                <a:lnTo>
                  <a:pt x="18287968" y="10286983"/>
                </a:lnTo>
                <a:lnTo>
                  <a:pt x="0" y="10286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975" b="-9487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53" name="Google Shape;1053;p40"/>
          <p:cNvSpPr/>
          <p:nvPr/>
        </p:nvSpPr>
        <p:spPr>
          <a:xfrm rot="-60000">
            <a:off x="-59261" y="-108114"/>
            <a:ext cx="12873514" cy="7313295"/>
          </a:xfrm>
          <a:custGeom>
            <a:avLst/>
            <a:gdLst/>
            <a:ahLst/>
            <a:cxnLst/>
            <a:rect l="l" t="t" r="r" b="b"/>
            <a:pathLst>
              <a:path w="17164686" h="9751060" extrusionOk="0">
                <a:moveTo>
                  <a:pt x="2518283" y="9746615"/>
                </a:moveTo>
                <a:cubicBezTo>
                  <a:pt x="1666875" y="9717659"/>
                  <a:pt x="825500" y="9503918"/>
                  <a:pt x="58293" y="9114536"/>
                </a:cubicBezTo>
                <a:lnTo>
                  <a:pt x="0" y="9082913"/>
                </a:lnTo>
                <a:lnTo>
                  <a:pt x="158496" y="0"/>
                </a:lnTo>
                <a:lnTo>
                  <a:pt x="17164686" y="296799"/>
                </a:lnTo>
                <a:lnTo>
                  <a:pt x="6128639" y="8649462"/>
                </a:lnTo>
                <a:lnTo>
                  <a:pt x="6005449" y="8737981"/>
                </a:lnTo>
                <a:cubicBezTo>
                  <a:pt x="5044567" y="9391777"/>
                  <a:pt x="3950843" y="9722358"/>
                  <a:pt x="2859151" y="9748393"/>
                </a:cubicBezTo>
                <a:cubicBezTo>
                  <a:pt x="2745486" y="9751060"/>
                  <a:pt x="2631694" y="9750552"/>
                  <a:pt x="2518283" y="9746615"/>
                </a:cubicBezTo>
                <a:close/>
              </a:path>
            </a:pathLst>
          </a:custGeom>
          <a:gradFill>
            <a:gsLst>
              <a:gs pos="0">
                <a:srgbClr val="E3E8E2">
                  <a:alpha val="80000"/>
                </a:srgbClr>
              </a:gs>
              <a:gs pos="22000">
                <a:srgbClr val="E3E8E2">
                  <a:alpha val="80000"/>
                </a:srgbClr>
              </a:gs>
              <a:gs pos="100000">
                <a:srgbClr val="DE6BEF">
                  <a:alpha val="85882"/>
                </a:srgbClr>
              </a:gs>
            </a:gsLst>
            <a:lin ang="1446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4" name="Google Shape;1054;p40"/>
          <p:cNvGrpSpPr/>
          <p:nvPr/>
        </p:nvGrpSpPr>
        <p:grpSpPr>
          <a:xfrm>
            <a:off x="1028700" y="1007269"/>
            <a:ext cx="6361948" cy="2750918"/>
            <a:chOff x="0" y="-28575"/>
            <a:chExt cx="8482598" cy="3667891"/>
          </a:xfrm>
        </p:grpSpPr>
        <p:sp>
          <p:nvSpPr>
            <p:cNvPr id="1055" name="Google Shape;1055;p40"/>
            <p:cNvSpPr/>
            <p:nvPr/>
          </p:nvSpPr>
          <p:spPr>
            <a:xfrm>
              <a:off x="0" y="0"/>
              <a:ext cx="8482598" cy="3639316"/>
            </a:xfrm>
            <a:custGeom>
              <a:avLst/>
              <a:gdLst/>
              <a:ahLst/>
              <a:cxnLst/>
              <a:rect l="l" t="t" r="r" b="b"/>
              <a:pathLst>
                <a:path w="8482598" h="3639316" extrusionOk="0">
                  <a:moveTo>
                    <a:pt x="0" y="0"/>
                  </a:moveTo>
                  <a:lnTo>
                    <a:pt x="8482598" y="0"/>
                  </a:lnTo>
                  <a:lnTo>
                    <a:pt x="8482598" y="3639316"/>
                  </a:lnTo>
                  <a:lnTo>
                    <a:pt x="0" y="36393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56" name="Google Shape;1056;p40"/>
            <p:cNvSpPr txBox="1"/>
            <p:nvPr/>
          </p:nvSpPr>
          <p:spPr>
            <a:xfrm>
              <a:off x="0" y="-28575"/>
              <a:ext cx="8482598" cy="36678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Facilidad de prueba</a:t>
              </a:r>
              <a:endParaRPr/>
            </a:p>
          </p:txBody>
        </p:sp>
      </p:grpSp>
      <p:grpSp>
        <p:nvGrpSpPr>
          <p:cNvPr id="1057" name="Google Shape;1057;p40"/>
          <p:cNvGrpSpPr/>
          <p:nvPr/>
        </p:nvGrpSpPr>
        <p:grpSpPr>
          <a:xfrm>
            <a:off x="1028700" y="3991171"/>
            <a:ext cx="5355663" cy="1380948"/>
            <a:chOff x="0" y="-47625"/>
            <a:chExt cx="7140884" cy="1841263"/>
          </a:xfrm>
        </p:grpSpPr>
        <p:sp>
          <p:nvSpPr>
            <p:cNvPr id="1058" name="Google Shape;1058;p40"/>
            <p:cNvSpPr/>
            <p:nvPr/>
          </p:nvSpPr>
          <p:spPr>
            <a:xfrm>
              <a:off x="0" y="0"/>
              <a:ext cx="7140884" cy="1793638"/>
            </a:xfrm>
            <a:custGeom>
              <a:avLst/>
              <a:gdLst/>
              <a:ahLst/>
              <a:cxnLst/>
              <a:rect l="l" t="t" r="r" b="b"/>
              <a:pathLst>
                <a:path w="7140884" h="1793638" extrusionOk="0">
                  <a:moveTo>
                    <a:pt x="0" y="0"/>
                  </a:moveTo>
                  <a:lnTo>
                    <a:pt x="7140884" y="0"/>
                  </a:lnTo>
                  <a:lnTo>
                    <a:pt x="7140884" y="1793638"/>
                  </a:lnTo>
                  <a:lnTo>
                    <a:pt x="0" y="1793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59" name="Google Shape;1059;p40"/>
            <p:cNvSpPr txBox="1"/>
            <p:nvPr/>
          </p:nvSpPr>
          <p:spPr>
            <a:xfrm>
              <a:off x="0" y="-47625"/>
              <a:ext cx="7140883" cy="18412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32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9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Las diferentes capas pueden probarse de forma independiente.</a:t>
              </a:r>
              <a:endParaRPr/>
            </a:p>
          </p:txBody>
        </p:sp>
      </p:grpSp>
      <p:sp>
        <p:nvSpPr>
          <p:cNvPr id="1060" name="Google Shape;1060;p40"/>
          <p:cNvSpPr/>
          <p:nvPr/>
        </p:nvSpPr>
        <p:spPr>
          <a:xfrm rot="10740000">
            <a:off x="11833327" y="7508249"/>
            <a:ext cx="6486525" cy="2848166"/>
          </a:xfrm>
          <a:custGeom>
            <a:avLst/>
            <a:gdLst/>
            <a:ahLst/>
            <a:cxnLst/>
            <a:rect l="l" t="t" r="r" b="b"/>
            <a:pathLst>
              <a:path w="8648700" h="3797554" extrusionOk="0">
                <a:moveTo>
                  <a:pt x="52832" y="0"/>
                </a:moveTo>
                <a:lnTo>
                  <a:pt x="8648700" y="149987"/>
                </a:lnTo>
                <a:lnTo>
                  <a:pt x="4919726" y="2972308"/>
                </a:lnTo>
                <a:lnTo>
                  <a:pt x="4829429" y="3037078"/>
                </a:lnTo>
                <a:cubicBezTo>
                  <a:pt x="4125214" y="3516122"/>
                  <a:pt x="3323717" y="3758438"/>
                  <a:pt x="2523744" y="3777615"/>
                </a:cubicBezTo>
                <a:cubicBezTo>
                  <a:pt x="1690497" y="3797554"/>
                  <a:pt x="858774" y="3575304"/>
                  <a:pt x="140716" y="3126486"/>
                </a:cubicBezTo>
                <a:lnTo>
                  <a:pt x="0" y="3026283"/>
                </a:lnTo>
                <a:close/>
              </a:path>
            </a:pathLst>
          </a:custGeom>
          <a:gradFill>
            <a:gsLst>
              <a:gs pos="0">
                <a:srgbClr val="E3E8E2">
                  <a:alpha val="80000"/>
                </a:srgbClr>
              </a:gs>
              <a:gs pos="27000">
                <a:srgbClr val="E3E8E2">
                  <a:alpha val="80000"/>
                </a:srgbClr>
              </a:gs>
              <a:gs pos="100000">
                <a:srgbClr val="DE6BEF">
                  <a:alpha val="91764"/>
                </a:srgbClr>
              </a:gs>
            </a:gsLst>
            <a:lin ang="366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41"/>
          <p:cNvSpPr/>
          <p:nvPr/>
        </p:nvSpPr>
        <p:spPr>
          <a:xfrm>
            <a:off x="9634819" y="5648582"/>
            <a:ext cx="9591865" cy="5219129"/>
          </a:xfrm>
          <a:custGeom>
            <a:avLst/>
            <a:gdLst/>
            <a:ahLst/>
            <a:cxnLst/>
            <a:rect l="l" t="t" r="r" b="b"/>
            <a:pathLst>
              <a:path w="12789154" h="6958838" extrusionOk="0">
                <a:moveTo>
                  <a:pt x="10342626" y="1270"/>
                </a:moveTo>
                <a:cubicBezTo>
                  <a:pt x="11215370" y="15748"/>
                  <a:pt x="12078081" y="307975"/>
                  <a:pt x="12788647" y="860806"/>
                </a:cubicBezTo>
                <a:lnTo>
                  <a:pt x="12789154" y="861314"/>
                </a:lnTo>
                <a:lnTo>
                  <a:pt x="12789154" y="6958838"/>
                </a:lnTo>
                <a:lnTo>
                  <a:pt x="0" y="6958838"/>
                </a:lnTo>
                <a:lnTo>
                  <a:pt x="7833995" y="811784"/>
                </a:lnTo>
                <a:lnTo>
                  <a:pt x="7918958" y="748538"/>
                </a:lnTo>
                <a:cubicBezTo>
                  <a:pt x="8582152" y="280035"/>
                  <a:pt x="9342247" y="35814"/>
                  <a:pt x="10104374" y="4318"/>
                </a:cubicBezTo>
                <a:cubicBezTo>
                  <a:pt x="10183749" y="1016"/>
                  <a:pt x="10263251" y="0"/>
                  <a:pt x="10342499" y="1397"/>
                </a:cubicBezTo>
                <a:close/>
              </a:path>
            </a:pathLst>
          </a:custGeom>
          <a:gradFill>
            <a:gsLst>
              <a:gs pos="0">
                <a:srgbClr val="E3E8E2"/>
              </a:gs>
              <a:gs pos="39000">
                <a:srgbClr val="E3E8E2"/>
              </a:gs>
              <a:gs pos="100000">
                <a:srgbClr val="DE6BEF"/>
              </a:gs>
            </a:gsLst>
            <a:lin ang="12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6" name="Google Shape;1066;p41"/>
          <p:cNvGrpSpPr/>
          <p:nvPr/>
        </p:nvGrpSpPr>
        <p:grpSpPr>
          <a:xfrm>
            <a:off x="2802907" y="1336889"/>
            <a:ext cx="6341092" cy="2355194"/>
            <a:chOff x="0" y="-28575"/>
            <a:chExt cx="8454790" cy="3140259"/>
          </a:xfrm>
        </p:grpSpPr>
        <p:sp>
          <p:nvSpPr>
            <p:cNvPr id="1067" name="Google Shape;1067;p41"/>
            <p:cNvSpPr/>
            <p:nvPr/>
          </p:nvSpPr>
          <p:spPr>
            <a:xfrm>
              <a:off x="0" y="0"/>
              <a:ext cx="8454790" cy="3111684"/>
            </a:xfrm>
            <a:custGeom>
              <a:avLst/>
              <a:gdLst/>
              <a:ahLst/>
              <a:cxnLst/>
              <a:rect l="l" t="t" r="r" b="b"/>
              <a:pathLst>
                <a:path w="8454790" h="3111684" extrusionOk="0">
                  <a:moveTo>
                    <a:pt x="0" y="0"/>
                  </a:moveTo>
                  <a:lnTo>
                    <a:pt x="8454790" y="0"/>
                  </a:lnTo>
                  <a:lnTo>
                    <a:pt x="8454790" y="3111684"/>
                  </a:lnTo>
                  <a:lnTo>
                    <a:pt x="0" y="31116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68" name="Google Shape;1068;p41"/>
            <p:cNvSpPr txBox="1"/>
            <p:nvPr/>
          </p:nvSpPr>
          <p:spPr>
            <a:xfrm>
              <a:off x="0" y="-28575"/>
              <a:ext cx="8454790" cy="31402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950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¿En dónde se aplica el patrón MVC?</a:t>
              </a:r>
              <a:endParaRPr/>
            </a:p>
          </p:txBody>
        </p:sp>
      </p:grpSp>
      <p:grpSp>
        <p:nvGrpSpPr>
          <p:cNvPr id="1069" name="Google Shape;1069;p41"/>
          <p:cNvGrpSpPr/>
          <p:nvPr/>
        </p:nvGrpSpPr>
        <p:grpSpPr>
          <a:xfrm>
            <a:off x="2925015" y="4331882"/>
            <a:ext cx="5769587" cy="3345833"/>
            <a:chOff x="0" y="-85725"/>
            <a:chExt cx="7692782" cy="4461111"/>
          </a:xfrm>
        </p:grpSpPr>
        <p:sp>
          <p:nvSpPr>
            <p:cNvPr id="1070" name="Google Shape;1070;p41"/>
            <p:cNvSpPr/>
            <p:nvPr/>
          </p:nvSpPr>
          <p:spPr>
            <a:xfrm>
              <a:off x="0" y="0"/>
              <a:ext cx="7692782" cy="4375386"/>
            </a:xfrm>
            <a:custGeom>
              <a:avLst/>
              <a:gdLst/>
              <a:ahLst/>
              <a:cxnLst/>
              <a:rect l="l" t="t" r="r" b="b"/>
              <a:pathLst>
                <a:path w="7692782" h="4375386" extrusionOk="0">
                  <a:moveTo>
                    <a:pt x="0" y="0"/>
                  </a:moveTo>
                  <a:lnTo>
                    <a:pt x="7692782" y="0"/>
                  </a:lnTo>
                  <a:lnTo>
                    <a:pt x="7692782" y="4375386"/>
                  </a:lnTo>
                  <a:lnTo>
                    <a:pt x="0" y="43753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71" name="Google Shape;1071;p41"/>
            <p:cNvSpPr txBox="1"/>
            <p:nvPr/>
          </p:nvSpPr>
          <p:spPr>
            <a:xfrm>
              <a:off x="0" y="-85725"/>
              <a:ext cx="7692782" cy="4461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patrón MVC se usa ampliamente en el desarrollo de aplicaciones web, móviles y de escritorio.</a:t>
              </a:r>
              <a:endParaRPr/>
            </a:p>
          </p:txBody>
        </p:sp>
      </p:grpSp>
      <p:sp>
        <p:nvSpPr>
          <p:cNvPr id="1072" name="Google Shape;1072;p41" descr="Icono  Descripción generada automáticamente"/>
          <p:cNvSpPr/>
          <p:nvPr/>
        </p:nvSpPr>
        <p:spPr>
          <a:xfrm>
            <a:off x="10984024" y="1791930"/>
            <a:ext cx="6275275" cy="7200902"/>
          </a:xfrm>
          <a:custGeom>
            <a:avLst/>
            <a:gdLst/>
            <a:ahLst/>
            <a:cxnLst/>
            <a:rect l="l" t="t" r="r" b="b"/>
            <a:pathLst>
              <a:path w="6275275" h="7200902" extrusionOk="0">
                <a:moveTo>
                  <a:pt x="0" y="0"/>
                </a:moveTo>
                <a:lnTo>
                  <a:pt x="6275276" y="0"/>
                </a:lnTo>
                <a:lnTo>
                  <a:pt x="6275276" y="7200902"/>
                </a:lnTo>
                <a:lnTo>
                  <a:pt x="0" y="72009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7" name="Google Shape;1077;p42"/>
          <p:cNvGrpSpPr/>
          <p:nvPr/>
        </p:nvGrpSpPr>
        <p:grpSpPr>
          <a:xfrm>
            <a:off x="1600200" y="6091518"/>
            <a:ext cx="7652981" cy="2884394"/>
            <a:chOff x="0" y="0"/>
            <a:chExt cx="10203974" cy="3845858"/>
          </a:xfrm>
        </p:grpSpPr>
        <p:sp>
          <p:nvSpPr>
            <p:cNvPr id="1078" name="Google Shape;1078;p42"/>
            <p:cNvSpPr/>
            <p:nvPr/>
          </p:nvSpPr>
          <p:spPr>
            <a:xfrm>
              <a:off x="0" y="0"/>
              <a:ext cx="10203974" cy="3845858"/>
            </a:xfrm>
            <a:custGeom>
              <a:avLst/>
              <a:gdLst/>
              <a:ahLst/>
              <a:cxnLst/>
              <a:rect l="l" t="t" r="r" b="b"/>
              <a:pathLst>
                <a:path w="10203974" h="3845858" extrusionOk="0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79" name="Google Shape;1079;p42"/>
            <p:cNvSpPr txBox="1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00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Backend</a:t>
              </a:r>
              <a:endParaRPr/>
            </a:p>
          </p:txBody>
        </p:sp>
      </p:grpSp>
      <p:sp>
        <p:nvSpPr>
          <p:cNvPr id="1080" name="Google Shape;1080;p42" descr="Una guía para futuros desarrolladores Backend | by mrGoonies | Medium"/>
          <p:cNvSpPr/>
          <p:nvPr/>
        </p:nvSpPr>
        <p:spPr>
          <a:xfrm>
            <a:off x="1600200" y="1793293"/>
            <a:ext cx="7549984" cy="3774991"/>
          </a:xfrm>
          <a:custGeom>
            <a:avLst/>
            <a:gdLst/>
            <a:ahLst/>
            <a:cxnLst/>
            <a:rect l="l" t="t" r="r" b="b"/>
            <a:pathLst>
              <a:path w="7549984" h="3774991" extrusionOk="0">
                <a:moveTo>
                  <a:pt x="0" y="0"/>
                </a:moveTo>
                <a:lnTo>
                  <a:pt x="7549984" y="0"/>
                </a:lnTo>
                <a:lnTo>
                  <a:pt x="7549984" y="3774992"/>
                </a:lnTo>
                <a:lnTo>
                  <a:pt x="0" y="37749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081" name="Google Shape;1081;p42"/>
          <p:cNvGrpSpPr/>
          <p:nvPr/>
        </p:nvGrpSpPr>
        <p:grpSpPr>
          <a:xfrm>
            <a:off x="10747886" y="1659404"/>
            <a:ext cx="5715000" cy="3484096"/>
            <a:chOff x="0" y="-76200"/>
            <a:chExt cx="7620000" cy="4645462"/>
          </a:xfrm>
        </p:grpSpPr>
        <p:sp>
          <p:nvSpPr>
            <p:cNvPr id="1082" name="Google Shape;1082;p42"/>
            <p:cNvSpPr/>
            <p:nvPr/>
          </p:nvSpPr>
          <p:spPr>
            <a:xfrm>
              <a:off x="0" y="0"/>
              <a:ext cx="7620000" cy="4569262"/>
            </a:xfrm>
            <a:custGeom>
              <a:avLst/>
              <a:gdLst/>
              <a:ahLst/>
              <a:cxnLst/>
              <a:rect l="l" t="t" r="r" b="b"/>
              <a:pathLst>
                <a:path w="7620000" h="4569262" extrusionOk="0">
                  <a:moveTo>
                    <a:pt x="0" y="0"/>
                  </a:moveTo>
                  <a:lnTo>
                    <a:pt x="7620000" y="0"/>
                  </a:lnTo>
                  <a:lnTo>
                    <a:pt x="7620000" y="4569262"/>
                  </a:lnTo>
                  <a:lnTo>
                    <a:pt x="0" y="45692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83" name="Google Shape;1083;p42"/>
            <p:cNvSpPr txBox="1"/>
            <p:nvPr/>
          </p:nvSpPr>
          <p:spPr>
            <a:xfrm>
              <a:off x="0" y="-76200"/>
              <a:ext cx="7620000" cy="4645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88632" marR="0" lvl="1" indent="-244316" algn="l" rtl="0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lang="en-US" sz="27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Laravel (PHP)</a:t>
              </a:r>
              <a:endParaRPr/>
            </a:p>
            <a:p>
              <a:pPr marL="488632" marR="0" lvl="1" indent="-244316" algn="l" rtl="0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lang="en-US" sz="27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Django (Python)</a:t>
              </a:r>
              <a:endParaRPr/>
            </a:p>
            <a:p>
              <a:pPr marL="542924" marR="0" lvl="1" indent="-271461" algn="l" rtl="0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lang="en-US" sz="299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Ruby on Rails (Ruby)</a:t>
              </a:r>
              <a:endParaRPr/>
            </a:p>
            <a:p>
              <a:pPr marL="488632" marR="0" lvl="1" indent="-244316" algn="l" rtl="0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lang="en-US" sz="27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ASP.NET (.NET)</a:t>
              </a:r>
              <a:endParaRPr/>
            </a:p>
            <a:p>
              <a:pPr marL="488632" marR="0" lvl="1" indent="-244316" algn="l" rtl="0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lang="en-US" sz="2700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Spring Boot (Java)</a:t>
              </a:r>
              <a:endParaRPr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8" name="Google Shape;1088;p43"/>
          <p:cNvGrpSpPr/>
          <p:nvPr/>
        </p:nvGrpSpPr>
        <p:grpSpPr>
          <a:xfrm>
            <a:off x="1600200" y="6091518"/>
            <a:ext cx="7652981" cy="2884394"/>
            <a:chOff x="0" y="0"/>
            <a:chExt cx="10203974" cy="3845858"/>
          </a:xfrm>
        </p:grpSpPr>
        <p:sp>
          <p:nvSpPr>
            <p:cNvPr id="1089" name="Google Shape;1089;p43"/>
            <p:cNvSpPr/>
            <p:nvPr/>
          </p:nvSpPr>
          <p:spPr>
            <a:xfrm>
              <a:off x="0" y="0"/>
              <a:ext cx="10203974" cy="3845858"/>
            </a:xfrm>
            <a:custGeom>
              <a:avLst/>
              <a:gdLst/>
              <a:ahLst/>
              <a:cxnLst/>
              <a:rect l="l" t="t" r="r" b="b"/>
              <a:pathLst>
                <a:path w="10203974" h="3845858" extrusionOk="0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90" name="Google Shape;1090;p43"/>
            <p:cNvSpPr txBox="1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00" b="1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Frontend</a:t>
              </a:r>
              <a:endParaRPr/>
            </a:p>
          </p:txBody>
        </p:sp>
      </p:grpSp>
      <p:sp>
        <p:nvSpPr>
          <p:cNvPr id="1091" name="Google Shape;1091;p43" descr="Un dibujo de una persona con una señal de alto  Descripción generada automáticamente con confianza media"/>
          <p:cNvSpPr/>
          <p:nvPr/>
        </p:nvSpPr>
        <p:spPr>
          <a:xfrm>
            <a:off x="1600200" y="3454292"/>
            <a:ext cx="7549984" cy="2113995"/>
          </a:xfrm>
          <a:custGeom>
            <a:avLst/>
            <a:gdLst/>
            <a:ahLst/>
            <a:cxnLst/>
            <a:rect l="l" t="t" r="r" b="b"/>
            <a:pathLst>
              <a:path w="7549984" h="2113995" extrusionOk="0">
                <a:moveTo>
                  <a:pt x="0" y="0"/>
                </a:moveTo>
                <a:lnTo>
                  <a:pt x="7549984" y="0"/>
                </a:lnTo>
                <a:lnTo>
                  <a:pt x="7549984" y="2113994"/>
                </a:lnTo>
                <a:lnTo>
                  <a:pt x="0" y="2113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09" r="-210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092" name="Google Shape;1092;p43"/>
          <p:cNvGrpSpPr/>
          <p:nvPr/>
        </p:nvGrpSpPr>
        <p:grpSpPr>
          <a:xfrm>
            <a:off x="10913807" y="2599252"/>
            <a:ext cx="5264523" cy="4099588"/>
            <a:chOff x="0" y="-85725"/>
            <a:chExt cx="7019364" cy="5466117"/>
          </a:xfrm>
        </p:grpSpPr>
        <p:sp>
          <p:nvSpPr>
            <p:cNvPr id="1093" name="Google Shape;1093;p43"/>
            <p:cNvSpPr/>
            <p:nvPr/>
          </p:nvSpPr>
          <p:spPr>
            <a:xfrm>
              <a:off x="0" y="0"/>
              <a:ext cx="7019364" cy="5380392"/>
            </a:xfrm>
            <a:custGeom>
              <a:avLst/>
              <a:gdLst/>
              <a:ahLst/>
              <a:cxnLst/>
              <a:rect l="l" t="t" r="r" b="b"/>
              <a:pathLst>
                <a:path w="7019364" h="5380392" extrusionOk="0">
                  <a:moveTo>
                    <a:pt x="0" y="0"/>
                  </a:moveTo>
                  <a:lnTo>
                    <a:pt x="7019364" y="0"/>
                  </a:lnTo>
                  <a:lnTo>
                    <a:pt x="7019364" y="5380392"/>
                  </a:lnTo>
                  <a:lnTo>
                    <a:pt x="0" y="53803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94" name="Google Shape;1094;p43"/>
            <p:cNvSpPr txBox="1"/>
            <p:nvPr/>
          </p:nvSpPr>
          <p:spPr>
            <a:xfrm>
              <a:off x="0" y="-85725"/>
              <a:ext cx="7019364" cy="54661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23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542924" marR="0" lvl="1" indent="-271461" algn="just" rtl="0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lang="en-US" sz="299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Angular</a:t>
              </a:r>
              <a:endParaRPr/>
            </a:p>
            <a:p>
              <a:pPr marL="542924" marR="0" lvl="1" indent="-271461" algn="just" rtl="0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lang="en-US" sz="299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Vue</a:t>
              </a:r>
              <a:endParaRPr/>
            </a:p>
            <a:p>
              <a:pPr marL="542924" marR="0" lvl="1" indent="-271461" algn="just" rtl="0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lang="en-US" sz="299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Svelte</a:t>
              </a:r>
              <a:endParaRPr/>
            </a:p>
            <a:p>
              <a:pPr marL="542924" marR="0" lvl="1" indent="-271461" algn="just" rtl="0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lang="en-US" sz="299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ReactJS</a:t>
              </a:r>
              <a:endParaRPr/>
            </a:p>
            <a:p>
              <a:pPr marL="542924" marR="0" lvl="1" indent="-271461" algn="just" rtl="0">
                <a:lnSpc>
                  <a:spcPct val="144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lang="en-US" sz="2999" b="0" i="0" u="none" strike="noStrike" cap="non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HTML</a:t>
              </a:r>
              <a:endParaRPr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44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9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99" b="0" i="0" u="none" strike="noStrike" cap="non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44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1101" name="Google Shape;1101;p44"/>
          <p:cNvSpPr/>
          <p:nvPr/>
        </p:nvSpPr>
        <p:spPr>
          <a:xfrm>
            <a:off x="13963751" y="102870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102" name="Google Shape;1102;p44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1578</Words>
  <Application>Microsoft Office PowerPoint</Application>
  <PresentationFormat>Personalizado</PresentationFormat>
  <Paragraphs>219</Paragraphs>
  <Slides>45</Slides>
  <Notes>45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50" baseType="lpstr">
      <vt:lpstr>Arial</vt:lpstr>
      <vt:lpstr>Arimo</vt:lpstr>
      <vt:lpstr>Open Sans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pablo oliva</cp:lastModifiedBy>
  <cp:revision>2</cp:revision>
  <dcterms:created xsi:type="dcterms:W3CDTF">2006-08-16T00:00:00Z</dcterms:created>
  <dcterms:modified xsi:type="dcterms:W3CDTF">2026-05-16T07:18:37Z</dcterms:modified>
</cp:coreProperties>
</file>