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10287000" cx="18288000"/>
  <p:notesSz cx="6858000" cy="9144000"/>
  <p:embeddedFontLst>
    <p:embeddedFont>
      <p:font typeface="Play"/>
      <p:regular r:id="rId29"/>
      <p:bold r:id="rId30"/>
    </p:embeddedFont>
    <p:embeddedFont>
      <p:font typeface="Open Sans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3" roundtripDataSignature="AMtx7miqKzKKjxy78xhqN7mahw0DHBSb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penSans-bold.fntdata"/><Relationship Id="rId30" Type="http://schemas.openxmlformats.org/officeDocument/2006/relationships/font" Target="fonts/Play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Relationship Id="rId4" Type="http://schemas.openxmlformats.org/officeDocument/2006/relationships/hyperlink" Target="https://www.apache.org/dyn/closer.lua/netbeans/netbeans-installers/24/Apache-NetBeans-24-bin-windows-x64.ex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0" y="6948201"/>
            <a:ext cx="12541309" cy="17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69140" y="2359833"/>
            <a:ext cx="17749719" cy="31953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Introducción a la programación y computación 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716657" y="3082684"/>
            <a:ext cx="4613551" cy="845385"/>
            <a:chOff x="0" y="-76200"/>
            <a:chExt cx="196422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Presentacion</a:t>
              </a: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Auxiliar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991930" y="326166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651749" y="-320617"/>
            <a:ext cx="7017301" cy="3120467"/>
            <a:chOff x="-6" y="-95250"/>
            <a:chExt cx="9356400" cy="4160623"/>
          </a:xfrm>
        </p:grpSpPr>
        <p:sp>
          <p:nvSpPr>
            <p:cNvPr id="99" name="Google Shape;99;p2"/>
            <p:cNvSpPr txBox="1"/>
            <p:nvPr/>
          </p:nvSpPr>
          <p:spPr>
            <a:xfrm>
              <a:off x="-6" y="986773"/>
              <a:ext cx="93564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1131715" y="78516"/>
            <a:ext cx="8416862" cy="5797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56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2" name="Google Shape;102;p2"/>
          <p:cNvGrpSpPr/>
          <p:nvPr/>
        </p:nvGrpSpPr>
        <p:grpSpPr>
          <a:xfrm>
            <a:off x="877060" y="4928045"/>
            <a:ext cx="10367931" cy="845385"/>
            <a:chOff x="0" y="-76200"/>
            <a:chExt cx="4414151" cy="359923"/>
          </a:xfrm>
        </p:grpSpPr>
        <p:sp>
          <p:nvSpPr>
            <p:cNvPr id="103" name="Google Shape;103;p2"/>
            <p:cNvSpPr/>
            <p:nvPr/>
          </p:nvSpPr>
          <p:spPr>
            <a:xfrm>
              <a:off x="0" y="0"/>
              <a:ext cx="4414151" cy="283723"/>
            </a:xfrm>
            <a:custGeom>
              <a:rect b="b" l="l" r="r" t="t"/>
              <a:pathLst>
                <a:path extrusionOk="0" h="283723" w="4414151">
                  <a:moveTo>
                    <a:pt x="421095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4210951" y="283723"/>
                  </a:lnTo>
                  <a:lnTo>
                    <a:pt x="4414151" y="141862"/>
                  </a:lnTo>
                  <a:lnTo>
                    <a:pt x="42109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Google Shape;104;p2"/>
            <p:cNvSpPr txBox="1"/>
            <p:nvPr/>
          </p:nvSpPr>
          <p:spPr>
            <a:xfrm>
              <a:off x="0" y="-76200"/>
              <a:ext cx="429985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651754" y="5888721"/>
            <a:ext cx="8503383" cy="845385"/>
            <a:chOff x="0" y="-76200"/>
            <a:chExt cx="3620319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3620319" cy="283723"/>
            </a:xfrm>
            <a:custGeom>
              <a:rect b="b" l="l" r="r" t="t"/>
              <a:pathLst>
                <a:path extrusionOk="0" h="283723" w="3620319">
                  <a:moveTo>
                    <a:pt x="3417119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417119" y="283723"/>
                  </a:lnTo>
                  <a:lnTo>
                    <a:pt x="3620319" y="141862"/>
                  </a:lnTo>
                  <a:lnTo>
                    <a:pt x="341711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3506019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/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218610" y="6945654"/>
            <a:ext cx="4613551" cy="845385"/>
            <a:chOff x="0" y="-76200"/>
            <a:chExt cx="1964221" cy="359923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Asignacion DTT</a:t>
              </a:r>
              <a:endParaRPr/>
            </a:p>
          </p:txBody>
        </p:sp>
      </p:grpSp>
      <p:sp>
        <p:nvSpPr>
          <p:cNvPr id="111" name="Google Shape;111;p2"/>
          <p:cNvSpPr/>
          <p:nvPr/>
        </p:nvSpPr>
        <p:spPr>
          <a:xfrm>
            <a:off x="991930" y="51260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p2"/>
          <p:cNvSpPr/>
          <p:nvPr/>
        </p:nvSpPr>
        <p:spPr>
          <a:xfrm>
            <a:off x="991930" y="612585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991930" y="712676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2"/>
          <p:cNvGrpSpPr/>
          <p:nvPr/>
        </p:nvGrpSpPr>
        <p:grpSpPr>
          <a:xfrm>
            <a:off x="1445289" y="3947312"/>
            <a:ext cx="6615391" cy="845568"/>
            <a:chOff x="0" y="-76200"/>
            <a:chExt cx="2816498" cy="360000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2816498" cy="283723"/>
            </a:xfrm>
            <a:custGeom>
              <a:rect b="b" l="l" r="r" t="t"/>
              <a:pathLst>
                <a:path extrusionOk="0" h="283723" w="2816498">
                  <a:moveTo>
                    <a:pt x="2613298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613298" y="283723"/>
                  </a:lnTo>
                  <a:lnTo>
                    <a:pt x="2816498" y="141862"/>
                  </a:lnTo>
                  <a:lnTo>
                    <a:pt x="261329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6" name="Google Shape;116;p2"/>
            <p:cNvSpPr txBox="1"/>
            <p:nvPr/>
          </p:nvSpPr>
          <p:spPr>
            <a:xfrm>
              <a:off x="0" y="-76200"/>
              <a:ext cx="2702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6657" y="7851309"/>
            <a:ext cx="4613551" cy="845385"/>
            <a:chOff x="0" y="-76200"/>
            <a:chExt cx="1964221" cy="359923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Herramientas a usar</a:t>
              </a:r>
              <a:endParaRPr/>
            </a:p>
          </p:txBody>
        </p:sp>
      </p:grpSp>
      <p:sp>
        <p:nvSpPr>
          <p:cNvPr id="120" name="Google Shape;120;p2"/>
          <p:cNvSpPr/>
          <p:nvPr/>
        </p:nvSpPr>
        <p:spPr>
          <a:xfrm>
            <a:off x="991930" y="414450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1" name="Google Shape;121;p2"/>
          <p:cNvSpPr/>
          <p:nvPr/>
        </p:nvSpPr>
        <p:spPr>
          <a:xfrm>
            <a:off x="1028700" y="808844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22" name="Google Shape;122;p2"/>
          <p:cNvGrpSpPr/>
          <p:nvPr/>
        </p:nvGrpSpPr>
        <p:grpSpPr>
          <a:xfrm>
            <a:off x="651754" y="8812991"/>
            <a:ext cx="4613551" cy="845385"/>
            <a:chOff x="0" y="-76200"/>
            <a:chExt cx="1964221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4" name="Google Shape;124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/>
            </a:p>
          </p:txBody>
        </p:sp>
      </p:grpSp>
      <p:sp>
        <p:nvSpPr>
          <p:cNvPr id="125" name="Google Shape;125;p2"/>
          <p:cNvSpPr/>
          <p:nvPr/>
        </p:nvSpPr>
        <p:spPr>
          <a:xfrm>
            <a:off x="1028700" y="9013149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8" y="0"/>
                </a:lnTo>
                <a:lnTo>
                  <a:pt x="453358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4189771" y="397185"/>
            <a:ext cx="9908457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PRESENTACION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809339" y="3064594"/>
            <a:ext cx="11178540" cy="880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1028700" y="4816173"/>
            <a:ext cx="13814100" cy="44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Tutor Academico:Nombre</a:t>
            </a:r>
            <a:endParaRPr/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Electronico: </a:t>
            </a:r>
            <a:endParaRPr/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xxxxxxxx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@ingenieria.usac.edu.gt</a:t>
            </a:r>
            <a:endParaRPr/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Asunto: [IPC1X] Duda/Asunto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"/>
          <p:cNvSpPr txBox="1"/>
          <p:nvPr/>
        </p:nvSpPr>
        <p:spPr>
          <a:xfrm>
            <a:off x="4189771" y="236448"/>
            <a:ext cx="990845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MEDIOS OFICIALES DE COMUNICACIÓN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1028700" y="4301815"/>
            <a:ext cx="13814012" cy="3165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DTT</a:t>
            </a:r>
            <a:endParaRPr/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FOROS UEDI</a:t>
            </a:r>
            <a:endParaRPr/>
          </a:p>
          <a:p>
            <a:pPr indent="-390033" lvl="1" marL="780069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613"/>
              <a:buFont typeface="Arial"/>
              <a:buChar char="•"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CORREO ELECTRÓNICO</a:t>
            </a:r>
            <a:endParaRPr/>
          </a:p>
          <a:p>
            <a:pPr indent="0" lvl="0" marL="0" marR="0" rtl="0" algn="l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"/>
          <p:cNvSpPr txBox="1"/>
          <p:nvPr/>
        </p:nvSpPr>
        <p:spPr>
          <a:xfrm>
            <a:off x="3418234" y="461480"/>
            <a:ext cx="11451531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1028700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5"/>
          <p:cNvSpPr txBox="1"/>
          <p:nvPr/>
        </p:nvSpPr>
        <p:spPr>
          <a:xfrm>
            <a:off x="1271638" y="3446834"/>
            <a:ext cx="2884615" cy="2140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Está llevando el curso por primera vez?</a:t>
            </a:r>
            <a:endParaRPr/>
          </a:p>
          <a:p>
            <a:pPr indent="0" lvl="0" marL="0" marR="0" rtl="0" algn="l">
              <a:lnSpc>
                <a:spcPct val="826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4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244763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p5"/>
          <p:cNvSpPr txBox="1"/>
          <p:nvPr/>
        </p:nvSpPr>
        <p:spPr>
          <a:xfrm>
            <a:off x="5487701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lenguajes de programación conoce o a escuchado?</a:t>
            </a:r>
            <a:endParaRPr/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9472504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p5"/>
          <p:cNvSpPr txBox="1"/>
          <p:nvPr/>
        </p:nvSpPr>
        <p:spPr>
          <a:xfrm>
            <a:off x="9715442" y="3437309"/>
            <a:ext cx="2884615" cy="1780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0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Qué espera del laboratorio?</a:t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3452595" y="2658033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2" y="0"/>
                </a:lnTo>
                <a:lnTo>
                  <a:pt x="3370492" y="3333722"/>
                </a:lnTo>
                <a:lnTo>
                  <a:pt x="0" y="333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5"/>
          <p:cNvSpPr txBox="1"/>
          <p:nvPr/>
        </p:nvSpPr>
        <p:spPr>
          <a:xfrm>
            <a:off x="13695534" y="3456359"/>
            <a:ext cx="2884615" cy="2222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escuchado de la programación orientada a objetos?</a:t>
            </a:r>
            <a:endParaRPr/>
          </a:p>
          <a:p>
            <a:pPr indent="0" lvl="0" marL="0" marR="0" rtl="0" algn="l">
              <a:lnSpc>
                <a:spcPct val="703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5244763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3" name="Google Shape;153;p5"/>
          <p:cNvSpPr txBox="1"/>
          <p:nvPr/>
        </p:nvSpPr>
        <p:spPr>
          <a:xfrm>
            <a:off x="5487701" y="7180606"/>
            <a:ext cx="2884615" cy="2046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Ha utilizado o escuchado alguna herramienta de versionamiento?</a:t>
            </a:r>
            <a:endParaRPr/>
          </a:p>
          <a:p>
            <a:pPr indent="0" lvl="0" marL="0" marR="0" rtl="0" algn="l">
              <a:lnSpc>
                <a:spcPct val="65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9472504" y="6391805"/>
            <a:ext cx="3370491" cy="3333722"/>
          </a:xfrm>
          <a:custGeom>
            <a:rect b="b" l="l" r="r" t="t"/>
            <a:pathLst>
              <a:path extrusionOk="0" h="3333722" w="3370491">
                <a:moveTo>
                  <a:pt x="0" y="0"/>
                </a:moveTo>
                <a:lnTo>
                  <a:pt x="3370491" y="0"/>
                </a:lnTo>
                <a:lnTo>
                  <a:pt x="3370491" y="3333723"/>
                </a:lnTo>
                <a:lnTo>
                  <a:pt x="0" y="33337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5"/>
          <p:cNvSpPr txBox="1"/>
          <p:nvPr/>
        </p:nvSpPr>
        <p:spPr>
          <a:xfrm>
            <a:off x="9715442" y="7180606"/>
            <a:ext cx="2884615" cy="2114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1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Conoce algún método de Ordenamiento?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1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/>
          <p:nvPr/>
        </p:nvSpPr>
        <p:spPr>
          <a:xfrm>
            <a:off x="2392343" y="4103179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"/>
          <p:cNvSpPr txBox="1"/>
          <p:nvPr/>
        </p:nvSpPr>
        <p:spPr>
          <a:xfrm>
            <a:off x="4157624" y="654364"/>
            <a:ext cx="9972752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66" name="Google Shape;166;p7"/>
          <p:cNvSpPr txBox="1"/>
          <p:nvPr/>
        </p:nvSpPr>
        <p:spPr>
          <a:xfrm>
            <a:off x="1330232" y="4895850"/>
            <a:ext cx="14365903" cy="986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2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7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https://kahoot.com/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ASIGNACIÓN DTT</a:t>
            </a:r>
            <a:endParaRPr/>
          </a:p>
        </p:txBody>
      </p:sp>
      <p:sp>
        <p:nvSpPr>
          <p:cNvPr id="172" name="Google Shape;172;p8"/>
          <p:cNvSpPr txBox="1"/>
          <p:nvPr/>
        </p:nvSpPr>
        <p:spPr>
          <a:xfrm>
            <a:off x="1028700" y="5342341"/>
            <a:ext cx="9450975" cy="8380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https://forms.gle/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9"/>
          <p:cNvSpPr/>
          <p:nvPr/>
        </p:nvSpPr>
        <p:spPr>
          <a:xfrm>
            <a:off x="6431543" y="4551211"/>
            <a:ext cx="10071101" cy="5290006"/>
          </a:xfrm>
          <a:custGeom>
            <a:rect b="b" l="l" r="r" t="t"/>
            <a:pathLst>
              <a:path extrusionOk="0" h="5290006" w="10071101">
                <a:moveTo>
                  <a:pt x="0" y="0"/>
                </a:moveTo>
                <a:lnTo>
                  <a:pt x="10071101" y="0"/>
                </a:lnTo>
                <a:lnTo>
                  <a:pt x="10071101" y="5290007"/>
                </a:lnTo>
                <a:lnTo>
                  <a:pt x="0" y="52900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9"/>
          <p:cNvSpPr txBox="1"/>
          <p:nvPr/>
        </p:nvSpPr>
        <p:spPr>
          <a:xfrm>
            <a:off x="2507390" y="1000125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HERRAMIENTAS A USAR</a:t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1028700" y="2975991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JAVA JDK</a:t>
            </a:r>
            <a:endParaRPr/>
          </a:p>
        </p:txBody>
      </p:sp>
      <p:sp>
        <p:nvSpPr>
          <p:cNvPr id="180" name="Google Shape;180;p9"/>
          <p:cNvSpPr txBox="1"/>
          <p:nvPr/>
        </p:nvSpPr>
        <p:spPr>
          <a:xfrm>
            <a:off x="1028700" y="3892248"/>
            <a:ext cx="909066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Java JDK download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2414242" y="2158564"/>
            <a:ext cx="13923901" cy="5969873"/>
          </a:xfrm>
          <a:custGeom>
            <a:rect b="b" l="l" r="r" t="t"/>
            <a:pathLst>
              <a:path extrusionOk="0" h="5969873" w="13923901">
                <a:moveTo>
                  <a:pt x="0" y="0"/>
                </a:moveTo>
                <a:lnTo>
                  <a:pt x="13923901" y="0"/>
                </a:lnTo>
                <a:lnTo>
                  <a:pt x="13923901" y="5969872"/>
                </a:lnTo>
                <a:lnTo>
                  <a:pt x="0" y="5969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p10"/>
          <p:cNvSpPr txBox="1"/>
          <p:nvPr/>
        </p:nvSpPr>
        <p:spPr>
          <a:xfrm>
            <a:off x="1028700" y="1256163"/>
            <a:ext cx="73077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Click en Java Downloads de Oracle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3523986" y="8384544"/>
            <a:ext cx="1170441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https://www.oracle.com/java/technologies/downloads/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1"/>
          <p:cNvSpPr/>
          <p:nvPr/>
        </p:nvSpPr>
        <p:spPr>
          <a:xfrm>
            <a:off x="1927076" y="2330925"/>
            <a:ext cx="14898234" cy="5624083"/>
          </a:xfrm>
          <a:custGeom>
            <a:rect b="b" l="l" r="r" t="t"/>
            <a:pathLst>
              <a:path extrusionOk="0" h="5624083" w="14898234">
                <a:moveTo>
                  <a:pt x="0" y="0"/>
                </a:moveTo>
                <a:lnTo>
                  <a:pt x="14898234" y="0"/>
                </a:lnTo>
                <a:lnTo>
                  <a:pt x="14898234" y="5624083"/>
                </a:lnTo>
                <a:lnTo>
                  <a:pt x="0" y="56240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3" name="Google Shape;193;p11"/>
          <p:cNvSpPr txBox="1"/>
          <p:nvPr/>
        </p:nvSpPr>
        <p:spPr>
          <a:xfrm>
            <a:off x="1028700" y="1221636"/>
            <a:ext cx="13833656" cy="613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Descargaremos el JDK Development Kit 23.0.2 downloads</a:t>
            </a:r>
            <a:endParaRPr/>
          </a:p>
        </p:txBody>
      </p:sp>
      <p:sp>
        <p:nvSpPr>
          <p:cNvPr id="194" name="Google Shape;194;p11"/>
          <p:cNvSpPr txBox="1"/>
          <p:nvPr/>
        </p:nvSpPr>
        <p:spPr>
          <a:xfrm>
            <a:off x="1473158" y="8384544"/>
            <a:ext cx="158060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x64 installer,si el sistema operativo es de 64 bits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4115556" y="2353817"/>
            <a:ext cx="10056888" cy="7483549"/>
          </a:xfrm>
          <a:custGeom>
            <a:rect b="b" l="l" r="r" t="t"/>
            <a:pathLst>
              <a:path extrusionOk="0" h="7483549" w="10056888">
                <a:moveTo>
                  <a:pt x="0" y="0"/>
                </a:moveTo>
                <a:lnTo>
                  <a:pt x="10056888" y="0"/>
                </a:lnTo>
                <a:lnTo>
                  <a:pt x="10056888" y="7483549"/>
                </a:lnTo>
                <a:lnTo>
                  <a:pt x="0" y="74835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0" name="Google Shape;200;p12"/>
          <p:cNvSpPr txBox="1"/>
          <p:nvPr/>
        </p:nvSpPr>
        <p:spPr>
          <a:xfrm>
            <a:off x="-642964" y="1382373"/>
            <a:ext cx="1383365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descarga, ejecutaremos el .exe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3833401" y="2289844"/>
            <a:ext cx="10149231" cy="7622005"/>
          </a:xfrm>
          <a:custGeom>
            <a:rect b="b" l="l" r="r" t="t"/>
            <a:pathLst>
              <a:path extrusionOk="0" h="7622005" w="10149231">
                <a:moveTo>
                  <a:pt x="0" y="0"/>
                </a:moveTo>
                <a:lnTo>
                  <a:pt x="10149231" y="0"/>
                </a:lnTo>
                <a:lnTo>
                  <a:pt x="10149231" y="7622005"/>
                </a:lnTo>
                <a:lnTo>
                  <a:pt x="0" y="7622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6" name="Google Shape;206;p13"/>
          <p:cNvSpPr txBox="1"/>
          <p:nvPr/>
        </p:nvSpPr>
        <p:spPr>
          <a:xfrm>
            <a:off x="114465" y="1382373"/>
            <a:ext cx="17144835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hasta que empieze a instalar.  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4"/>
          <p:cNvSpPr/>
          <p:nvPr/>
        </p:nvSpPr>
        <p:spPr>
          <a:xfrm>
            <a:off x="4180642" y="1905159"/>
            <a:ext cx="10388829" cy="7850571"/>
          </a:xfrm>
          <a:custGeom>
            <a:rect b="b" l="l" r="r" t="t"/>
            <a:pathLst>
              <a:path extrusionOk="0" h="7850571" w="10388829">
                <a:moveTo>
                  <a:pt x="0" y="0"/>
                </a:moveTo>
                <a:lnTo>
                  <a:pt x="10388829" y="0"/>
                </a:lnTo>
                <a:lnTo>
                  <a:pt x="10388829" y="7850571"/>
                </a:lnTo>
                <a:lnTo>
                  <a:pt x="0" y="7850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4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instalacion dar click en close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5"/>
          <p:cNvSpPr/>
          <p:nvPr/>
        </p:nvSpPr>
        <p:spPr>
          <a:xfrm>
            <a:off x="1731471" y="2686664"/>
            <a:ext cx="14825057" cy="6986308"/>
          </a:xfrm>
          <a:custGeom>
            <a:rect b="b" l="l" r="r" t="t"/>
            <a:pathLst>
              <a:path extrusionOk="0" h="6986308" w="14825057">
                <a:moveTo>
                  <a:pt x="0" y="0"/>
                </a:moveTo>
                <a:lnTo>
                  <a:pt x="14825058" y="0"/>
                </a:lnTo>
                <a:lnTo>
                  <a:pt x="14825058" y="6986308"/>
                </a:lnTo>
                <a:lnTo>
                  <a:pt x="0" y="6986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8" name="Google Shape;218;p15"/>
          <p:cNvSpPr txBox="1"/>
          <p:nvPr/>
        </p:nvSpPr>
        <p:spPr>
          <a:xfrm>
            <a:off x="1028700" y="952500"/>
            <a:ext cx="14112345" cy="6634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8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Instalación NetBeans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1028700" y="2027700"/>
            <a:ext cx="888749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Buscar en el navegador Apache Netbeans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/>
          <p:nvPr/>
        </p:nvSpPr>
        <p:spPr>
          <a:xfrm>
            <a:off x="2261035" y="2646991"/>
            <a:ext cx="13765929" cy="6160253"/>
          </a:xfrm>
          <a:custGeom>
            <a:rect b="b" l="l" r="r" t="t"/>
            <a:pathLst>
              <a:path extrusionOk="0" h="6160253" w="13765929">
                <a:moveTo>
                  <a:pt x="0" y="0"/>
                </a:moveTo>
                <a:lnTo>
                  <a:pt x="13765930" y="0"/>
                </a:lnTo>
                <a:lnTo>
                  <a:pt x="13765930" y="6160253"/>
                </a:lnTo>
                <a:lnTo>
                  <a:pt x="0" y="61602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1028700" y="1038591"/>
            <a:ext cx="936517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el primer enlace que aparece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"/>
          <p:cNvSpPr/>
          <p:nvPr/>
        </p:nvSpPr>
        <p:spPr>
          <a:xfrm>
            <a:off x="2239623" y="1811008"/>
            <a:ext cx="14256650" cy="6664984"/>
          </a:xfrm>
          <a:custGeom>
            <a:rect b="b" l="l" r="r" t="t"/>
            <a:pathLst>
              <a:path extrusionOk="0" h="6664984" w="14256650">
                <a:moveTo>
                  <a:pt x="0" y="0"/>
                </a:moveTo>
                <a:lnTo>
                  <a:pt x="14256650" y="0"/>
                </a:lnTo>
                <a:lnTo>
                  <a:pt x="14256650" y="6664984"/>
                </a:lnTo>
                <a:lnTo>
                  <a:pt x="0" y="66649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7"/>
          <p:cNvSpPr txBox="1"/>
          <p:nvPr/>
        </p:nvSpPr>
        <p:spPr>
          <a:xfrm>
            <a:off x="1028700" y="962025"/>
            <a:ext cx="496098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Download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2" name="Google Shape;232;p17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Enlace: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https://netbeans.apache.org/front/main/download/nb24/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2054502" y="2006397"/>
            <a:ext cx="14178996" cy="6274206"/>
          </a:xfrm>
          <a:custGeom>
            <a:rect b="b" l="l" r="r" t="t"/>
            <a:pathLst>
              <a:path extrusionOk="0" h="6274206" w="14178996">
                <a:moveTo>
                  <a:pt x="0" y="0"/>
                </a:moveTo>
                <a:lnTo>
                  <a:pt x="14178996" y="0"/>
                </a:lnTo>
                <a:lnTo>
                  <a:pt x="14178996" y="6274206"/>
                </a:lnTo>
                <a:lnTo>
                  <a:pt x="0" y="627420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18"/>
          <p:cNvSpPr txBox="1"/>
          <p:nvPr/>
        </p:nvSpPr>
        <p:spPr>
          <a:xfrm>
            <a:off x="1028700" y="962025"/>
            <a:ext cx="13415740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En este ejemplo se descargara el archivo de instalación .exe 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9" name="Google Shape;239;p18"/>
          <p:cNvSpPr txBox="1"/>
          <p:nvPr/>
        </p:nvSpPr>
        <p:spPr>
          <a:xfrm>
            <a:off x="403791" y="8409317"/>
            <a:ext cx="16855509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descargara el que dice </a:t>
            </a:r>
            <a:r>
              <a:rPr b="0" i="0" lang="en-US" sz="3613" u="sng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Apache-NetBeans-24-bin-windows-x64.exe</a:t>
            </a: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,si el sistema operativo es de 64 bits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9"/>
          <p:cNvSpPr/>
          <p:nvPr/>
        </p:nvSpPr>
        <p:spPr>
          <a:xfrm>
            <a:off x="4289037" y="1827509"/>
            <a:ext cx="9709926" cy="8073723"/>
          </a:xfrm>
          <a:custGeom>
            <a:rect b="b" l="l" r="r" t="t"/>
            <a:pathLst>
              <a:path extrusionOk="0" h="8073723" w="9709926">
                <a:moveTo>
                  <a:pt x="0" y="0"/>
                </a:moveTo>
                <a:lnTo>
                  <a:pt x="9709926" y="0"/>
                </a:lnTo>
                <a:lnTo>
                  <a:pt x="9709926" y="8073722"/>
                </a:lnTo>
                <a:lnTo>
                  <a:pt x="0" y="80737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5" name="Google Shape;245;p19"/>
          <p:cNvSpPr txBox="1"/>
          <p:nvPr/>
        </p:nvSpPr>
        <p:spPr>
          <a:xfrm>
            <a:off x="1028700" y="962025"/>
            <a:ext cx="9780746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descargarse el archivo ejecutaremos el .exe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"/>
          <p:cNvSpPr/>
          <p:nvPr/>
        </p:nvSpPr>
        <p:spPr>
          <a:xfrm>
            <a:off x="3957730" y="2521294"/>
            <a:ext cx="9586554" cy="7254358"/>
          </a:xfrm>
          <a:custGeom>
            <a:rect b="b" l="l" r="r" t="t"/>
            <a:pathLst>
              <a:path extrusionOk="0" h="7254358" w="9586554">
                <a:moveTo>
                  <a:pt x="0" y="0"/>
                </a:moveTo>
                <a:lnTo>
                  <a:pt x="9586554" y="0"/>
                </a:lnTo>
                <a:lnTo>
                  <a:pt x="9586554" y="7254358"/>
                </a:lnTo>
                <a:lnTo>
                  <a:pt x="0" y="72543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20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ejecutarse la ventana dar click en next y aceptamon los terminos y condiciones, luego click en siguiente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1"/>
          <p:cNvSpPr/>
          <p:nvPr/>
        </p:nvSpPr>
        <p:spPr>
          <a:xfrm>
            <a:off x="4416018" y="2320583"/>
            <a:ext cx="9455965" cy="7966417"/>
          </a:xfrm>
          <a:custGeom>
            <a:rect b="b" l="l" r="r" t="t"/>
            <a:pathLst>
              <a:path extrusionOk="0" h="7966417" w="9455965">
                <a:moveTo>
                  <a:pt x="0" y="0"/>
                </a:moveTo>
                <a:lnTo>
                  <a:pt x="9455964" y="0"/>
                </a:lnTo>
                <a:lnTo>
                  <a:pt x="9455964" y="7966417"/>
                </a:lnTo>
                <a:lnTo>
                  <a:pt x="0" y="79664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21"/>
          <p:cNvSpPr txBox="1"/>
          <p:nvPr/>
        </p:nvSpPr>
        <p:spPr>
          <a:xfrm>
            <a:off x="1028700" y="962025"/>
            <a:ext cx="16017305" cy="1889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Dar click en next hasta que aparezca el boton install e instalar el programa dandole click al boton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4166695" y="1905377"/>
            <a:ext cx="9269826" cy="8006812"/>
          </a:xfrm>
          <a:custGeom>
            <a:rect b="b" l="l" r="r" t="t"/>
            <a:pathLst>
              <a:path extrusionOk="0" h="8006812" w="9269826">
                <a:moveTo>
                  <a:pt x="0" y="0"/>
                </a:moveTo>
                <a:lnTo>
                  <a:pt x="9269826" y="0"/>
                </a:lnTo>
                <a:lnTo>
                  <a:pt x="9269826" y="8006812"/>
                </a:lnTo>
                <a:lnTo>
                  <a:pt x="0" y="80068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22"/>
          <p:cNvSpPr txBox="1"/>
          <p:nvPr/>
        </p:nvSpPr>
        <p:spPr>
          <a:xfrm>
            <a:off x="1028700" y="962025"/>
            <a:ext cx="12843282" cy="1251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13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Al finalizar la instalación ya podemos ejecutar Netbeans 24</a:t>
            </a:r>
            <a:endParaRPr/>
          </a:p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13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1" name="Google Shape;271;p23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