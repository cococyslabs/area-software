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y="6858000" cx="12192000"/>
  <p:notesSz cx="6858000" cy="9144000"/>
  <p:embeddedFontLst>
    <p:embeddedFont>
      <p:font typeface="Corbel"/>
      <p:regular r:id="rId44"/>
      <p:bold r:id="rId45"/>
      <p:italic r:id="rId46"/>
      <p:boldItalic r:id="rId47"/>
    </p:embeddedFont>
    <p:embeddedFont>
      <p:font typeface="Open Sans"/>
      <p:bold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hi+40oZRILSD2HhCR+CFl3nWUZ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font" Target="fonts/Corbel-regular.fntdata"/><Relationship Id="rId43" Type="http://schemas.openxmlformats.org/officeDocument/2006/relationships/slide" Target="slides/slide39.xml"/><Relationship Id="rId46" Type="http://schemas.openxmlformats.org/officeDocument/2006/relationships/font" Target="fonts/Corbel-italic.fntdata"/><Relationship Id="rId45" Type="http://schemas.openxmlformats.org/officeDocument/2006/relationships/font" Target="fonts/Corbel-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OpenSans-bold.fntdata"/><Relationship Id="rId47" Type="http://schemas.openxmlformats.org/officeDocument/2006/relationships/font" Target="fonts/Corbel-boldItalic.fntdata"/><Relationship Id="rId49" Type="http://schemas.openxmlformats.org/officeDocument/2006/relationships/font" Target="fonts/Open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17" name="Shape 17"/>
        <p:cNvGrpSpPr/>
        <p:nvPr/>
      </p:nvGrpSpPr>
      <p:grpSpPr>
        <a:xfrm>
          <a:off x="0" y="0"/>
          <a:ext cx="0" cy="0"/>
          <a:chOff x="0" y="0"/>
          <a:chExt cx="0" cy="0"/>
        </a:xfrm>
      </p:grpSpPr>
      <p:sp>
        <p:nvSpPr>
          <p:cNvPr id="18" name="Google Shape;18;p41"/>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1"/>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1"/>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21" name="Shape 21"/>
        <p:cNvGrpSpPr/>
        <p:nvPr/>
      </p:nvGrpSpPr>
      <p:grpSpPr>
        <a:xfrm>
          <a:off x="0" y="0"/>
          <a:ext cx="0" cy="0"/>
          <a:chOff x="0" y="0"/>
          <a:chExt cx="0" cy="0"/>
        </a:xfrm>
      </p:grpSpPr>
      <p:sp>
        <p:nvSpPr>
          <p:cNvPr id="22" name="Google Shape;22;p42"/>
          <p:cNvSpPr/>
          <p:nvPr/>
        </p:nvSpPr>
        <p:spPr>
          <a:xfrm>
            <a:off x="0" y="761999"/>
            <a:ext cx="9141619" cy="5334001"/>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2"/>
          <p:cNvSpPr/>
          <p:nvPr/>
        </p:nvSpPr>
        <p:spPr>
          <a:xfrm>
            <a:off x="9270263" y="761999"/>
            <a:ext cx="2925318" cy="5334001"/>
          </a:xfrm>
          <a:prstGeom prst="rect">
            <a:avLst/>
          </a:prstGeom>
          <a:solidFill>
            <a:srgbClr val="C8C8C8">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2"/>
          <p:cNvSpPr txBox="1"/>
          <p:nvPr>
            <p:ph type="ctrTitle"/>
          </p:nvPr>
        </p:nvSpPr>
        <p:spPr>
          <a:xfrm>
            <a:off x="1069848" y="1298448"/>
            <a:ext cx="7315200" cy="32552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5900"/>
              <a:buFont typeface="Corbel"/>
              <a:buNone/>
              <a:defRPr sz="59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2"/>
          <p:cNvSpPr txBox="1"/>
          <p:nvPr>
            <p:ph idx="1" type="subTitle"/>
          </p:nvPr>
        </p:nvSpPr>
        <p:spPr>
          <a:xfrm>
            <a:off x="1100015" y="4670246"/>
            <a:ext cx="7315200" cy="914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200"/>
              <a:buNone/>
              <a:defRPr sz="2200" cap="none">
                <a:solidFill>
                  <a:srgbClr val="D7F0F6"/>
                </a:solidFill>
              </a:defRPr>
            </a:lvl1pPr>
            <a:lvl2pPr lvl="1" algn="ctr">
              <a:lnSpc>
                <a:spcPct val="90000"/>
              </a:lnSpc>
              <a:spcBef>
                <a:spcPts val="250"/>
              </a:spcBef>
              <a:spcAft>
                <a:spcPts val="0"/>
              </a:spcAft>
              <a:buSzPts val="2200"/>
              <a:buNone/>
              <a:defRPr sz="2200"/>
            </a:lvl2pPr>
            <a:lvl3pPr lvl="2" algn="ctr">
              <a:lnSpc>
                <a:spcPct val="90000"/>
              </a:lnSpc>
              <a:spcBef>
                <a:spcPts val="250"/>
              </a:spcBef>
              <a:spcAft>
                <a:spcPts val="0"/>
              </a:spcAft>
              <a:buSzPts val="2200"/>
              <a:buNone/>
              <a:defRPr sz="2200"/>
            </a:lvl3pPr>
            <a:lvl4pPr lvl="3" algn="ctr">
              <a:lnSpc>
                <a:spcPct val="90000"/>
              </a:lnSpc>
              <a:spcBef>
                <a:spcPts val="250"/>
              </a:spcBef>
              <a:spcAft>
                <a:spcPts val="0"/>
              </a:spcAft>
              <a:buSzPts val="2000"/>
              <a:buNone/>
              <a:defRPr sz="2000"/>
            </a:lvl4pPr>
            <a:lvl5pPr lvl="4" algn="ctr">
              <a:lnSpc>
                <a:spcPct val="90000"/>
              </a:lnSpc>
              <a:spcBef>
                <a:spcPts val="250"/>
              </a:spcBef>
              <a:spcAft>
                <a:spcPts val="0"/>
              </a:spcAft>
              <a:buSzPts val="2000"/>
              <a:buNone/>
              <a:defRPr sz="2000"/>
            </a:lvl5pPr>
            <a:lvl6pPr lvl="5" algn="ctr">
              <a:lnSpc>
                <a:spcPct val="90000"/>
              </a:lnSpc>
              <a:spcBef>
                <a:spcPts val="250"/>
              </a:spcBef>
              <a:spcAft>
                <a:spcPts val="0"/>
              </a:spcAft>
              <a:buSzPts val="2000"/>
              <a:buNone/>
              <a:defRPr sz="2000"/>
            </a:lvl6pPr>
            <a:lvl7pPr lvl="6" algn="ctr">
              <a:lnSpc>
                <a:spcPct val="90000"/>
              </a:lnSpc>
              <a:spcBef>
                <a:spcPts val="250"/>
              </a:spcBef>
              <a:spcAft>
                <a:spcPts val="0"/>
              </a:spcAft>
              <a:buSzPts val="2000"/>
              <a:buNone/>
              <a:defRPr sz="2000"/>
            </a:lvl7pPr>
            <a:lvl8pPr lvl="7" algn="ctr">
              <a:lnSpc>
                <a:spcPct val="90000"/>
              </a:lnSpc>
              <a:spcBef>
                <a:spcPts val="250"/>
              </a:spcBef>
              <a:spcAft>
                <a:spcPts val="0"/>
              </a:spcAft>
              <a:buSzPts val="2000"/>
              <a:buNone/>
              <a:defRPr sz="2000"/>
            </a:lvl8pPr>
            <a:lvl9pPr lvl="8" algn="ctr">
              <a:lnSpc>
                <a:spcPct val="90000"/>
              </a:lnSpc>
              <a:spcBef>
                <a:spcPts val="250"/>
              </a:spcBef>
              <a:spcAft>
                <a:spcPts val="250"/>
              </a:spcAft>
              <a:buSzPts val="2000"/>
              <a:buNone/>
              <a:defRPr sz="2000"/>
            </a:lvl9pPr>
          </a:lstStyle>
          <a:p/>
        </p:txBody>
      </p:sp>
      <p:sp>
        <p:nvSpPr>
          <p:cNvPr id="26" name="Google Shape;26;p42"/>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2"/>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2"/>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9" name="Shape 29"/>
        <p:cNvGrpSpPr/>
        <p:nvPr/>
      </p:nvGrpSpPr>
      <p:grpSpPr>
        <a:xfrm>
          <a:off x="0" y="0"/>
          <a:ext cx="0" cy="0"/>
          <a:chOff x="0" y="0"/>
          <a:chExt cx="0" cy="0"/>
        </a:xfrm>
      </p:grpSpPr>
      <p:sp>
        <p:nvSpPr>
          <p:cNvPr id="30" name="Google Shape;30;p43"/>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3"/>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32" name="Google Shape;32;p43"/>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3"/>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3"/>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5" name="Shape 35"/>
        <p:cNvGrpSpPr/>
        <p:nvPr/>
      </p:nvGrpSpPr>
      <p:grpSpPr>
        <a:xfrm>
          <a:off x="0" y="0"/>
          <a:ext cx="0" cy="0"/>
          <a:chOff x="0" y="0"/>
          <a:chExt cx="0" cy="0"/>
        </a:xfrm>
      </p:grpSpPr>
      <p:sp>
        <p:nvSpPr>
          <p:cNvPr id="36" name="Google Shape;36;p44"/>
          <p:cNvSpPr txBox="1"/>
          <p:nvPr>
            <p:ph type="title"/>
          </p:nvPr>
        </p:nvSpPr>
        <p:spPr>
          <a:xfrm>
            <a:off x="3867912" y="1298448"/>
            <a:ext cx="7315200" cy="32552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595959"/>
              </a:buClr>
              <a:buSzPts val="5900"/>
              <a:buFont typeface="Corbel"/>
              <a:buNone/>
              <a:defRPr b="0" sz="5900">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4"/>
          <p:cNvSpPr txBox="1"/>
          <p:nvPr>
            <p:ph idx="1" type="body"/>
          </p:nvPr>
        </p:nvSpPr>
        <p:spPr>
          <a:xfrm>
            <a:off x="3886200" y="4672584"/>
            <a:ext cx="73152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200"/>
              <a:buNone/>
              <a:defRPr sz="2200" cap="none">
                <a:solidFill>
                  <a:srgbClr val="595959"/>
                </a:solidFill>
              </a:defRPr>
            </a:lvl1pPr>
            <a:lvl2pPr indent="-228600" lvl="1" marL="914400" algn="l">
              <a:lnSpc>
                <a:spcPct val="90000"/>
              </a:lnSpc>
              <a:spcBef>
                <a:spcPts val="250"/>
              </a:spcBef>
              <a:spcAft>
                <a:spcPts val="0"/>
              </a:spcAft>
              <a:buSzPts val="1800"/>
              <a:buNone/>
              <a:defRPr sz="1800">
                <a:solidFill>
                  <a:srgbClr val="888888"/>
                </a:solidFill>
              </a:defRPr>
            </a:lvl2pPr>
            <a:lvl3pPr indent="-228600" lvl="2" marL="1371600" algn="l">
              <a:lnSpc>
                <a:spcPct val="90000"/>
              </a:lnSpc>
              <a:spcBef>
                <a:spcPts val="250"/>
              </a:spcBef>
              <a:spcAft>
                <a:spcPts val="0"/>
              </a:spcAft>
              <a:buSzPts val="1600"/>
              <a:buNone/>
              <a:defRPr sz="1600">
                <a:solidFill>
                  <a:srgbClr val="888888"/>
                </a:solidFill>
              </a:defRPr>
            </a:lvl3pPr>
            <a:lvl4pPr indent="-228600" lvl="3" marL="1828800" algn="l">
              <a:lnSpc>
                <a:spcPct val="90000"/>
              </a:lnSpc>
              <a:spcBef>
                <a:spcPts val="250"/>
              </a:spcBef>
              <a:spcAft>
                <a:spcPts val="0"/>
              </a:spcAft>
              <a:buSzPts val="1400"/>
              <a:buNone/>
              <a:defRPr sz="1400">
                <a:solidFill>
                  <a:srgbClr val="888888"/>
                </a:solidFill>
              </a:defRPr>
            </a:lvl4pPr>
            <a:lvl5pPr indent="-228600" lvl="4" marL="2286000" algn="l">
              <a:lnSpc>
                <a:spcPct val="90000"/>
              </a:lnSpc>
              <a:spcBef>
                <a:spcPts val="250"/>
              </a:spcBef>
              <a:spcAft>
                <a:spcPts val="0"/>
              </a:spcAft>
              <a:buSzPts val="1400"/>
              <a:buNone/>
              <a:defRPr sz="1400">
                <a:solidFill>
                  <a:srgbClr val="888888"/>
                </a:solidFill>
              </a:defRPr>
            </a:lvl5pPr>
            <a:lvl6pPr indent="-228600" lvl="5" marL="2743200" algn="l">
              <a:lnSpc>
                <a:spcPct val="90000"/>
              </a:lnSpc>
              <a:spcBef>
                <a:spcPts val="250"/>
              </a:spcBef>
              <a:spcAft>
                <a:spcPts val="0"/>
              </a:spcAft>
              <a:buSzPts val="1400"/>
              <a:buNone/>
              <a:defRPr sz="1400">
                <a:solidFill>
                  <a:srgbClr val="888888"/>
                </a:solidFill>
              </a:defRPr>
            </a:lvl6pPr>
            <a:lvl7pPr indent="-228600" lvl="6" marL="3200400" algn="l">
              <a:lnSpc>
                <a:spcPct val="90000"/>
              </a:lnSpc>
              <a:spcBef>
                <a:spcPts val="250"/>
              </a:spcBef>
              <a:spcAft>
                <a:spcPts val="0"/>
              </a:spcAft>
              <a:buSzPts val="1400"/>
              <a:buNone/>
              <a:defRPr sz="1400">
                <a:solidFill>
                  <a:srgbClr val="888888"/>
                </a:solidFill>
              </a:defRPr>
            </a:lvl7pPr>
            <a:lvl8pPr indent="-228600" lvl="7" marL="3657600" algn="l">
              <a:lnSpc>
                <a:spcPct val="90000"/>
              </a:lnSpc>
              <a:spcBef>
                <a:spcPts val="250"/>
              </a:spcBef>
              <a:spcAft>
                <a:spcPts val="0"/>
              </a:spcAft>
              <a:buSzPts val="1400"/>
              <a:buNone/>
              <a:defRPr sz="1400">
                <a:solidFill>
                  <a:srgbClr val="888888"/>
                </a:solidFill>
              </a:defRPr>
            </a:lvl8pPr>
            <a:lvl9pPr indent="-228600" lvl="8" marL="4114800" algn="l">
              <a:lnSpc>
                <a:spcPct val="90000"/>
              </a:lnSpc>
              <a:spcBef>
                <a:spcPts val="250"/>
              </a:spcBef>
              <a:spcAft>
                <a:spcPts val="250"/>
              </a:spcAft>
              <a:buSzPts val="1400"/>
              <a:buNone/>
              <a:defRPr sz="1400">
                <a:solidFill>
                  <a:srgbClr val="888888"/>
                </a:solidFill>
              </a:defRPr>
            </a:lvl9pPr>
          </a:lstStyle>
          <a:p/>
        </p:txBody>
      </p:sp>
      <p:sp>
        <p:nvSpPr>
          <p:cNvPr id="38" name="Google Shape;38;p44"/>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4"/>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4"/>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1" name="Shape 41"/>
        <p:cNvGrpSpPr/>
        <p:nvPr/>
      </p:nvGrpSpPr>
      <p:grpSpPr>
        <a:xfrm>
          <a:off x="0" y="0"/>
          <a:ext cx="0" cy="0"/>
          <a:chOff x="0" y="0"/>
          <a:chExt cx="0" cy="0"/>
        </a:xfrm>
      </p:grpSpPr>
      <p:sp>
        <p:nvSpPr>
          <p:cNvPr id="42" name="Google Shape;42;p45"/>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5"/>
          <p:cNvSpPr txBox="1"/>
          <p:nvPr>
            <p:ph idx="1" type="body"/>
          </p:nvPr>
        </p:nvSpPr>
        <p:spPr>
          <a:xfrm>
            <a:off x="3867912" y="868680"/>
            <a:ext cx="3474720" cy="512064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44" name="Google Shape;44;p45"/>
          <p:cNvSpPr txBox="1"/>
          <p:nvPr>
            <p:ph idx="2" type="body"/>
          </p:nvPr>
        </p:nvSpPr>
        <p:spPr>
          <a:xfrm>
            <a:off x="7818120" y="868680"/>
            <a:ext cx="3474720" cy="512064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45" name="Google Shape;45;p45"/>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5"/>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5"/>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8" name="Shape 48"/>
        <p:cNvGrpSpPr/>
        <p:nvPr/>
      </p:nvGrpSpPr>
      <p:grpSpPr>
        <a:xfrm>
          <a:off x="0" y="0"/>
          <a:ext cx="0" cy="0"/>
          <a:chOff x="0" y="0"/>
          <a:chExt cx="0" cy="0"/>
        </a:xfrm>
      </p:grpSpPr>
      <p:sp>
        <p:nvSpPr>
          <p:cNvPr id="49" name="Google Shape;49;p46"/>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46"/>
          <p:cNvSpPr txBox="1"/>
          <p:nvPr>
            <p:ph idx="1" type="body"/>
          </p:nvPr>
        </p:nvSpPr>
        <p:spPr>
          <a:xfrm>
            <a:off x="3867912" y="1023586"/>
            <a:ext cx="3474720" cy="80772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SzPts val="2000"/>
              <a:buNone/>
              <a:defRPr b="1" sz="2000">
                <a:solidFill>
                  <a:srgbClr val="595959"/>
                </a:solidFill>
              </a:defRPr>
            </a:lvl1pPr>
            <a:lvl2pPr indent="-228600" lvl="1" marL="914400" algn="l">
              <a:lnSpc>
                <a:spcPct val="90000"/>
              </a:lnSpc>
              <a:spcBef>
                <a:spcPts val="250"/>
              </a:spcBef>
              <a:spcAft>
                <a:spcPts val="0"/>
              </a:spcAft>
              <a:buSzPts val="2000"/>
              <a:buNone/>
              <a:defRPr b="1" sz="2000"/>
            </a:lvl2pPr>
            <a:lvl3pPr indent="-228600" lvl="2" marL="1371600" algn="l">
              <a:lnSpc>
                <a:spcPct val="90000"/>
              </a:lnSpc>
              <a:spcBef>
                <a:spcPts val="250"/>
              </a:spcBef>
              <a:spcAft>
                <a:spcPts val="0"/>
              </a:spcAft>
              <a:buSzPts val="1800"/>
              <a:buNone/>
              <a:defRPr b="1" sz="1800"/>
            </a:lvl3pPr>
            <a:lvl4pPr indent="-228600" lvl="3" marL="1828800" algn="l">
              <a:lnSpc>
                <a:spcPct val="90000"/>
              </a:lnSpc>
              <a:spcBef>
                <a:spcPts val="250"/>
              </a:spcBef>
              <a:spcAft>
                <a:spcPts val="0"/>
              </a:spcAft>
              <a:buSzPts val="1600"/>
              <a:buNone/>
              <a:defRPr b="1" sz="1600"/>
            </a:lvl4pPr>
            <a:lvl5pPr indent="-228600" lvl="4" marL="2286000" algn="l">
              <a:lnSpc>
                <a:spcPct val="90000"/>
              </a:lnSpc>
              <a:spcBef>
                <a:spcPts val="250"/>
              </a:spcBef>
              <a:spcAft>
                <a:spcPts val="0"/>
              </a:spcAft>
              <a:buSzPts val="1600"/>
              <a:buNone/>
              <a:defRPr b="1" sz="1600"/>
            </a:lvl5pPr>
            <a:lvl6pPr indent="-228600" lvl="5" marL="2743200" algn="l">
              <a:lnSpc>
                <a:spcPct val="90000"/>
              </a:lnSpc>
              <a:spcBef>
                <a:spcPts val="250"/>
              </a:spcBef>
              <a:spcAft>
                <a:spcPts val="0"/>
              </a:spcAft>
              <a:buSzPts val="1600"/>
              <a:buNone/>
              <a:defRPr b="1" sz="1600"/>
            </a:lvl6pPr>
            <a:lvl7pPr indent="-228600" lvl="6" marL="3200400" algn="l">
              <a:lnSpc>
                <a:spcPct val="90000"/>
              </a:lnSpc>
              <a:spcBef>
                <a:spcPts val="250"/>
              </a:spcBef>
              <a:spcAft>
                <a:spcPts val="0"/>
              </a:spcAft>
              <a:buSzPts val="1600"/>
              <a:buNone/>
              <a:defRPr b="1" sz="1600"/>
            </a:lvl7pPr>
            <a:lvl8pPr indent="-228600" lvl="7" marL="3657600" algn="l">
              <a:lnSpc>
                <a:spcPct val="90000"/>
              </a:lnSpc>
              <a:spcBef>
                <a:spcPts val="250"/>
              </a:spcBef>
              <a:spcAft>
                <a:spcPts val="0"/>
              </a:spcAft>
              <a:buSzPts val="1600"/>
              <a:buNone/>
              <a:defRPr b="1" sz="1600"/>
            </a:lvl8pPr>
            <a:lvl9pPr indent="-228600" lvl="8" marL="4114800" algn="l">
              <a:lnSpc>
                <a:spcPct val="90000"/>
              </a:lnSpc>
              <a:spcBef>
                <a:spcPts val="250"/>
              </a:spcBef>
              <a:spcAft>
                <a:spcPts val="250"/>
              </a:spcAft>
              <a:buSzPts val="1600"/>
              <a:buNone/>
              <a:defRPr b="1" sz="1600"/>
            </a:lvl9pPr>
          </a:lstStyle>
          <a:p/>
        </p:txBody>
      </p:sp>
      <p:sp>
        <p:nvSpPr>
          <p:cNvPr id="51" name="Google Shape;51;p46"/>
          <p:cNvSpPr txBox="1"/>
          <p:nvPr>
            <p:ph idx="2" type="body"/>
          </p:nvPr>
        </p:nvSpPr>
        <p:spPr>
          <a:xfrm>
            <a:off x="3867912" y="1930936"/>
            <a:ext cx="3474720" cy="402336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52" name="Google Shape;52;p46"/>
          <p:cNvSpPr txBox="1"/>
          <p:nvPr>
            <p:ph idx="3" type="body"/>
          </p:nvPr>
        </p:nvSpPr>
        <p:spPr>
          <a:xfrm>
            <a:off x="7818463" y="1023586"/>
            <a:ext cx="3474720" cy="813171"/>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SzPts val="2000"/>
              <a:buNone/>
              <a:defRPr b="1" sz="2000">
                <a:solidFill>
                  <a:srgbClr val="595959"/>
                </a:solidFill>
              </a:defRPr>
            </a:lvl1pPr>
            <a:lvl2pPr indent="-228600" lvl="1" marL="914400" algn="l">
              <a:lnSpc>
                <a:spcPct val="90000"/>
              </a:lnSpc>
              <a:spcBef>
                <a:spcPts val="250"/>
              </a:spcBef>
              <a:spcAft>
                <a:spcPts val="0"/>
              </a:spcAft>
              <a:buSzPts val="2000"/>
              <a:buNone/>
              <a:defRPr b="1" sz="2000"/>
            </a:lvl2pPr>
            <a:lvl3pPr indent="-228600" lvl="2" marL="1371600" algn="l">
              <a:lnSpc>
                <a:spcPct val="90000"/>
              </a:lnSpc>
              <a:spcBef>
                <a:spcPts val="250"/>
              </a:spcBef>
              <a:spcAft>
                <a:spcPts val="0"/>
              </a:spcAft>
              <a:buSzPts val="1800"/>
              <a:buNone/>
              <a:defRPr b="1" sz="1800"/>
            </a:lvl3pPr>
            <a:lvl4pPr indent="-228600" lvl="3" marL="1828800" algn="l">
              <a:lnSpc>
                <a:spcPct val="90000"/>
              </a:lnSpc>
              <a:spcBef>
                <a:spcPts val="250"/>
              </a:spcBef>
              <a:spcAft>
                <a:spcPts val="0"/>
              </a:spcAft>
              <a:buSzPts val="1600"/>
              <a:buNone/>
              <a:defRPr b="1" sz="1600"/>
            </a:lvl4pPr>
            <a:lvl5pPr indent="-228600" lvl="4" marL="2286000" algn="l">
              <a:lnSpc>
                <a:spcPct val="90000"/>
              </a:lnSpc>
              <a:spcBef>
                <a:spcPts val="250"/>
              </a:spcBef>
              <a:spcAft>
                <a:spcPts val="0"/>
              </a:spcAft>
              <a:buSzPts val="1600"/>
              <a:buNone/>
              <a:defRPr b="1" sz="1600"/>
            </a:lvl5pPr>
            <a:lvl6pPr indent="-228600" lvl="5" marL="2743200" algn="l">
              <a:lnSpc>
                <a:spcPct val="90000"/>
              </a:lnSpc>
              <a:spcBef>
                <a:spcPts val="250"/>
              </a:spcBef>
              <a:spcAft>
                <a:spcPts val="0"/>
              </a:spcAft>
              <a:buSzPts val="1600"/>
              <a:buNone/>
              <a:defRPr b="1" sz="1600"/>
            </a:lvl6pPr>
            <a:lvl7pPr indent="-228600" lvl="6" marL="3200400" algn="l">
              <a:lnSpc>
                <a:spcPct val="90000"/>
              </a:lnSpc>
              <a:spcBef>
                <a:spcPts val="250"/>
              </a:spcBef>
              <a:spcAft>
                <a:spcPts val="0"/>
              </a:spcAft>
              <a:buSzPts val="1600"/>
              <a:buNone/>
              <a:defRPr b="1" sz="1600"/>
            </a:lvl7pPr>
            <a:lvl8pPr indent="-228600" lvl="7" marL="3657600" algn="l">
              <a:lnSpc>
                <a:spcPct val="90000"/>
              </a:lnSpc>
              <a:spcBef>
                <a:spcPts val="250"/>
              </a:spcBef>
              <a:spcAft>
                <a:spcPts val="0"/>
              </a:spcAft>
              <a:buSzPts val="1600"/>
              <a:buNone/>
              <a:defRPr b="1" sz="1600"/>
            </a:lvl8pPr>
            <a:lvl9pPr indent="-228600" lvl="8" marL="4114800" algn="l">
              <a:lnSpc>
                <a:spcPct val="90000"/>
              </a:lnSpc>
              <a:spcBef>
                <a:spcPts val="250"/>
              </a:spcBef>
              <a:spcAft>
                <a:spcPts val="250"/>
              </a:spcAft>
              <a:buSzPts val="1600"/>
              <a:buNone/>
              <a:defRPr b="1" sz="1600"/>
            </a:lvl9pPr>
          </a:lstStyle>
          <a:p/>
        </p:txBody>
      </p:sp>
      <p:sp>
        <p:nvSpPr>
          <p:cNvPr id="53" name="Google Shape;53;p46"/>
          <p:cNvSpPr txBox="1"/>
          <p:nvPr>
            <p:ph idx="4" type="body"/>
          </p:nvPr>
        </p:nvSpPr>
        <p:spPr>
          <a:xfrm>
            <a:off x="7818463" y="1930936"/>
            <a:ext cx="3474720" cy="402336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54" name="Google Shape;54;p46"/>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6"/>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6"/>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7" name="Shape 57"/>
        <p:cNvGrpSpPr/>
        <p:nvPr/>
      </p:nvGrpSpPr>
      <p:grpSpPr>
        <a:xfrm>
          <a:off x="0" y="0"/>
          <a:ext cx="0" cy="0"/>
          <a:chOff x="0" y="0"/>
          <a:chExt cx="0" cy="0"/>
        </a:xfrm>
      </p:grpSpPr>
      <p:sp>
        <p:nvSpPr>
          <p:cNvPr id="58" name="Google Shape;58;p47"/>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47"/>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7"/>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7"/>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2" name="Shape 62"/>
        <p:cNvGrpSpPr/>
        <p:nvPr/>
      </p:nvGrpSpPr>
      <p:grpSpPr>
        <a:xfrm>
          <a:off x="0" y="0"/>
          <a:ext cx="0" cy="0"/>
          <a:chOff x="0" y="0"/>
          <a:chExt cx="0" cy="0"/>
        </a:xfrm>
      </p:grpSpPr>
      <p:sp>
        <p:nvSpPr>
          <p:cNvPr id="63" name="Google Shape;63;p48"/>
          <p:cNvSpPr txBox="1"/>
          <p:nvPr>
            <p:ph type="title"/>
          </p:nvPr>
        </p:nvSpPr>
        <p:spPr>
          <a:xfrm>
            <a:off x="256032" y="1143000"/>
            <a:ext cx="2834640" cy="23774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200"/>
              <a:buFont typeface="Corbel"/>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48"/>
          <p:cNvSpPr txBox="1"/>
          <p:nvPr>
            <p:ph idx="1" type="body"/>
          </p:nvPr>
        </p:nvSpPr>
        <p:spPr>
          <a:xfrm>
            <a:off x="3867912" y="868680"/>
            <a:ext cx="7315200" cy="512064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65" name="Google Shape;65;p48"/>
          <p:cNvSpPr txBox="1"/>
          <p:nvPr>
            <p:ph idx="2" type="body"/>
          </p:nvPr>
        </p:nvSpPr>
        <p:spPr>
          <a:xfrm>
            <a:off x="256032" y="3494176"/>
            <a:ext cx="2834640" cy="232199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400"/>
              <a:buNone/>
              <a:defRPr sz="1400">
                <a:solidFill>
                  <a:srgbClr val="FFFFFF"/>
                </a:solidFill>
              </a:defRPr>
            </a:lvl1pPr>
            <a:lvl2pPr indent="-228600" lvl="1" marL="914400" algn="l">
              <a:lnSpc>
                <a:spcPct val="90000"/>
              </a:lnSpc>
              <a:spcBef>
                <a:spcPts val="250"/>
              </a:spcBef>
              <a:spcAft>
                <a:spcPts val="0"/>
              </a:spcAft>
              <a:buSzPts val="1200"/>
              <a:buNone/>
              <a:defRPr sz="1200"/>
            </a:lvl2pPr>
            <a:lvl3pPr indent="-228600" lvl="2" marL="1371600" algn="l">
              <a:lnSpc>
                <a:spcPct val="90000"/>
              </a:lnSpc>
              <a:spcBef>
                <a:spcPts val="250"/>
              </a:spcBef>
              <a:spcAft>
                <a:spcPts val="0"/>
              </a:spcAft>
              <a:buSzPts val="1000"/>
              <a:buNone/>
              <a:defRPr sz="1000"/>
            </a:lvl3pPr>
            <a:lvl4pPr indent="-228600" lvl="3" marL="1828800" algn="l">
              <a:lnSpc>
                <a:spcPct val="90000"/>
              </a:lnSpc>
              <a:spcBef>
                <a:spcPts val="250"/>
              </a:spcBef>
              <a:spcAft>
                <a:spcPts val="0"/>
              </a:spcAft>
              <a:buSzPts val="900"/>
              <a:buNone/>
              <a:defRPr sz="900"/>
            </a:lvl4pPr>
            <a:lvl5pPr indent="-228600" lvl="4" marL="2286000" algn="l">
              <a:lnSpc>
                <a:spcPct val="90000"/>
              </a:lnSpc>
              <a:spcBef>
                <a:spcPts val="250"/>
              </a:spcBef>
              <a:spcAft>
                <a:spcPts val="0"/>
              </a:spcAft>
              <a:buSzPts val="900"/>
              <a:buNone/>
              <a:defRPr sz="900"/>
            </a:lvl5pPr>
            <a:lvl6pPr indent="-228600" lvl="5" marL="2743200" algn="l">
              <a:lnSpc>
                <a:spcPct val="90000"/>
              </a:lnSpc>
              <a:spcBef>
                <a:spcPts val="250"/>
              </a:spcBef>
              <a:spcAft>
                <a:spcPts val="0"/>
              </a:spcAft>
              <a:buSzPts val="900"/>
              <a:buNone/>
              <a:defRPr sz="900"/>
            </a:lvl6pPr>
            <a:lvl7pPr indent="-228600" lvl="6" marL="3200400" algn="l">
              <a:lnSpc>
                <a:spcPct val="90000"/>
              </a:lnSpc>
              <a:spcBef>
                <a:spcPts val="250"/>
              </a:spcBef>
              <a:spcAft>
                <a:spcPts val="0"/>
              </a:spcAft>
              <a:buSzPts val="900"/>
              <a:buNone/>
              <a:defRPr sz="900"/>
            </a:lvl7pPr>
            <a:lvl8pPr indent="-228600" lvl="7" marL="3657600" algn="l">
              <a:lnSpc>
                <a:spcPct val="90000"/>
              </a:lnSpc>
              <a:spcBef>
                <a:spcPts val="250"/>
              </a:spcBef>
              <a:spcAft>
                <a:spcPts val="0"/>
              </a:spcAft>
              <a:buSzPts val="900"/>
              <a:buNone/>
              <a:defRPr sz="900"/>
            </a:lvl8pPr>
            <a:lvl9pPr indent="-228600" lvl="8" marL="4114800" algn="l">
              <a:lnSpc>
                <a:spcPct val="90000"/>
              </a:lnSpc>
              <a:spcBef>
                <a:spcPts val="250"/>
              </a:spcBef>
              <a:spcAft>
                <a:spcPts val="250"/>
              </a:spcAft>
              <a:buSzPts val="900"/>
              <a:buNone/>
              <a:defRPr sz="900"/>
            </a:lvl9pPr>
          </a:lstStyle>
          <a:p/>
        </p:txBody>
      </p:sp>
      <p:sp>
        <p:nvSpPr>
          <p:cNvPr id="66" name="Google Shape;66;p48"/>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8"/>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8"/>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9" name="Shape 69"/>
        <p:cNvGrpSpPr/>
        <p:nvPr/>
      </p:nvGrpSpPr>
      <p:grpSpPr>
        <a:xfrm>
          <a:off x="0" y="0"/>
          <a:ext cx="0" cy="0"/>
          <a:chOff x="0" y="0"/>
          <a:chExt cx="0" cy="0"/>
        </a:xfrm>
      </p:grpSpPr>
      <p:sp>
        <p:nvSpPr>
          <p:cNvPr id="70" name="Google Shape;70;p49"/>
          <p:cNvSpPr txBox="1"/>
          <p:nvPr>
            <p:ph type="title"/>
          </p:nvPr>
        </p:nvSpPr>
        <p:spPr>
          <a:xfrm>
            <a:off x="256032" y="1143000"/>
            <a:ext cx="2834640" cy="23774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200"/>
              <a:buFont typeface="Corbel"/>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9"/>
          <p:cNvSpPr/>
          <p:nvPr>
            <p:ph idx="2" type="pic"/>
          </p:nvPr>
        </p:nvSpPr>
        <p:spPr>
          <a:xfrm>
            <a:off x="3570644" y="767419"/>
            <a:ext cx="8115230" cy="5330952"/>
          </a:xfrm>
          <a:prstGeom prst="rect">
            <a:avLst/>
          </a:prstGeom>
          <a:solidFill>
            <a:srgbClr val="BFBFBF"/>
          </a:solidFill>
          <a:ln>
            <a:noFill/>
          </a:ln>
        </p:spPr>
      </p:sp>
      <p:sp>
        <p:nvSpPr>
          <p:cNvPr id="72" name="Google Shape;72;p49"/>
          <p:cNvSpPr txBox="1"/>
          <p:nvPr>
            <p:ph idx="1" type="body"/>
          </p:nvPr>
        </p:nvSpPr>
        <p:spPr>
          <a:xfrm>
            <a:off x="256032" y="3493008"/>
            <a:ext cx="2834640" cy="232257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400"/>
              <a:buNone/>
              <a:defRPr sz="1400">
                <a:solidFill>
                  <a:srgbClr val="FFFFFF"/>
                </a:solidFill>
              </a:defRPr>
            </a:lvl1pPr>
            <a:lvl2pPr indent="-228600" lvl="1" marL="914400" algn="l">
              <a:lnSpc>
                <a:spcPct val="90000"/>
              </a:lnSpc>
              <a:spcBef>
                <a:spcPts val="250"/>
              </a:spcBef>
              <a:spcAft>
                <a:spcPts val="0"/>
              </a:spcAft>
              <a:buSzPts val="1200"/>
              <a:buNone/>
              <a:defRPr sz="1200"/>
            </a:lvl2pPr>
            <a:lvl3pPr indent="-228600" lvl="2" marL="1371600" algn="l">
              <a:lnSpc>
                <a:spcPct val="90000"/>
              </a:lnSpc>
              <a:spcBef>
                <a:spcPts val="250"/>
              </a:spcBef>
              <a:spcAft>
                <a:spcPts val="0"/>
              </a:spcAft>
              <a:buSzPts val="1000"/>
              <a:buNone/>
              <a:defRPr sz="1000"/>
            </a:lvl3pPr>
            <a:lvl4pPr indent="-228600" lvl="3" marL="1828800" algn="l">
              <a:lnSpc>
                <a:spcPct val="90000"/>
              </a:lnSpc>
              <a:spcBef>
                <a:spcPts val="250"/>
              </a:spcBef>
              <a:spcAft>
                <a:spcPts val="0"/>
              </a:spcAft>
              <a:buSzPts val="900"/>
              <a:buNone/>
              <a:defRPr sz="900"/>
            </a:lvl4pPr>
            <a:lvl5pPr indent="-228600" lvl="4" marL="2286000" algn="l">
              <a:lnSpc>
                <a:spcPct val="90000"/>
              </a:lnSpc>
              <a:spcBef>
                <a:spcPts val="250"/>
              </a:spcBef>
              <a:spcAft>
                <a:spcPts val="0"/>
              </a:spcAft>
              <a:buSzPts val="900"/>
              <a:buNone/>
              <a:defRPr sz="900"/>
            </a:lvl5pPr>
            <a:lvl6pPr indent="-228600" lvl="5" marL="2743200" algn="l">
              <a:lnSpc>
                <a:spcPct val="90000"/>
              </a:lnSpc>
              <a:spcBef>
                <a:spcPts val="250"/>
              </a:spcBef>
              <a:spcAft>
                <a:spcPts val="0"/>
              </a:spcAft>
              <a:buSzPts val="900"/>
              <a:buNone/>
              <a:defRPr sz="900"/>
            </a:lvl6pPr>
            <a:lvl7pPr indent="-228600" lvl="6" marL="3200400" algn="l">
              <a:lnSpc>
                <a:spcPct val="90000"/>
              </a:lnSpc>
              <a:spcBef>
                <a:spcPts val="250"/>
              </a:spcBef>
              <a:spcAft>
                <a:spcPts val="0"/>
              </a:spcAft>
              <a:buSzPts val="900"/>
              <a:buNone/>
              <a:defRPr sz="900"/>
            </a:lvl7pPr>
            <a:lvl8pPr indent="-228600" lvl="7" marL="3657600" algn="l">
              <a:lnSpc>
                <a:spcPct val="90000"/>
              </a:lnSpc>
              <a:spcBef>
                <a:spcPts val="250"/>
              </a:spcBef>
              <a:spcAft>
                <a:spcPts val="0"/>
              </a:spcAft>
              <a:buSzPts val="900"/>
              <a:buNone/>
              <a:defRPr sz="900"/>
            </a:lvl8pPr>
            <a:lvl9pPr indent="-228600" lvl="8" marL="4114800" algn="l">
              <a:lnSpc>
                <a:spcPct val="90000"/>
              </a:lnSpc>
              <a:spcBef>
                <a:spcPts val="250"/>
              </a:spcBef>
              <a:spcAft>
                <a:spcPts val="250"/>
              </a:spcAft>
              <a:buSzPts val="900"/>
              <a:buNone/>
              <a:defRPr sz="900"/>
            </a:lvl9pPr>
          </a:lstStyle>
          <a:p/>
        </p:txBody>
      </p:sp>
      <p:sp>
        <p:nvSpPr>
          <p:cNvPr id="73" name="Google Shape;73;p49"/>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9"/>
          <p:cNvSpPr txBox="1"/>
          <p:nvPr>
            <p:ph idx="11" type="ftr"/>
          </p:nvPr>
        </p:nvSpPr>
        <p:spPr>
          <a:xfrm>
            <a:off x="3499101"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9"/>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6" name="Shape 76"/>
        <p:cNvGrpSpPr/>
        <p:nvPr/>
      </p:nvGrpSpPr>
      <p:grpSpPr>
        <a:xfrm>
          <a:off x="0" y="0"/>
          <a:ext cx="0" cy="0"/>
          <a:chOff x="0" y="0"/>
          <a:chExt cx="0" cy="0"/>
        </a:xfrm>
      </p:grpSpPr>
      <p:sp>
        <p:nvSpPr>
          <p:cNvPr id="77" name="Google Shape;77;p50"/>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50"/>
          <p:cNvSpPr txBox="1"/>
          <p:nvPr>
            <p:ph idx="1" type="body"/>
          </p:nvPr>
        </p:nvSpPr>
        <p:spPr>
          <a:xfrm rot="5400000">
            <a:off x="4966548" y="-233172"/>
            <a:ext cx="5120640" cy="7315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79" name="Google Shape;79;p50"/>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0"/>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0"/>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2" name="Shape 82"/>
        <p:cNvGrpSpPr/>
        <p:nvPr/>
      </p:nvGrpSpPr>
      <p:grpSpPr>
        <a:xfrm>
          <a:off x="0" y="0"/>
          <a:ext cx="0" cy="0"/>
          <a:chOff x="0" y="0"/>
          <a:chExt cx="0" cy="0"/>
        </a:xfrm>
      </p:grpSpPr>
      <p:sp>
        <p:nvSpPr>
          <p:cNvPr id="83" name="Google Shape;83;p51"/>
          <p:cNvSpPr txBox="1"/>
          <p:nvPr>
            <p:ph type="title"/>
          </p:nvPr>
        </p:nvSpPr>
        <p:spPr>
          <a:xfrm rot="5400000">
            <a:off x="-685800" y="2057400"/>
            <a:ext cx="4953000" cy="2819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51"/>
          <p:cNvSpPr txBox="1"/>
          <p:nvPr>
            <p:ph idx="1" type="body"/>
          </p:nvPr>
        </p:nvSpPr>
        <p:spPr>
          <a:xfrm rot="5400000">
            <a:off x="4965192" y="-228600"/>
            <a:ext cx="5120640" cy="7315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85" name="Google Shape;85;p51"/>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1"/>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1"/>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0"/>
          <p:cNvSpPr/>
          <p:nvPr/>
        </p:nvSpPr>
        <p:spPr>
          <a:xfrm>
            <a:off x="1" y="758952"/>
            <a:ext cx="3443590" cy="533095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0"/>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FFFFF"/>
              </a:buClr>
              <a:buSzPts val="3600"/>
              <a:buFont typeface="Corbel"/>
              <a:buNone/>
              <a:defRPr b="0" i="0" sz="3600" u="none" cap="none" strike="noStrike">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40"/>
          <p:cNvSpPr/>
          <p:nvPr/>
        </p:nvSpPr>
        <p:spPr>
          <a:xfrm>
            <a:off x="11815864" y="758952"/>
            <a:ext cx="384048" cy="5330952"/>
          </a:xfrm>
          <a:prstGeom prst="rect">
            <a:avLst/>
          </a:prstGeom>
          <a:solidFill>
            <a:srgbClr val="C8C8C8">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40"/>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rm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b="0" i="0" sz="2000" u="none" cap="none" strike="noStrike">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14" name="Google Shape;14;p40"/>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7F7F7F"/>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 name="Google Shape;15;p40"/>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7F7F7F"/>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40"/>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chemeClr val="accent1"/>
                </a:solidFill>
                <a:latin typeface="Corbel"/>
                <a:ea typeface="Corbel"/>
                <a:cs typeface="Corbel"/>
                <a:sym typeface="Corbel"/>
              </a:defRPr>
            </a:lvl1pPr>
            <a:lvl2pPr indent="0" lvl="1" marL="0" marR="0" rtl="0" algn="r">
              <a:spcBef>
                <a:spcPts val="0"/>
              </a:spcBef>
              <a:buNone/>
              <a:defRPr b="1" i="0" sz="1200" u="none" cap="none" strike="noStrike">
                <a:solidFill>
                  <a:schemeClr val="accent1"/>
                </a:solidFill>
                <a:latin typeface="Corbel"/>
                <a:ea typeface="Corbel"/>
                <a:cs typeface="Corbel"/>
                <a:sym typeface="Corbel"/>
              </a:defRPr>
            </a:lvl2pPr>
            <a:lvl3pPr indent="0" lvl="2" marL="0" marR="0" rtl="0" algn="r">
              <a:spcBef>
                <a:spcPts val="0"/>
              </a:spcBef>
              <a:buNone/>
              <a:defRPr b="1" i="0" sz="1200" u="none" cap="none" strike="noStrike">
                <a:solidFill>
                  <a:schemeClr val="accent1"/>
                </a:solidFill>
                <a:latin typeface="Corbel"/>
                <a:ea typeface="Corbel"/>
                <a:cs typeface="Corbel"/>
                <a:sym typeface="Corbel"/>
              </a:defRPr>
            </a:lvl3pPr>
            <a:lvl4pPr indent="0" lvl="3" marL="0" marR="0" rtl="0" algn="r">
              <a:spcBef>
                <a:spcPts val="0"/>
              </a:spcBef>
              <a:buNone/>
              <a:defRPr b="1" i="0" sz="1200" u="none" cap="none" strike="noStrike">
                <a:solidFill>
                  <a:schemeClr val="accent1"/>
                </a:solidFill>
                <a:latin typeface="Corbel"/>
                <a:ea typeface="Corbel"/>
                <a:cs typeface="Corbel"/>
                <a:sym typeface="Corbel"/>
              </a:defRPr>
            </a:lvl4pPr>
            <a:lvl5pPr indent="0" lvl="4" marL="0" marR="0" rtl="0" algn="r">
              <a:spcBef>
                <a:spcPts val="0"/>
              </a:spcBef>
              <a:buNone/>
              <a:defRPr b="1" i="0" sz="1200" u="none" cap="none" strike="noStrike">
                <a:solidFill>
                  <a:schemeClr val="accent1"/>
                </a:solidFill>
                <a:latin typeface="Corbel"/>
                <a:ea typeface="Corbel"/>
                <a:cs typeface="Corbel"/>
                <a:sym typeface="Corbel"/>
              </a:defRPr>
            </a:lvl5pPr>
            <a:lvl6pPr indent="0" lvl="5" marL="0" marR="0" rtl="0" algn="r">
              <a:spcBef>
                <a:spcPts val="0"/>
              </a:spcBef>
              <a:buNone/>
              <a:defRPr b="1" i="0" sz="1200" u="none" cap="none" strike="noStrike">
                <a:solidFill>
                  <a:schemeClr val="accent1"/>
                </a:solidFill>
                <a:latin typeface="Corbel"/>
                <a:ea typeface="Corbel"/>
                <a:cs typeface="Corbel"/>
                <a:sym typeface="Corbel"/>
              </a:defRPr>
            </a:lvl6pPr>
            <a:lvl7pPr indent="0" lvl="6" marL="0" marR="0" rtl="0" algn="r">
              <a:spcBef>
                <a:spcPts val="0"/>
              </a:spcBef>
              <a:buNone/>
              <a:defRPr b="1" i="0" sz="1200" u="none" cap="none" strike="noStrike">
                <a:solidFill>
                  <a:schemeClr val="accent1"/>
                </a:solidFill>
                <a:latin typeface="Corbel"/>
                <a:ea typeface="Corbel"/>
                <a:cs typeface="Corbel"/>
                <a:sym typeface="Corbel"/>
              </a:defRPr>
            </a:lvl7pPr>
            <a:lvl8pPr indent="0" lvl="7" marL="0" marR="0" rtl="0" algn="r">
              <a:spcBef>
                <a:spcPts val="0"/>
              </a:spcBef>
              <a:buNone/>
              <a:defRPr b="1" i="0" sz="1200" u="none" cap="none" strike="noStrike">
                <a:solidFill>
                  <a:schemeClr val="accent1"/>
                </a:solidFill>
                <a:latin typeface="Corbel"/>
                <a:ea typeface="Corbel"/>
                <a:cs typeface="Corbel"/>
                <a:sym typeface="Corbel"/>
              </a:defRPr>
            </a:lvl8pPr>
            <a:lvl9pPr indent="0" lvl="8" marL="0" marR="0" rtl="0" algn="r">
              <a:spcBef>
                <a:spcPts val="0"/>
              </a:spcBef>
              <a:buNone/>
              <a:defRPr b="1" i="0" sz="1200" u="none" cap="none" strike="noStrike">
                <a:solidFill>
                  <a:schemeClr val="accen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35.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21.png"/><Relationship Id="rId5"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8360873" y="0"/>
            <a:ext cx="3831127" cy="1141187"/>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rbel"/>
              <a:ea typeface="Corbel"/>
              <a:cs typeface="Corbel"/>
              <a:sym typeface="Corbel"/>
            </a:endParaRPr>
          </a:p>
        </p:txBody>
      </p:sp>
      <p:sp>
        <p:nvSpPr>
          <p:cNvPr id="93" name="Google Shape;93;p1"/>
          <p:cNvSpPr txBox="1"/>
          <p:nvPr/>
        </p:nvSpPr>
        <p:spPr>
          <a:xfrm>
            <a:off x="708869" y="5246417"/>
            <a:ext cx="10628944" cy="537840"/>
          </a:xfrm>
          <a:prstGeom prst="rect">
            <a:avLst/>
          </a:prstGeom>
          <a:noFill/>
          <a:ln>
            <a:noFill/>
          </a:ln>
        </p:spPr>
        <p:txBody>
          <a:bodyPr anchorCtr="0" anchor="t" bIns="0" lIns="0" spcFirstLastPara="1" rIns="0" wrap="square" tIns="0">
            <a:spAutoFit/>
          </a:bodyPr>
          <a:lstStyle/>
          <a:p>
            <a:pPr indent="0" lvl="0" marL="0" marR="0" rtl="0" algn="l">
              <a:lnSpc>
                <a:spcPct val="140079"/>
              </a:lnSpc>
              <a:spcBef>
                <a:spcPts val="0"/>
              </a:spcBef>
              <a:spcAft>
                <a:spcPts val="0"/>
              </a:spcAft>
              <a:buNone/>
            </a:pPr>
            <a:r>
              <a:rPr b="1" lang="es-MX" sz="3266">
                <a:solidFill>
                  <a:srgbClr val="131416"/>
                </a:solidFill>
                <a:latin typeface="Open Sans"/>
                <a:ea typeface="Open Sans"/>
                <a:cs typeface="Open Sans"/>
                <a:sym typeface="Open Sans"/>
              </a:rPr>
              <a:t>Introducción a la Programación y Computación 1</a:t>
            </a:r>
            <a:endParaRPr/>
          </a:p>
        </p:txBody>
      </p:sp>
      <p:sp>
        <p:nvSpPr>
          <p:cNvPr id="94" name="Google Shape;94;p1"/>
          <p:cNvSpPr txBox="1"/>
          <p:nvPr/>
        </p:nvSpPr>
        <p:spPr>
          <a:xfrm>
            <a:off x="220145" y="1317094"/>
            <a:ext cx="11751600" cy="3587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s-MX" sz="6134">
                <a:solidFill>
                  <a:srgbClr val="131416"/>
                </a:solidFill>
                <a:latin typeface="Open Sans"/>
                <a:ea typeface="Open Sans"/>
                <a:cs typeface="Open Sans"/>
                <a:sym typeface="Open Sans"/>
              </a:rPr>
              <a:t>Metodos de ordenamiento, pila de ejecucion, recursividad, archivos planos</a:t>
            </a:r>
            <a:endParaRPr b="1" sz="6134">
              <a:solidFill>
                <a:srgbClr val="131416"/>
              </a:solidFill>
              <a:latin typeface="Open Sans"/>
              <a:ea typeface="Open Sans"/>
              <a:cs typeface="Open Sans"/>
              <a:sym typeface="Open Sans"/>
            </a:endParaRPr>
          </a:p>
        </p:txBody>
      </p:sp>
      <p:sp>
        <p:nvSpPr>
          <p:cNvPr id="95" name="Google Shape;95;p1"/>
          <p:cNvSpPr txBox="1"/>
          <p:nvPr/>
        </p:nvSpPr>
        <p:spPr>
          <a:xfrm>
            <a:off x="708869" y="5830168"/>
            <a:ext cx="6804294" cy="276358"/>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None/>
            </a:pPr>
            <a:r>
              <a:rPr b="1" lang="es-MX" sz="1666">
                <a:solidFill>
                  <a:srgbClr val="131416"/>
                </a:solidFill>
                <a:latin typeface="Open Sans"/>
                <a:ea typeface="Open Sans"/>
                <a:cs typeface="Open Sans"/>
                <a:sym typeface="Open Sans"/>
              </a:rPr>
              <a:t>Escuela de Ingenieria de Ciencias Y Sistemas</a:t>
            </a:r>
            <a:endParaRPr/>
          </a:p>
        </p:txBody>
      </p:sp>
      <p:sp>
        <p:nvSpPr>
          <p:cNvPr id="96" name="Google Shape;96;p1"/>
          <p:cNvSpPr txBox="1"/>
          <p:nvPr/>
        </p:nvSpPr>
        <p:spPr>
          <a:xfrm>
            <a:off x="685800" y="6140450"/>
            <a:ext cx="5410200" cy="276358"/>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None/>
            </a:pPr>
            <a:r>
              <a:rPr b="1" lang="es-MX" sz="1666">
                <a:solidFill>
                  <a:srgbClr val="131416"/>
                </a:solidFill>
                <a:latin typeface="Open Sans"/>
                <a:ea typeface="Open Sans"/>
                <a:cs typeface="Open Sans"/>
                <a:sym typeface="Open Sans"/>
              </a:rPr>
              <a:t>Facultad de Ingenieria</a:t>
            </a:r>
            <a:endParaRPr/>
          </a:p>
        </p:txBody>
      </p:sp>
      <p:sp>
        <p:nvSpPr>
          <p:cNvPr id="97" name="Google Shape;97;p1"/>
          <p:cNvSpPr txBox="1"/>
          <p:nvPr/>
        </p:nvSpPr>
        <p:spPr>
          <a:xfrm>
            <a:off x="685800" y="6390217"/>
            <a:ext cx="5111685" cy="276358"/>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None/>
            </a:pPr>
            <a:r>
              <a:rPr b="1" lang="es-MX" sz="1666">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2"/>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pic>
        <p:nvPicPr>
          <p:cNvPr descr="Una página en un planificador" id="103" name="Google Shape;103;p2"/>
          <p:cNvPicPr preferRelativeResize="0"/>
          <p:nvPr/>
        </p:nvPicPr>
        <p:blipFill rotWithShape="1">
          <a:blip r:embed="rId3">
            <a:alphaModFix/>
          </a:blip>
          <a:srcRect b="19365" l="0" r="9091" t="4008"/>
          <a:stretch/>
        </p:blipFill>
        <p:spPr>
          <a:xfrm>
            <a:off x="20" y="-1"/>
            <a:ext cx="12188932" cy="6858000"/>
          </a:xfrm>
          <a:prstGeom prst="rect">
            <a:avLst/>
          </a:prstGeom>
          <a:noFill/>
          <a:ln>
            <a:noFill/>
          </a:ln>
        </p:spPr>
      </p:pic>
      <p:sp>
        <p:nvSpPr>
          <p:cNvPr id="104" name="Google Shape;104;p2"/>
          <p:cNvSpPr/>
          <p:nvPr/>
        </p:nvSpPr>
        <p:spPr>
          <a:xfrm>
            <a:off x="1" y="761999"/>
            <a:ext cx="4642228" cy="5334001"/>
          </a:xfrm>
          <a:prstGeom prst="rect">
            <a:avLst/>
          </a:prstGeom>
          <a:solidFill>
            <a:srgbClr val="1A606E">
              <a:alpha val="9294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05" name="Google Shape;105;p2"/>
          <p:cNvSpPr txBox="1"/>
          <p:nvPr>
            <p:ph type="ctrTitle"/>
          </p:nvPr>
        </p:nvSpPr>
        <p:spPr>
          <a:xfrm>
            <a:off x="643467" y="1298448"/>
            <a:ext cx="3685070" cy="325526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000"/>
              <a:buFont typeface="Corbel"/>
              <a:buNone/>
            </a:pPr>
            <a:r>
              <a:rPr lang="es-MX" sz="5000"/>
              <a:t>Agenda</a:t>
            </a:r>
            <a:endParaRPr/>
          </a:p>
        </p:txBody>
      </p:sp>
      <p:sp>
        <p:nvSpPr>
          <p:cNvPr id="106" name="Google Shape;106;p2"/>
          <p:cNvSpPr txBox="1"/>
          <p:nvPr>
            <p:ph idx="1" type="subTitle"/>
          </p:nvPr>
        </p:nvSpPr>
        <p:spPr>
          <a:xfrm>
            <a:off x="643467" y="4670246"/>
            <a:ext cx="3685069" cy="91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500"/>
              <a:buNone/>
            </a:pPr>
            <a:r>
              <a:rPr lang="es-MX" sz="1500"/>
              <a:t>Métodos de ordenamiento</a:t>
            </a:r>
            <a:br>
              <a:rPr lang="es-MX" sz="1500"/>
            </a:br>
            <a:r>
              <a:rPr lang="es-MX" sz="1500"/>
              <a:t>Pila de Ejecución</a:t>
            </a:r>
            <a:br>
              <a:rPr lang="es-MX" sz="1500"/>
            </a:br>
            <a:r>
              <a:rPr lang="es-MX" sz="1500"/>
              <a:t>Recursividad</a:t>
            </a:r>
            <a:br>
              <a:rPr lang="es-MX" sz="1500"/>
            </a:br>
            <a:r>
              <a:rPr lang="es-MX" sz="1500"/>
              <a:t>Archivos de texto plano</a:t>
            </a:r>
            <a:endParaRPr/>
          </a:p>
        </p:txBody>
      </p:sp>
      <p:sp>
        <p:nvSpPr>
          <p:cNvPr id="107" name="Google Shape;107;p2"/>
          <p:cNvSpPr/>
          <p:nvPr/>
        </p:nvSpPr>
        <p:spPr>
          <a:xfrm>
            <a:off x="11815864"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05"/>
                                        </p:tgtEl>
                                        <p:attrNameLst>
                                          <p:attrName>style.visibility</p:attrName>
                                        </p:attrNameLst>
                                      </p:cBhvr>
                                      <p:to>
                                        <p:strVal val="visible"/>
                                      </p:to>
                                    </p:set>
                                    <p:animEffect filter="fade" transition="in">
                                      <p:cBhvr>
                                        <p:cTn dur="700"/>
                                        <p:tgtEl>
                                          <p:spTgt spid="105"/>
                                        </p:tgtEl>
                                      </p:cBhvr>
                                    </p:animEffect>
                                  </p:childTnLst>
                                </p:cTn>
                              </p:par>
                              <p:par>
                                <p:cTn fill="hold" nodeType="withEffect" presetClass="entr" presetID="10" presetSubtype="0">
                                  <p:stCondLst>
                                    <p:cond delay="1500"/>
                                  </p:stCondLst>
                                  <p:childTnLst>
                                    <p:set>
                                      <p:cBhvr>
                                        <p:cTn dur="1" fill="hold">
                                          <p:stCondLst>
                                            <p:cond delay="0"/>
                                          </p:stCondLst>
                                        </p:cTn>
                                        <p:tgtEl>
                                          <p:spTgt spid="106">
                                            <p:txEl>
                                              <p:pRg end="0" st="0"/>
                                            </p:txEl>
                                          </p:spTgt>
                                        </p:tgtEl>
                                        <p:attrNameLst>
                                          <p:attrName>style.visibility</p:attrName>
                                        </p:attrNameLst>
                                      </p:cBhvr>
                                      <p:to>
                                        <p:strVal val="visible"/>
                                      </p:to>
                                    </p:set>
                                    <p:animEffect filter="fade" transition="in">
                                      <p:cBhvr>
                                        <p:cTn dur="700"/>
                                        <p:tgtEl>
                                          <p:spTgt spid="10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3"/>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Agenda</a:t>
            </a:r>
            <a:endParaRPr/>
          </a:p>
        </p:txBody>
      </p:sp>
      <p:grpSp>
        <p:nvGrpSpPr>
          <p:cNvPr id="113" name="Google Shape;113;p3"/>
          <p:cNvGrpSpPr/>
          <p:nvPr/>
        </p:nvGrpSpPr>
        <p:grpSpPr>
          <a:xfrm>
            <a:off x="5080367" y="885459"/>
            <a:ext cx="5087324" cy="5087324"/>
            <a:chOff x="1320471" y="0"/>
            <a:chExt cx="5087324" cy="5087324"/>
          </a:xfrm>
        </p:grpSpPr>
        <p:sp>
          <p:nvSpPr>
            <p:cNvPr id="114" name="Google Shape;114;p3"/>
            <p:cNvSpPr/>
            <p:nvPr/>
          </p:nvSpPr>
          <p:spPr>
            <a:xfrm>
              <a:off x="1320471" y="0"/>
              <a:ext cx="5087324" cy="5087324"/>
            </a:xfrm>
            <a:prstGeom prst="diamond">
              <a:avLst/>
            </a:prstGeom>
            <a:solidFill>
              <a:srgbClr val="CDE6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1803767" y="483295"/>
              <a:ext cx="1984056" cy="1984056"/>
            </a:xfrm>
            <a:prstGeom prst="roundRect">
              <a:avLst>
                <a:gd fmla="val 16667" name="adj"/>
              </a:avLst>
            </a:prstGeom>
            <a:solidFill>
              <a:srgbClr val="3EBAD1"/>
            </a:solidFill>
            <a:ln cap="flat" cmpd="sng" w="107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txBox="1"/>
            <p:nvPr/>
          </p:nvSpPr>
          <p:spPr>
            <a:xfrm>
              <a:off x="1900621" y="580149"/>
              <a:ext cx="1790348" cy="1790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Corbel"/>
                <a:buNone/>
              </a:pPr>
              <a:r>
                <a:rPr lang="es-MX" sz="2100">
                  <a:solidFill>
                    <a:schemeClr val="lt1"/>
                  </a:solidFill>
                  <a:latin typeface="Corbel"/>
                  <a:ea typeface="Corbel"/>
                  <a:cs typeface="Corbel"/>
                  <a:sym typeface="Corbel"/>
                </a:rPr>
                <a:t>Métodos de Ordenamiento</a:t>
              </a:r>
              <a:endParaRPr sz="2100">
                <a:solidFill>
                  <a:schemeClr val="lt1"/>
                </a:solidFill>
                <a:latin typeface="Corbel"/>
                <a:ea typeface="Corbel"/>
                <a:cs typeface="Corbel"/>
                <a:sym typeface="Corbel"/>
              </a:endParaRPr>
            </a:p>
          </p:txBody>
        </p:sp>
        <p:sp>
          <p:nvSpPr>
            <p:cNvPr id="117" name="Google Shape;117;p3"/>
            <p:cNvSpPr/>
            <p:nvPr/>
          </p:nvSpPr>
          <p:spPr>
            <a:xfrm>
              <a:off x="3940443" y="483295"/>
              <a:ext cx="1984056" cy="1984056"/>
            </a:xfrm>
            <a:prstGeom prst="roundRect">
              <a:avLst>
                <a:gd fmla="val 16667" name="adj"/>
              </a:avLst>
            </a:prstGeom>
            <a:solidFill>
              <a:srgbClr val="3EBAD1"/>
            </a:solidFill>
            <a:ln cap="flat" cmpd="sng" w="107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txBox="1"/>
            <p:nvPr/>
          </p:nvSpPr>
          <p:spPr>
            <a:xfrm>
              <a:off x="4037297" y="580149"/>
              <a:ext cx="1790348" cy="1790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Corbel"/>
                <a:buNone/>
              </a:pPr>
              <a:r>
                <a:rPr lang="es-MX" sz="2100">
                  <a:solidFill>
                    <a:schemeClr val="lt1"/>
                  </a:solidFill>
                  <a:latin typeface="Corbel"/>
                  <a:ea typeface="Corbel"/>
                  <a:cs typeface="Corbel"/>
                  <a:sym typeface="Corbel"/>
                </a:rPr>
                <a:t>Pila de Ejecución</a:t>
              </a:r>
              <a:endParaRPr sz="2100">
                <a:solidFill>
                  <a:schemeClr val="lt1"/>
                </a:solidFill>
                <a:latin typeface="Corbel"/>
                <a:ea typeface="Corbel"/>
                <a:cs typeface="Corbel"/>
                <a:sym typeface="Corbel"/>
              </a:endParaRPr>
            </a:p>
          </p:txBody>
        </p:sp>
        <p:sp>
          <p:nvSpPr>
            <p:cNvPr id="119" name="Google Shape;119;p3"/>
            <p:cNvSpPr/>
            <p:nvPr/>
          </p:nvSpPr>
          <p:spPr>
            <a:xfrm>
              <a:off x="1803767" y="2619971"/>
              <a:ext cx="1984056" cy="1984056"/>
            </a:xfrm>
            <a:prstGeom prst="roundRect">
              <a:avLst>
                <a:gd fmla="val 16667" name="adj"/>
              </a:avLst>
            </a:prstGeom>
            <a:solidFill>
              <a:srgbClr val="3EBAD1"/>
            </a:solidFill>
            <a:ln cap="flat" cmpd="sng" w="107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txBox="1"/>
            <p:nvPr/>
          </p:nvSpPr>
          <p:spPr>
            <a:xfrm>
              <a:off x="1900621" y="2716825"/>
              <a:ext cx="1790348" cy="1790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Corbel"/>
                <a:buNone/>
              </a:pPr>
              <a:r>
                <a:rPr lang="es-MX" sz="2100">
                  <a:solidFill>
                    <a:schemeClr val="lt1"/>
                  </a:solidFill>
                  <a:latin typeface="Corbel"/>
                  <a:ea typeface="Corbel"/>
                  <a:cs typeface="Corbel"/>
                  <a:sym typeface="Corbel"/>
                </a:rPr>
                <a:t>Recursividad</a:t>
              </a:r>
              <a:endParaRPr sz="2100">
                <a:solidFill>
                  <a:schemeClr val="lt1"/>
                </a:solidFill>
                <a:latin typeface="Corbel"/>
                <a:ea typeface="Corbel"/>
                <a:cs typeface="Corbel"/>
                <a:sym typeface="Corbel"/>
              </a:endParaRPr>
            </a:p>
          </p:txBody>
        </p:sp>
        <p:sp>
          <p:nvSpPr>
            <p:cNvPr id="121" name="Google Shape;121;p3"/>
            <p:cNvSpPr/>
            <p:nvPr/>
          </p:nvSpPr>
          <p:spPr>
            <a:xfrm>
              <a:off x="3940443" y="2619971"/>
              <a:ext cx="1984056" cy="1984056"/>
            </a:xfrm>
            <a:prstGeom prst="roundRect">
              <a:avLst>
                <a:gd fmla="val 16667" name="adj"/>
              </a:avLst>
            </a:prstGeom>
            <a:solidFill>
              <a:srgbClr val="3EBAD1"/>
            </a:solidFill>
            <a:ln cap="flat" cmpd="sng" w="107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txBox="1"/>
            <p:nvPr/>
          </p:nvSpPr>
          <p:spPr>
            <a:xfrm>
              <a:off x="4037297" y="2716825"/>
              <a:ext cx="1790348" cy="1790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Corbel"/>
                <a:buNone/>
              </a:pPr>
              <a:r>
                <a:rPr lang="es-MX" sz="2100">
                  <a:solidFill>
                    <a:schemeClr val="lt1"/>
                  </a:solidFill>
                  <a:latin typeface="Corbel"/>
                  <a:ea typeface="Corbel"/>
                  <a:cs typeface="Corbel"/>
                  <a:sym typeface="Corbel"/>
                </a:rPr>
                <a:t>Manejo de Archivos</a:t>
              </a:r>
              <a:endParaRPr sz="2100">
                <a:solidFill>
                  <a:schemeClr val="lt1"/>
                </a:solidFill>
                <a:latin typeface="Corbel"/>
                <a:ea typeface="Corbel"/>
                <a:cs typeface="Corbel"/>
                <a:sym typeface="Corbe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28" name="Google Shape;128;p4"/>
          <p:cNvSpPr/>
          <p:nvPr/>
        </p:nvSpPr>
        <p:spPr>
          <a:xfrm>
            <a:off x="864516" y="4212709"/>
            <a:ext cx="10764932" cy="187394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29" name="Google Shape;129;p4"/>
          <p:cNvSpPr txBox="1"/>
          <p:nvPr>
            <p:ph type="title"/>
          </p:nvPr>
        </p:nvSpPr>
        <p:spPr>
          <a:xfrm>
            <a:off x="1030406" y="4386057"/>
            <a:ext cx="4067033" cy="1527244"/>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FFFFFF"/>
              </a:buClr>
              <a:buSzPts val="3200"/>
              <a:buFont typeface="Corbel"/>
              <a:buNone/>
            </a:pPr>
            <a:r>
              <a:rPr lang="es-MX" sz="3200"/>
              <a:t>Ordenamiento</a:t>
            </a:r>
            <a:endParaRPr/>
          </a:p>
        </p:txBody>
      </p:sp>
      <p:sp>
        <p:nvSpPr>
          <p:cNvPr id="130" name="Google Shape;130;p4"/>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Algoritmos de ordenamiento" id="131" name="Google Shape;131;p4"/>
          <p:cNvPicPr preferRelativeResize="0"/>
          <p:nvPr/>
        </p:nvPicPr>
        <p:blipFill rotWithShape="1">
          <a:blip r:embed="rId3">
            <a:alphaModFix/>
          </a:blip>
          <a:srcRect b="-1" l="4449" r="13538" t="0"/>
          <a:stretch/>
        </p:blipFill>
        <p:spPr>
          <a:xfrm>
            <a:off x="3924653" y="757326"/>
            <a:ext cx="4644654" cy="3185684"/>
          </a:xfrm>
          <a:prstGeom prst="rect">
            <a:avLst/>
          </a:prstGeom>
          <a:noFill/>
          <a:ln>
            <a:noFill/>
          </a:ln>
        </p:spPr>
      </p:pic>
      <p:sp>
        <p:nvSpPr>
          <p:cNvPr id="132" name="Google Shape;132;p4"/>
          <p:cNvSpPr txBox="1"/>
          <p:nvPr>
            <p:ph idx="1" type="body"/>
          </p:nvPr>
        </p:nvSpPr>
        <p:spPr>
          <a:xfrm>
            <a:off x="5437390" y="4386720"/>
            <a:ext cx="5992610" cy="1526582"/>
          </a:xfrm>
          <a:prstGeom prst="rect">
            <a:avLst/>
          </a:prstGeom>
          <a:noFill/>
          <a:ln>
            <a:noFill/>
          </a:ln>
        </p:spPr>
        <p:txBody>
          <a:bodyPr anchorCtr="0" anchor="ctr" bIns="45700" lIns="91425" spcFirstLastPara="1" rIns="91425" wrap="square" tIns="45700">
            <a:normAutofit/>
          </a:bodyPr>
          <a:lstStyle/>
          <a:p>
            <a:pPr indent="-182880" lvl="0" marL="182880" rtl="0" algn="l">
              <a:lnSpc>
                <a:spcPct val="90000"/>
              </a:lnSpc>
              <a:spcBef>
                <a:spcPts val="0"/>
              </a:spcBef>
              <a:spcAft>
                <a:spcPts val="0"/>
              </a:spcAft>
              <a:buSzPts val="1600"/>
              <a:buChar char="●"/>
            </a:pPr>
            <a:r>
              <a:rPr lang="es-MX" sz="1600">
                <a:solidFill>
                  <a:srgbClr val="FFFFFF"/>
                </a:solidFill>
              </a:rPr>
              <a:t>Es la operación de arreglar los elementos en algún orden secuencial de acuerdo a un criterio de ordenamiento. El propósito principal de un ordenamiento es el de facilitar las búsquedas de los miembros del conjunto ordenado. Ordenar un grupo de datos significa mover los datos o sus referencias para que queden en una secuencia por categorías y en forma ascendente o descendente.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38" name="Google Shape;138;p5"/>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39" name="Google Shape;139;p5"/>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Métodos de Ordenamiento</a:t>
            </a:r>
            <a:endParaRPr/>
          </a:p>
        </p:txBody>
      </p:sp>
      <p:sp>
        <p:nvSpPr>
          <p:cNvPr id="140" name="Google Shape;140;p5"/>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CC3001 Algoritmos y Estructuras de Datos: Ordenación" id="141" name="Google Shape;141;p5"/>
          <p:cNvPicPr preferRelativeResize="0"/>
          <p:nvPr/>
        </p:nvPicPr>
        <p:blipFill rotWithShape="1">
          <a:blip r:embed="rId3">
            <a:alphaModFix/>
          </a:blip>
          <a:srcRect b="0" l="0" r="1" t="1753"/>
          <a:stretch/>
        </p:blipFill>
        <p:spPr>
          <a:xfrm>
            <a:off x="864515" y="1127458"/>
            <a:ext cx="6500974" cy="4589059"/>
          </a:xfrm>
          <a:prstGeom prst="rect">
            <a:avLst/>
          </a:prstGeom>
          <a:noFill/>
          <a:ln>
            <a:noFill/>
          </a:ln>
        </p:spPr>
      </p:pic>
      <p:sp>
        <p:nvSpPr>
          <p:cNvPr id="142" name="Google Shape;142;p5"/>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600"/>
              <a:buChar char="●"/>
            </a:pPr>
            <a:r>
              <a:rPr lang="es-MX" sz="1600">
                <a:solidFill>
                  <a:srgbClr val="FFFFFF"/>
                </a:solidFill>
              </a:rPr>
              <a:t>Los métodos de ordenamiento son algoritmos que organizan los elementos de una colección en un orden específico (ascendente o descendente).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48" name="Google Shape;148;p6"/>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49" name="Google Shape;149;p6"/>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Ordenamiento Burbuja</a:t>
            </a:r>
            <a:endParaRPr/>
          </a:p>
        </p:txBody>
      </p:sp>
      <p:sp>
        <p:nvSpPr>
          <p:cNvPr id="150" name="Google Shape;150;p6"/>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Bubble Sort Algorithm in Java | Visualization and Examples" id="151" name="Google Shape;151;p6"/>
          <p:cNvPicPr preferRelativeResize="0"/>
          <p:nvPr/>
        </p:nvPicPr>
        <p:blipFill rotWithShape="1">
          <a:blip r:embed="rId3">
            <a:alphaModFix/>
          </a:blip>
          <a:srcRect b="0" l="0" r="0" t="0"/>
          <a:stretch/>
        </p:blipFill>
        <p:spPr>
          <a:xfrm>
            <a:off x="864515" y="970713"/>
            <a:ext cx="6500974" cy="4902549"/>
          </a:xfrm>
          <a:prstGeom prst="rect">
            <a:avLst/>
          </a:prstGeom>
          <a:noFill/>
          <a:ln>
            <a:noFill/>
          </a:ln>
        </p:spPr>
      </p:pic>
      <p:sp>
        <p:nvSpPr>
          <p:cNvPr id="152" name="Google Shape;152;p6"/>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600"/>
              <a:buChar char="●"/>
            </a:pPr>
            <a:r>
              <a:rPr lang="es-MX" sz="1600">
                <a:solidFill>
                  <a:srgbClr val="FFFFFF"/>
                </a:solidFill>
              </a:rPr>
              <a:t>El ordenamiento burbuja hace múltiples pasadas a lo largo de una lista. Compara los ítems adyacentes e intercambia los que no están en orden. Cada pasada a lo largo de la lista ubica el siguiente valor más grande en su lugar apropiado. En esencia, cada ítem “burbujea ” hasta el lugar al que pertenece.</a:t>
            </a:r>
            <a:endParaRPr/>
          </a:p>
          <a:p>
            <a:pPr indent="-81279" lvl="0" marL="182880" rtl="0" algn="l">
              <a:lnSpc>
                <a:spcPct val="90000"/>
              </a:lnSpc>
              <a:spcBef>
                <a:spcPts val="1200"/>
              </a:spcBef>
              <a:spcAft>
                <a:spcPts val="0"/>
              </a:spcAft>
              <a:buSzPts val="1600"/>
              <a:buNone/>
            </a:pPr>
            <a:r>
              <a:t/>
            </a:r>
            <a:endParaRPr sz="16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58" name="Google Shape;158;p7"/>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59" name="Google Shape;159;p7"/>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Ordenamiento por Inserción</a:t>
            </a:r>
            <a:endParaRPr/>
          </a:p>
        </p:txBody>
      </p:sp>
      <p:sp>
        <p:nvSpPr>
          <p:cNvPr id="160" name="Google Shape;160;p7"/>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PHP Program for Insertion Sort - GeeksforGeeks" id="161" name="Google Shape;161;p7"/>
          <p:cNvPicPr preferRelativeResize="0"/>
          <p:nvPr/>
        </p:nvPicPr>
        <p:blipFill rotWithShape="1">
          <a:blip r:embed="rId3">
            <a:alphaModFix/>
          </a:blip>
          <a:srcRect b="4" l="0" r="5" t="1663"/>
          <a:stretch/>
        </p:blipFill>
        <p:spPr>
          <a:xfrm>
            <a:off x="1439147" y="757325"/>
            <a:ext cx="5351710" cy="5329325"/>
          </a:xfrm>
          <a:prstGeom prst="rect">
            <a:avLst/>
          </a:prstGeom>
          <a:noFill/>
          <a:ln>
            <a:noFill/>
          </a:ln>
        </p:spPr>
      </p:pic>
      <p:sp>
        <p:nvSpPr>
          <p:cNvPr id="162" name="Google Shape;162;p7"/>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600"/>
              <a:buChar char="●"/>
            </a:pPr>
            <a:r>
              <a:rPr lang="es-MX" sz="1600">
                <a:solidFill>
                  <a:srgbClr val="FFFFFF"/>
                </a:solidFill>
              </a:rPr>
              <a:t>En este tipo de algoritmo los elementos que van a ser ordenados son considerados uno a la vez. Cada elemento es “insertado ” en la posición apropiada con respecto al resto de los elementos ya ordenados.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sp>
        <p:nvSpPr>
          <p:cNvPr id="167" name="Google Shape;167;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68" name="Google Shape;168;p8"/>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69" name="Google Shape;169;p8"/>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Ordenamiento por Selección</a:t>
            </a:r>
            <a:endParaRPr/>
          </a:p>
        </p:txBody>
      </p:sp>
      <p:sp>
        <p:nvSpPr>
          <p:cNvPr id="170" name="Google Shape;170;p8"/>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Selection Sort" id="171" name="Google Shape;171;p8"/>
          <p:cNvPicPr preferRelativeResize="0"/>
          <p:nvPr/>
        </p:nvPicPr>
        <p:blipFill rotWithShape="1">
          <a:blip r:embed="rId3">
            <a:alphaModFix/>
          </a:blip>
          <a:srcRect b="17230" l="0" r="5" t="18477"/>
          <a:stretch/>
        </p:blipFill>
        <p:spPr>
          <a:xfrm>
            <a:off x="1439150" y="757325"/>
            <a:ext cx="5351703" cy="5329325"/>
          </a:xfrm>
          <a:prstGeom prst="rect">
            <a:avLst/>
          </a:prstGeom>
          <a:noFill/>
          <a:ln>
            <a:noFill/>
          </a:ln>
        </p:spPr>
      </p:pic>
      <p:sp>
        <p:nvSpPr>
          <p:cNvPr id="172" name="Google Shape;172;p8"/>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500"/>
              <a:buChar char="●"/>
            </a:pPr>
            <a:r>
              <a:rPr lang="es-MX" sz="1500">
                <a:solidFill>
                  <a:srgbClr val="FFFFFF"/>
                </a:solidFill>
              </a:rPr>
              <a:t>El ordenamiento por selección mejora el ordenamiento burbuja haciendo un sólo intercambio por cada pasada a través de la lista. Para hacer esto, un ordenamiento por selección busca el valor mayor a medida que hace una pasada y, después de completar la pasada, lo pone en la ubicación correcta. Al igual que con un ordenamiento burbuja, después de la primera pasada, el ítem mayor está en la ubicación correcta. Después de la segunda pasada, el siguiente mayor está en su ubicación.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79" name="Google Shape;179;p9"/>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80" name="Google Shape;180;p9"/>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Ordenamiento Rápido</a:t>
            </a:r>
            <a:endParaRPr/>
          </a:p>
        </p:txBody>
      </p:sp>
      <p:sp>
        <p:nvSpPr>
          <p:cNvPr id="181" name="Google Shape;181;p9"/>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Quick Sort Algorithm" id="182" name="Google Shape;182;p9"/>
          <p:cNvPicPr preferRelativeResize="0"/>
          <p:nvPr/>
        </p:nvPicPr>
        <p:blipFill rotWithShape="1">
          <a:blip r:embed="rId3">
            <a:alphaModFix/>
          </a:blip>
          <a:srcRect b="1" l="11673" r="31841" t="0"/>
          <a:stretch/>
        </p:blipFill>
        <p:spPr>
          <a:xfrm>
            <a:off x="1439132" y="757325"/>
            <a:ext cx="5351739" cy="5329325"/>
          </a:xfrm>
          <a:prstGeom prst="rect">
            <a:avLst/>
          </a:prstGeom>
          <a:noFill/>
          <a:ln>
            <a:noFill/>
          </a:ln>
        </p:spPr>
      </p:pic>
      <p:sp>
        <p:nvSpPr>
          <p:cNvPr id="183" name="Google Shape;183;p9"/>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500"/>
              <a:buChar char="●"/>
            </a:pPr>
            <a:r>
              <a:rPr lang="es-MX" sz="1500">
                <a:solidFill>
                  <a:srgbClr val="FFFFFF"/>
                </a:solidFill>
              </a:rPr>
              <a:t>El método Quick Sort es actualmente el mas eficiente y veloz de los método de ordenación interna. Es tambien conocido con el nombre del método rápido y de ordenamento por partición. Este método es una mejora sustancial del método de intercambio directo y recibe el nombre de Quick Sort, por la velocidad con la que ordena los elementos del arreglo. Quicksort es un algoritmo basado en la técnica de divide y vencerás, que permite, en promedio, ordenar n elementos en un tiempo proporcional a n log 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10"/>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89" name="Google Shape;189;p10"/>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90" name="Google Shape;190;p10"/>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91" name="Google Shape;191;p10"/>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192" name="Google Shape;192;p10"/>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lang="es-MX" sz="5900"/>
              <a:t>Pila de Ejecución</a:t>
            </a:r>
            <a:endParaRPr/>
          </a:p>
        </p:txBody>
      </p:sp>
      <p:sp>
        <p:nvSpPr>
          <p:cNvPr id="193" name="Google Shape;193;p10"/>
          <p:cNvSpPr txBox="1"/>
          <p:nvPr>
            <p:ph idx="1" type="body"/>
          </p:nvPr>
        </p:nvSpPr>
        <p:spPr>
          <a:xfrm>
            <a:off x="1100014" y="5666792"/>
            <a:ext cx="10180696" cy="542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00"/>
              <a:buNone/>
            </a:pPr>
            <a:r>
              <a:rPr lang="es-MX" sz="2200">
                <a:solidFill>
                  <a:srgbClr val="D7F0F6"/>
                </a:solidFill>
              </a:rPr>
              <a:t>Definición, ¿Para qué sirve?, Inicios, Funciones, ¿Cómo funciona?</a:t>
            </a:r>
            <a:endParaRPr/>
          </a:p>
        </p:txBody>
      </p:sp>
      <p:pic>
        <p:nvPicPr>
          <p:cNvPr descr="Habitación con servidores iluminados" id="194" name="Google Shape;194;p10"/>
          <p:cNvPicPr preferRelativeResize="0"/>
          <p:nvPr/>
        </p:nvPicPr>
        <p:blipFill rotWithShape="1">
          <a:blip r:embed="rId3">
            <a:alphaModFix/>
          </a:blip>
          <a:srcRect b="2569" l="0" r="9091" t="20804"/>
          <a:stretch/>
        </p:blipFill>
        <p:spPr>
          <a:xfrm>
            <a:off x="3227836" y="484632"/>
            <a:ext cx="6321541" cy="35567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92"/>
                                        </p:tgtEl>
                                        <p:attrNameLst>
                                          <p:attrName>style.visibility</p:attrName>
                                        </p:attrNameLst>
                                      </p:cBhvr>
                                      <p:to>
                                        <p:strVal val="visible"/>
                                      </p:to>
                                    </p:set>
                                    <p:animEffect filter="fade" transition="in">
                                      <p:cBhvr>
                                        <p:cTn dur="7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11"/>
          <p:cNvSpPr/>
          <p:nvPr/>
        </p:nvSpPr>
        <p:spPr>
          <a:xfrm>
            <a:off x="0" y="759599"/>
            <a:ext cx="7052486"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00" name="Google Shape;200;p11"/>
          <p:cNvSpPr txBox="1"/>
          <p:nvPr>
            <p:ph type="title"/>
          </p:nvPr>
        </p:nvSpPr>
        <p:spPr>
          <a:xfrm>
            <a:off x="289248" y="1123837"/>
            <a:ext cx="6451110" cy="12554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Inicios</a:t>
            </a:r>
            <a:endParaRPr/>
          </a:p>
        </p:txBody>
      </p:sp>
      <p:sp>
        <p:nvSpPr>
          <p:cNvPr id="201" name="Google Shape;201;p11"/>
          <p:cNvSpPr txBox="1"/>
          <p:nvPr>
            <p:ph idx="1" type="body"/>
          </p:nvPr>
        </p:nvSpPr>
        <p:spPr>
          <a:xfrm>
            <a:off x="289248" y="2510395"/>
            <a:ext cx="6451109" cy="327458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s-MX">
                <a:solidFill>
                  <a:srgbClr val="FFFFFF"/>
                </a:solidFill>
              </a:rPr>
              <a:t>El concepto de pila de ejecución surge de la necesidad de gestionar eficientemente las llamadas a funciones en lenguajes de programación.</a:t>
            </a:r>
            <a:endParaRPr/>
          </a:p>
          <a:p>
            <a:pPr indent="0" lvl="0" marL="0" rtl="0" algn="l">
              <a:lnSpc>
                <a:spcPct val="90000"/>
              </a:lnSpc>
              <a:spcBef>
                <a:spcPts val="1200"/>
              </a:spcBef>
              <a:spcAft>
                <a:spcPts val="0"/>
              </a:spcAft>
              <a:buSzPts val="2000"/>
              <a:buNone/>
            </a:pPr>
            <a:r>
              <a:t/>
            </a:r>
            <a:endParaRPr>
              <a:solidFill>
                <a:srgbClr val="FFFFFF"/>
              </a:solidFill>
            </a:endParaRPr>
          </a:p>
          <a:p>
            <a:pPr indent="0" lvl="0" marL="0" rtl="0" algn="l">
              <a:lnSpc>
                <a:spcPct val="90000"/>
              </a:lnSpc>
              <a:spcBef>
                <a:spcPts val="1200"/>
              </a:spcBef>
              <a:spcAft>
                <a:spcPts val="0"/>
              </a:spcAft>
              <a:buSzPts val="2000"/>
              <a:buNone/>
            </a:pPr>
            <a:r>
              <a:rPr lang="es-MX">
                <a:solidFill>
                  <a:srgbClr val="FFFFFF"/>
                </a:solidFill>
              </a:rPr>
              <a:t>En Java, la JVM utiliza una pila separada para cada hilo de ejecución.</a:t>
            </a:r>
            <a:endParaRPr/>
          </a:p>
        </p:txBody>
      </p:sp>
      <p:pic>
        <p:nvPicPr>
          <p:cNvPr descr="Vista plana superior del robot que se desvía del grupo" id="202" name="Google Shape;202;p11"/>
          <p:cNvPicPr preferRelativeResize="0"/>
          <p:nvPr/>
        </p:nvPicPr>
        <p:blipFill rotWithShape="1">
          <a:blip r:embed="rId3">
            <a:alphaModFix/>
          </a:blip>
          <a:srcRect b="3" l="21958" r="7166" t="0"/>
          <a:stretch/>
        </p:blipFill>
        <p:spPr>
          <a:xfrm>
            <a:off x="7545032" y="759599"/>
            <a:ext cx="3778286" cy="5330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p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08" name="Google Shape;208;p12"/>
          <p:cNvSpPr/>
          <p:nvPr/>
        </p:nvSpPr>
        <p:spPr>
          <a:xfrm>
            <a:off x="5139514" y="758953"/>
            <a:ext cx="7052486" cy="5330952"/>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09" name="Google Shape;209;p12"/>
          <p:cNvSpPr txBox="1"/>
          <p:nvPr>
            <p:ph type="title"/>
          </p:nvPr>
        </p:nvSpPr>
        <p:spPr>
          <a:xfrm>
            <a:off x="5451642" y="1123837"/>
            <a:ext cx="6451110" cy="12554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¿Qué es la pila de ejecución?</a:t>
            </a:r>
            <a:endParaRPr/>
          </a:p>
        </p:txBody>
      </p:sp>
      <p:sp>
        <p:nvSpPr>
          <p:cNvPr id="210" name="Google Shape;210;p12"/>
          <p:cNvSpPr/>
          <p:nvPr/>
        </p:nvSpPr>
        <p:spPr>
          <a:xfrm>
            <a:off x="-7912"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Battery Charging" id="211" name="Google Shape;211;p12"/>
          <p:cNvPicPr preferRelativeResize="0"/>
          <p:nvPr/>
        </p:nvPicPr>
        <p:blipFill rotWithShape="1">
          <a:blip r:embed="rId3">
            <a:alphaModFix/>
          </a:blip>
          <a:srcRect b="0" l="0" r="0" t="0"/>
          <a:stretch/>
        </p:blipFill>
        <p:spPr>
          <a:xfrm>
            <a:off x="860771" y="1535135"/>
            <a:ext cx="3778286" cy="3778286"/>
          </a:xfrm>
          <a:prstGeom prst="rect">
            <a:avLst/>
          </a:prstGeom>
          <a:noFill/>
          <a:ln>
            <a:noFill/>
          </a:ln>
        </p:spPr>
      </p:pic>
      <p:sp>
        <p:nvSpPr>
          <p:cNvPr id="212" name="Google Shape;212;p12"/>
          <p:cNvSpPr txBox="1"/>
          <p:nvPr>
            <p:ph idx="1" type="body"/>
          </p:nvPr>
        </p:nvSpPr>
        <p:spPr>
          <a:xfrm>
            <a:off x="5451644" y="2510395"/>
            <a:ext cx="6451109" cy="327458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s-MX">
                <a:solidFill>
                  <a:srgbClr val="FFFFFF"/>
                </a:solidFill>
              </a:rPr>
              <a:t>La pila de ejecución (o simplemente "stack") es una estructura de datos interna utilizada por el sistema operativo y la JVM (Java Virtual Machine) para gestionar las llamadas a métodos y las variables locales durante la ejecución de un programa. Es una estructura de tipo LIFO (Last In, First Out), lo que significa que el último elemento agregado es el primero en ser eliminado.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sp>
        <p:nvSpPr>
          <p:cNvPr id="217" name="Google Shape;217;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18" name="Google Shape;218;p13"/>
          <p:cNvSpPr/>
          <p:nvPr/>
        </p:nvSpPr>
        <p:spPr>
          <a:xfrm>
            <a:off x="5139514" y="758953"/>
            <a:ext cx="7052486" cy="5330952"/>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9" name="Google Shape;219;p13"/>
          <p:cNvSpPr txBox="1"/>
          <p:nvPr>
            <p:ph type="title"/>
          </p:nvPr>
        </p:nvSpPr>
        <p:spPr>
          <a:xfrm>
            <a:off x="5451642" y="1123837"/>
            <a:ext cx="6451110" cy="12554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¿Para qué sirve?</a:t>
            </a:r>
            <a:endParaRPr/>
          </a:p>
        </p:txBody>
      </p:sp>
      <p:sp>
        <p:nvSpPr>
          <p:cNvPr id="220" name="Google Shape;220;p13"/>
          <p:cNvSpPr/>
          <p:nvPr/>
        </p:nvSpPr>
        <p:spPr>
          <a:xfrm>
            <a:off x="-7912"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Parámetro" id="221" name="Google Shape;221;p13"/>
          <p:cNvPicPr preferRelativeResize="0"/>
          <p:nvPr/>
        </p:nvPicPr>
        <p:blipFill rotWithShape="1">
          <a:blip r:embed="rId3">
            <a:alphaModFix/>
          </a:blip>
          <a:srcRect b="0" l="0" r="0" t="0"/>
          <a:stretch/>
        </p:blipFill>
        <p:spPr>
          <a:xfrm>
            <a:off x="860771" y="1535135"/>
            <a:ext cx="3778286" cy="3778286"/>
          </a:xfrm>
          <a:prstGeom prst="rect">
            <a:avLst/>
          </a:prstGeom>
          <a:noFill/>
          <a:ln>
            <a:noFill/>
          </a:ln>
        </p:spPr>
      </p:pic>
      <p:sp>
        <p:nvSpPr>
          <p:cNvPr id="222" name="Google Shape;222;p13"/>
          <p:cNvSpPr txBox="1"/>
          <p:nvPr>
            <p:ph idx="1" type="body"/>
          </p:nvPr>
        </p:nvSpPr>
        <p:spPr>
          <a:xfrm>
            <a:off x="5451644" y="2510395"/>
            <a:ext cx="6451109" cy="3274586"/>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2000"/>
              <a:buChar char="●"/>
            </a:pPr>
            <a:r>
              <a:rPr lang="es-MX">
                <a:solidFill>
                  <a:srgbClr val="FFFFFF"/>
                </a:solidFill>
              </a:rPr>
              <a:t>Almacena información sobre las llamadas a métodos activas.</a:t>
            </a:r>
            <a:endParaRPr/>
          </a:p>
          <a:p>
            <a:pPr indent="-182880" lvl="0" marL="182880" rtl="0" algn="l">
              <a:lnSpc>
                <a:spcPct val="90000"/>
              </a:lnSpc>
              <a:spcBef>
                <a:spcPts val="1200"/>
              </a:spcBef>
              <a:spcAft>
                <a:spcPts val="0"/>
              </a:spcAft>
              <a:buSzPts val="2000"/>
              <a:buChar char="●"/>
            </a:pPr>
            <a:r>
              <a:rPr lang="es-MX">
                <a:solidFill>
                  <a:srgbClr val="FFFFFF"/>
                </a:solidFill>
              </a:rPr>
              <a:t>Guarda las variables locales y los parámetros de los métodos.</a:t>
            </a:r>
            <a:endParaRPr/>
          </a:p>
          <a:p>
            <a:pPr indent="-182880" lvl="0" marL="182880" rtl="0" algn="l">
              <a:lnSpc>
                <a:spcPct val="90000"/>
              </a:lnSpc>
              <a:spcBef>
                <a:spcPts val="1200"/>
              </a:spcBef>
              <a:spcAft>
                <a:spcPts val="0"/>
              </a:spcAft>
              <a:buSzPts val="2000"/>
              <a:buChar char="●"/>
            </a:pPr>
            <a:r>
              <a:rPr lang="es-MX">
                <a:solidFill>
                  <a:srgbClr val="FFFFFF"/>
                </a:solidFill>
              </a:rPr>
              <a:t>Ayuda a mantener el control del flujo de ejecución del programa.</a:t>
            </a:r>
            <a:endParaRPr/>
          </a:p>
          <a:p>
            <a:pPr indent="-182880" lvl="0" marL="182880" rtl="0" algn="l">
              <a:lnSpc>
                <a:spcPct val="90000"/>
              </a:lnSpc>
              <a:spcBef>
                <a:spcPts val="1200"/>
              </a:spcBef>
              <a:spcAft>
                <a:spcPts val="0"/>
              </a:spcAft>
              <a:buSzPts val="2000"/>
              <a:buChar char="●"/>
            </a:pPr>
            <a:r>
              <a:rPr lang="es-MX">
                <a:solidFill>
                  <a:srgbClr val="FFFFFF"/>
                </a:solidFill>
              </a:rPr>
              <a:t>Permite manejar excepciones y retornar valores correctamente.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6" name="Shape 226"/>
        <p:cNvGrpSpPr/>
        <p:nvPr/>
      </p:nvGrpSpPr>
      <p:grpSpPr>
        <a:xfrm>
          <a:off x="0" y="0"/>
          <a:ext cx="0" cy="0"/>
          <a:chOff x="0" y="0"/>
          <a:chExt cx="0" cy="0"/>
        </a:xfrm>
      </p:grpSpPr>
      <p:sp>
        <p:nvSpPr>
          <p:cNvPr id="227" name="Google Shape;227;p14"/>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Funciones</a:t>
            </a:r>
            <a:endParaRPr/>
          </a:p>
        </p:txBody>
      </p:sp>
      <p:grpSp>
        <p:nvGrpSpPr>
          <p:cNvPr id="228" name="Google Shape;228;p14"/>
          <p:cNvGrpSpPr/>
          <p:nvPr/>
        </p:nvGrpSpPr>
        <p:grpSpPr>
          <a:xfrm>
            <a:off x="3759896" y="1712149"/>
            <a:ext cx="7728267" cy="3433943"/>
            <a:chOff x="0" y="826690"/>
            <a:chExt cx="7728267" cy="3433943"/>
          </a:xfrm>
        </p:grpSpPr>
        <p:sp>
          <p:nvSpPr>
            <p:cNvPr id="229" name="Google Shape;229;p14"/>
            <p:cNvSpPr/>
            <p:nvPr/>
          </p:nvSpPr>
          <p:spPr>
            <a:xfrm>
              <a:off x="0" y="826690"/>
              <a:ext cx="7728267" cy="1526197"/>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
            <p:cNvSpPr/>
            <p:nvPr/>
          </p:nvSpPr>
          <p:spPr>
            <a:xfrm>
              <a:off x="461674" y="1170084"/>
              <a:ext cx="839408" cy="839408"/>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1762757" y="826690"/>
              <a:ext cx="3477720" cy="152619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4"/>
            <p:cNvSpPr txBox="1"/>
            <p:nvPr/>
          </p:nvSpPr>
          <p:spPr>
            <a:xfrm>
              <a:off x="1762757" y="826690"/>
              <a:ext cx="3477720" cy="1526197"/>
            </a:xfrm>
            <a:prstGeom prst="rect">
              <a:avLst/>
            </a:prstGeom>
            <a:noFill/>
            <a:ln>
              <a:noFill/>
            </a:ln>
          </p:spPr>
          <p:txBody>
            <a:bodyPr anchorCtr="0" anchor="ctr" bIns="161500" lIns="161500" spcFirstLastPara="1" rIns="161500" wrap="square" tIns="161500">
              <a:noAutofit/>
            </a:bodyPr>
            <a:lstStyle/>
            <a:p>
              <a:pPr indent="0" lvl="0" marL="0" marR="0" rtl="0" algn="l">
                <a:lnSpc>
                  <a:spcPct val="90000"/>
                </a:lnSpc>
                <a:spcBef>
                  <a:spcPts val="0"/>
                </a:spcBef>
                <a:spcAft>
                  <a:spcPts val="0"/>
                </a:spcAft>
                <a:buClr>
                  <a:schemeClr val="dk1"/>
                </a:buClr>
                <a:buSzPts val="2000"/>
                <a:buFont typeface="Corbel"/>
                <a:buNone/>
              </a:pPr>
              <a:r>
                <a:rPr lang="es-MX" sz="2000">
                  <a:solidFill>
                    <a:schemeClr val="dk1"/>
                  </a:solidFill>
                  <a:latin typeface="Corbel"/>
                  <a:ea typeface="Corbel"/>
                  <a:cs typeface="Corbel"/>
                  <a:sym typeface="Corbel"/>
                </a:rPr>
                <a:t>Almacenamiento de marcos de pila: Cada vez que se llama a un método, se crea un "marco de pila" que contiene:</a:t>
              </a:r>
              <a:endParaRPr sz="2000">
                <a:solidFill>
                  <a:schemeClr val="dk1"/>
                </a:solidFill>
                <a:latin typeface="Corbel"/>
                <a:ea typeface="Corbel"/>
                <a:cs typeface="Corbel"/>
                <a:sym typeface="Corbel"/>
              </a:endParaRPr>
            </a:p>
          </p:txBody>
        </p:sp>
        <p:sp>
          <p:nvSpPr>
            <p:cNvPr id="233" name="Google Shape;233;p14"/>
            <p:cNvSpPr/>
            <p:nvPr/>
          </p:nvSpPr>
          <p:spPr>
            <a:xfrm>
              <a:off x="5240477" y="826690"/>
              <a:ext cx="2487789" cy="152619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4"/>
            <p:cNvSpPr txBox="1"/>
            <p:nvPr/>
          </p:nvSpPr>
          <p:spPr>
            <a:xfrm>
              <a:off x="5240477" y="826690"/>
              <a:ext cx="2487789" cy="1526197"/>
            </a:xfrm>
            <a:prstGeom prst="rect">
              <a:avLst/>
            </a:prstGeom>
            <a:noFill/>
            <a:ln>
              <a:noFill/>
            </a:ln>
          </p:spPr>
          <p:txBody>
            <a:bodyPr anchorCtr="0" anchor="ctr" bIns="161500" lIns="161500" spcFirstLastPara="1" rIns="161500" wrap="square" tIns="161500">
              <a:noAutofit/>
            </a:bodyPr>
            <a:lstStyle/>
            <a:p>
              <a:pPr indent="0" lvl="0" marL="0" marR="0" rtl="0" algn="l">
                <a:lnSpc>
                  <a:spcPct val="90000"/>
                </a:lnSpc>
                <a:spcBef>
                  <a:spcPts val="0"/>
                </a:spcBef>
                <a:spcAft>
                  <a:spcPts val="0"/>
                </a:spcAft>
                <a:buClr>
                  <a:schemeClr val="dk1"/>
                </a:buClr>
                <a:buSzPts val="1300"/>
                <a:buFont typeface="Corbel"/>
                <a:buNone/>
              </a:pPr>
              <a:r>
                <a:rPr lang="es-MX" sz="1300">
                  <a:solidFill>
                    <a:schemeClr val="dk1"/>
                  </a:solidFill>
                  <a:latin typeface="Corbel"/>
                  <a:ea typeface="Corbel"/>
                  <a:cs typeface="Corbel"/>
                  <a:sym typeface="Corbel"/>
                </a:rPr>
                <a:t>Los parámetros del método.</a:t>
              </a:r>
              <a:endParaRPr sz="1300">
                <a:solidFill>
                  <a:schemeClr val="dk1"/>
                </a:solidFill>
                <a:latin typeface="Corbel"/>
                <a:ea typeface="Corbel"/>
                <a:cs typeface="Corbel"/>
                <a:sym typeface="Corbel"/>
              </a:endParaRPr>
            </a:p>
            <a:p>
              <a:pPr indent="0" lvl="0" marL="0" marR="0" rtl="0" algn="l">
                <a:lnSpc>
                  <a:spcPct val="90000"/>
                </a:lnSpc>
                <a:spcBef>
                  <a:spcPts val="455"/>
                </a:spcBef>
                <a:spcAft>
                  <a:spcPts val="0"/>
                </a:spcAft>
                <a:buClr>
                  <a:schemeClr val="dk1"/>
                </a:buClr>
                <a:buSzPts val="1300"/>
                <a:buFont typeface="Corbel"/>
                <a:buNone/>
              </a:pPr>
              <a:r>
                <a:rPr lang="es-MX" sz="1300">
                  <a:solidFill>
                    <a:schemeClr val="dk1"/>
                  </a:solidFill>
                  <a:latin typeface="Corbel"/>
                  <a:ea typeface="Corbel"/>
                  <a:cs typeface="Corbel"/>
                  <a:sym typeface="Corbel"/>
                </a:rPr>
                <a:t>Las variables locales.</a:t>
              </a:r>
              <a:endParaRPr sz="1300">
                <a:solidFill>
                  <a:schemeClr val="dk1"/>
                </a:solidFill>
                <a:latin typeface="Corbel"/>
                <a:ea typeface="Corbel"/>
                <a:cs typeface="Corbel"/>
                <a:sym typeface="Corbel"/>
              </a:endParaRPr>
            </a:p>
            <a:p>
              <a:pPr indent="0" lvl="0" marL="0" marR="0" rtl="0" algn="l">
                <a:lnSpc>
                  <a:spcPct val="90000"/>
                </a:lnSpc>
                <a:spcBef>
                  <a:spcPts val="455"/>
                </a:spcBef>
                <a:spcAft>
                  <a:spcPts val="0"/>
                </a:spcAft>
                <a:buClr>
                  <a:schemeClr val="dk1"/>
                </a:buClr>
                <a:buSzPts val="1300"/>
                <a:buFont typeface="Corbel"/>
                <a:buNone/>
              </a:pPr>
              <a:r>
                <a:rPr lang="es-MX" sz="1300">
                  <a:solidFill>
                    <a:schemeClr val="dk1"/>
                  </a:solidFill>
                  <a:latin typeface="Corbel"/>
                  <a:ea typeface="Corbel"/>
                  <a:cs typeface="Corbel"/>
                  <a:sym typeface="Corbel"/>
                </a:rPr>
                <a:t>La dirección de retorno (para saber dónde continuar después de que el método termine).</a:t>
              </a:r>
              <a:endParaRPr sz="1300">
                <a:solidFill>
                  <a:schemeClr val="dk1"/>
                </a:solidFill>
                <a:latin typeface="Corbel"/>
                <a:ea typeface="Corbel"/>
                <a:cs typeface="Corbel"/>
                <a:sym typeface="Corbel"/>
              </a:endParaRPr>
            </a:p>
          </p:txBody>
        </p:sp>
        <p:sp>
          <p:nvSpPr>
            <p:cNvPr id="235" name="Google Shape;235;p14"/>
            <p:cNvSpPr/>
            <p:nvPr/>
          </p:nvSpPr>
          <p:spPr>
            <a:xfrm>
              <a:off x="0" y="2734436"/>
              <a:ext cx="7728267" cy="1526197"/>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
            <p:cNvSpPr/>
            <p:nvPr/>
          </p:nvSpPr>
          <p:spPr>
            <a:xfrm>
              <a:off x="461674" y="3077831"/>
              <a:ext cx="839408" cy="839408"/>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
            <p:cNvSpPr/>
            <p:nvPr/>
          </p:nvSpPr>
          <p:spPr>
            <a:xfrm>
              <a:off x="1762757" y="2734436"/>
              <a:ext cx="5965509" cy="152619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4"/>
            <p:cNvSpPr txBox="1"/>
            <p:nvPr/>
          </p:nvSpPr>
          <p:spPr>
            <a:xfrm>
              <a:off x="1762757" y="2734436"/>
              <a:ext cx="5965509" cy="1526197"/>
            </a:xfrm>
            <a:prstGeom prst="rect">
              <a:avLst/>
            </a:prstGeom>
            <a:noFill/>
            <a:ln>
              <a:noFill/>
            </a:ln>
          </p:spPr>
          <p:txBody>
            <a:bodyPr anchorCtr="0" anchor="ctr" bIns="161500" lIns="161500" spcFirstLastPara="1" rIns="161500" wrap="square" tIns="161500">
              <a:noAutofit/>
            </a:bodyPr>
            <a:lstStyle/>
            <a:p>
              <a:pPr indent="0" lvl="0" marL="0" marR="0" rtl="0" algn="l">
                <a:lnSpc>
                  <a:spcPct val="90000"/>
                </a:lnSpc>
                <a:spcBef>
                  <a:spcPts val="0"/>
                </a:spcBef>
                <a:spcAft>
                  <a:spcPts val="0"/>
                </a:spcAft>
                <a:buClr>
                  <a:schemeClr val="dk1"/>
                </a:buClr>
                <a:buSzPts val="2000"/>
                <a:buFont typeface="Corbel"/>
                <a:buNone/>
              </a:pPr>
              <a:r>
                <a:rPr lang="es-MX" sz="2000">
                  <a:solidFill>
                    <a:schemeClr val="dk1"/>
                  </a:solidFill>
                  <a:latin typeface="Corbel"/>
                  <a:ea typeface="Corbel"/>
                  <a:cs typeface="Corbel"/>
                  <a:sym typeface="Corbel"/>
                </a:rPr>
                <a:t>Gestión de memoria: La pila es más rápida que el heap porque tiene un tamaño fijo y está optimizada para acceso rápido.</a:t>
              </a:r>
              <a:endParaRPr sz="2000">
                <a:solidFill>
                  <a:schemeClr val="dk1"/>
                </a:solidFill>
                <a:latin typeface="Corbel"/>
                <a:ea typeface="Corbel"/>
                <a:cs typeface="Corbel"/>
                <a:sym typeface="Corbe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p15"/>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Cómo funciona</a:t>
            </a:r>
            <a:endParaRPr/>
          </a:p>
        </p:txBody>
      </p:sp>
      <p:grpSp>
        <p:nvGrpSpPr>
          <p:cNvPr id="244" name="Google Shape;244;p15"/>
          <p:cNvGrpSpPr/>
          <p:nvPr/>
        </p:nvGrpSpPr>
        <p:grpSpPr>
          <a:xfrm>
            <a:off x="3759896" y="887570"/>
            <a:ext cx="7728267" cy="5083101"/>
            <a:chOff x="0" y="2111"/>
            <a:chExt cx="7728267" cy="5083101"/>
          </a:xfrm>
        </p:grpSpPr>
        <p:sp>
          <p:nvSpPr>
            <p:cNvPr id="245" name="Google Shape;245;p15"/>
            <p:cNvSpPr/>
            <p:nvPr/>
          </p:nvSpPr>
          <p:spPr>
            <a:xfrm>
              <a:off x="0" y="2111"/>
              <a:ext cx="7728267" cy="1070126"/>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323713" y="242889"/>
              <a:ext cx="588569" cy="58856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1235996" y="2111"/>
              <a:ext cx="6492270" cy="107012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txBox="1"/>
            <p:nvPr/>
          </p:nvSpPr>
          <p:spPr>
            <a:xfrm>
              <a:off x="1235996" y="2111"/>
              <a:ext cx="6492270" cy="1070126"/>
            </a:xfrm>
            <a:prstGeom prst="rect">
              <a:avLst/>
            </a:prstGeom>
            <a:noFill/>
            <a:ln>
              <a:noFill/>
            </a:ln>
          </p:spPr>
          <p:txBody>
            <a:bodyPr anchorCtr="0" anchor="ctr" bIns="113250" lIns="113250" spcFirstLastPara="1" rIns="113250" wrap="square" tIns="113250">
              <a:noAutofit/>
            </a:bodyPr>
            <a:lstStyle/>
            <a:p>
              <a:pPr indent="0" lvl="0" marL="0" marR="0" rtl="0" algn="l">
                <a:lnSpc>
                  <a:spcPct val="90000"/>
                </a:lnSpc>
                <a:spcBef>
                  <a:spcPts val="0"/>
                </a:spcBef>
                <a:spcAft>
                  <a:spcPts val="0"/>
                </a:spcAft>
                <a:buClr>
                  <a:schemeClr val="dk1"/>
                </a:buClr>
                <a:buSzPts val="2100"/>
                <a:buFont typeface="Corbel"/>
                <a:buNone/>
              </a:pPr>
              <a:r>
                <a:rPr lang="es-MX" sz="2100">
                  <a:solidFill>
                    <a:schemeClr val="dk1"/>
                  </a:solidFill>
                  <a:latin typeface="Corbel"/>
                  <a:ea typeface="Corbel"/>
                  <a:cs typeface="Corbel"/>
                  <a:sym typeface="Corbel"/>
                </a:rPr>
                <a:t>Cuando se llama a un método, se crea un nuevo marco de pila y se coloca en la parte superior de la pila.</a:t>
              </a:r>
              <a:endParaRPr sz="2100">
                <a:solidFill>
                  <a:schemeClr val="dk1"/>
                </a:solidFill>
                <a:latin typeface="Corbel"/>
                <a:ea typeface="Corbel"/>
                <a:cs typeface="Corbel"/>
                <a:sym typeface="Corbel"/>
              </a:endParaRPr>
            </a:p>
          </p:txBody>
        </p:sp>
        <p:sp>
          <p:nvSpPr>
            <p:cNvPr id="249" name="Google Shape;249;p15"/>
            <p:cNvSpPr/>
            <p:nvPr/>
          </p:nvSpPr>
          <p:spPr>
            <a:xfrm>
              <a:off x="0" y="1339769"/>
              <a:ext cx="7728267" cy="1070126"/>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323713" y="1580548"/>
              <a:ext cx="588569" cy="58856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1235996" y="1339769"/>
              <a:ext cx="6492270" cy="107012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txBox="1"/>
            <p:nvPr/>
          </p:nvSpPr>
          <p:spPr>
            <a:xfrm>
              <a:off x="1235996" y="1339769"/>
              <a:ext cx="6492270" cy="1070126"/>
            </a:xfrm>
            <a:prstGeom prst="rect">
              <a:avLst/>
            </a:prstGeom>
            <a:noFill/>
            <a:ln>
              <a:noFill/>
            </a:ln>
          </p:spPr>
          <p:txBody>
            <a:bodyPr anchorCtr="0" anchor="ctr" bIns="113250" lIns="113250" spcFirstLastPara="1" rIns="113250" wrap="square" tIns="113250">
              <a:noAutofit/>
            </a:bodyPr>
            <a:lstStyle/>
            <a:p>
              <a:pPr indent="0" lvl="0" marL="0" marR="0" rtl="0" algn="l">
                <a:lnSpc>
                  <a:spcPct val="90000"/>
                </a:lnSpc>
                <a:spcBef>
                  <a:spcPts val="0"/>
                </a:spcBef>
                <a:spcAft>
                  <a:spcPts val="0"/>
                </a:spcAft>
                <a:buClr>
                  <a:schemeClr val="dk1"/>
                </a:buClr>
                <a:buSzPts val="2100"/>
                <a:buFont typeface="Corbel"/>
                <a:buNone/>
              </a:pPr>
              <a:r>
                <a:rPr lang="es-MX" sz="2100">
                  <a:solidFill>
                    <a:schemeClr val="dk1"/>
                  </a:solidFill>
                  <a:latin typeface="Corbel"/>
                  <a:ea typeface="Corbel"/>
                  <a:cs typeface="Corbel"/>
                  <a:sym typeface="Corbel"/>
                </a:rPr>
                <a:t>El marco de pila almacena las variables locales y los parámetros del método.</a:t>
              </a:r>
              <a:endParaRPr sz="2100">
                <a:solidFill>
                  <a:schemeClr val="dk1"/>
                </a:solidFill>
                <a:latin typeface="Corbel"/>
                <a:ea typeface="Corbel"/>
                <a:cs typeface="Corbel"/>
                <a:sym typeface="Corbel"/>
              </a:endParaRPr>
            </a:p>
          </p:txBody>
        </p:sp>
        <p:sp>
          <p:nvSpPr>
            <p:cNvPr id="253" name="Google Shape;253;p15"/>
            <p:cNvSpPr/>
            <p:nvPr/>
          </p:nvSpPr>
          <p:spPr>
            <a:xfrm>
              <a:off x="0" y="2677427"/>
              <a:ext cx="7728267" cy="1070126"/>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323713" y="2918206"/>
              <a:ext cx="588569" cy="588569"/>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1235996" y="2677427"/>
              <a:ext cx="6492270" cy="107012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txBox="1"/>
            <p:nvPr/>
          </p:nvSpPr>
          <p:spPr>
            <a:xfrm>
              <a:off x="1235996" y="2677427"/>
              <a:ext cx="6492270" cy="1070126"/>
            </a:xfrm>
            <a:prstGeom prst="rect">
              <a:avLst/>
            </a:prstGeom>
            <a:noFill/>
            <a:ln>
              <a:noFill/>
            </a:ln>
          </p:spPr>
          <p:txBody>
            <a:bodyPr anchorCtr="0" anchor="ctr" bIns="113250" lIns="113250" spcFirstLastPara="1" rIns="113250" wrap="square" tIns="113250">
              <a:noAutofit/>
            </a:bodyPr>
            <a:lstStyle/>
            <a:p>
              <a:pPr indent="0" lvl="0" marL="0" marR="0" rtl="0" algn="l">
                <a:lnSpc>
                  <a:spcPct val="90000"/>
                </a:lnSpc>
                <a:spcBef>
                  <a:spcPts val="0"/>
                </a:spcBef>
                <a:spcAft>
                  <a:spcPts val="0"/>
                </a:spcAft>
                <a:buClr>
                  <a:schemeClr val="dk1"/>
                </a:buClr>
                <a:buSzPts val="2100"/>
                <a:buFont typeface="Corbel"/>
                <a:buNone/>
              </a:pPr>
              <a:r>
                <a:rPr lang="es-MX" sz="2100">
                  <a:solidFill>
                    <a:schemeClr val="dk1"/>
                  </a:solidFill>
                  <a:latin typeface="Corbel"/>
                  <a:ea typeface="Corbel"/>
                  <a:cs typeface="Corbel"/>
                  <a:sym typeface="Corbel"/>
                </a:rPr>
                <a:t>Cuando el método termina, su marco de pila se elimina de la pila, y el control regresa al método que lo llamó.</a:t>
              </a:r>
              <a:endParaRPr sz="2100">
                <a:solidFill>
                  <a:schemeClr val="dk1"/>
                </a:solidFill>
                <a:latin typeface="Corbel"/>
                <a:ea typeface="Corbel"/>
                <a:cs typeface="Corbel"/>
                <a:sym typeface="Corbel"/>
              </a:endParaRPr>
            </a:p>
          </p:txBody>
        </p:sp>
        <p:sp>
          <p:nvSpPr>
            <p:cNvPr id="257" name="Google Shape;257;p15"/>
            <p:cNvSpPr/>
            <p:nvPr/>
          </p:nvSpPr>
          <p:spPr>
            <a:xfrm>
              <a:off x="0" y="4015086"/>
              <a:ext cx="7728267" cy="1070126"/>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323713" y="4255864"/>
              <a:ext cx="588569" cy="58856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1235996" y="4015086"/>
              <a:ext cx="6492270" cy="107012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txBox="1"/>
            <p:nvPr/>
          </p:nvSpPr>
          <p:spPr>
            <a:xfrm>
              <a:off x="1235996" y="4015086"/>
              <a:ext cx="6492270" cy="1070126"/>
            </a:xfrm>
            <a:prstGeom prst="rect">
              <a:avLst/>
            </a:prstGeom>
            <a:noFill/>
            <a:ln>
              <a:noFill/>
            </a:ln>
          </p:spPr>
          <p:txBody>
            <a:bodyPr anchorCtr="0" anchor="ctr" bIns="113250" lIns="113250" spcFirstLastPara="1" rIns="113250" wrap="square" tIns="113250">
              <a:noAutofit/>
            </a:bodyPr>
            <a:lstStyle/>
            <a:p>
              <a:pPr indent="0" lvl="0" marL="0" marR="0" rtl="0" algn="l">
                <a:lnSpc>
                  <a:spcPct val="90000"/>
                </a:lnSpc>
                <a:spcBef>
                  <a:spcPts val="0"/>
                </a:spcBef>
                <a:spcAft>
                  <a:spcPts val="0"/>
                </a:spcAft>
                <a:buClr>
                  <a:schemeClr val="dk1"/>
                </a:buClr>
                <a:buSzPts val="2100"/>
                <a:buFont typeface="Corbel"/>
                <a:buNone/>
              </a:pPr>
              <a:r>
                <a:rPr lang="es-MX" sz="2100">
                  <a:solidFill>
                    <a:schemeClr val="dk1"/>
                  </a:solidFill>
                  <a:latin typeface="Corbel"/>
                  <a:ea typeface="Corbel"/>
                  <a:cs typeface="Corbel"/>
                  <a:sym typeface="Corbel"/>
                </a:rPr>
                <a:t>Si la pila se llena (debido a una recursividad infinita), ocurre un StackOverflowError .</a:t>
              </a:r>
              <a:endParaRPr sz="2100">
                <a:solidFill>
                  <a:schemeClr val="dk1"/>
                </a:solidFill>
                <a:latin typeface="Corbel"/>
                <a:ea typeface="Corbel"/>
                <a:cs typeface="Corbel"/>
                <a:sym typeface="Corbe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16"/>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66" name="Google Shape;266;p16"/>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67" name="Google Shape;267;p16"/>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68" name="Google Shape;268;p16"/>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69" name="Google Shape;269;p16"/>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b="0" i="0" lang="es-MX" sz="5900"/>
              <a:t>Ejemplo</a:t>
            </a:r>
            <a:endParaRPr/>
          </a:p>
        </p:txBody>
      </p:sp>
      <p:pic>
        <p:nvPicPr>
          <p:cNvPr id="270" name="Google Shape;270;p16"/>
          <p:cNvPicPr preferRelativeResize="0"/>
          <p:nvPr/>
        </p:nvPicPr>
        <p:blipFill rotWithShape="1">
          <a:blip r:embed="rId3">
            <a:alphaModFix/>
          </a:blip>
          <a:srcRect b="29201" l="0" r="-2" t="16125"/>
          <a:stretch/>
        </p:blipFill>
        <p:spPr>
          <a:xfrm>
            <a:off x="1069847" y="484632"/>
            <a:ext cx="10637520" cy="35567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69"/>
                                        </p:tgtEl>
                                        <p:attrNameLst>
                                          <p:attrName>style.visibility</p:attrName>
                                        </p:attrNameLst>
                                      </p:cBhvr>
                                      <p:to>
                                        <p:strVal val="visible"/>
                                      </p:to>
                                    </p:set>
                                    <p:animEffect filter="fade" transition="in">
                                      <p:cBhvr>
                                        <p:cTn dur="4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 name="Shape 274"/>
        <p:cNvGrpSpPr/>
        <p:nvPr/>
      </p:nvGrpSpPr>
      <p:grpSpPr>
        <a:xfrm>
          <a:off x="0" y="0"/>
          <a:ext cx="0" cy="0"/>
          <a:chOff x="0" y="0"/>
          <a:chExt cx="0" cy="0"/>
        </a:xfrm>
      </p:grpSpPr>
      <p:sp>
        <p:nvSpPr>
          <p:cNvPr id="275" name="Google Shape;275;p17"/>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76" name="Google Shape;276;p17"/>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77" name="Google Shape;277;p17"/>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78" name="Google Shape;278;p17"/>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79" name="Google Shape;279;p17"/>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4600"/>
              <a:buFont typeface="Corbel"/>
              <a:buNone/>
            </a:pPr>
            <a:r>
              <a:rPr b="0" i="0" lang="es-MX" sz="4600"/>
              <a:t>Recursividad Simple y Recursividad de Cola</a:t>
            </a:r>
            <a:endParaRPr/>
          </a:p>
        </p:txBody>
      </p:sp>
      <p:sp>
        <p:nvSpPr>
          <p:cNvPr id="280" name="Google Shape;280;p17"/>
          <p:cNvSpPr txBox="1"/>
          <p:nvPr>
            <p:ph idx="1" type="body"/>
          </p:nvPr>
        </p:nvSpPr>
        <p:spPr>
          <a:xfrm>
            <a:off x="1100014" y="5666792"/>
            <a:ext cx="10180696" cy="542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00"/>
              <a:buNone/>
            </a:pPr>
            <a:r>
              <a:rPr b="0" i="0" lang="es-MX" sz="2200">
                <a:solidFill>
                  <a:srgbClr val="D7F0F6"/>
                </a:solidFill>
              </a:rPr>
              <a:t>Recursividad Simple, Recursividad de Cola</a:t>
            </a:r>
            <a:endParaRPr/>
          </a:p>
        </p:txBody>
      </p:sp>
      <p:pic>
        <p:nvPicPr>
          <p:cNvPr descr="Recursividad | Aprende Programación Competitiva" id="281" name="Google Shape;281;p17"/>
          <p:cNvPicPr preferRelativeResize="0"/>
          <p:nvPr/>
        </p:nvPicPr>
        <p:blipFill rotWithShape="1">
          <a:blip r:embed="rId3">
            <a:alphaModFix/>
          </a:blip>
          <a:srcRect b="0" l="0" r="0" t="0"/>
          <a:stretch/>
        </p:blipFill>
        <p:spPr>
          <a:xfrm>
            <a:off x="2968651" y="484632"/>
            <a:ext cx="6839912" cy="35567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
        <p:nvSpPr>
          <p:cNvPr id="286" name="Google Shape;286;p18"/>
          <p:cNvSpPr/>
          <p:nvPr/>
        </p:nvSpPr>
        <p:spPr>
          <a:xfrm>
            <a:off x="0" y="0"/>
            <a:ext cx="12192000"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87" name="Google Shape;287;p18"/>
          <p:cNvSpPr txBox="1"/>
          <p:nvPr>
            <p:ph type="title"/>
          </p:nvPr>
        </p:nvSpPr>
        <p:spPr>
          <a:xfrm>
            <a:off x="1539116" y="864108"/>
            <a:ext cx="3073914" cy="5120639"/>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262626"/>
              </a:buClr>
              <a:buSzPts val="3600"/>
              <a:buFont typeface="Corbel"/>
              <a:buNone/>
            </a:pPr>
            <a:r>
              <a:rPr lang="es-MX">
                <a:solidFill>
                  <a:srgbClr val="262626"/>
                </a:solidFill>
              </a:rPr>
              <a:t>Recursividad Simple</a:t>
            </a:r>
            <a:endParaRPr/>
          </a:p>
        </p:txBody>
      </p:sp>
      <p:sp>
        <p:nvSpPr>
          <p:cNvPr id="288" name="Google Shape;288;p18"/>
          <p:cNvSpPr/>
          <p:nvPr/>
        </p:nvSpPr>
        <p:spPr>
          <a:xfrm>
            <a:off x="0" y="761999"/>
            <a:ext cx="1286934"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cxnSp>
        <p:nvCxnSpPr>
          <p:cNvPr id="289" name="Google Shape;289;p18"/>
          <p:cNvCxnSpPr/>
          <p:nvPr/>
        </p:nvCxnSpPr>
        <p:spPr>
          <a:xfrm>
            <a:off x="4951129" y="2085681"/>
            <a:ext cx="0" cy="2686639"/>
          </a:xfrm>
          <a:prstGeom prst="straightConnector1">
            <a:avLst/>
          </a:prstGeom>
          <a:noFill/>
          <a:ln cap="flat" cmpd="sng" w="12700">
            <a:solidFill>
              <a:srgbClr val="7F7F7F"/>
            </a:solidFill>
            <a:prstDash val="solid"/>
            <a:round/>
            <a:headEnd len="sm" w="sm" type="none"/>
            <a:tailEnd len="sm" w="sm" type="none"/>
          </a:ln>
        </p:spPr>
      </p:cxnSp>
      <p:sp>
        <p:nvSpPr>
          <p:cNvPr id="290" name="Google Shape;290;p18"/>
          <p:cNvSpPr txBox="1"/>
          <p:nvPr>
            <p:ph idx="1" type="body"/>
          </p:nvPr>
        </p:nvSpPr>
        <p:spPr>
          <a:xfrm>
            <a:off x="5289229" y="864108"/>
            <a:ext cx="5910677" cy="51206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s-MX" cap="none"/>
              <a:t>¿QUÉ ES?, ¿PARA QUÉ SIRVE?, FUNCIONES, ¿CÓMO FUNCIONA?</a:t>
            </a:r>
            <a:endParaRPr/>
          </a:p>
        </p:txBody>
      </p:sp>
      <p:sp>
        <p:nvSpPr>
          <p:cNvPr id="291" name="Google Shape;291;p18"/>
          <p:cNvSpPr/>
          <p:nvPr/>
        </p:nvSpPr>
        <p:spPr>
          <a:xfrm>
            <a:off x="11683988" y="767825"/>
            <a:ext cx="508012" cy="5328173"/>
          </a:xfrm>
          <a:prstGeom prst="rect">
            <a:avLst/>
          </a:prstGeom>
          <a:solidFill>
            <a:srgbClr val="C8C8C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87"/>
                                        </p:tgtEl>
                                        <p:attrNameLst>
                                          <p:attrName>style.visibility</p:attrName>
                                        </p:attrNameLst>
                                      </p:cBhvr>
                                      <p:to>
                                        <p:strVal val="visible"/>
                                      </p:to>
                                    </p:set>
                                    <p:animEffect filter="fade" transition="in">
                                      <p:cBhvr>
                                        <p:cTn dur="7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19"/>
          <p:cNvSpPr/>
          <p:nvPr/>
        </p:nvSpPr>
        <p:spPr>
          <a:xfrm>
            <a:off x="0" y="0"/>
            <a:ext cx="12192000"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97" name="Google Shape;297;p19"/>
          <p:cNvSpPr txBox="1"/>
          <p:nvPr>
            <p:ph type="title"/>
          </p:nvPr>
        </p:nvSpPr>
        <p:spPr>
          <a:xfrm>
            <a:off x="1539116" y="864108"/>
            <a:ext cx="3073914" cy="5120639"/>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262626"/>
              </a:buClr>
              <a:buSzPts val="3600"/>
              <a:buFont typeface="Corbel"/>
              <a:buNone/>
            </a:pPr>
            <a:r>
              <a:rPr lang="es-MX">
                <a:solidFill>
                  <a:srgbClr val="262626"/>
                </a:solidFill>
              </a:rPr>
              <a:t>¿Qué es?</a:t>
            </a:r>
            <a:endParaRPr/>
          </a:p>
        </p:txBody>
      </p:sp>
      <p:sp>
        <p:nvSpPr>
          <p:cNvPr id="298" name="Google Shape;298;p19"/>
          <p:cNvSpPr/>
          <p:nvPr/>
        </p:nvSpPr>
        <p:spPr>
          <a:xfrm>
            <a:off x="0" y="761999"/>
            <a:ext cx="1286934"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cxnSp>
        <p:nvCxnSpPr>
          <p:cNvPr id="299" name="Google Shape;299;p19"/>
          <p:cNvCxnSpPr/>
          <p:nvPr/>
        </p:nvCxnSpPr>
        <p:spPr>
          <a:xfrm>
            <a:off x="4951129" y="2085681"/>
            <a:ext cx="0" cy="2686639"/>
          </a:xfrm>
          <a:prstGeom prst="straightConnector1">
            <a:avLst/>
          </a:prstGeom>
          <a:noFill/>
          <a:ln cap="flat" cmpd="sng" w="12700">
            <a:solidFill>
              <a:srgbClr val="7F7F7F"/>
            </a:solidFill>
            <a:prstDash val="solid"/>
            <a:round/>
            <a:headEnd len="sm" w="sm" type="none"/>
            <a:tailEnd len="sm" w="sm" type="none"/>
          </a:ln>
        </p:spPr>
      </p:cxnSp>
      <p:sp>
        <p:nvSpPr>
          <p:cNvPr id="300" name="Google Shape;300;p19"/>
          <p:cNvSpPr txBox="1"/>
          <p:nvPr>
            <p:ph idx="1" type="body"/>
          </p:nvPr>
        </p:nvSpPr>
        <p:spPr>
          <a:xfrm>
            <a:off x="5289229" y="864108"/>
            <a:ext cx="5910677" cy="51206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s-MX"/>
              <a:t>La recursividad simple es una técnica de programación en la que un método se llama a sí mismo para resolver un problema. Divide el problema en subproblemas más pequeños hasta llegar a un caso base que puede resolverse directamente.</a:t>
            </a:r>
            <a:endParaRPr/>
          </a:p>
        </p:txBody>
      </p:sp>
      <p:sp>
        <p:nvSpPr>
          <p:cNvPr id="301" name="Google Shape;301;p19"/>
          <p:cNvSpPr/>
          <p:nvPr/>
        </p:nvSpPr>
        <p:spPr>
          <a:xfrm>
            <a:off x="11683988" y="767825"/>
            <a:ext cx="508012" cy="5328173"/>
          </a:xfrm>
          <a:prstGeom prst="rect">
            <a:avLst/>
          </a:prstGeom>
          <a:solidFill>
            <a:srgbClr val="C8C8C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07" name="Google Shape;307;p20"/>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08" name="Google Shape;308;p20"/>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¿Para qué sirve?</a:t>
            </a:r>
            <a:endParaRPr/>
          </a:p>
        </p:txBody>
      </p:sp>
      <p:sp>
        <p:nvSpPr>
          <p:cNvPr id="309" name="Google Shape;309;p20"/>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Una fórmula de cálculo" id="310" name="Google Shape;310;p20"/>
          <p:cNvPicPr preferRelativeResize="0"/>
          <p:nvPr/>
        </p:nvPicPr>
        <p:blipFill rotWithShape="1">
          <a:blip r:embed="rId3">
            <a:alphaModFix/>
          </a:blip>
          <a:srcRect b="13500" l="0" r="-2" t="1939"/>
          <a:stretch/>
        </p:blipFill>
        <p:spPr>
          <a:xfrm>
            <a:off x="864515" y="1587304"/>
            <a:ext cx="6500974" cy="3669366"/>
          </a:xfrm>
          <a:prstGeom prst="rect">
            <a:avLst/>
          </a:prstGeom>
          <a:noFill/>
          <a:ln>
            <a:noFill/>
          </a:ln>
        </p:spPr>
      </p:pic>
      <p:sp>
        <p:nvSpPr>
          <p:cNvPr id="311" name="Google Shape;311;p20"/>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600"/>
              <a:buChar char="●"/>
            </a:pPr>
            <a:r>
              <a:rPr lang="es-MX" sz="1600">
                <a:solidFill>
                  <a:srgbClr val="FFFFFF"/>
                </a:solidFill>
              </a:rPr>
              <a:t>Resolver problemas que tienen una naturaleza recursiva (como factoriales, Fibonacci, etc.).</a:t>
            </a:r>
            <a:endParaRPr/>
          </a:p>
          <a:p>
            <a:pPr indent="-182880" lvl="0" marL="182880" rtl="0" algn="l">
              <a:lnSpc>
                <a:spcPct val="90000"/>
              </a:lnSpc>
              <a:spcBef>
                <a:spcPts val="1200"/>
              </a:spcBef>
              <a:spcAft>
                <a:spcPts val="0"/>
              </a:spcAft>
              <a:buSzPts val="1600"/>
              <a:buChar char="●"/>
            </a:pPr>
            <a:r>
              <a:rPr lang="es-MX" sz="1600">
                <a:solidFill>
                  <a:srgbClr val="FFFFFF"/>
                </a:solidFill>
              </a:rPr>
              <a:t>Simplificar el código en algunos casos.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5" name="Shape 315"/>
        <p:cNvGrpSpPr/>
        <p:nvPr/>
      </p:nvGrpSpPr>
      <p:grpSpPr>
        <a:xfrm>
          <a:off x="0" y="0"/>
          <a:ext cx="0" cy="0"/>
          <a:chOff x="0" y="0"/>
          <a:chExt cx="0" cy="0"/>
        </a:xfrm>
      </p:grpSpPr>
      <p:sp>
        <p:nvSpPr>
          <p:cNvPr id="316" name="Google Shape;316;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17" name="Google Shape;317;p21"/>
          <p:cNvSpPr/>
          <p:nvPr/>
        </p:nvSpPr>
        <p:spPr>
          <a:xfrm>
            <a:off x="8642856" y="757325"/>
            <a:ext cx="3549144"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18" name="Google Shape;318;p21"/>
          <p:cNvSpPr txBox="1"/>
          <p:nvPr>
            <p:ph type="title"/>
          </p:nvPr>
        </p:nvSpPr>
        <p:spPr>
          <a:xfrm>
            <a:off x="8895775"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Funciones</a:t>
            </a:r>
            <a:endParaRPr/>
          </a:p>
        </p:txBody>
      </p:sp>
      <p:sp>
        <p:nvSpPr>
          <p:cNvPr id="319" name="Google Shape;319;p21"/>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nvGrpSpPr>
          <p:cNvPr id="320" name="Google Shape;320;p21"/>
          <p:cNvGrpSpPr/>
          <p:nvPr/>
        </p:nvGrpSpPr>
        <p:grpSpPr>
          <a:xfrm>
            <a:off x="870666" y="2304847"/>
            <a:ext cx="7285570" cy="2299842"/>
            <a:chOff x="4019" y="1370993"/>
            <a:chExt cx="7285570" cy="2299842"/>
          </a:xfrm>
        </p:grpSpPr>
        <p:sp>
          <p:nvSpPr>
            <p:cNvPr id="321" name="Google Shape;321;p21"/>
            <p:cNvSpPr/>
            <p:nvPr/>
          </p:nvSpPr>
          <p:spPr>
            <a:xfrm>
              <a:off x="1092668" y="1370993"/>
              <a:ext cx="1172390" cy="117239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1"/>
            <p:cNvSpPr/>
            <p:nvPr/>
          </p:nvSpPr>
          <p:spPr>
            <a:xfrm>
              <a:off x="4019" y="2642277"/>
              <a:ext cx="3349687" cy="50245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1"/>
            <p:cNvSpPr txBox="1"/>
            <p:nvPr/>
          </p:nvSpPr>
          <p:spPr>
            <a:xfrm>
              <a:off x="4019" y="2642277"/>
              <a:ext cx="3349687" cy="50245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3600"/>
                <a:buFont typeface="Corbel"/>
                <a:buNone/>
              </a:pPr>
              <a:r>
                <a:rPr b="1" lang="es-MX" sz="3600">
                  <a:solidFill>
                    <a:schemeClr val="dk1"/>
                  </a:solidFill>
                  <a:latin typeface="Corbel"/>
                  <a:ea typeface="Corbel"/>
                  <a:cs typeface="Corbel"/>
                  <a:sym typeface="Corbel"/>
                </a:rPr>
                <a:t>Caso base</a:t>
              </a:r>
              <a:endParaRPr sz="3600">
                <a:solidFill>
                  <a:schemeClr val="dk1"/>
                </a:solidFill>
                <a:latin typeface="Corbel"/>
                <a:ea typeface="Corbel"/>
                <a:cs typeface="Corbel"/>
                <a:sym typeface="Corbel"/>
              </a:endParaRPr>
            </a:p>
          </p:txBody>
        </p:sp>
        <p:sp>
          <p:nvSpPr>
            <p:cNvPr id="324" name="Google Shape;324;p21"/>
            <p:cNvSpPr/>
            <p:nvPr/>
          </p:nvSpPr>
          <p:spPr>
            <a:xfrm>
              <a:off x="4019" y="3190727"/>
              <a:ext cx="3349687" cy="4801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1"/>
            <p:cNvSpPr txBox="1"/>
            <p:nvPr/>
          </p:nvSpPr>
          <p:spPr>
            <a:xfrm>
              <a:off x="4019" y="3190727"/>
              <a:ext cx="3349687" cy="480108"/>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orbel"/>
                <a:buNone/>
              </a:pPr>
              <a:r>
                <a:rPr lang="es-MX" sz="1700">
                  <a:solidFill>
                    <a:schemeClr val="dk1"/>
                  </a:solidFill>
                  <a:latin typeface="Corbel"/>
                  <a:ea typeface="Corbel"/>
                  <a:cs typeface="Corbel"/>
                  <a:sym typeface="Corbel"/>
                </a:rPr>
                <a:t>Condición que detiene la recursión.</a:t>
              </a:r>
              <a:endParaRPr sz="1700">
                <a:solidFill>
                  <a:schemeClr val="dk1"/>
                </a:solidFill>
                <a:latin typeface="Corbel"/>
                <a:ea typeface="Corbel"/>
                <a:cs typeface="Corbel"/>
                <a:sym typeface="Corbel"/>
              </a:endParaRPr>
            </a:p>
          </p:txBody>
        </p:sp>
        <p:sp>
          <p:nvSpPr>
            <p:cNvPr id="326" name="Google Shape;326;p21"/>
            <p:cNvSpPr/>
            <p:nvPr/>
          </p:nvSpPr>
          <p:spPr>
            <a:xfrm>
              <a:off x="5028551" y="1370993"/>
              <a:ext cx="1172390" cy="117239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1"/>
            <p:cNvSpPr/>
            <p:nvPr/>
          </p:nvSpPr>
          <p:spPr>
            <a:xfrm>
              <a:off x="3939902" y="2642277"/>
              <a:ext cx="3349687" cy="50245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1"/>
            <p:cNvSpPr txBox="1"/>
            <p:nvPr/>
          </p:nvSpPr>
          <p:spPr>
            <a:xfrm>
              <a:off x="3939902" y="2642277"/>
              <a:ext cx="3349687" cy="50245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3600"/>
                <a:buFont typeface="Corbel"/>
                <a:buNone/>
              </a:pPr>
              <a:r>
                <a:rPr b="1" lang="es-MX" sz="3600">
                  <a:solidFill>
                    <a:schemeClr val="dk1"/>
                  </a:solidFill>
                  <a:latin typeface="Corbel"/>
                  <a:ea typeface="Corbel"/>
                  <a:cs typeface="Corbel"/>
                  <a:sym typeface="Corbel"/>
                </a:rPr>
                <a:t>Caso recursivo</a:t>
              </a:r>
              <a:endParaRPr sz="3600">
                <a:solidFill>
                  <a:schemeClr val="dk1"/>
                </a:solidFill>
                <a:latin typeface="Corbel"/>
                <a:ea typeface="Corbel"/>
                <a:cs typeface="Corbel"/>
                <a:sym typeface="Corbel"/>
              </a:endParaRPr>
            </a:p>
          </p:txBody>
        </p:sp>
        <p:sp>
          <p:nvSpPr>
            <p:cNvPr id="329" name="Google Shape;329;p21"/>
            <p:cNvSpPr/>
            <p:nvPr/>
          </p:nvSpPr>
          <p:spPr>
            <a:xfrm>
              <a:off x="3939902" y="3190727"/>
              <a:ext cx="3349687" cy="4801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1"/>
            <p:cNvSpPr txBox="1"/>
            <p:nvPr/>
          </p:nvSpPr>
          <p:spPr>
            <a:xfrm>
              <a:off x="3939902" y="3190727"/>
              <a:ext cx="3349687" cy="480108"/>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orbel"/>
                <a:buNone/>
              </a:pPr>
              <a:r>
                <a:rPr lang="es-MX" sz="1700">
                  <a:solidFill>
                    <a:schemeClr val="dk1"/>
                  </a:solidFill>
                  <a:latin typeface="Corbel"/>
                  <a:ea typeface="Corbel"/>
                  <a:cs typeface="Corbel"/>
                  <a:sym typeface="Corbel"/>
                </a:rPr>
                <a:t>Llamada al mismo método con un subproblema más pequeño.</a:t>
              </a:r>
              <a:endParaRPr sz="1700">
                <a:solidFill>
                  <a:schemeClr val="dk1"/>
                </a:solidFill>
                <a:latin typeface="Corbel"/>
                <a:ea typeface="Corbel"/>
                <a:cs typeface="Corbel"/>
                <a:sym typeface="Corbe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4" name="Shape 334"/>
        <p:cNvGrpSpPr/>
        <p:nvPr/>
      </p:nvGrpSpPr>
      <p:grpSpPr>
        <a:xfrm>
          <a:off x="0" y="0"/>
          <a:ext cx="0" cy="0"/>
          <a:chOff x="0" y="0"/>
          <a:chExt cx="0" cy="0"/>
        </a:xfrm>
      </p:grpSpPr>
      <p:sp>
        <p:nvSpPr>
          <p:cNvPr id="335" name="Google Shape;335;p22"/>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¿Cómo funciona?</a:t>
            </a:r>
            <a:endParaRPr/>
          </a:p>
        </p:txBody>
      </p:sp>
      <p:grpSp>
        <p:nvGrpSpPr>
          <p:cNvPr id="336" name="Google Shape;336;p22"/>
          <p:cNvGrpSpPr/>
          <p:nvPr/>
        </p:nvGrpSpPr>
        <p:grpSpPr>
          <a:xfrm>
            <a:off x="3759896" y="885459"/>
            <a:ext cx="7728266" cy="5087323"/>
            <a:chOff x="0" y="0"/>
            <a:chExt cx="7728266" cy="5087323"/>
          </a:xfrm>
        </p:grpSpPr>
        <p:sp>
          <p:nvSpPr>
            <p:cNvPr id="337" name="Google Shape;337;p22"/>
            <p:cNvSpPr/>
            <p:nvPr/>
          </p:nvSpPr>
          <p:spPr>
            <a:xfrm>
              <a:off x="0" y="0"/>
              <a:ext cx="6569026" cy="1526197"/>
            </a:xfrm>
            <a:prstGeom prst="roundRect">
              <a:avLst>
                <a:gd fmla="val 10000" name="adj"/>
              </a:avLst>
            </a:prstGeom>
            <a:solidFill>
              <a:schemeClr val="accent2"/>
            </a:solidFill>
            <a:ln cap="flat" cmpd="sng" w="107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2"/>
            <p:cNvSpPr txBox="1"/>
            <p:nvPr/>
          </p:nvSpPr>
          <p:spPr>
            <a:xfrm>
              <a:off x="44701" y="44701"/>
              <a:ext cx="4922140" cy="1436795"/>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Corbel"/>
                <a:buNone/>
              </a:pPr>
              <a:r>
                <a:rPr lang="es-MX" sz="2900">
                  <a:solidFill>
                    <a:schemeClr val="lt1"/>
                  </a:solidFill>
                  <a:latin typeface="Corbel"/>
                  <a:ea typeface="Corbel"/>
                  <a:cs typeface="Corbel"/>
                  <a:sym typeface="Corbel"/>
                </a:rPr>
                <a:t>El método verifica si se ha alcanzado el caso base.</a:t>
              </a:r>
              <a:endParaRPr sz="2900">
                <a:solidFill>
                  <a:schemeClr val="lt1"/>
                </a:solidFill>
                <a:latin typeface="Corbel"/>
                <a:ea typeface="Corbel"/>
                <a:cs typeface="Corbel"/>
                <a:sym typeface="Corbel"/>
              </a:endParaRPr>
            </a:p>
          </p:txBody>
        </p:sp>
        <p:sp>
          <p:nvSpPr>
            <p:cNvPr id="339" name="Google Shape;339;p22"/>
            <p:cNvSpPr/>
            <p:nvPr/>
          </p:nvSpPr>
          <p:spPr>
            <a:xfrm>
              <a:off x="579620" y="1780563"/>
              <a:ext cx="6569026" cy="1526197"/>
            </a:xfrm>
            <a:prstGeom prst="roundRect">
              <a:avLst>
                <a:gd fmla="val 10000" name="adj"/>
              </a:avLst>
            </a:prstGeom>
            <a:solidFill>
              <a:srgbClr val="D6D911"/>
            </a:solidFill>
            <a:ln cap="flat" cmpd="sng" w="107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2"/>
            <p:cNvSpPr txBox="1"/>
            <p:nvPr/>
          </p:nvSpPr>
          <p:spPr>
            <a:xfrm>
              <a:off x="624321" y="1825264"/>
              <a:ext cx="4907976" cy="1436795"/>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Corbel"/>
                <a:buNone/>
              </a:pPr>
              <a:r>
                <a:rPr lang="es-MX" sz="2900">
                  <a:solidFill>
                    <a:schemeClr val="lt1"/>
                  </a:solidFill>
                  <a:latin typeface="Corbel"/>
                  <a:ea typeface="Corbel"/>
                  <a:cs typeface="Corbel"/>
                  <a:sym typeface="Corbel"/>
                </a:rPr>
                <a:t>Si no, realiza una llamada recursiva con un subproblema más pequeño.</a:t>
              </a:r>
              <a:endParaRPr sz="2900">
                <a:solidFill>
                  <a:schemeClr val="lt1"/>
                </a:solidFill>
                <a:latin typeface="Corbel"/>
                <a:ea typeface="Corbel"/>
                <a:cs typeface="Corbel"/>
                <a:sym typeface="Corbel"/>
              </a:endParaRPr>
            </a:p>
          </p:txBody>
        </p:sp>
        <p:sp>
          <p:nvSpPr>
            <p:cNvPr id="341" name="Google Shape;341;p22"/>
            <p:cNvSpPr/>
            <p:nvPr/>
          </p:nvSpPr>
          <p:spPr>
            <a:xfrm>
              <a:off x="1159240" y="3561126"/>
              <a:ext cx="6569026" cy="1526197"/>
            </a:xfrm>
            <a:prstGeom prst="roundRect">
              <a:avLst>
                <a:gd fmla="val 10000" name="adj"/>
              </a:avLst>
            </a:prstGeom>
            <a:solidFill>
              <a:srgbClr val="8EBA22"/>
            </a:solidFill>
            <a:ln cap="flat" cmpd="sng" w="107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2"/>
            <p:cNvSpPr txBox="1"/>
            <p:nvPr/>
          </p:nvSpPr>
          <p:spPr>
            <a:xfrm>
              <a:off x="1203941" y="3605827"/>
              <a:ext cx="4907976" cy="1436795"/>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Corbel"/>
                <a:buNone/>
              </a:pPr>
              <a:r>
                <a:rPr lang="es-MX" sz="2900">
                  <a:solidFill>
                    <a:schemeClr val="lt1"/>
                  </a:solidFill>
                  <a:latin typeface="Corbel"/>
                  <a:ea typeface="Corbel"/>
                  <a:cs typeface="Corbel"/>
                  <a:sym typeface="Corbel"/>
                </a:rPr>
                <a:t>Cada llamada recursiva agrega un marco de pila a la pila de ejecución.</a:t>
              </a:r>
              <a:endParaRPr sz="2900">
                <a:solidFill>
                  <a:schemeClr val="lt1"/>
                </a:solidFill>
                <a:latin typeface="Corbel"/>
                <a:ea typeface="Corbel"/>
                <a:cs typeface="Corbel"/>
                <a:sym typeface="Corbel"/>
              </a:endParaRPr>
            </a:p>
          </p:txBody>
        </p:sp>
        <p:sp>
          <p:nvSpPr>
            <p:cNvPr id="343" name="Google Shape;343;p22"/>
            <p:cNvSpPr/>
            <p:nvPr/>
          </p:nvSpPr>
          <p:spPr>
            <a:xfrm>
              <a:off x="5576998" y="1157366"/>
              <a:ext cx="992028" cy="992028"/>
            </a:xfrm>
            <a:prstGeom prst="downArrow">
              <a:avLst>
                <a:gd fmla="val 55000" name="adj1"/>
                <a:gd fmla="val 45000" name="adj2"/>
              </a:avLst>
            </a:prstGeom>
            <a:solidFill>
              <a:srgbClr val="FDE6C8">
                <a:alpha val="89803"/>
              </a:srgbClr>
            </a:solidFill>
            <a:ln cap="flat" cmpd="sng" w="10775">
              <a:solidFill>
                <a:srgbClr val="FDE6C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2"/>
            <p:cNvSpPr txBox="1"/>
            <p:nvPr/>
          </p:nvSpPr>
          <p:spPr>
            <a:xfrm>
              <a:off x="5800204" y="1157366"/>
              <a:ext cx="545616" cy="746501"/>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orbel"/>
                <a:buNone/>
              </a:pPr>
              <a:r>
                <a:t/>
              </a:r>
              <a:endParaRPr sz="3600">
                <a:solidFill>
                  <a:schemeClr val="dk1"/>
                </a:solidFill>
                <a:latin typeface="Corbel"/>
                <a:ea typeface="Corbel"/>
                <a:cs typeface="Corbel"/>
                <a:sym typeface="Corbel"/>
              </a:endParaRPr>
            </a:p>
          </p:txBody>
        </p:sp>
        <p:sp>
          <p:nvSpPr>
            <p:cNvPr id="345" name="Google Shape;345;p22"/>
            <p:cNvSpPr/>
            <p:nvPr/>
          </p:nvSpPr>
          <p:spPr>
            <a:xfrm>
              <a:off x="6156618" y="2927754"/>
              <a:ext cx="992028" cy="992028"/>
            </a:xfrm>
            <a:prstGeom prst="downArrow">
              <a:avLst>
                <a:gd fmla="val 55000" name="adj1"/>
                <a:gd fmla="val 45000" name="adj2"/>
              </a:avLst>
            </a:prstGeom>
            <a:solidFill>
              <a:srgbClr val="DAE6C9">
                <a:alpha val="89803"/>
              </a:srgbClr>
            </a:solidFill>
            <a:ln cap="flat" cmpd="sng" w="10775">
              <a:solidFill>
                <a:srgbClr val="DAE6C9">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2"/>
            <p:cNvSpPr txBox="1"/>
            <p:nvPr/>
          </p:nvSpPr>
          <p:spPr>
            <a:xfrm>
              <a:off x="6379824" y="2927754"/>
              <a:ext cx="545616" cy="746501"/>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dk1"/>
                </a:buClr>
                <a:buSzPts val="3600"/>
                <a:buFont typeface="Corbel"/>
                <a:buNone/>
              </a:pPr>
              <a:r>
                <a:t/>
              </a:r>
              <a:endParaRPr sz="3600">
                <a:solidFill>
                  <a:schemeClr val="dk1"/>
                </a:solidFill>
                <a:latin typeface="Corbel"/>
                <a:ea typeface="Corbel"/>
                <a:cs typeface="Corbel"/>
                <a:sym typeface="Corbe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0" name="Shape 350"/>
        <p:cNvGrpSpPr/>
        <p:nvPr/>
      </p:nvGrpSpPr>
      <p:grpSpPr>
        <a:xfrm>
          <a:off x="0" y="0"/>
          <a:ext cx="0" cy="0"/>
          <a:chOff x="0" y="0"/>
          <a:chExt cx="0" cy="0"/>
        </a:xfrm>
      </p:grpSpPr>
      <p:sp>
        <p:nvSpPr>
          <p:cNvPr id="351" name="Google Shape;351;p23"/>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52" name="Google Shape;352;p23"/>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53" name="Google Shape;353;p23"/>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54" name="Google Shape;354;p23"/>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55" name="Google Shape;355;p23"/>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b="0" i="0" lang="es-MX" sz="5900"/>
              <a:t>Ejemplo</a:t>
            </a:r>
            <a:endParaRPr/>
          </a:p>
        </p:txBody>
      </p:sp>
      <p:pic>
        <p:nvPicPr>
          <p:cNvPr id="356" name="Google Shape;356;p23"/>
          <p:cNvPicPr preferRelativeResize="0"/>
          <p:nvPr/>
        </p:nvPicPr>
        <p:blipFill rotWithShape="1">
          <a:blip r:embed="rId3">
            <a:alphaModFix/>
          </a:blip>
          <a:srcRect b="24373" l="0" r="0" t="4782"/>
          <a:stretch/>
        </p:blipFill>
        <p:spPr>
          <a:xfrm>
            <a:off x="1069847" y="484632"/>
            <a:ext cx="10637520" cy="35567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55"/>
                                        </p:tgtEl>
                                        <p:attrNameLst>
                                          <p:attrName>style.visibility</p:attrName>
                                        </p:attrNameLst>
                                      </p:cBhvr>
                                      <p:to>
                                        <p:strVal val="visible"/>
                                      </p:to>
                                    </p:set>
                                    <p:animEffect filter="fade" transition="in">
                                      <p:cBhvr>
                                        <p:cTn dur="70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0" name="Shape 360"/>
        <p:cNvGrpSpPr/>
        <p:nvPr/>
      </p:nvGrpSpPr>
      <p:grpSpPr>
        <a:xfrm>
          <a:off x="0" y="0"/>
          <a:ext cx="0" cy="0"/>
          <a:chOff x="0" y="0"/>
          <a:chExt cx="0" cy="0"/>
        </a:xfrm>
      </p:grpSpPr>
      <p:sp>
        <p:nvSpPr>
          <p:cNvPr id="361" name="Google Shape;361;p24"/>
          <p:cNvSpPr/>
          <p:nvPr/>
        </p:nvSpPr>
        <p:spPr>
          <a:xfrm>
            <a:off x="0" y="0"/>
            <a:ext cx="12192000"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362" name="Google Shape;362;p24"/>
          <p:cNvSpPr txBox="1"/>
          <p:nvPr>
            <p:ph type="title"/>
          </p:nvPr>
        </p:nvSpPr>
        <p:spPr>
          <a:xfrm>
            <a:off x="1539116" y="864108"/>
            <a:ext cx="3073914" cy="5120639"/>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262626"/>
              </a:buClr>
              <a:buSzPts val="3600"/>
              <a:buFont typeface="Corbel"/>
              <a:buNone/>
            </a:pPr>
            <a:r>
              <a:rPr lang="es-MX">
                <a:solidFill>
                  <a:srgbClr val="262626"/>
                </a:solidFill>
              </a:rPr>
              <a:t>Recursividad de Cola</a:t>
            </a:r>
            <a:endParaRPr/>
          </a:p>
        </p:txBody>
      </p:sp>
      <p:sp>
        <p:nvSpPr>
          <p:cNvPr id="363" name="Google Shape;363;p24"/>
          <p:cNvSpPr/>
          <p:nvPr/>
        </p:nvSpPr>
        <p:spPr>
          <a:xfrm>
            <a:off x="0" y="761999"/>
            <a:ext cx="1286934"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cxnSp>
        <p:nvCxnSpPr>
          <p:cNvPr id="364" name="Google Shape;364;p24"/>
          <p:cNvCxnSpPr/>
          <p:nvPr/>
        </p:nvCxnSpPr>
        <p:spPr>
          <a:xfrm>
            <a:off x="4951129" y="2085681"/>
            <a:ext cx="0" cy="2686639"/>
          </a:xfrm>
          <a:prstGeom prst="straightConnector1">
            <a:avLst/>
          </a:prstGeom>
          <a:noFill/>
          <a:ln cap="flat" cmpd="sng" w="12700">
            <a:solidFill>
              <a:srgbClr val="7F7F7F"/>
            </a:solidFill>
            <a:prstDash val="solid"/>
            <a:round/>
            <a:headEnd len="sm" w="sm" type="none"/>
            <a:tailEnd len="sm" w="sm" type="none"/>
          </a:ln>
        </p:spPr>
      </p:cxnSp>
      <p:sp>
        <p:nvSpPr>
          <p:cNvPr id="365" name="Google Shape;365;p24"/>
          <p:cNvSpPr txBox="1"/>
          <p:nvPr>
            <p:ph idx="1" type="body"/>
          </p:nvPr>
        </p:nvSpPr>
        <p:spPr>
          <a:xfrm>
            <a:off x="5289229" y="864108"/>
            <a:ext cx="5910677" cy="51206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s-MX"/>
              <a:t>¿Qué es?, ¿Para qué sirve?, Funciones, ¿Cómo funciona?</a:t>
            </a:r>
            <a:endParaRPr/>
          </a:p>
        </p:txBody>
      </p:sp>
      <p:sp>
        <p:nvSpPr>
          <p:cNvPr id="366" name="Google Shape;366;p24"/>
          <p:cNvSpPr/>
          <p:nvPr/>
        </p:nvSpPr>
        <p:spPr>
          <a:xfrm>
            <a:off x="11683988" y="767825"/>
            <a:ext cx="508012" cy="5328173"/>
          </a:xfrm>
          <a:prstGeom prst="rect">
            <a:avLst/>
          </a:prstGeom>
          <a:solidFill>
            <a:srgbClr val="C8C8C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0" name="Shape 370"/>
        <p:cNvGrpSpPr/>
        <p:nvPr/>
      </p:nvGrpSpPr>
      <p:grpSpPr>
        <a:xfrm>
          <a:off x="0" y="0"/>
          <a:ext cx="0" cy="0"/>
          <a:chOff x="0" y="0"/>
          <a:chExt cx="0" cy="0"/>
        </a:xfrm>
      </p:grpSpPr>
      <p:sp>
        <p:nvSpPr>
          <p:cNvPr id="371" name="Google Shape;371;p2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72" name="Google Shape;372;p25"/>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73" name="Google Shape;373;p25"/>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¿Qué es?</a:t>
            </a:r>
            <a:endParaRPr/>
          </a:p>
        </p:txBody>
      </p:sp>
      <p:sp>
        <p:nvSpPr>
          <p:cNvPr id="374" name="Google Shape;374;p25"/>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Tres vasos de té con leche de burbujas" id="375" name="Google Shape;375;p25"/>
          <p:cNvPicPr preferRelativeResize="0"/>
          <p:nvPr/>
        </p:nvPicPr>
        <p:blipFill rotWithShape="1">
          <a:blip r:embed="rId3">
            <a:alphaModFix/>
          </a:blip>
          <a:srcRect b="4" l="0" r="5444" t="0"/>
          <a:stretch/>
        </p:blipFill>
        <p:spPr>
          <a:xfrm>
            <a:off x="864515" y="1127460"/>
            <a:ext cx="6500974" cy="4589054"/>
          </a:xfrm>
          <a:prstGeom prst="rect">
            <a:avLst/>
          </a:prstGeom>
          <a:noFill/>
          <a:ln>
            <a:noFill/>
          </a:ln>
        </p:spPr>
      </p:pic>
      <p:sp>
        <p:nvSpPr>
          <p:cNvPr id="376" name="Google Shape;376;p25"/>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600"/>
              <a:buNone/>
            </a:pPr>
            <a:r>
              <a:rPr lang="es-MX" sz="1600">
                <a:solidFill>
                  <a:srgbClr val="FFFFFF"/>
                </a:solidFill>
              </a:rPr>
              <a:t>La recursividad de cola es una variante de la recursividad en la que la llamada recursiva es la última operación realizada en el método. Esto permite optimizar el uso de la pila de ejecución, ya que no es necesario almacenar información adicional después de la llamada recursiva.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0" name="Shape 380"/>
        <p:cNvGrpSpPr/>
        <p:nvPr/>
      </p:nvGrpSpPr>
      <p:grpSpPr>
        <a:xfrm>
          <a:off x="0" y="0"/>
          <a:ext cx="0" cy="0"/>
          <a:chOff x="0" y="0"/>
          <a:chExt cx="0" cy="0"/>
        </a:xfrm>
      </p:grpSpPr>
      <p:sp>
        <p:nvSpPr>
          <p:cNvPr id="381" name="Google Shape;381;p2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82" name="Google Shape;382;p26"/>
          <p:cNvSpPr/>
          <p:nvPr/>
        </p:nvSpPr>
        <p:spPr>
          <a:xfrm>
            <a:off x="8642856" y="757325"/>
            <a:ext cx="3549144"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83" name="Google Shape;383;p26"/>
          <p:cNvSpPr txBox="1"/>
          <p:nvPr>
            <p:ph type="title"/>
          </p:nvPr>
        </p:nvSpPr>
        <p:spPr>
          <a:xfrm>
            <a:off x="8895775"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¿Para qué sirve?</a:t>
            </a:r>
            <a:endParaRPr/>
          </a:p>
        </p:txBody>
      </p:sp>
      <p:sp>
        <p:nvSpPr>
          <p:cNvPr id="384" name="Google Shape;384;p26"/>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nvGrpSpPr>
          <p:cNvPr id="385" name="Google Shape;385;p26"/>
          <p:cNvGrpSpPr/>
          <p:nvPr/>
        </p:nvGrpSpPr>
        <p:grpSpPr>
          <a:xfrm>
            <a:off x="904311" y="1767268"/>
            <a:ext cx="7218281" cy="3375000"/>
            <a:chOff x="37664" y="833414"/>
            <a:chExt cx="7218281" cy="3375000"/>
          </a:xfrm>
        </p:grpSpPr>
        <p:sp>
          <p:nvSpPr>
            <p:cNvPr id="386" name="Google Shape;386;p26"/>
            <p:cNvSpPr/>
            <p:nvPr/>
          </p:nvSpPr>
          <p:spPr>
            <a:xfrm>
              <a:off x="684820" y="833414"/>
              <a:ext cx="2024437" cy="2024437"/>
            </a:xfrm>
            <a:prstGeom prst="ellipse">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6"/>
            <p:cNvSpPr/>
            <p:nvPr/>
          </p:nvSpPr>
          <p:spPr>
            <a:xfrm>
              <a:off x="1116258" y="1264851"/>
              <a:ext cx="1161562" cy="116156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6"/>
            <p:cNvSpPr/>
            <p:nvPr/>
          </p:nvSpPr>
          <p:spPr>
            <a:xfrm>
              <a:off x="37664" y="3488414"/>
              <a:ext cx="331875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6"/>
            <p:cNvSpPr txBox="1"/>
            <p:nvPr/>
          </p:nvSpPr>
          <p:spPr>
            <a:xfrm>
              <a:off x="37664" y="3488414"/>
              <a:ext cx="331875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orbel"/>
                <a:buNone/>
              </a:pPr>
              <a:r>
                <a:rPr lang="es-MX" sz="1700" cap="none">
                  <a:solidFill>
                    <a:schemeClr val="dk1"/>
                  </a:solidFill>
                  <a:latin typeface="Corbel"/>
                  <a:ea typeface="Corbel"/>
                  <a:cs typeface="Corbel"/>
                  <a:sym typeface="Corbel"/>
                </a:rPr>
                <a:t>OPTIMIZAR EL USO DE MEMORIA AL EVITAR EL CRECIMIENTO EXCESIVO DE LA PILA.</a:t>
              </a:r>
              <a:endParaRPr sz="1700">
                <a:solidFill>
                  <a:schemeClr val="dk1"/>
                </a:solidFill>
                <a:latin typeface="Corbel"/>
                <a:ea typeface="Corbel"/>
                <a:cs typeface="Corbel"/>
                <a:sym typeface="Corbel"/>
              </a:endParaRPr>
            </a:p>
          </p:txBody>
        </p:sp>
        <p:sp>
          <p:nvSpPr>
            <p:cNvPr id="390" name="Google Shape;390;p26"/>
            <p:cNvSpPr/>
            <p:nvPr/>
          </p:nvSpPr>
          <p:spPr>
            <a:xfrm>
              <a:off x="4584351" y="833414"/>
              <a:ext cx="2024437" cy="2024437"/>
            </a:xfrm>
            <a:prstGeom prst="ellipse">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6"/>
            <p:cNvSpPr/>
            <p:nvPr/>
          </p:nvSpPr>
          <p:spPr>
            <a:xfrm>
              <a:off x="5015789" y="1264851"/>
              <a:ext cx="1161562" cy="116156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6"/>
            <p:cNvSpPr/>
            <p:nvPr/>
          </p:nvSpPr>
          <p:spPr>
            <a:xfrm>
              <a:off x="3937195" y="3488414"/>
              <a:ext cx="331875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6"/>
            <p:cNvSpPr txBox="1"/>
            <p:nvPr/>
          </p:nvSpPr>
          <p:spPr>
            <a:xfrm>
              <a:off x="3937195" y="3488414"/>
              <a:ext cx="331875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orbel"/>
                <a:buNone/>
              </a:pPr>
              <a:r>
                <a:rPr lang="es-MX" sz="1700" cap="none">
                  <a:solidFill>
                    <a:schemeClr val="dk1"/>
                  </a:solidFill>
                  <a:latin typeface="Corbel"/>
                  <a:ea typeface="Corbel"/>
                  <a:cs typeface="Corbel"/>
                  <a:sym typeface="Corbel"/>
                </a:rPr>
                <a:t>FACILITAR LA IMPLEMENTACIÓN DE ALGORITMOS ITERATIVOS UTILIZANDO RECURSIVIDAD.</a:t>
              </a:r>
              <a:endParaRPr sz="1700">
                <a:solidFill>
                  <a:schemeClr val="dk1"/>
                </a:solidFill>
                <a:latin typeface="Corbel"/>
                <a:ea typeface="Corbel"/>
                <a:cs typeface="Corbel"/>
                <a:sym typeface="Corbe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7" name="Shape 397"/>
        <p:cNvGrpSpPr/>
        <p:nvPr/>
      </p:nvGrpSpPr>
      <p:grpSpPr>
        <a:xfrm>
          <a:off x="0" y="0"/>
          <a:ext cx="0" cy="0"/>
          <a:chOff x="0" y="0"/>
          <a:chExt cx="0" cy="0"/>
        </a:xfrm>
      </p:grpSpPr>
      <p:sp>
        <p:nvSpPr>
          <p:cNvPr id="398" name="Google Shape;398;p2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99" name="Google Shape;399;p27"/>
          <p:cNvSpPr/>
          <p:nvPr/>
        </p:nvSpPr>
        <p:spPr>
          <a:xfrm>
            <a:off x="8642856" y="757325"/>
            <a:ext cx="3549144"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00" name="Google Shape;400;p27"/>
          <p:cNvSpPr txBox="1"/>
          <p:nvPr>
            <p:ph type="title"/>
          </p:nvPr>
        </p:nvSpPr>
        <p:spPr>
          <a:xfrm>
            <a:off x="8895775"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a:t>Funciones</a:t>
            </a:r>
            <a:endParaRPr/>
          </a:p>
        </p:txBody>
      </p:sp>
      <p:sp>
        <p:nvSpPr>
          <p:cNvPr id="401" name="Google Shape;401;p27"/>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nvGrpSpPr>
          <p:cNvPr id="402" name="Google Shape;402;p27"/>
          <p:cNvGrpSpPr/>
          <p:nvPr/>
        </p:nvGrpSpPr>
        <p:grpSpPr>
          <a:xfrm>
            <a:off x="867186" y="2320356"/>
            <a:ext cx="7292531" cy="2268823"/>
            <a:chOff x="539" y="1386502"/>
            <a:chExt cx="7292531" cy="2268823"/>
          </a:xfrm>
        </p:grpSpPr>
        <p:sp>
          <p:nvSpPr>
            <p:cNvPr id="403" name="Google Shape;403;p27"/>
            <p:cNvSpPr/>
            <p:nvPr/>
          </p:nvSpPr>
          <p:spPr>
            <a:xfrm>
              <a:off x="708023" y="1386502"/>
              <a:ext cx="761906" cy="761906"/>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a:off x="539" y="2245968"/>
              <a:ext cx="2176875" cy="3265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txBox="1"/>
            <p:nvPr/>
          </p:nvSpPr>
          <p:spPr>
            <a:xfrm>
              <a:off x="539" y="2245968"/>
              <a:ext cx="2176875" cy="326531"/>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300"/>
                <a:buFont typeface="Corbel"/>
                <a:buNone/>
              </a:pPr>
              <a:r>
                <a:rPr b="1" lang="es-MX" sz="2300">
                  <a:solidFill>
                    <a:schemeClr val="dk1"/>
                  </a:solidFill>
                  <a:latin typeface="Corbel"/>
                  <a:ea typeface="Corbel"/>
                  <a:cs typeface="Corbel"/>
                  <a:sym typeface="Corbel"/>
                </a:rPr>
                <a:t>Acumulador:</a:t>
              </a:r>
              <a:endParaRPr sz="2300">
                <a:solidFill>
                  <a:schemeClr val="dk1"/>
                </a:solidFill>
                <a:latin typeface="Corbel"/>
                <a:ea typeface="Corbel"/>
                <a:cs typeface="Corbel"/>
                <a:sym typeface="Corbel"/>
              </a:endParaRPr>
            </a:p>
          </p:txBody>
        </p:sp>
        <p:sp>
          <p:nvSpPr>
            <p:cNvPr id="406" name="Google Shape;406;p27"/>
            <p:cNvSpPr/>
            <p:nvPr/>
          </p:nvSpPr>
          <p:spPr>
            <a:xfrm>
              <a:off x="539" y="2617876"/>
              <a:ext cx="2176875" cy="103744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txBox="1"/>
            <p:nvPr/>
          </p:nvSpPr>
          <p:spPr>
            <a:xfrm>
              <a:off x="539" y="2617876"/>
              <a:ext cx="2176875" cy="1037449"/>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orbel"/>
                <a:buNone/>
              </a:pPr>
              <a:r>
                <a:rPr lang="es-MX" sz="1700">
                  <a:solidFill>
                    <a:schemeClr val="dk1"/>
                  </a:solidFill>
                  <a:latin typeface="Corbel"/>
                  <a:ea typeface="Corbel"/>
                  <a:cs typeface="Corbel"/>
                  <a:sym typeface="Corbel"/>
                </a:rPr>
                <a:t>Una variable adicional que lleva el estado actual del cálculo.</a:t>
              </a:r>
              <a:endParaRPr sz="1700">
                <a:solidFill>
                  <a:schemeClr val="dk1"/>
                </a:solidFill>
                <a:latin typeface="Corbel"/>
                <a:ea typeface="Corbel"/>
                <a:cs typeface="Corbel"/>
                <a:sym typeface="Corbel"/>
              </a:endParaRPr>
            </a:p>
          </p:txBody>
        </p:sp>
        <p:sp>
          <p:nvSpPr>
            <p:cNvPr id="408" name="Google Shape;408;p27"/>
            <p:cNvSpPr/>
            <p:nvPr/>
          </p:nvSpPr>
          <p:spPr>
            <a:xfrm>
              <a:off x="3265851" y="1386502"/>
              <a:ext cx="761906" cy="761906"/>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p:nvPr/>
          </p:nvSpPr>
          <p:spPr>
            <a:xfrm>
              <a:off x="2558367" y="2245968"/>
              <a:ext cx="2176875" cy="3265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
            <p:cNvSpPr txBox="1"/>
            <p:nvPr/>
          </p:nvSpPr>
          <p:spPr>
            <a:xfrm>
              <a:off x="2558367" y="2245968"/>
              <a:ext cx="2176875" cy="326531"/>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300"/>
                <a:buFont typeface="Corbel"/>
                <a:buNone/>
              </a:pPr>
              <a:r>
                <a:rPr b="1" lang="es-MX" sz="2300">
                  <a:solidFill>
                    <a:schemeClr val="dk1"/>
                  </a:solidFill>
                  <a:latin typeface="Corbel"/>
                  <a:ea typeface="Corbel"/>
                  <a:cs typeface="Corbel"/>
                  <a:sym typeface="Corbel"/>
                </a:rPr>
                <a:t>Caso base:</a:t>
              </a:r>
              <a:endParaRPr sz="2300">
                <a:solidFill>
                  <a:schemeClr val="dk1"/>
                </a:solidFill>
                <a:latin typeface="Corbel"/>
                <a:ea typeface="Corbel"/>
                <a:cs typeface="Corbel"/>
                <a:sym typeface="Corbel"/>
              </a:endParaRPr>
            </a:p>
          </p:txBody>
        </p:sp>
        <p:sp>
          <p:nvSpPr>
            <p:cNvPr id="411" name="Google Shape;411;p27"/>
            <p:cNvSpPr/>
            <p:nvPr/>
          </p:nvSpPr>
          <p:spPr>
            <a:xfrm>
              <a:off x="2558367" y="2617876"/>
              <a:ext cx="2176875" cy="103744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
            <p:cNvSpPr txBox="1"/>
            <p:nvPr/>
          </p:nvSpPr>
          <p:spPr>
            <a:xfrm>
              <a:off x="2558367" y="2617876"/>
              <a:ext cx="2176875" cy="1037449"/>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orbel"/>
                <a:buNone/>
              </a:pPr>
              <a:r>
                <a:rPr lang="es-MX" sz="1700">
                  <a:solidFill>
                    <a:schemeClr val="dk1"/>
                  </a:solidFill>
                  <a:latin typeface="Corbel"/>
                  <a:ea typeface="Corbel"/>
                  <a:cs typeface="Corbel"/>
                  <a:sym typeface="Corbel"/>
                </a:rPr>
                <a:t>Detiene la recursión.</a:t>
              </a:r>
              <a:endParaRPr sz="1700">
                <a:solidFill>
                  <a:schemeClr val="dk1"/>
                </a:solidFill>
                <a:latin typeface="Corbel"/>
                <a:ea typeface="Corbel"/>
                <a:cs typeface="Corbel"/>
                <a:sym typeface="Corbel"/>
              </a:endParaRPr>
            </a:p>
          </p:txBody>
        </p:sp>
        <p:sp>
          <p:nvSpPr>
            <p:cNvPr id="413" name="Google Shape;413;p27"/>
            <p:cNvSpPr/>
            <p:nvPr/>
          </p:nvSpPr>
          <p:spPr>
            <a:xfrm>
              <a:off x="5823680" y="1386502"/>
              <a:ext cx="761906" cy="761906"/>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5116195" y="2245968"/>
              <a:ext cx="2176875" cy="3265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txBox="1"/>
            <p:nvPr/>
          </p:nvSpPr>
          <p:spPr>
            <a:xfrm>
              <a:off x="5116195" y="2245968"/>
              <a:ext cx="2176875" cy="326531"/>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300"/>
                <a:buFont typeface="Corbel"/>
                <a:buNone/>
              </a:pPr>
              <a:r>
                <a:rPr b="1" lang="es-MX" sz="2300">
                  <a:solidFill>
                    <a:schemeClr val="dk1"/>
                  </a:solidFill>
                  <a:latin typeface="Corbel"/>
                  <a:ea typeface="Corbel"/>
                  <a:cs typeface="Corbel"/>
                  <a:sym typeface="Corbel"/>
                </a:rPr>
                <a:t>Caso recursivo:</a:t>
              </a:r>
              <a:endParaRPr sz="2300">
                <a:solidFill>
                  <a:schemeClr val="dk1"/>
                </a:solidFill>
                <a:latin typeface="Corbel"/>
                <a:ea typeface="Corbel"/>
                <a:cs typeface="Corbel"/>
                <a:sym typeface="Corbel"/>
              </a:endParaRPr>
            </a:p>
          </p:txBody>
        </p:sp>
        <p:sp>
          <p:nvSpPr>
            <p:cNvPr id="416" name="Google Shape;416;p27"/>
            <p:cNvSpPr/>
            <p:nvPr/>
          </p:nvSpPr>
          <p:spPr>
            <a:xfrm>
              <a:off x="5116195" y="2617876"/>
              <a:ext cx="2176875" cy="103744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txBox="1"/>
            <p:nvPr/>
          </p:nvSpPr>
          <p:spPr>
            <a:xfrm>
              <a:off x="5116195" y="2617876"/>
              <a:ext cx="2176875" cy="1037449"/>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orbel"/>
                <a:buNone/>
              </a:pPr>
              <a:r>
                <a:rPr lang="es-MX" sz="1700">
                  <a:solidFill>
                    <a:schemeClr val="dk1"/>
                  </a:solidFill>
                  <a:latin typeface="Corbel"/>
                  <a:ea typeface="Corbel"/>
                  <a:cs typeface="Corbel"/>
                  <a:sym typeface="Corbel"/>
                </a:rPr>
                <a:t>Realiza la llamada recursiva como última operación.</a:t>
              </a:r>
              <a:endParaRPr sz="1700">
                <a:solidFill>
                  <a:schemeClr val="dk1"/>
                </a:solidFill>
                <a:latin typeface="Corbel"/>
                <a:ea typeface="Corbel"/>
                <a:cs typeface="Corbel"/>
                <a:sym typeface="Corbe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1" name="Shape 421"/>
        <p:cNvGrpSpPr/>
        <p:nvPr/>
      </p:nvGrpSpPr>
      <p:grpSpPr>
        <a:xfrm>
          <a:off x="0" y="0"/>
          <a:ext cx="0" cy="0"/>
          <a:chOff x="0" y="0"/>
          <a:chExt cx="0" cy="0"/>
        </a:xfrm>
      </p:grpSpPr>
      <p:sp>
        <p:nvSpPr>
          <p:cNvPr id="422" name="Google Shape;422;p2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23" name="Google Shape;423;p28"/>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24" name="Google Shape;424;p28"/>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¿Cómo funciona?</a:t>
            </a:r>
            <a:endParaRPr/>
          </a:p>
        </p:txBody>
      </p:sp>
      <p:sp>
        <p:nvSpPr>
          <p:cNvPr id="425" name="Google Shape;425;p28"/>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Herramienta de medida ajustable" id="426" name="Google Shape;426;p28"/>
          <p:cNvPicPr preferRelativeResize="0"/>
          <p:nvPr/>
        </p:nvPicPr>
        <p:blipFill rotWithShape="1">
          <a:blip r:embed="rId3">
            <a:alphaModFix/>
          </a:blip>
          <a:srcRect b="14026" l="0" r="-2" t="1411"/>
          <a:stretch/>
        </p:blipFill>
        <p:spPr>
          <a:xfrm>
            <a:off x="864515" y="1587282"/>
            <a:ext cx="6500974" cy="3669410"/>
          </a:xfrm>
          <a:prstGeom prst="rect">
            <a:avLst/>
          </a:prstGeom>
          <a:noFill/>
          <a:ln>
            <a:noFill/>
          </a:ln>
        </p:spPr>
      </p:pic>
      <p:sp>
        <p:nvSpPr>
          <p:cNvPr id="427" name="Google Shape;427;p28"/>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600"/>
              <a:buChar char="●"/>
            </a:pPr>
            <a:r>
              <a:rPr lang="es-MX" sz="1600">
                <a:solidFill>
                  <a:srgbClr val="FFFFFF"/>
                </a:solidFill>
              </a:rPr>
              <a:t>Se pasa un acumulador como parámetro para llevar el estado del cálculo.</a:t>
            </a:r>
            <a:endParaRPr/>
          </a:p>
          <a:p>
            <a:pPr indent="-182880" lvl="0" marL="182880" rtl="0" algn="l">
              <a:lnSpc>
                <a:spcPct val="90000"/>
              </a:lnSpc>
              <a:spcBef>
                <a:spcPts val="1200"/>
              </a:spcBef>
              <a:spcAft>
                <a:spcPts val="0"/>
              </a:spcAft>
              <a:buSzPts val="1600"/>
              <a:buChar char="●"/>
            </a:pPr>
            <a:r>
              <a:rPr lang="es-MX" sz="1600">
                <a:solidFill>
                  <a:srgbClr val="FFFFFF"/>
                </a:solidFill>
              </a:rPr>
              <a:t>La llamada recursiva reemplaza el marco de pila actual en lugar de agregar uno nuevo.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1" name="Shape 431"/>
        <p:cNvGrpSpPr/>
        <p:nvPr/>
      </p:nvGrpSpPr>
      <p:grpSpPr>
        <a:xfrm>
          <a:off x="0" y="0"/>
          <a:ext cx="0" cy="0"/>
          <a:chOff x="0" y="0"/>
          <a:chExt cx="0" cy="0"/>
        </a:xfrm>
      </p:grpSpPr>
      <p:sp>
        <p:nvSpPr>
          <p:cNvPr id="432" name="Google Shape;432;p29"/>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33" name="Google Shape;433;p29"/>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34" name="Google Shape;434;p29"/>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35" name="Google Shape;435;p29"/>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36" name="Google Shape;436;p29"/>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b="0" i="0" lang="es-MX" sz="5900"/>
              <a:t>Ejemplo</a:t>
            </a:r>
            <a:endParaRPr/>
          </a:p>
        </p:txBody>
      </p:sp>
      <p:pic>
        <p:nvPicPr>
          <p:cNvPr id="437" name="Google Shape;437;p29"/>
          <p:cNvPicPr preferRelativeResize="0"/>
          <p:nvPr/>
        </p:nvPicPr>
        <p:blipFill rotWithShape="1">
          <a:blip r:embed="rId3">
            <a:alphaModFix/>
          </a:blip>
          <a:srcRect b="21281" l="0" r="1" t="4002"/>
          <a:stretch/>
        </p:blipFill>
        <p:spPr>
          <a:xfrm>
            <a:off x="1069847" y="484632"/>
            <a:ext cx="10637520" cy="35567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36"/>
                                        </p:tgtEl>
                                        <p:attrNameLst>
                                          <p:attrName>style.visibility</p:attrName>
                                        </p:attrNameLst>
                                      </p:cBhvr>
                                      <p:to>
                                        <p:strVal val="visible"/>
                                      </p:to>
                                    </p:set>
                                    <p:animEffect filter="fade" transition="in">
                                      <p:cBhvr>
                                        <p:cTn dur="700"/>
                                        <p:tgtEl>
                                          <p:spTgt spid="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1" name="Shape 441"/>
        <p:cNvGrpSpPr/>
        <p:nvPr/>
      </p:nvGrpSpPr>
      <p:grpSpPr>
        <a:xfrm>
          <a:off x="0" y="0"/>
          <a:ext cx="0" cy="0"/>
          <a:chOff x="0" y="0"/>
          <a:chExt cx="0" cy="0"/>
        </a:xfrm>
      </p:grpSpPr>
      <p:sp>
        <p:nvSpPr>
          <p:cNvPr id="442" name="Google Shape;442;p30"/>
          <p:cNvSpPr/>
          <p:nvPr/>
        </p:nvSpPr>
        <p:spPr>
          <a:xfrm>
            <a:off x="0" y="0"/>
            <a:ext cx="12192000"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43" name="Google Shape;443;p30"/>
          <p:cNvSpPr txBox="1"/>
          <p:nvPr>
            <p:ph type="title"/>
          </p:nvPr>
        </p:nvSpPr>
        <p:spPr>
          <a:xfrm>
            <a:off x="1539116" y="864108"/>
            <a:ext cx="3073914" cy="5120639"/>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262626"/>
              </a:buClr>
              <a:buSzPts val="3600"/>
              <a:buFont typeface="Corbel"/>
              <a:buNone/>
            </a:pPr>
            <a:r>
              <a:rPr lang="es-MX">
                <a:solidFill>
                  <a:srgbClr val="262626"/>
                </a:solidFill>
              </a:rPr>
              <a:t>¿Cuál es mejor?</a:t>
            </a:r>
            <a:endParaRPr/>
          </a:p>
        </p:txBody>
      </p:sp>
      <p:sp>
        <p:nvSpPr>
          <p:cNvPr id="444" name="Google Shape;444;p30"/>
          <p:cNvSpPr/>
          <p:nvPr/>
        </p:nvSpPr>
        <p:spPr>
          <a:xfrm>
            <a:off x="0" y="761999"/>
            <a:ext cx="1286934"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cxnSp>
        <p:nvCxnSpPr>
          <p:cNvPr id="445" name="Google Shape;445;p30"/>
          <p:cNvCxnSpPr/>
          <p:nvPr/>
        </p:nvCxnSpPr>
        <p:spPr>
          <a:xfrm>
            <a:off x="4951129" y="2085681"/>
            <a:ext cx="0" cy="2686639"/>
          </a:xfrm>
          <a:prstGeom prst="straightConnector1">
            <a:avLst/>
          </a:prstGeom>
          <a:noFill/>
          <a:ln cap="flat" cmpd="sng" w="12700">
            <a:solidFill>
              <a:srgbClr val="7F7F7F"/>
            </a:solidFill>
            <a:prstDash val="solid"/>
            <a:round/>
            <a:headEnd len="sm" w="sm" type="none"/>
            <a:tailEnd len="sm" w="sm" type="none"/>
          </a:ln>
        </p:spPr>
      </p:cxnSp>
      <p:sp>
        <p:nvSpPr>
          <p:cNvPr id="446" name="Google Shape;446;p30"/>
          <p:cNvSpPr txBox="1"/>
          <p:nvPr>
            <p:ph idx="1" type="body"/>
          </p:nvPr>
        </p:nvSpPr>
        <p:spPr>
          <a:xfrm>
            <a:off x="5289229" y="864108"/>
            <a:ext cx="5910677" cy="51206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s-MX"/>
              <a:t>La recursividad simple y la recursividad de cola son técnicas poderosas para resolver problemas complejos, pero la recursividad de cola es más eficiente en términos de memoria.</a:t>
            </a:r>
            <a:endParaRPr/>
          </a:p>
        </p:txBody>
      </p:sp>
      <p:sp>
        <p:nvSpPr>
          <p:cNvPr id="447" name="Google Shape;447;p30"/>
          <p:cNvSpPr/>
          <p:nvPr/>
        </p:nvSpPr>
        <p:spPr>
          <a:xfrm>
            <a:off x="11683988" y="767825"/>
            <a:ext cx="508012" cy="5328173"/>
          </a:xfrm>
          <a:prstGeom prst="rect">
            <a:avLst/>
          </a:prstGeom>
          <a:solidFill>
            <a:srgbClr val="C8C8C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1" name="Shape 451"/>
        <p:cNvGrpSpPr/>
        <p:nvPr/>
      </p:nvGrpSpPr>
      <p:grpSpPr>
        <a:xfrm>
          <a:off x="0" y="0"/>
          <a:ext cx="0" cy="0"/>
          <a:chOff x="0" y="0"/>
          <a:chExt cx="0" cy="0"/>
        </a:xfrm>
      </p:grpSpPr>
      <p:sp>
        <p:nvSpPr>
          <p:cNvPr id="452" name="Google Shape;452;p31"/>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53" name="Google Shape;453;p31"/>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54" name="Google Shape;454;p31"/>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55" name="Google Shape;455;p31"/>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56" name="Google Shape;456;p31"/>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b="0" i="0" lang="es-MX" sz="5900"/>
              <a:t>Manejo de Archivos en JAVA</a:t>
            </a:r>
            <a:endParaRPr/>
          </a:p>
        </p:txBody>
      </p:sp>
      <p:sp>
        <p:nvSpPr>
          <p:cNvPr id="457" name="Google Shape;457;p31"/>
          <p:cNvSpPr txBox="1"/>
          <p:nvPr>
            <p:ph idx="1" type="body"/>
          </p:nvPr>
        </p:nvSpPr>
        <p:spPr>
          <a:xfrm>
            <a:off x="1100014" y="5666792"/>
            <a:ext cx="10180696" cy="542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00"/>
              <a:buNone/>
            </a:pPr>
            <a:r>
              <a:rPr b="0" i="0" lang="es-MX" sz="2200">
                <a:solidFill>
                  <a:srgbClr val="D7F0F6"/>
                </a:solidFill>
              </a:rPr>
              <a:t>¿Cómo crear archivos en JAVA?</a:t>
            </a:r>
            <a:endParaRPr/>
          </a:p>
        </p:txBody>
      </p:sp>
      <p:pic>
        <p:nvPicPr>
          <p:cNvPr descr="Gato parado en dos patas&#10;&#10;Descripción generada automáticamente" id="458" name="Google Shape;458;p31"/>
          <p:cNvPicPr preferRelativeResize="0"/>
          <p:nvPr/>
        </p:nvPicPr>
        <p:blipFill rotWithShape="1">
          <a:blip r:embed="rId3">
            <a:alphaModFix/>
          </a:blip>
          <a:srcRect b="27708" l="0" r="0" t="27708"/>
          <a:stretch/>
        </p:blipFill>
        <p:spPr>
          <a:xfrm>
            <a:off x="1069847" y="484632"/>
            <a:ext cx="10637520" cy="35567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56"/>
                                        </p:tgtEl>
                                        <p:attrNameLst>
                                          <p:attrName>style.visibility</p:attrName>
                                        </p:attrNameLst>
                                      </p:cBhvr>
                                      <p:to>
                                        <p:strVal val="visible"/>
                                      </p:to>
                                    </p:set>
                                    <p:animEffect filter="fade" transition="in">
                                      <p:cBhvr>
                                        <p:cTn dur="7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2" name="Shape 462"/>
        <p:cNvGrpSpPr/>
        <p:nvPr/>
      </p:nvGrpSpPr>
      <p:grpSpPr>
        <a:xfrm>
          <a:off x="0" y="0"/>
          <a:ext cx="0" cy="0"/>
          <a:chOff x="0" y="0"/>
          <a:chExt cx="0" cy="0"/>
        </a:xfrm>
      </p:grpSpPr>
      <p:sp>
        <p:nvSpPr>
          <p:cNvPr id="463" name="Google Shape;463;p3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64" name="Google Shape;464;p32"/>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65" name="Google Shape;465;p32"/>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Archivos en JAVA</a:t>
            </a:r>
            <a:endParaRPr/>
          </a:p>
        </p:txBody>
      </p:sp>
      <p:sp>
        <p:nvSpPr>
          <p:cNvPr id="466" name="Google Shape;466;p32"/>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Gestión de archivos en Java" id="467" name="Google Shape;467;p32"/>
          <p:cNvPicPr preferRelativeResize="0"/>
          <p:nvPr/>
        </p:nvPicPr>
        <p:blipFill rotWithShape="1">
          <a:blip r:embed="rId3">
            <a:alphaModFix/>
          </a:blip>
          <a:srcRect b="-2" l="0" r="-2" t="418"/>
          <a:stretch/>
        </p:blipFill>
        <p:spPr>
          <a:xfrm>
            <a:off x="1439155" y="757325"/>
            <a:ext cx="5351694" cy="5329325"/>
          </a:xfrm>
          <a:prstGeom prst="rect">
            <a:avLst/>
          </a:prstGeom>
          <a:noFill/>
          <a:ln>
            <a:noFill/>
          </a:ln>
        </p:spPr>
      </p:pic>
      <p:sp>
        <p:nvSpPr>
          <p:cNvPr id="468" name="Google Shape;468;p32"/>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200"/>
              <a:buNone/>
            </a:pPr>
            <a:r>
              <a:rPr lang="es-MX" sz="1200">
                <a:solidFill>
                  <a:srgbClr val="FFFFFF"/>
                </a:solidFill>
              </a:rPr>
              <a:t>En el lenguaje Java los flujos de datos se describen mediante clases que forman jerarquías según sea el tipo de dato char Unicode de 16 bits o byte de 8 bits. A su vez, las clases se agrupan en jerarquías según sea su función de lectura o de escritura. La característica de internacionalización del lenguaje Java es la razón por la que existe una jerarquía separada de clases para la lectura y escritura de caracteres. Todas estas clases se encuentran en el paquete java.io. Reader y Writer son las clases bases de la jerarquía para los flujos de caracteres. Para leer o escribir datos binarios tales como imágenes o sonidos, se emplea otra jerarquía de clases cuyas clases base son InputStream y OutputStream.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2" name="Shape 472"/>
        <p:cNvGrpSpPr/>
        <p:nvPr/>
      </p:nvGrpSpPr>
      <p:grpSpPr>
        <a:xfrm>
          <a:off x="0" y="0"/>
          <a:ext cx="0" cy="0"/>
          <a:chOff x="0" y="0"/>
          <a:chExt cx="0" cy="0"/>
        </a:xfrm>
      </p:grpSpPr>
      <p:pic>
        <p:nvPicPr>
          <p:cNvPr id="473" name="Google Shape;473;p33"/>
          <p:cNvPicPr preferRelativeResize="0"/>
          <p:nvPr/>
        </p:nvPicPr>
        <p:blipFill rotWithShape="1">
          <a:blip r:embed="rId3">
            <a:alphaModFix/>
          </a:blip>
          <a:srcRect b="0" l="0" r="0" t="0"/>
          <a:stretch/>
        </p:blipFill>
        <p:spPr>
          <a:xfrm>
            <a:off x="3483818" y="2182625"/>
            <a:ext cx="3352800" cy="2665477"/>
          </a:xfrm>
          <a:prstGeom prst="rect">
            <a:avLst/>
          </a:prstGeom>
          <a:noFill/>
          <a:ln>
            <a:noFill/>
          </a:ln>
        </p:spPr>
      </p:pic>
      <p:pic>
        <p:nvPicPr>
          <p:cNvPr id="474" name="Google Shape;474;p33"/>
          <p:cNvPicPr preferRelativeResize="0"/>
          <p:nvPr/>
        </p:nvPicPr>
        <p:blipFill rotWithShape="1">
          <a:blip r:embed="rId4">
            <a:alphaModFix/>
          </a:blip>
          <a:srcRect b="0" l="0" r="0" t="0"/>
          <a:stretch/>
        </p:blipFill>
        <p:spPr>
          <a:xfrm>
            <a:off x="8135881" y="2149059"/>
            <a:ext cx="3352800" cy="2724150"/>
          </a:xfrm>
          <a:prstGeom prst="rect">
            <a:avLst/>
          </a:prstGeom>
          <a:noFill/>
          <a:ln>
            <a:noFill/>
          </a:ln>
        </p:spPr>
      </p:pic>
      <p:sp>
        <p:nvSpPr>
          <p:cNvPr id="475" name="Google Shape;475;p33"/>
          <p:cNvSpPr txBox="1"/>
          <p:nvPr/>
        </p:nvSpPr>
        <p:spPr>
          <a:xfrm>
            <a:off x="4532834" y="1717034"/>
            <a:ext cx="12547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Corbel"/>
                <a:ea typeface="Corbel"/>
                <a:cs typeface="Corbel"/>
                <a:sym typeface="Corbel"/>
              </a:rPr>
              <a:t>Byte 8 bits</a:t>
            </a:r>
            <a:endParaRPr/>
          </a:p>
        </p:txBody>
      </p:sp>
      <p:sp>
        <p:nvSpPr>
          <p:cNvPr id="476" name="Google Shape;476;p33"/>
          <p:cNvSpPr txBox="1"/>
          <p:nvPr/>
        </p:nvSpPr>
        <p:spPr>
          <a:xfrm>
            <a:off x="8941465" y="1717034"/>
            <a:ext cx="17416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Corbel"/>
                <a:ea typeface="Corbel"/>
                <a:cs typeface="Corbel"/>
                <a:sym typeface="Corbel"/>
              </a:rPr>
              <a:t>Unicode 16 bits</a:t>
            </a:r>
            <a:endParaRPr/>
          </a:p>
        </p:txBody>
      </p:sp>
      <p:sp>
        <p:nvSpPr>
          <p:cNvPr id="477" name="Google Shape;477;p33"/>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Corbel"/>
              <a:buNone/>
            </a:pPr>
            <a:r>
              <a:rPr lang="es-MX" sz="3600"/>
              <a:t>Paquetes de Java para el manejo de archivos</a:t>
            </a:r>
            <a:br>
              <a:rPr lang="es-MX"/>
            </a:b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1" name="Shape 481"/>
        <p:cNvGrpSpPr/>
        <p:nvPr/>
      </p:nvGrpSpPr>
      <p:grpSpPr>
        <a:xfrm>
          <a:off x="0" y="0"/>
          <a:ext cx="0" cy="0"/>
          <a:chOff x="0" y="0"/>
          <a:chExt cx="0" cy="0"/>
        </a:xfrm>
      </p:grpSpPr>
      <p:sp>
        <p:nvSpPr>
          <p:cNvPr id="482" name="Google Shape;482;p3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83" name="Google Shape;483;p34"/>
          <p:cNvSpPr/>
          <p:nvPr/>
        </p:nvSpPr>
        <p:spPr>
          <a:xfrm>
            <a:off x="7850120" y="757325"/>
            <a:ext cx="4341880" cy="53293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84" name="Google Shape;484;p34"/>
          <p:cNvSpPr txBox="1"/>
          <p:nvPr>
            <p:ph type="title"/>
          </p:nvPr>
        </p:nvSpPr>
        <p:spPr>
          <a:xfrm>
            <a:off x="8161390" y="1079770"/>
            <a:ext cx="3654857" cy="1527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MX" sz="3200"/>
              <a:t>Tipos de Archivos en JAVA</a:t>
            </a:r>
            <a:endParaRPr/>
          </a:p>
        </p:txBody>
      </p:sp>
      <p:sp>
        <p:nvSpPr>
          <p:cNvPr id="485" name="Google Shape;485;p34"/>
          <p:cNvSpPr/>
          <p:nvPr/>
        </p:nvSpPr>
        <p:spPr>
          <a:xfrm>
            <a:off x="0" y="758952"/>
            <a:ext cx="384048" cy="5330952"/>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pic>
        <p:nvPicPr>
          <p:cNvPr descr="Open Folder" id="486" name="Google Shape;486;p34"/>
          <p:cNvPicPr preferRelativeResize="0"/>
          <p:nvPr/>
        </p:nvPicPr>
        <p:blipFill rotWithShape="1">
          <a:blip r:embed="rId3">
            <a:alphaModFix/>
          </a:blip>
          <a:srcRect b="0" l="0" r="0" t="0"/>
          <a:stretch/>
        </p:blipFill>
        <p:spPr>
          <a:xfrm>
            <a:off x="1450339" y="757325"/>
            <a:ext cx="5329325" cy="5329325"/>
          </a:xfrm>
          <a:prstGeom prst="rect">
            <a:avLst/>
          </a:prstGeom>
          <a:noFill/>
          <a:ln>
            <a:noFill/>
          </a:ln>
        </p:spPr>
      </p:pic>
      <p:sp>
        <p:nvSpPr>
          <p:cNvPr id="487" name="Google Shape;487;p34"/>
          <p:cNvSpPr txBox="1"/>
          <p:nvPr>
            <p:ph idx="1" type="body"/>
          </p:nvPr>
        </p:nvSpPr>
        <p:spPr>
          <a:xfrm>
            <a:off x="8161390" y="2607014"/>
            <a:ext cx="3654857" cy="315790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600"/>
              <a:buNone/>
            </a:pPr>
            <a:r>
              <a:rPr lang="es-MX" sz="1600">
                <a:solidFill>
                  <a:srgbClr val="FFFFFF"/>
                </a:solidFill>
              </a:rPr>
              <a:t>Java provee clases para escribir tanto archivos planos, como binarios. Además, la interfaz “Serializable” permite guardar instancias de objetos como archivos, para cargar la información de un objeto en la ejecución de un programa.</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1" name="Shape 491"/>
        <p:cNvGrpSpPr/>
        <p:nvPr/>
      </p:nvGrpSpPr>
      <p:grpSpPr>
        <a:xfrm>
          <a:off x="0" y="0"/>
          <a:ext cx="0" cy="0"/>
          <a:chOff x="0" y="0"/>
          <a:chExt cx="0" cy="0"/>
        </a:xfrm>
      </p:grpSpPr>
      <p:sp>
        <p:nvSpPr>
          <p:cNvPr id="492" name="Google Shape;492;p35"/>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93" name="Google Shape;493;p35"/>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94" name="Google Shape;494;p35"/>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95" name="Google Shape;495;p35"/>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496" name="Google Shape;496;p35"/>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b="0" i="0" lang="es-MX" sz="5900"/>
              <a:t>Creación de Archivos</a:t>
            </a:r>
            <a:endParaRPr/>
          </a:p>
        </p:txBody>
      </p:sp>
      <p:sp>
        <p:nvSpPr>
          <p:cNvPr id="497" name="Google Shape;497;p35"/>
          <p:cNvSpPr txBox="1"/>
          <p:nvPr>
            <p:ph idx="1" type="body"/>
          </p:nvPr>
        </p:nvSpPr>
        <p:spPr>
          <a:xfrm>
            <a:off x="1100014" y="5666792"/>
            <a:ext cx="10180696" cy="542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00"/>
              <a:buNone/>
            </a:pPr>
            <a:r>
              <a:rPr b="0" i="0" lang="es-MX" sz="2200">
                <a:solidFill>
                  <a:srgbClr val="D7F0F6"/>
                </a:solidFill>
              </a:rPr>
              <a:t>Se utiliza la clase file o files para la creación de archivos.</a:t>
            </a:r>
            <a:endParaRPr/>
          </a:p>
        </p:txBody>
      </p:sp>
      <p:pic>
        <p:nvPicPr>
          <p:cNvPr id="498" name="Google Shape;498;p35"/>
          <p:cNvPicPr preferRelativeResize="0"/>
          <p:nvPr/>
        </p:nvPicPr>
        <p:blipFill rotWithShape="1">
          <a:blip r:embed="rId3">
            <a:alphaModFix/>
          </a:blip>
          <a:srcRect b="0" l="0" r="0" t="0"/>
          <a:stretch/>
        </p:blipFill>
        <p:spPr>
          <a:xfrm>
            <a:off x="3335599" y="484632"/>
            <a:ext cx="6106016" cy="355675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2" name="Shape 502"/>
        <p:cNvGrpSpPr/>
        <p:nvPr/>
      </p:nvGrpSpPr>
      <p:grpSpPr>
        <a:xfrm>
          <a:off x="0" y="0"/>
          <a:ext cx="0" cy="0"/>
          <a:chOff x="0" y="0"/>
          <a:chExt cx="0" cy="0"/>
        </a:xfrm>
      </p:grpSpPr>
      <p:sp>
        <p:nvSpPr>
          <p:cNvPr id="503" name="Google Shape;503;p36"/>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04" name="Google Shape;504;p36"/>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05" name="Google Shape;505;p36"/>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506" name="Google Shape;506;p36"/>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07" name="Google Shape;507;p36"/>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b="0" i="0" lang="es-MX" sz="5900"/>
              <a:t>Lectura de Archivos</a:t>
            </a:r>
            <a:endParaRPr/>
          </a:p>
        </p:txBody>
      </p:sp>
      <p:sp>
        <p:nvSpPr>
          <p:cNvPr id="508" name="Google Shape;508;p36"/>
          <p:cNvSpPr txBox="1"/>
          <p:nvPr>
            <p:ph idx="1" type="body"/>
          </p:nvPr>
        </p:nvSpPr>
        <p:spPr>
          <a:xfrm>
            <a:off x="1100014" y="5666792"/>
            <a:ext cx="10180696" cy="542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00"/>
              <a:buNone/>
            </a:pPr>
            <a:r>
              <a:rPr b="0" i="0" lang="es-MX" sz="2200">
                <a:solidFill>
                  <a:srgbClr val="D7F0F6"/>
                </a:solidFill>
              </a:rPr>
              <a:t>Para leer un archivos se utiliza BufferedReader o Files.readAllLines.</a:t>
            </a:r>
            <a:endParaRPr/>
          </a:p>
        </p:txBody>
      </p:sp>
      <p:pic>
        <p:nvPicPr>
          <p:cNvPr id="509" name="Google Shape;509;p36"/>
          <p:cNvPicPr preferRelativeResize="0"/>
          <p:nvPr/>
        </p:nvPicPr>
        <p:blipFill rotWithShape="1">
          <a:blip r:embed="rId3">
            <a:alphaModFix/>
          </a:blip>
          <a:srcRect b="0" l="0" r="0" t="0"/>
          <a:stretch/>
        </p:blipFill>
        <p:spPr>
          <a:xfrm>
            <a:off x="2867068" y="484632"/>
            <a:ext cx="7043077" cy="355675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3" name="Shape 513"/>
        <p:cNvGrpSpPr/>
        <p:nvPr/>
      </p:nvGrpSpPr>
      <p:grpSpPr>
        <a:xfrm>
          <a:off x="0" y="0"/>
          <a:ext cx="0" cy="0"/>
          <a:chOff x="0" y="0"/>
          <a:chExt cx="0" cy="0"/>
        </a:xfrm>
      </p:grpSpPr>
      <p:sp>
        <p:nvSpPr>
          <p:cNvPr id="514" name="Google Shape;514;p37"/>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15" name="Google Shape;515;p37"/>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16" name="Google Shape;516;p37"/>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517" name="Google Shape;517;p37"/>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18" name="Google Shape;518;p37"/>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b="0" i="0" lang="es-MX" sz="5900"/>
              <a:t>Escritura de Archivos</a:t>
            </a:r>
            <a:endParaRPr/>
          </a:p>
        </p:txBody>
      </p:sp>
      <p:sp>
        <p:nvSpPr>
          <p:cNvPr id="519" name="Google Shape;519;p37"/>
          <p:cNvSpPr txBox="1"/>
          <p:nvPr>
            <p:ph idx="1" type="body"/>
          </p:nvPr>
        </p:nvSpPr>
        <p:spPr>
          <a:xfrm>
            <a:off x="1100014" y="5666792"/>
            <a:ext cx="10180696" cy="542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00"/>
              <a:buNone/>
            </a:pPr>
            <a:r>
              <a:rPr b="0" i="0" lang="es-MX" sz="2200">
                <a:solidFill>
                  <a:srgbClr val="D7F0F6"/>
                </a:solidFill>
              </a:rPr>
              <a:t>Se utilizará FileWriter o Files.Write.</a:t>
            </a:r>
            <a:endParaRPr/>
          </a:p>
        </p:txBody>
      </p:sp>
      <p:pic>
        <p:nvPicPr>
          <p:cNvPr id="520" name="Google Shape;520;p37"/>
          <p:cNvPicPr preferRelativeResize="0"/>
          <p:nvPr/>
        </p:nvPicPr>
        <p:blipFill rotWithShape="1">
          <a:blip r:embed="rId3">
            <a:alphaModFix/>
          </a:blip>
          <a:srcRect b="0" l="0" r="0" t="0"/>
          <a:stretch/>
        </p:blipFill>
        <p:spPr>
          <a:xfrm>
            <a:off x="3101303" y="484632"/>
            <a:ext cx="6574607" cy="355675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4" name="Shape 524"/>
        <p:cNvGrpSpPr/>
        <p:nvPr/>
      </p:nvGrpSpPr>
      <p:grpSpPr>
        <a:xfrm>
          <a:off x="0" y="0"/>
          <a:ext cx="0" cy="0"/>
          <a:chOff x="0" y="0"/>
          <a:chExt cx="0" cy="0"/>
        </a:xfrm>
      </p:grpSpPr>
      <p:sp>
        <p:nvSpPr>
          <p:cNvPr id="525" name="Google Shape;525;p38"/>
          <p:cNvSpPr/>
          <p:nvPr/>
        </p:nvSpPr>
        <p:spPr>
          <a:xfrm>
            <a:off x="0" y="761999"/>
            <a:ext cx="9141619" cy="5334001"/>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26" name="Google Shape;526;p38"/>
          <p:cNvSpPr/>
          <p:nvPr/>
        </p:nvSpPr>
        <p:spPr>
          <a:xfrm>
            <a:off x="9270263" y="761999"/>
            <a:ext cx="2925318" cy="5334001"/>
          </a:xfrm>
          <a:prstGeom prst="rect">
            <a:avLst/>
          </a:prstGeom>
          <a:solidFill>
            <a:srgbClr val="C8C8C8">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27" name="Google Shape;527;p38"/>
          <p:cNvSpPr/>
          <p:nvPr/>
        </p:nvSpPr>
        <p:spPr>
          <a:xfrm>
            <a:off x="0"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528" name="Google Shape;528;p38"/>
          <p:cNvSpPr/>
          <p:nvPr/>
        </p:nvSpPr>
        <p:spPr>
          <a:xfrm>
            <a:off x="0" y="4367639"/>
            <a:ext cx="11707367" cy="185218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529" name="Google Shape;529;p38"/>
          <p:cNvSpPr txBox="1"/>
          <p:nvPr>
            <p:ph type="title"/>
          </p:nvPr>
        </p:nvSpPr>
        <p:spPr>
          <a:xfrm>
            <a:off x="1069848" y="4590661"/>
            <a:ext cx="10210862" cy="106569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5900"/>
              <a:buFont typeface="Corbel"/>
              <a:buNone/>
            </a:pPr>
            <a:r>
              <a:rPr b="0" i="0" lang="es-MX" sz="5900"/>
              <a:t>Eliminación de Archivos</a:t>
            </a:r>
            <a:endParaRPr/>
          </a:p>
        </p:txBody>
      </p:sp>
      <p:sp>
        <p:nvSpPr>
          <p:cNvPr id="530" name="Google Shape;530;p38"/>
          <p:cNvSpPr txBox="1"/>
          <p:nvPr>
            <p:ph idx="1" type="body"/>
          </p:nvPr>
        </p:nvSpPr>
        <p:spPr>
          <a:xfrm>
            <a:off x="1100014" y="5666792"/>
            <a:ext cx="10180696" cy="542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00"/>
              <a:buNone/>
            </a:pPr>
            <a:r>
              <a:rPr b="0" i="0" lang="es-MX" sz="2200">
                <a:solidFill>
                  <a:srgbClr val="D7F0F6"/>
                </a:solidFill>
              </a:rPr>
              <a:t>Con el método delete() de la clase File.</a:t>
            </a:r>
            <a:endParaRPr/>
          </a:p>
        </p:txBody>
      </p:sp>
      <p:pic>
        <p:nvPicPr>
          <p:cNvPr descr="Texto&#10;&#10;El contenido generado por IA puede ser incorrecto." id="531" name="Google Shape;531;p38"/>
          <p:cNvPicPr preferRelativeResize="0"/>
          <p:nvPr/>
        </p:nvPicPr>
        <p:blipFill rotWithShape="1">
          <a:blip r:embed="rId3">
            <a:alphaModFix/>
          </a:blip>
          <a:srcRect b="0" l="0" r="0" t="0"/>
          <a:stretch/>
        </p:blipFill>
        <p:spPr>
          <a:xfrm>
            <a:off x="1646265" y="484632"/>
            <a:ext cx="9484683" cy="355675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9"/>
          <p:cNvSpPr txBox="1"/>
          <p:nvPr/>
        </p:nvSpPr>
        <p:spPr>
          <a:xfrm>
            <a:off x="2958530" y="2259403"/>
            <a:ext cx="5772552" cy="1615827"/>
          </a:xfrm>
          <a:prstGeom prst="rect">
            <a:avLst/>
          </a:prstGeom>
          <a:noFill/>
          <a:ln>
            <a:noFill/>
          </a:ln>
        </p:spPr>
        <p:txBody>
          <a:bodyPr anchorCtr="0" anchor="t" bIns="0" lIns="0" spcFirstLastPara="1" rIns="0" wrap="square" tIns="0">
            <a:spAutoFit/>
          </a:bodyPr>
          <a:lstStyle/>
          <a:p>
            <a:pPr indent="0" lvl="0" marL="0" marR="0" rtl="0" algn="just">
              <a:lnSpc>
                <a:spcPct val="104008"/>
              </a:lnSpc>
              <a:spcBef>
                <a:spcPts val="0"/>
              </a:spcBef>
              <a:spcAft>
                <a:spcPts val="0"/>
              </a:spcAft>
              <a:buNone/>
            </a:pPr>
            <a:r>
              <a:rPr lang="es-MX" sz="4066">
                <a:solidFill>
                  <a:srgbClr val="131416"/>
                </a:solidFill>
                <a:latin typeface="Arial"/>
                <a:ea typeface="Arial"/>
                <a:cs typeface="Arial"/>
                <a:sym typeface="Arial"/>
              </a:rPr>
              <a:t>¡GRACIAS POR SU  ATENCIÓN!</a:t>
            </a:r>
            <a:endParaRPr/>
          </a:p>
          <a:p>
            <a:pPr indent="0" lvl="0" marL="0" marR="0" rtl="0" algn="just">
              <a:lnSpc>
                <a:spcPct val="104008"/>
              </a:lnSpc>
              <a:spcBef>
                <a:spcPts val="0"/>
              </a:spcBef>
              <a:spcAft>
                <a:spcPts val="0"/>
              </a:spcAft>
              <a:buNone/>
            </a:pPr>
            <a:r>
              <a:t/>
            </a:r>
            <a:endParaRPr sz="4066">
              <a:solidFill>
                <a:srgbClr val="131416"/>
              </a:solidFill>
              <a:latin typeface="Arial"/>
              <a:ea typeface="Arial"/>
              <a:cs typeface="Arial"/>
              <a:sym typeface="Arial"/>
            </a:endParaRPr>
          </a:p>
        </p:txBody>
      </p:sp>
      <p:sp>
        <p:nvSpPr>
          <p:cNvPr id="537" name="Google Shape;537;p39"/>
          <p:cNvSpPr txBox="1"/>
          <p:nvPr/>
        </p:nvSpPr>
        <p:spPr>
          <a:xfrm>
            <a:off x="3609810" y="3972069"/>
            <a:ext cx="4469994" cy="568682"/>
          </a:xfrm>
          <a:prstGeom prst="rect">
            <a:avLst/>
          </a:prstGeom>
          <a:noFill/>
          <a:ln>
            <a:noFill/>
          </a:ln>
        </p:spPr>
        <p:txBody>
          <a:bodyPr anchorCtr="0" anchor="t" bIns="0" lIns="0" spcFirstLastPara="1" rIns="0" wrap="square" tIns="0">
            <a:spAutoFit/>
          </a:bodyPr>
          <a:lstStyle/>
          <a:p>
            <a:pPr indent="0" lvl="0" marL="0" marR="0" rtl="0" algn="ctr">
              <a:lnSpc>
                <a:spcPct val="147990"/>
              </a:lnSpc>
              <a:spcBef>
                <a:spcPts val="0"/>
              </a:spcBef>
              <a:spcAft>
                <a:spcPts val="0"/>
              </a:spcAft>
              <a:buNone/>
            </a:pPr>
            <a:r>
              <a:rPr lang="es-MX" sz="3334">
                <a:solidFill>
                  <a:srgbClr val="131416"/>
                </a:solidFill>
                <a:latin typeface="Arial"/>
                <a:ea typeface="Arial"/>
                <a:cs typeface="Arial"/>
                <a:sym typeface="Arial"/>
              </a:rPr>
              <a:t>DUDAS</a:t>
            </a:r>
            <a:endParaRPr/>
          </a:p>
        </p:txBody>
      </p:sp>
      <p:sp>
        <p:nvSpPr>
          <p:cNvPr id="538" name="Google Shape;538;p39"/>
          <p:cNvSpPr/>
          <p:nvPr/>
        </p:nvSpPr>
        <p:spPr>
          <a:xfrm>
            <a:off x="9309167" y="685800"/>
            <a:ext cx="1838179" cy="251398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orbel"/>
              <a:ea typeface="Corbel"/>
              <a:cs typeface="Corbel"/>
              <a:sym typeface="Corbel"/>
            </a:endParaRPr>
          </a:p>
        </p:txBody>
      </p:sp>
      <p:sp>
        <p:nvSpPr>
          <p:cNvPr id="539" name="Google Shape;539;p39"/>
          <p:cNvSpPr txBox="1"/>
          <p:nvPr/>
        </p:nvSpPr>
        <p:spPr>
          <a:xfrm>
            <a:off x="1607399" y="5266490"/>
            <a:ext cx="8977203" cy="487762"/>
          </a:xfrm>
          <a:prstGeom prst="rect">
            <a:avLst/>
          </a:prstGeom>
          <a:noFill/>
          <a:ln>
            <a:noFill/>
          </a:ln>
        </p:spPr>
        <p:txBody>
          <a:bodyPr anchorCtr="0" anchor="t" bIns="0" lIns="0" spcFirstLastPara="1" rIns="0" wrap="square" tIns="0">
            <a:spAutoFit/>
          </a:bodyPr>
          <a:lstStyle/>
          <a:p>
            <a:pPr indent="0" lvl="0" marL="0" marR="0" rtl="0" algn="ctr">
              <a:lnSpc>
                <a:spcPct val="148012"/>
              </a:lnSpc>
              <a:spcBef>
                <a:spcPts val="0"/>
              </a:spcBef>
              <a:spcAft>
                <a:spcPts val="0"/>
              </a:spcAft>
              <a:buNone/>
            </a:pPr>
            <a:r>
              <a:rPr lang="es-MX" sz="1333">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co">
  <a:themeElements>
    <a:clrScheme name="Marco">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2025-02-09T22:29:19Z</dcterms:created>
  <dc:creator>Max Durán</dc:creator>
</cp:coreProperties>
</file>