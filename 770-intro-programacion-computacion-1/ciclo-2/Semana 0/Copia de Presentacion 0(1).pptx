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6858000" cy="9144000"/>
  <p:embeddedFontLst>
    <p:embeddedFont>
      <p:font typeface="Play"/>
      <p:regular r:id="rId29"/>
      <p:bold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+vhloLXzH4y21bE4K7bn2s9OI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33" Type="http://schemas.openxmlformats.org/officeDocument/2006/relationships/font" Target="fonts/OpenSans-italic.fntdata"/><Relationship Id="rId10" Type="http://schemas.openxmlformats.org/officeDocument/2006/relationships/slide" Target="slides/slide5.xml"/><Relationship Id="rId32" Type="http://schemas.openxmlformats.org/officeDocument/2006/relationships/font" Target="fonts/OpenSans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hyperlink" Target="https://www.apache.org/dyn/closer.lua/netbeans/netbeans-installers/24/Apache-NetBeans-24-bin-windows-x64.ex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0" y="6948201"/>
            <a:ext cx="12541309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9140" y="2359833"/>
            <a:ext cx="1774971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16657" y="3082684"/>
            <a:ext cx="4613551" cy="845385"/>
            <a:chOff x="0" y="-76200"/>
            <a:chExt cx="196422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Presentación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Auxiliar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991930" y="326166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651749" y="-320617"/>
            <a:ext cx="7017301" cy="3120467"/>
            <a:chOff x="-6" y="-95250"/>
            <a:chExt cx="9356400" cy="4160623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-6" y="986773"/>
              <a:ext cx="93564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1131715" y="78516"/>
            <a:ext cx="8416862" cy="579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6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877060" y="4928045"/>
            <a:ext cx="10367931" cy="845385"/>
            <a:chOff x="0" y="-76200"/>
            <a:chExt cx="4414151" cy="359923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414151" cy="283723"/>
            </a:xfrm>
            <a:custGeom>
              <a:rect b="b" l="l" r="r" t="t"/>
              <a:pathLst>
                <a:path extrusionOk="0" h="283723" w="4414151">
                  <a:moveTo>
                    <a:pt x="421095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4210951" y="283723"/>
                  </a:lnTo>
                  <a:lnTo>
                    <a:pt x="4414151" y="141862"/>
                  </a:lnTo>
                  <a:lnTo>
                    <a:pt x="42109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76200"/>
              <a:ext cx="429985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651754" y="5888721"/>
            <a:ext cx="8503383" cy="845385"/>
            <a:chOff x="0" y="-76200"/>
            <a:chExt cx="3620319" cy="359923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3620319" cy="283723"/>
            </a:xfrm>
            <a:custGeom>
              <a:rect b="b" l="l" r="r" t="t"/>
              <a:pathLst>
                <a:path extrusionOk="0" h="283723" w="3620319">
                  <a:moveTo>
                    <a:pt x="3417119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417119" y="283723"/>
                  </a:lnTo>
                  <a:lnTo>
                    <a:pt x="3620319" y="141862"/>
                  </a:lnTo>
                  <a:lnTo>
                    <a:pt x="34171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350601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218610" y="6945654"/>
            <a:ext cx="4613551" cy="845385"/>
            <a:chOff x="0" y="-76200"/>
            <a:chExt cx="1964221" cy="359923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Asignación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DTT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991930" y="51260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991930" y="612585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991930" y="712676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445289" y="3947312"/>
            <a:ext cx="6615391" cy="845568"/>
            <a:chOff x="0" y="-76200"/>
            <a:chExt cx="2816498" cy="3600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2816498" cy="283723"/>
            </a:xfrm>
            <a:custGeom>
              <a:rect b="b" l="l" r="r" t="t"/>
              <a:pathLst>
                <a:path extrusionOk="0" h="283723" w="2816498">
                  <a:moveTo>
                    <a:pt x="2613298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613298" y="283723"/>
                  </a:lnTo>
                  <a:lnTo>
                    <a:pt x="2816498" y="141862"/>
                  </a:lnTo>
                  <a:lnTo>
                    <a:pt x="2613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2702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6657" y="7851309"/>
            <a:ext cx="4613551" cy="845385"/>
            <a:chOff x="0" y="-76200"/>
            <a:chExt cx="1964221" cy="359923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Herramientas a usar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"/>
          <p:cNvSpPr/>
          <p:nvPr/>
        </p:nvSpPr>
        <p:spPr>
          <a:xfrm>
            <a:off x="991930" y="414450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1028700" y="808844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2" name="Google Shape;122;p2"/>
          <p:cNvGrpSpPr/>
          <p:nvPr/>
        </p:nvGrpSpPr>
        <p:grpSpPr>
          <a:xfrm>
            <a:off x="651754" y="8812991"/>
            <a:ext cx="4613551" cy="845385"/>
            <a:chOff x="0" y="-76200"/>
            <a:chExt cx="1964221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2"/>
          <p:cNvSpPr/>
          <p:nvPr/>
        </p:nvSpPr>
        <p:spPr>
          <a:xfrm>
            <a:off x="1028700" y="901314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3198300" y="1424575"/>
            <a:ext cx="118914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</a:t>
            </a:r>
            <a:r>
              <a:rPr lang="en-US" sz="6098">
                <a:solidFill>
                  <a:srgbClr val="131416"/>
                </a:solidFill>
              </a:rPr>
              <a:t> </a:t>
            </a: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Y PRESENTACION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3554689" y="2932182"/>
            <a:ext cx="11178600" cy="18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028700" y="4816173"/>
            <a:ext cx="13814100" cy="5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Tutor Academico:</a:t>
            </a:r>
            <a:r>
              <a:rPr lang="en-US" sz="361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Sebastian Alejandro Velasquez Bonilla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Correo Electronico: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lang="en-US" sz="361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31802428240501</a:t>
            </a: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@ingenieria.usac.edu.gt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Asunto: [IPC1</a:t>
            </a:r>
            <a:r>
              <a:rPr lang="en-US" sz="361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] Duda/Asunto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4189771" y="236448"/>
            <a:ext cx="9908457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MEDIOS OFICIALES DE COMUNICACIÓN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028700" y="4301815"/>
            <a:ext cx="13814012" cy="3165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FOROS UEDI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CORREO ELECTRÓNICO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/>
        </p:nvSpPr>
        <p:spPr>
          <a:xfrm>
            <a:off x="3418234" y="461480"/>
            <a:ext cx="11451531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28700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5"/>
          <p:cNvSpPr txBox="1"/>
          <p:nvPr/>
        </p:nvSpPr>
        <p:spPr>
          <a:xfrm>
            <a:off x="1271638" y="3446834"/>
            <a:ext cx="2884615" cy="2140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14"/>
              <a:buFont typeface="Arial"/>
              <a:buNone/>
            </a:pPr>
            <a:r>
              <a:rPr b="0" i="0" lang="en-US" sz="34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Está llevando el curso por primera vez?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26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14"/>
              <a:buFont typeface="Arial"/>
              <a:buNone/>
            </a:pPr>
            <a:r>
              <a:t/>
            </a:r>
            <a:endParaRPr b="0" i="0" sz="34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244763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5487701" y="3456359"/>
            <a:ext cx="2884615" cy="222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rPr b="0" i="0" lang="en-US" sz="2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Qué lenguajes de programación conoce o a escuchado?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t/>
            </a:r>
            <a:endParaRPr b="0" i="0" sz="28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472504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 txBox="1"/>
          <p:nvPr/>
        </p:nvSpPr>
        <p:spPr>
          <a:xfrm>
            <a:off x="9715442" y="3437309"/>
            <a:ext cx="2884615" cy="17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9"/>
              <a:buFont typeface="Arial"/>
              <a:buNone/>
            </a:pPr>
            <a:r>
              <a:rPr b="0" i="0" lang="en-US" sz="340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Qué espera del laboratorio?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3452595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2" y="0"/>
                </a:lnTo>
                <a:lnTo>
                  <a:pt x="3370492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5"/>
          <p:cNvSpPr txBox="1"/>
          <p:nvPr/>
        </p:nvSpPr>
        <p:spPr>
          <a:xfrm>
            <a:off x="13695534" y="3456359"/>
            <a:ext cx="2884615" cy="222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rPr b="0" i="0" lang="en-US" sz="2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 escuchado de la programación orientada a objetos?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3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14"/>
              <a:buFont typeface="Arial"/>
              <a:buNone/>
            </a:pPr>
            <a:r>
              <a:t/>
            </a:r>
            <a:endParaRPr b="0" i="0" sz="28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244763" y="6391805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3"/>
                </a:lnTo>
                <a:lnTo>
                  <a:pt x="0" y="3333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 txBox="1"/>
          <p:nvPr/>
        </p:nvSpPr>
        <p:spPr>
          <a:xfrm>
            <a:off x="5487701" y="7180606"/>
            <a:ext cx="2884615" cy="2046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Arial"/>
              <a:buNone/>
            </a:pPr>
            <a:r>
              <a:rPr b="0" i="0" lang="en-US" sz="2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 utilizado o escuchado alguna herramienta de versionamiento?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Arial"/>
              <a:buNone/>
            </a:pPr>
            <a:r>
              <a:t/>
            </a:r>
            <a:endParaRPr b="0" i="0" sz="2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472504" y="6391805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3"/>
                </a:lnTo>
                <a:lnTo>
                  <a:pt x="0" y="3333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5"/>
          <p:cNvSpPr txBox="1"/>
          <p:nvPr/>
        </p:nvSpPr>
        <p:spPr>
          <a:xfrm>
            <a:off x="9715442" y="7180606"/>
            <a:ext cx="2884615" cy="2114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0"/>
              <a:buFont typeface="Arial"/>
              <a:buNone/>
            </a:pPr>
            <a:r>
              <a:rPr b="0" i="0" lang="en-US" sz="301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Conoce algún método de Ordenamiento?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0"/>
              <a:buFont typeface="Arial"/>
              <a:buNone/>
            </a:pPr>
            <a:r>
              <a:t/>
            </a:r>
            <a:endParaRPr b="0" i="0" sz="301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/>
        </p:nvSpPr>
        <p:spPr>
          <a:xfrm>
            <a:off x="2392343" y="4103179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4157624" y="654364"/>
            <a:ext cx="9972752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1330232" y="4895850"/>
            <a:ext cx="1436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9563" y="4895850"/>
            <a:ext cx="366712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ASIGNACIÓN DTT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4418550" y="2915066"/>
            <a:ext cx="9450900" cy="18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80"/>
              <a:buFont typeface="Arial"/>
              <a:buNone/>
            </a:pPr>
            <a:r>
              <a:rPr lang="en-US" sz="4880">
                <a:solidFill>
                  <a:srgbClr val="131416"/>
                </a:solidFill>
              </a:rPr>
              <a:t>https://forms.gle/b8BNizFd9tJuKsWq5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8" title="qrcode_229382834_e7540b637eee85f642011e8a0335c2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1788" y="4717766"/>
            <a:ext cx="5264435" cy="5264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6431543" y="4551211"/>
            <a:ext cx="10071101" cy="5290006"/>
          </a:xfrm>
          <a:custGeom>
            <a:rect b="b" l="l" r="r" t="t"/>
            <a:pathLst>
              <a:path extrusionOk="0" h="5290006" w="10071101">
                <a:moveTo>
                  <a:pt x="0" y="0"/>
                </a:moveTo>
                <a:lnTo>
                  <a:pt x="10071101" y="0"/>
                </a:lnTo>
                <a:lnTo>
                  <a:pt x="10071101" y="5290007"/>
                </a:lnTo>
                <a:lnTo>
                  <a:pt x="0" y="52900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9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HERRAMIENTAS A USAR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1028700" y="2975991"/>
            <a:ext cx="14112345" cy="663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80"/>
              <a:buFont typeface="Arial"/>
              <a:buNone/>
            </a:pPr>
            <a:r>
              <a:rPr b="1" i="0" lang="en-US" sz="3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Instalación JAVA JDK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1028700" y="3892248"/>
            <a:ext cx="909066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 en el navegador Java JDK 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2414242" y="2158564"/>
            <a:ext cx="13923901" cy="5969873"/>
          </a:xfrm>
          <a:custGeom>
            <a:rect b="b" l="l" r="r" t="t"/>
            <a:pathLst>
              <a:path extrusionOk="0" h="5969873" w="13923901">
                <a:moveTo>
                  <a:pt x="0" y="0"/>
                </a:moveTo>
                <a:lnTo>
                  <a:pt x="13923901" y="0"/>
                </a:lnTo>
                <a:lnTo>
                  <a:pt x="13923901" y="5969872"/>
                </a:lnTo>
                <a:lnTo>
                  <a:pt x="0" y="5969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0"/>
          <p:cNvSpPr txBox="1"/>
          <p:nvPr/>
        </p:nvSpPr>
        <p:spPr>
          <a:xfrm>
            <a:off x="1028700" y="1256163"/>
            <a:ext cx="73077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Click en Java Downloads de 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3523986" y="8384544"/>
            <a:ext cx="1170441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Enlace: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https://www.oracle.com/java/technologies/downloads/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1927076" y="2330925"/>
            <a:ext cx="14898234" cy="5624083"/>
          </a:xfrm>
          <a:custGeom>
            <a:rect b="b" l="l" r="r" t="t"/>
            <a:pathLst>
              <a:path extrusionOk="0" h="5624083" w="14898234">
                <a:moveTo>
                  <a:pt x="0" y="0"/>
                </a:moveTo>
                <a:lnTo>
                  <a:pt x="14898234" y="0"/>
                </a:lnTo>
                <a:lnTo>
                  <a:pt x="14898234" y="5624083"/>
                </a:lnTo>
                <a:lnTo>
                  <a:pt x="0" y="5624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1"/>
          <p:cNvSpPr txBox="1"/>
          <p:nvPr/>
        </p:nvSpPr>
        <p:spPr>
          <a:xfrm>
            <a:off x="1028700" y="1221636"/>
            <a:ext cx="13833656" cy="613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Descargaremos el JDK Development Kit 23.0.2 downloads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1473158" y="8384544"/>
            <a:ext cx="158060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descargara el que dice x64 installer,si el sistema operativo es de 64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4115556" y="2353817"/>
            <a:ext cx="10056888" cy="7483549"/>
          </a:xfrm>
          <a:custGeom>
            <a:rect b="b" l="l" r="r" t="t"/>
            <a:pathLst>
              <a:path extrusionOk="0" h="7483549" w="10056888">
                <a:moveTo>
                  <a:pt x="0" y="0"/>
                </a:moveTo>
                <a:lnTo>
                  <a:pt x="10056888" y="0"/>
                </a:lnTo>
                <a:lnTo>
                  <a:pt x="10056888" y="7483549"/>
                </a:lnTo>
                <a:lnTo>
                  <a:pt x="0" y="7483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2"/>
          <p:cNvSpPr txBox="1"/>
          <p:nvPr/>
        </p:nvSpPr>
        <p:spPr>
          <a:xfrm>
            <a:off x="-642964" y="1382373"/>
            <a:ext cx="13833656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descarga, ejecutaremos el .exe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/>
          <p:nvPr/>
        </p:nvSpPr>
        <p:spPr>
          <a:xfrm>
            <a:off x="3833401" y="2289844"/>
            <a:ext cx="10149231" cy="7622005"/>
          </a:xfrm>
          <a:custGeom>
            <a:rect b="b" l="l" r="r" t="t"/>
            <a:pathLst>
              <a:path extrusionOk="0" h="7622005" w="10149231">
                <a:moveTo>
                  <a:pt x="0" y="0"/>
                </a:moveTo>
                <a:lnTo>
                  <a:pt x="10149231" y="0"/>
                </a:lnTo>
                <a:lnTo>
                  <a:pt x="10149231" y="7622005"/>
                </a:lnTo>
                <a:lnTo>
                  <a:pt x="0" y="7622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3"/>
          <p:cNvSpPr txBox="1"/>
          <p:nvPr/>
        </p:nvSpPr>
        <p:spPr>
          <a:xfrm>
            <a:off x="114465" y="1382373"/>
            <a:ext cx="17144835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ejecutarse la ventana dar click en next hasta que empieze a instalar.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/>
          <p:nvPr/>
        </p:nvSpPr>
        <p:spPr>
          <a:xfrm>
            <a:off x="4180642" y="1905159"/>
            <a:ext cx="10388829" cy="7850571"/>
          </a:xfrm>
          <a:custGeom>
            <a:rect b="b" l="l" r="r" t="t"/>
            <a:pathLst>
              <a:path extrusionOk="0" h="7850571" w="10388829">
                <a:moveTo>
                  <a:pt x="0" y="0"/>
                </a:moveTo>
                <a:lnTo>
                  <a:pt x="10388829" y="0"/>
                </a:lnTo>
                <a:lnTo>
                  <a:pt x="10388829" y="7850571"/>
                </a:lnTo>
                <a:lnTo>
                  <a:pt x="0" y="7850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4"/>
          <p:cNvSpPr txBox="1"/>
          <p:nvPr/>
        </p:nvSpPr>
        <p:spPr>
          <a:xfrm>
            <a:off x="1028700" y="1038591"/>
            <a:ext cx="93651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instalacion dar click en close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/>
          <p:nvPr/>
        </p:nvSpPr>
        <p:spPr>
          <a:xfrm>
            <a:off x="1731471" y="2686664"/>
            <a:ext cx="14825057" cy="6986308"/>
          </a:xfrm>
          <a:custGeom>
            <a:rect b="b" l="l" r="r" t="t"/>
            <a:pathLst>
              <a:path extrusionOk="0" h="6986308" w="14825057">
                <a:moveTo>
                  <a:pt x="0" y="0"/>
                </a:moveTo>
                <a:lnTo>
                  <a:pt x="14825058" y="0"/>
                </a:lnTo>
                <a:lnTo>
                  <a:pt x="14825058" y="6986308"/>
                </a:lnTo>
                <a:lnTo>
                  <a:pt x="0" y="6986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15"/>
          <p:cNvSpPr txBox="1"/>
          <p:nvPr/>
        </p:nvSpPr>
        <p:spPr>
          <a:xfrm>
            <a:off x="1028700" y="952500"/>
            <a:ext cx="14112345" cy="663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80"/>
              <a:buFont typeface="Arial"/>
              <a:buNone/>
            </a:pPr>
            <a:r>
              <a:rPr b="1" i="0" lang="en-US" sz="3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Instalación NetBeans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1028700" y="2027700"/>
            <a:ext cx="8887492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 en el navegador Apache Netbeans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/>
          <p:nvPr/>
        </p:nvSpPr>
        <p:spPr>
          <a:xfrm>
            <a:off x="2261035" y="2646991"/>
            <a:ext cx="13765929" cy="6160253"/>
          </a:xfrm>
          <a:custGeom>
            <a:rect b="b" l="l" r="r" t="t"/>
            <a:pathLst>
              <a:path extrusionOk="0" h="6160253" w="13765929">
                <a:moveTo>
                  <a:pt x="0" y="0"/>
                </a:moveTo>
                <a:lnTo>
                  <a:pt x="13765930" y="0"/>
                </a:lnTo>
                <a:lnTo>
                  <a:pt x="13765930" y="6160253"/>
                </a:lnTo>
                <a:lnTo>
                  <a:pt x="0" y="616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6"/>
          <p:cNvSpPr txBox="1"/>
          <p:nvPr/>
        </p:nvSpPr>
        <p:spPr>
          <a:xfrm>
            <a:off x="1028700" y="1038591"/>
            <a:ext cx="93651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el primer enlace que aparece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/>
          <p:nvPr/>
        </p:nvSpPr>
        <p:spPr>
          <a:xfrm>
            <a:off x="2239623" y="1811008"/>
            <a:ext cx="14256650" cy="6664984"/>
          </a:xfrm>
          <a:custGeom>
            <a:rect b="b" l="l" r="r" t="t"/>
            <a:pathLst>
              <a:path extrusionOk="0" h="6664984" w="14256650">
                <a:moveTo>
                  <a:pt x="0" y="0"/>
                </a:moveTo>
                <a:lnTo>
                  <a:pt x="14256650" y="0"/>
                </a:lnTo>
                <a:lnTo>
                  <a:pt x="14256650" y="6664984"/>
                </a:lnTo>
                <a:lnTo>
                  <a:pt x="0" y="66649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7"/>
          <p:cNvSpPr txBox="1"/>
          <p:nvPr/>
        </p:nvSpPr>
        <p:spPr>
          <a:xfrm>
            <a:off x="1028700" y="962025"/>
            <a:ext cx="496098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403791" y="8409317"/>
            <a:ext cx="16855509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Enlace: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https://netbeans.apache.org/front/main/download/nb24/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2054502" y="2006397"/>
            <a:ext cx="14178996" cy="6274206"/>
          </a:xfrm>
          <a:custGeom>
            <a:rect b="b" l="l" r="r" t="t"/>
            <a:pathLst>
              <a:path extrusionOk="0" h="6274206" w="14178996">
                <a:moveTo>
                  <a:pt x="0" y="0"/>
                </a:moveTo>
                <a:lnTo>
                  <a:pt x="14178996" y="0"/>
                </a:lnTo>
                <a:lnTo>
                  <a:pt x="14178996" y="6274206"/>
                </a:lnTo>
                <a:lnTo>
                  <a:pt x="0" y="6274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8"/>
          <p:cNvSpPr txBox="1"/>
          <p:nvPr/>
        </p:nvSpPr>
        <p:spPr>
          <a:xfrm>
            <a:off x="1028700" y="962025"/>
            <a:ext cx="1341574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este ejemplo se descargara el archivo de instalación .exe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403791" y="8409317"/>
            <a:ext cx="16855509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descargara el que dice </a:t>
            </a:r>
            <a:r>
              <a:rPr b="0" i="0" lang="en-US" sz="3613" u="sng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Apache-NetBeans-24-bin-windows-x64.exe</a:t>
            </a: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,si el sistema operativo es de 64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/>
          <p:nvPr/>
        </p:nvSpPr>
        <p:spPr>
          <a:xfrm>
            <a:off x="4289037" y="1827509"/>
            <a:ext cx="9709926" cy="8073723"/>
          </a:xfrm>
          <a:custGeom>
            <a:rect b="b" l="l" r="r" t="t"/>
            <a:pathLst>
              <a:path extrusionOk="0" h="8073723" w="9709926">
                <a:moveTo>
                  <a:pt x="0" y="0"/>
                </a:moveTo>
                <a:lnTo>
                  <a:pt x="9709926" y="0"/>
                </a:lnTo>
                <a:lnTo>
                  <a:pt x="9709926" y="8073722"/>
                </a:lnTo>
                <a:lnTo>
                  <a:pt x="0" y="807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9"/>
          <p:cNvSpPr txBox="1"/>
          <p:nvPr/>
        </p:nvSpPr>
        <p:spPr>
          <a:xfrm>
            <a:off x="1028700" y="962025"/>
            <a:ext cx="9780746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descargarse el archivo ejecutaremos el .exe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/>
          <p:nvPr/>
        </p:nvSpPr>
        <p:spPr>
          <a:xfrm>
            <a:off x="3957730" y="2521294"/>
            <a:ext cx="9586554" cy="7254358"/>
          </a:xfrm>
          <a:custGeom>
            <a:rect b="b" l="l" r="r" t="t"/>
            <a:pathLst>
              <a:path extrusionOk="0" h="7254358" w="9586554">
                <a:moveTo>
                  <a:pt x="0" y="0"/>
                </a:moveTo>
                <a:lnTo>
                  <a:pt x="9586554" y="0"/>
                </a:lnTo>
                <a:lnTo>
                  <a:pt x="9586554" y="7254358"/>
                </a:lnTo>
                <a:lnTo>
                  <a:pt x="0" y="7254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0"/>
          <p:cNvSpPr txBox="1"/>
          <p:nvPr/>
        </p:nvSpPr>
        <p:spPr>
          <a:xfrm>
            <a:off x="1028700" y="962025"/>
            <a:ext cx="1601730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ejecutarse la ventana dar click en next y aceptamon los terminos y condiciones, luego click en siguiente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4416018" y="2320583"/>
            <a:ext cx="9455965" cy="7966417"/>
          </a:xfrm>
          <a:custGeom>
            <a:rect b="b" l="l" r="r" t="t"/>
            <a:pathLst>
              <a:path extrusionOk="0" h="7966417" w="9455965">
                <a:moveTo>
                  <a:pt x="0" y="0"/>
                </a:moveTo>
                <a:lnTo>
                  <a:pt x="9455964" y="0"/>
                </a:lnTo>
                <a:lnTo>
                  <a:pt x="9455964" y="7966417"/>
                </a:lnTo>
                <a:lnTo>
                  <a:pt x="0" y="7966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21"/>
          <p:cNvSpPr txBox="1"/>
          <p:nvPr/>
        </p:nvSpPr>
        <p:spPr>
          <a:xfrm>
            <a:off x="1028700" y="962025"/>
            <a:ext cx="1601730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next hasta que aparezca el boton install e instalar el programa dandole click al boton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/>
          <p:nvPr/>
        </p:nvSpPr>
        <p:spPr>
          <a:xfrm>
            <a:off x="4166695" y="1905377"/>
            <a:ext cx="9269826" cy="8006812"/>
          </a:xfrm>
          <a:custGeom>
            <a:rect b="b" l="l" r="r" t="t"/>
            <a:pathLst>
              <a:path extrusionOk="0" h="8006812" w="9269826">
                <a:moveTo>
                  <a:pt x="0" y="0"/>
                </a:moveTo>
                <a:lnTo>
                  <a:pt x="9269826" y="0"/>
                </a:lnTo>
                <a:lnTo>
                  <a:pt x="9269826" y="8006812"/>
                </a:lnTo>
                <a:lnTo>
                  <a:pt x="0" y="8006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2"/>
          <p:cNvSpPr txBox="1"/>
          <p:nvPr/>
        </p:nvSpPr>
        <p:spPr>
          <a:xfrm>
            <a:off x="1028700" y="962025"/>
            <a:ext cx="12843282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instalación ya podemos ejecutar Netbeans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13"/>
              <a:buFont typeface="Arial"/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23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