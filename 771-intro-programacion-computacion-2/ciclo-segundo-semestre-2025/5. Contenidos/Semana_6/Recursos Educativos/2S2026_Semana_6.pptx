
<file path=[Content_Types].xml><?xml version="1.0" encoding="utf-8"?>
<Types xmlns="http://schemas.openxmlformats.org/package/2006/content-types">
  <Default ContentType="application/vnd.openxmlformats-officedocument.vmlDrawing" Extension="vml"/>
  <Default ContentType="application/x-fontdata" Extension="fntdata"/>
  <Default ContentType="application/vnd.openxmlformats-officedocument.oleObject" Extension="bin"/>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oleObject" PartName="/ppt/embeddings/oleObject1.bin"/>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y="10287000" cx="18288000"/>
  <p:notesSz cx="6858000" cy="9144000"/>
  <p:embeddedFontLst>
    <p:embeddedFont>
      <p:font typeface="Lobster"/>
      <p:regular r:id="rId28"/>
    </p:embeddedFont>
    <p:embeddedFont>
      <p:font typeface="Open Sans"/>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33" roundtripDataSignature="AMtx7miOpnxyHtwKbeuJ8R8vHm9d32GUd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7439F2F-7124-4211-B27C-3D3D1F8C608A}">
  <a:tblStyle styleId="{57439F2F-7124-4211-B27C-3D3D1F8C608A}"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font" Target="fonts/Lobster-regular.fntdata"/><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OpenSans-regular.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OpenSans-italic.fntdata"/><Relationship Id="rId30" Type="http://schemas.openxmlformats.org/officeDocument/2006/relationships/font" Target="fonts/OpenSans-bold.fntdata"/><Relationship Id="rId11" Type="http://schemas.openxmlformats.org/officeDocument/2006/relationships/slide" Target="slides/slide5.xml"/><Relationship Id="rId33" Type="http://customschemas.google.com/relationships/presentationmetadata" Target="metadata"/><Relationship Id="rId10" Type="http://schemas.openxmlformats.org/officeDocument/2006/relationships/slide" Target="slides/slide4.xml"/><Relationship Id="rId32" Type="http://schemas.openxmlformats.org/officeDocument/2006/relationships/font" Target="fonts/OpenSans-boldItalic.fnt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2" name="Google Shape;92;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9" name="Google Shape;99;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7" name="Google Shape;117;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3" name="Google Shape;133;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1" name="Google Shape;141;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7" name="Google Shape;147;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9ab6cbbbe8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9" name="Google Shape;159;g39ab6cbbbe8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9ab6cbbbe8_0_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2" name="Google Shape;172;g39ab6cbbbe8_0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9ab6cbbbe8_0_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5" name="Google Shape;185;g39ab6cbbbe8_0_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9ab6cbbbe8_0_1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2" name="Google Shape;192;g39ab6cbbbe8_0_1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9ab6cbbbe8_0_4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9" name="Google Shape;199;g39ab6cbbbe8_0_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9ab6cbbbe8_0_2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1" name="Google Shape;221;g39ab6cbbbe8_0_2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9ab6cbbbe8_0_4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2" name="Google Shape;242;g39ab6cbbbe8_0_4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7" name="Google Shape;267;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4" name="Google Shape;274;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1" name="Google Shape;281;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0" name="Google Shape;290;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9" name="Google Shape;299;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8" name="Google Shape;328;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3" name="Google Shape;333;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8"/>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8"/>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0"/>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0"/>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1"/>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1"/>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2"/>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2"/>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2"/>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2"/>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4"/>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4"/>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24"/>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5"/>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
          <p:cNvSpPr/>
          <p:nvPr>
            <p:ph idx="2" type="pic"/>
          </p:nvPr>
        </p:nvSpPr>
        <p:spPr>
          <a:xfrm>
            <a:off x="1792288" y="612775"/>
            <a:ext cx="5486400" cy="4114800"/>
          </a:xfrm>
          <a:prstGeom prst="rect">
            <a:avLst/>
          </a:prstGeom>
          <a:noFill/>
          <a:ln>
            <a:noFill/>
          </a:ln>
        </p:spPr>
      </p:sp>
      <p:sp>
        <p:nvSpPr>
          <p:cNvPr id="64" name="Google Shape;64;p25"/>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6"/>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7"/>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7"/>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vmlDrawing" Target="../drawings/vmlDrawing1.vml"/><Relationship Id="rId4" Type="http://schemas.openxmlformats.org/officeDocument/2006/relationships/image" Target="../media/image15.png"/><Relationship Id="rId5" Type="http://schemas.openxmlformats.org/officeDocument/2006/relationships/image" Target="../media/image7.png"/><Relationship Id="rId6" Type="http://schemas.openxmlformats.org/officeDocument/2006/relationships/oleObject" Target="../embeddings/oleObject1.bin"/><Relationship Id="rId7" Type="http://schemas.openxmlformats.org/officeDocument/2006/relationships/oleObject" Target="../embeddings/oleObject1.bin"/><Relationship Id="rId8"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1.png"/><Relationship Id="rId6" Type="http://schemas.openxmlformats.org/officeDocument/2006/relationships/image" Target="../media/image1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1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9.png"/><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8.png"/><Relationship Id="rId4" Type="http://schemas.openxmlformats.org/officeDocument/2006/relationships/image" Target="../media/image14.png"/><Relationship Id="rId5" Type="http://schemas.openxmlformats.org/officeDocument/2006/relationships/image" Target="../media/image13.png"/><Relationship Id="rId6" Type="http://schemas.openxmlformats.org/officeDocument/2006/relationships/image" Target="../media/image12.png"/><Relationship Id="rId7"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8.png"/><Relationship Id="rId4" Type="http://schemas.openxmlformats.org/officeDocument/2006/relationships/image" Target="../media/image23.png"/><Relationship Id="rId9" Type="http://schemas.openxmlformats.org/officeDocument/2006/relationships/image" Target="../media/image21.png"/><Relationship Id="rId5" Type="http://schemas.openxmlformats.org/officeDocument/2006/relationships/image" Target="../media/image18.png"/><Relationship Id="rId6" Type="http://schemas.openxmlformats.org/officeDocument/2006/relationships/image" Target="../media/image19.png"/><Relationship Id="rId7" Type="http://schemas.openxmlformats.org/officeDocument/2006/relationships/image" Target="../media/image43.png"/><Relationship Id="rId8"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2.png"/><Relationship Id="rId4" Type="http://schemas.openxmlformats.org/officeDocument/2006/relationships/image" Target="../media/image20.png"/><Relationship Id="rId9" Type="http://schemas.openxmlformats.org/officeDocument/2006/relationships/image" Target="../media/image27.png"/><Relationship Id="rId5" Type="http://schemas.openxmlformats.org/officeDocument/2006/relationships/image" Target="../media/image41.png"/><Relationship Id="rId6" Type="http://schemas.openxmlformats.org/officeDocument/2006/relationships/image" Target="../media/image22.png"/><Relationship Id="rId7" Type="http://schemas.openxmlformats.org/officeDocument/2006/relationships/image" Target="../media/image24.png"/><Relationship Id="rId8" Type="http://schemas.openxmlformats.org/officeDocument/2006/relationships/image" Target="../media/image2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5.png"/></Relationships>
</file>

<file path=ppt/slides/_rels/slide12.xml.rels><?xml version="1.0" encoding="UTF-8" standalone="yes"?><Relationships xmlns="http://schemas.openxmlformats.org/package/2006/relationships"><Relationship Id="rId11" Type="http://schemas.openxmlformats.org/officeDocument/2006/relationships/image" Target="../media/image24.png"/><Relationship Id="rId10" Type="http://schemas.openxmlformats.org/officeDocument/2006/relationships/image" Target="../media/image22.png"/><Relationship Id="rId13" Type="http://schemas.openxmlformats.org/officeDocument/2006/relationships/image" Target="../media/image43.png"/><Relationship Id="rId12" Type="http://schemas.openxmlformats.org/officeDocument/2006/relationships/image" Target="../media/image26.png"/><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2.png"/><Relationship Id="rId4" Type="http://schemas.openxmlformats.org/officeDocument/2006/relationships/image" Target="../media/image28.png"/><Relationship Id="rId9" Type="http://schemas.openxmlformats.org/officeDocument/2006/relationships/image" Target="../media/image41.png"/><Relationship Id="rId15" Type="http://schemas.openxmlformats.org/officeDocument/2006/relationships/image" Target="../media/image27.png"/><Relationship Id="rId14" Type="http://schemas.openxmlformats.org/officeDocument/2006/relationships/image" Target="../media/image11.png"/><Relationship Id="rId17" Type="http://schemas.openxmlformats.org/officeDocument/2006/relationships/hyperlink" Target="https://graphviz.org/download/" TargetMode="External"/><Relationship Id="rId16" Type="http://schemas.openxmlformats.org/officeDocument/2006/relationships/image" Target="../media/image21.png"/><Relationship Id="rId5" Type="http://schemas.openxmlformats.org/officeDocument/2006/relationships/image" Target="../media/image23.png"/><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image" Target="../media/image20.png"/></Relationships>
</file>

<file path=ppt/slides/_rels/slide13.xml.rels><?xml version="1.0" encoding="UTF-8" standalone="yes"?><Relationships xmlns="http://schemas.openxmlformats.org/package/2006/relationships"><Relationship Id="rId11" Type="http://schemas.openxmlformats.org/officeDocument/2006/relationships/image" Target="../media/image24.png"/><Relationship Id="rId10" Type="http://schemas.openxmlformats.org/officeDocument/2006/relationships/image" Target="../media/image22.png"/><Relationship Id="rId13" Type="http://schemas.openxmlformats.org/officeDocument/2006/relationships/image" Target="../media/image43.png"/><Relationship Id="rId12" Type="http://schemas.openxmlformats.org/officeDocument/2006/relationships/image" Target="../media/image26.png"/><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2.png"/><Relationship Id="rId4" Type="http://schemas.openxmlformats.org/officeDocument/2006/relationships/image" Target="../media/image28.png"/><Relationship Id="rId9" Type="http://schemas.openxmlformats.org/officeDocument/2006/relationships/image" Target="../media/image41.png"/><Relationship Id="rId15" Type="http://schemas.openxmlformats.org/officeDocument/2006/relationships/image" Target="../media/image27.png"/><Relationship Id="rId14" Type="http://schemas.openxmlformats.org/officeDocument/2006/relationships/image" Target="../media/image11.png"/><Relationship Id="rId17" Type="http://schemas.openxmlformats.org/officeDocument/2006/relationships/image" Target="../media/image39.png"/><Relationship Id="rId16" Type="http://schemas.openxmlformats.org/officeDocument/2006/relationships/image" Target="../media/image21.png"/><Relationship Id="rId5" Type="http://schemas.openxmlformats.org/officeDocument/2006/relationships/image" Target="../media/image23.png"/><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image" Target="../media/image2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9.png"/><Relationship Id="rId4" Type="http://schemas.openxmlformats.org/officeDocument/2006/relationships/image" Target="../media/image4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1.png"/><Relationship Id="rId4" Type="http://schemas.openxmlformats.org/officeDocument/2006/relationships/image" Target="../media/image3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42.png"/><Relationship Id="rId4" Type="http://schemas.openxmlformats.org/officeDocument/2006/relationships/image" Target="../media/image32.png"/><Relationship Id="rId5" Type="http://schemas.openxmlformats.org/officeDocument/2006/relationships/hyperlink" Target="https://www.geeksforgeeks.org/dsa/introduction-to-circular-doubly-linked-list/" TargetMode="External"/><Relationship Id="rId6" Type="http://schemas.openxmlformats.org/officeDocument/2006/relationships/hyperlink" Target="https://www.w3schools.com/dsa/dsa_data_linkedlists_types.php" TargetMode="External"/><Relationship Id="rId7" Type="http://schemas.openxmlformats.org/officeDocument/2006/relationships/hyperlink" Target="https://graphviz.org/" TargetMode="External"/><Relationship Id="rId8" Type="http://schemas.openxmlformats.org/officeDocument/2006/relationships/hyperlink" Target="https://graphviz.readthedocs.io/en/stable/"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3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3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3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3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3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4">
              <a:alphaModFix/>
            </a:blip>
            <a:stretch>
              <a:fillRect b="0" l="0" r="0" t="0"/>
            </a:stretch>
          </a:blipFill>
          <a:ln>
            <a:noFill/>
          </a:ln>
        </p:spPr>
      </p:sp>
      <p:sp>
        <p:nvSpPr>
          <p:cNvPr id="85" name="Google Shape;85;p1"/>
          <p:cNvSpPr/>
          <p:nvPr/>
        </p:nvSpPr>
        <p:spPr>
          <a:xfrm>
            <a:off x="1969850" y="3030151"/>
            <a:ext cx="15055872" cy="3260981"/>
          </a:xfrm>
          <a:custGeom>
            <a:rect b="b" l="l" r="r" t="t"/>
            <a:pathLst>
              <a:path extrusionOk="0" h="1811656" w="9002016">
                <a:moveTo>
                  <a:pt x="0" y="0"/>
                </a:moveTo>
                <a:lnTo>
                  <a:pt x="9002016" y="0"/>
                </a:lnTo>
                <a:lnTo>
                  <a:pt x="9002016" y="1811656"/>
                </a:lnTo>
                <a:lnTo>
                  <a:pt x="0" y="1811656"/>
                </a:lnTo>
                <a:lnTo>
                  <a:pt x="0" y="0"/>
                </a:lnTo>
                <a:close/>
              </a:path>
            </a:pathLst>
          </a:custGeom>
          <a:blipFill rotWithShape="1">
            <a:blip r:embed="rId5">
              <a:alphaModFix/>
            </a:blip>
            <a:stretch>
              <a:fillRect b="0" l="0" r="0" t="0"/>
            </a:stretch>
          </a:blipFill>
          <a:ln>
            <a:noFill/>
          </a:ln>
        </p:spPr>
      </p:sp>
      <p:graphicFrame>
        <p:nvGraphicFramePr>
          <p:cNvPr id="86" name="Google Shape;86;p1"/>
          <p:cNvGraphicFramePr/>
          <p:nvPr/>
        </p:nvGraphicFramePr>
        <p:xfrm>
          <a:off x="10670025" y="1766775"/>
          <a:ext cx="9524676" cy="1881100"/>
        </p:xfrm>
        <a:graphic>
          <a:graphicData uri="http://schemas.openxmlformats.org/presentationml/2006/ole">
            <mc:AlternateContent>
              <mc:Choice Requires="v">
                <p:oleObj r:id="rId6" imgH="1881100" imgW="9524676" progId="Excel.Sheet.12" spid="_x0000_s1">
                  <p:embed/>
                </p:oleObj>
              </mc:Choice>
              <mc:Fallback>
                <p:oleObj r:id="rId7" imgH="1881100" imgW="9524676" progId="Excel.Sheet.12">
                  <p:embed/>
                  <p:pic>
                    <p:nvPicPr>
                      <p:cNvPr id="86" name="Google Shape;86;p1"/>
                      <p:cNvPicPr preferRelativeResize="0"/>
                      <p:nvPr/>
                    </p:nvPicPr>
                    <p:blipFill rotWithShape="1">
                      <a:blip r:embed="rId8">
                        <a:alphaModFix/>
                      </a:blip>
                      <a:srcRect b="0" l="0" r="0" t="0"/>
                      <a:stretch/>
                    </p:blipFill>
                    <p:spPr>
                      <a:xfrm>
                        <a:off x="10670025" y="1766775"/>
                        <a:ext cx="9524676" cy="1881100"/>
                      </a:xfrm>
                      <a:prstGeom prst="rect">
                        <a:avLst/>
                      </a:prstGeom>
                      <a:noFill/>
                      <a:ln>
                        <a:noFill/>
                      </a:ln>
                    </p:spPr>
                  </p:pic>
                </p:oleObj>
              </mc:Fallback>
            </mc:AlternateContent>
          </a:graphicData>
        </a:graphic>
      </p:graphicFrame>
      <p:sp>
        <p:nvSpPr>
          <p:cNvPr id="87" name="Google Shape;87;p1"/>
          <p:cNvSpPr txBox="1"/>
          <p:nvPr/>
        </p:nvSpPr>
        <p:spPr>
          <a:xfrm>
            <a:off x="5792614" y="6291132"/>
            <a:ext cx="6702900" cy="8865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Clr>
                <a:srgbClr val="000000"/>
              </a:buClr>
              <a:buSzPts val="2400"/>
              <a:buFont typeface="Arial"/>
              <a:buNone/>
            </a:pPr>
            <a:r>
              <a:rPr b="1" i="0" lang="en-US" sz="2400" u="none" cap="none" strike="noStrike">
                <a:solidFill>
                  <a:srgbClr val="000000"/>
                </a:solidFill>
                <a:latin typeface="Open Sans"/>
                <a:ea typeface="Open Sans"/>
                <a:cs typeface="Open Sans"/>
                <a:sym typeface="Open Sans"/>
              </a:rPr>
              <a:t>Escuela de Ingeniería de Ciencias Y Sistemas</a:t>
            </a:r>
            <a:endParaRPr b="0" i="0" sz="1400" u="none" cap="none" strike="noStrike">
              <a:solidFill>
                <a:srgbClr val="000000"/>
              </a:solidFill>
              <a:latin typeface="Arial"/>
              <a:ea typeface="Arial"/>
              <a:cs typeface="Arial"/>
              <a:sym typeface="Arial"/>
            </a:endParaRPr>
          </a:p>
          <a:p>
            <a:pPr indent="0" lvl="0" marL="0" marR="0" rtl="0" algn="ctr">
              <a:lnSpc>
                <a:spcPct val="139958"/>
              </a:lnSpc>
              <a:spcBef>
                <a:spcPts val="0"/>
              </a:spcBef>
              <a:spcAft>
                <a:spcPts val="0"/>
              </a:spcAft>
              <a:buClr>
                <a:srgbClr val="000000"/>
              </a:buClr>
              <a:buSzPts val="2400"/>
              <a:buFont typeface="Arial"/>
              <a:buNone/>
            </a:pPr>
            <a:r>
              <a:t/>
            </a:r>
            <a:endParaRPr b="1" i="0" sz="2400" u="none" cap="none" strike="noStrike">
              <a:solidFill>
                <a:srgbClr val="000000"/>
              </a:solidFill>
              <a:latin typeface="Open Sans"/>
              <a:ea typeface="Open Sans"/>
              <a:cs typeface="Open Sans"/>
              <a:sym typeface="Open Sans"/>
            </a:endParaRPr>
          </a:p>
        </p:txBody>
      </p:sp>
      <p:sp>
        <p:nvSpPr>
          <p:cNvPr id="88" name="Google Shape;88;p1"/>
          <p:cNvSpPr txBox="1"/>
          <p:nvPr/>
        </p:nvSpPr>
        <p:spPr>
          <a:xfrm>
            <a:off x="348639" y="9201150"/>
            <a:ext cx="4067111" cy="108585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3140"/>
              <a:buFont typeface="Arial"/>
              <a:buNone/>
            </a:pPr>
            <a:r>
              <a:rPr b="1" i="0" lang="en-US" sz="3140" u="none" cap="none" strike="noStrike">
                <a:solidFill>
                  <a:srgbClr val="000000"/>
                </a:solidFill>
                <a:latin typeface="Open Sans"/>
                <a:ea typeface="Open Sans"/>
                <a:cs typeface="Open Sans"/>
                <a:sym typeface="Open Sans"/>
              </a:rPr>
              <a:t>NOMBRE DEL TUTOR</a:t>
            </a:r>
            <a:endParaRPr b="0" i="0" sz="1400" u="none" cap="none" strike="noStrike">
              <a:solidFill>
                <a:srgbClr val="000000"/>
              </a:solidFill>
              <a:latin typeface="Arial"/>
              <a:ea typeface="Arial"/>
              <a:cs typeface="Arial"/>
              <a:sym typeface="Arial"/>
            </a:endParaRPr>
          </a:p>
          <a:p>
            <a:pPr indent="0" lvl="0" marL="0" marR="0" rtl="0" algn="ctr">
              <a:lnSpc>
                <a:spcPct val="140000"/>
              </a:lnSpc>
              <a:spcBef>
                <a:spcPts val="0"/>
              </a:spcBef>
              <a:spcAft>
                <a:spcPts val="0"/>
              </a:spcAft>
              <a:buClr>
                <a:srgbClr val="000000"/>
              </a:buClr>
              <a:buSzPts val="3140"/>
              <a:buFont typeface="Arial"/>
              <a:buNone/>
            </a:pPr>
            <a:r>
              <a:t/>
            </a:r>
            <a:endParaRPr b="1" i="0" sz="3140" u="none" cap="none" strike="noStrike">
              <a:solidFill>
                <a:srgbClr val="000000"/>
              </a:solidFill>
              <a:latin typeface="Open Sans"/>
              <a:ea typeface="Open Sans"/>
              <a:cs typeface="Open Sans"/>
              <a:sym typeface="Open Sans"/>
            </a:endParaRPr>
          </a:p>
        </p:txBody>
      </p:sp>
      <p:sp>
        <p:nvSpPr>
          <p:cNvPr id="89" name="Google Shape;89;p1"/>
          <p:cNvSpPr txBox="1"/>
          <p:nvPr/>
        </p:nvSpPr>
        <p:spPr>
          <a:xfrm>
            <a:off x="2904236" y="3801950"/>
            <a:ext cx="13187100" cy="23271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4200"/>
              <a:buFont typeface="Arial"/>
              <a:buNone/>
            </a:pPr>
            <a:r>
              <a:rPr b="1" i="0" lang="en-US" sz="4200" u="none" cap="none" strike="noStrike">
                <a:solidFill>
                  <a:srgbClr val="000000"/>
                </a:solidFill>
                <a:latin typeface="Open Sans"/>
                <a:ea typeface="Open Sans"/>
                <a:cs typeface="Open Sans"/>
                <a:sym typeface="Open Sans"/>
              </a:rPr>
              <a:t>INTRODUCCIÓN A LA PROGRAMACIÓN Y COMPUTACIÓN 2</a:t>
            </a:r>
            <a:endParaRPr b="1" i="0" sz="4200" u="none" cap="none" strike="noStrike">
              <a:solidFill>
                <a:srgbClr val="000000"/>
              </a:solidFill>
              <a:latin typeface="Open Sans"/>
              <a:ea typeface="Open Sans"/>
              <a:cs typeface="Open Sans"/>
              <a:sym typeface="Open Sans"/>
            </a:endParaRPr>
          </a:p>
          <a:p>
            <a:pPr indent="0" lvl="0" marL="0" marR="0" rtl="0" algn="ctr">
              <a:lnSpc>
                <a:spcPct val="79976"/>
              </a:lnSpc>
              <a:spcBef>
                <a:spcPts val="0"/>
              </a:spcBef>
              <a:spcAft>
                <a:spcPts val="0"/>
              </a:spcAft>
              <a:buClr>
                <a:srgbClr val="000000"/>
              </a:buClr>
              <a:buSzPts val="4200"/>
              <a:buFont typeface="Arial"/>
              <a:buNone/>
            </a:pPr>
            <a:r>
              <a:t/>
            </a:r>
            <a:endParaRPr b="1" i="0" sz="4200" u="none" cap="none" strike="noStrike">
              <a:solidFill>
                <a:srgbClr val="000000"/>
              </a:solidFill>
              <a:latin typeface="Open Sans"/>
              <a:ea typeface="Open Sans"/>
              <a:cs typeface="Open Sans"/>
              <a:sym typeface="Open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2"/>
          <p:cNvSpPr/>
          <p:nvPr/>
        </p:nvSpPr>
        <p:spPr>
          <a:xfrm>
            <a:off x="0" y="0"/>
            <a:ext cx="18288000" cy="10401300"/>
          </a:xfrm>
          <a:custGeom>
            <a:rect b="b" l="l" r="r" t="t"/>
            <a:pathLst>
              <a:path extrusionOk="0" h="10401300" w="18288000">
                <a:moveTo>
                  <a:pt x="0" y="0"/>
                </a:moveTo>
                <a:lnTo>
                  <a:pt x="18288000" y="0"/>
                </a:lnTo>
                <a:lnTo>
                  <a:pt x="18288000" y="10401300"/>
                </a:lnTo>
                <a:lnTo>
                  <a:pt x="0" y="10401300"/>
                </a:lnTo>
                <a:lnTo>
                  <a:pt x="0" y="0"/>
                </a:lnTo>
                <a:close/>
              </a:path>
            </a:pathLst>
          </a:custGeom>
          <a:blipFill rotWithShape="1">
            <a:blip r:embed="rId3">
              <a:alphaModFix/>
            </a:blip>
            <a:stretch>
              <a:fillRect b="0" l="0" r="0" t="0"/>
            </a:stretch>
          </a:blipFill>
          <a:ln>
            <a:noFill/>
          </a:ln>
        </p:spPr>
      </p:sp>
      <p:sp>
        <p:nvSpPr>
          <p:cNvPr id="95" name="Google Shape;95;p2"/>
          <p:cNvSpPr txBox="1"/>
          <p:nvPr/>
        </p:nvSpPr>
        <p:spPr>
          <a:xfrm>
            <a:off x="3553350" y="3119625"/>
            <a:ext cx="11181300" cy="32505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Clr>
                <a:srgbClr val="000000"/>
              </a:buClr>
              <a:buSzPts val="8799"/>
              <a:buFont typeface="Arial"/>
              <a:buNone/>
            </a:pPr>
            <a:r>
              <a:rPr b="1" i="0" lang="en-US" sz="8799" u="none" cap="none" strike="noStrike">
                <a:solidFill>
                  <a:srgbClr val="000000"/>
                </a:solidFill>
                <a:latin typeface="Open Sans"/>
                <a:ea typeface="Open Sans"/>
                <a:cs typeface="Open Sans"/>
                <a:sym typeface="Open Sans"/>
              </a:rPr>
              <a:t>UNIDAD #:4</a:t>
            </a:r>
            <a:endParaRPr b="0" i="0" sz="1400" u="none" cap="none" strike="noStrike">
              <a:solidFill>
                <a:srgbClr val="000000"/>
              </a:solidFill>
              <a:latin typeface="Arial"/>
              <a:ea typeface="Arial"/>
              <a:cs typeface="Arial"/>
              <a:sym typeface="Arial"/>
            </a:endParaRPr>
          </a:p>
          <a:p>
            <a:pPr indent="0" lvl="0" marL="0" marR="0" rtl="0" algn="ctr">
              <a:lnSpc>
                <a:spcPct val="140004"/>
              </a:lnSpc>
              <a:spcBef>
                <a:spcPts val="0"/>
              </a:spcBef>
              <a:spcAft>
                <a:spcPts val="0"/>
              </a:spcAft>
              <a:buClr>
                <a:srgbClr val="000000"/>
              </a:buClr>
              <a:buSzPts val="8799"/>
              <a:buFont typeface="Arial"/>
              <a:buNone/>
            </a:pPr>
            <a:r>
              <a:t/>
            </a:r>
            <a:endParaRPr b="1" i="0" sz="8799" u="none" cap="none" strike="noStrike">
              <a:solidFill>
                <a:srgbClr val="000000"/>
              </a:solidFill>
              <a:latin typeface="Open Sans"/>
              <a:ea typeface="Open Sans"/>
              <a:cs typeface="Open Sans"/>
              <a:sym typeface="Open Sans"/>
            </a:endParaRPr>
          </a:p>
        </p:txBody>
      </p:sp>
      <p:sp>
        <p:nvSpPr>
          <p:cNvPr id="96" name="Google Shape;96;p2"/>
          <p:cNvSpPr txBox="1"/>
          <p:nvPr/>
        </p:nvSpPr>
        <p:spPr>
          <a:xfrm>
            <a:off x="4742100" y="4807525"/>
            <a:ext cx="8803800" cy="42114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7200"/>
              <a:buFont typeface="Arial"/>
              <a:buNone/>
            </a:pPr>
            <a:r>
              <a:rPr b="1" i="0" lang="en-US" sz="7200" u="none" cap="none" strike="noStrike">
                <a:solidFill>
                  <a:srgbClr val="000000"/>
                </a:solidFill>
                <a:latin typeface="Open Sans"/>
                <a:ea typeface="Open Sans"/>
                <a:cs typeface="Open Sans"/>
                <a:sym typeface="Open Sans"/>
              </a:rPr>
              <a:t>Estructura de datos</a:t>
            </a:r>
            <a:endParaRPr b="0" i="0" sz="1400" u="none" cap="none" strike="noStrike">
              <a:solidFill>
                <a:srgbClr val="000000"/>
              </a:solidFill>
              <a:latin typeface="Arial"/>
              <a:ea typeface="Arial"/>
              <a:cs typeface="Arial"/>
              <a:sym typeface="Arial"/>
            </a:endParaRPr>
          </a:p>
          <a:p>
            <a:pPr indent="0" lvl="0" marL="0" marR="0" rtl="0" algn="ctr">
              <a:lnSpc>
                <a:spcPct val="140000"/>
              </a:lnSpc>
              <a:spcBef>
                <a:spcPts val="0"/>
              </a:spcBef>
              <a:spcAft>
                <a:spcPts val="0"/>
              </a:spcAft>
              <a:buClr>
                <a:srgbClr val="000000"/>
              </a:buClr>
              <a:buSzPts val="7200"/>
              <a:buFont typeface="Arial"/>
              <a:buNone/>
            </a:pPr>
            <a:r>
              <a:t/>
            </a:r>
            <a:endParaRPr b="1" i="0" sz="7200" u="none" cap="none" strike="noStrike">
              <a:solidFill>
                <a:srgbClr val="000000"/>
              </a:solidFill>
              <a:latin typeface="Open Sans"/>
              <a:ea typeface="Open Sans"/>
              <a:cs typeface="Open Sans"/>
              <a:sym typeface="Open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3"/>
          <p:cNvSpPr/>
          <p:nvPr/>
        </p:nvSpPr>
        <p:spPr>
          <a:xfrm>
            <a:off x="4687137" y="2492771"/>
            <a:ext cx="9432094" cy="6765529"/>
          </a:xfrm>
          <a:custGeom>
            <a:rect b="b" l="l" r="r" t="t"/>
            <a:pathLst>
              <a:path extrusionOk="0" h="6765529" w="9432094">
                <a:moveTo>
                  <a:pt x="0" y="0"/>
                </a:moveTo>
                <a:lnTo>
                  <a:pt x="9432093" y="0"/>
                </a:lnTo>
                <a:lnTo>
                  <a:pt x="9432093" y="6765529"/>
                </a:lnTo>
                <a:lnTo>
                  <a:pt x="0" y="6765529"/>
                </a:lnTo>
                <a:lnTo>
                  <a:pt x="0" y="0"/>
                </a:lnTo>
                <a:close/>
              </a:path>
            </a:pathLst>
          </a:custGeom>
          <a:blipFill rotWithShape="1">
            <a:blip r:embed="rId3">
              <a:alphaModFix/>
            </a:blip>
            <a:stretch>
              <a:fillRect b="0" l="0" r="0" t="0"/>
            </a:stretch>
          </a:blipFill>
          <a:ln>
            <a:noFill/>
          </a:ln>
        </p:spPr>
      </p:sp>
      <p:sp>
        <p:nvSpPr>
          <p:cNvPr id="102" name="Google Shape;102;p3"/>
          <p:cNvSpPr/>
          <p:nvPr/>
        </p:nvSpPr>
        <p:spPr>
          <a:xfrm>
            <a:off x="3971429" y="612837"/>
            <a:ext cx="11301259" cy="2288505"/>
          </a:xfrm>
          <a:custGeom>
            <a:rect b="b" l="l" r="r" t="t"/>
            <a:pathLst>
              <a:path extrusionOk="0" h="2288505" w="11301259">
                <a:moveTo>
                  <a:pt x="0" y="0"/>
                </a:moveTo>
                <a:lnTo>
                  <a:pt x="11301259" y="0"/>
                </a:lnTo>
                <a:lnTo>
                  <a:pt x="11301259" y="2288505"/>
                </a:lnTo>
                <a:lnTo>
                  <a:pt x="0" y="2288505"/>
                </a:lnTo>
                <a:lnTo>
                  <a:pt x="0" y="0"/>
                </a:lnTo>
                <a:close/>
              </a:path>
            </a:pathLst>
          </a:custGeom>
          <a:blipFill rotWithShape="1">
            <a:blip r:embed="rId4">
              <a:alphaModFix/>
            </a:blip>
            <a:stretch>
              <a:fillRect b="0" l="0" r="0" t="0"/>
            </a:stretch>
          </a:blipFill>
          <a:ln>
            <a:noFill/>
          </a:ln>
        </p:spPr>
      </p:sp>
      <p:sp>
        <p:nvSpPr>
          <p:cNvPr id="103" name="Google Shape;103;p3"/>
          <p:cNvSpPr/>
          <p:nvPr/>
        </p:nvSpPr>
        <p:spPr>
          <a:xfrm>
            <a:off x="314891" y="2901342"/>
            <a:ext cx="4961633" cy="4961633"/>
          </a:xfrm>
          <a:custGeom>
            <a:rect b="b" l="l" r="r" t="t"/>
            <a:pathLst>
              <a:path extrusionOk="0" h="4961633" w="4961633">
                <a:moveTo>
                  <a:pt x="0" y="0"/>
                </a:moveTo>
                <a:lnTo>
                  <a:pt x="4961633" y="0"/>
                </a:lnTo>
                <a:lnTo>
                  <a:pt x="4961633" y="4961632"/>
                </a:lnTo>
                <a:lnTo>
                  <a:pt x="0" y="4961632"/>
                </a:lnTo>
                <a:lnTo>
                  <a:pt x="0" y="0"/>
                </a:lnTo>
                <a:close/>
              </a:path>
            </a:pathLst>
          </a:custGeom>
          <a:blipFill rotWithShape="1">
            <a:blip r:embed="rId5">
              <a:alphaModFix/>
            </a:blip>
            <a:stretch>
              <a:fillRect b="0" l="0" r="0" t="0"/>
            </a:stretch>
          </a:blipFill>
          <a:ln>
            <a:noFill/>
          </a:ln>
        </p:spPr>
      </p:sp>
      <p:sp>
        <p:nvSpPr>
          <p:cNvPr id="104" name="Google Shape;104;p3"/>
          <p:cNvSpPr/>
          <p:nvPr/>
        </p:nvSpPr>
        <p:spPr>
          <a:xfrm>
            <a:off x="5276524" y="3174482"/>
            <a:ext cx="678185" cy="824819"/>
          </a:xfrm>
          <a:custGeom>
            <a:rect b="b" l="l" r="r" t="t"/>
            <a:pathLst>
              <a:path extrusionOk="0" h="824819" w="678185">
                <a:moveTo>
                  <a:pt x="0" y="0"/>
                </a:moveTo>
                <a:lnTo>
                  <a:pt x="678185" y="0"/>
                </a:lnTo>
                <a:lnTo>
                  <a:pt x="678185" y="824819"/>
                </a:lnTo>
                <a:lnTo>
                  <a:pt x="0" y="824819"/>
                </a:lnTo>
                <a:lnTo>
                  <a:pt x="0" y="0"/>
                </a:lnTo>
                <a:close/>
              </a:path>
            </a:pathLst>
          </a:custGeom>
          <a:blipFill rotWithShape="1">
            <a:blip r:embed="rId6">
              <a:alphaModFix/>
            </a:blip>
            <a:stretch>
              <a:fillRect b="0" l="0" r="0" t="0"/>
            </a:stretch>
          </a:blipFill>
          <a:ln>
            <a:noFill/>
          </a:ln>
        </p:spPr>
      </p:sp>
      <p:sp>
        <p:nvSpPr>
          <p:cNvPr id="105" name="Google Shape;105;p3"/>
          <p:cNvSpPr txBox="1"/>
          <p:nvPr/>
        </p:nvSpPr>
        <p:spPr>
          <a:xfrm>
            <a:off x="7866005" y="3510986"/>
            <a:ext cx="14813365" cy="48831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400"/>
              <a:buFont typeface="Arial"/>
              <a:buNone/>
            </a:pPr>
            <a:r>
              <a:rPr b="1" i="0" lang="en-US" sz="1400" u="none" cap="none" strike="noStrike">
                <a:solidFill>
                  <a:srgbClr val="000000"/>
                </a:solidFill>
                <a:latin typeface="Open Sans"/>
                <a:ea typeface="Open Sans"/>
                <a:cs typeface="Open Sans"/>
                <a:sym typeface="Open Sans"/>
              </a:rPr>
              <a:t>(Ingresa los anuncios importantes como lo sean, cortos, entregas, practicas, proyectos, horarios de calificación, etc.)</a:t>
            </a:r>
            <a:endParaRPr b="0" i="0" sz="14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1400"/>
              <a:buFont typeface="Arial"/>
              <a:buNone/>
            </a:pPr>
            <a:r>
              <a:t/>
            </a:r>
            <a:endParaRPr b="1" i="0" sz="1400" u="none" cap="none" strike="noStrike">
              <a:solidFill>
                <a:srgbClr val="000000"/>
              </a:solidFill>
              <a:latin typeface="Open Sans"/>
              <a:ea typeface="Open Sans"/>
              <a:cs typeface="Open Sans"/>
              <a:sym typeface="Open Sans"/>
            </a:endParaRPr>
          </a:p>
        </p:txBody>
      </p:sp>
      <p:sp>
        <p:nvSpPr>
          <p:cNvPr id="106" name="Google Shape;106;p3"/>
          <p:cNvSpPr txBox="1"/>
          <p:nvPr/>
        </p:nvSpPr>
        <p:spPr>
          <a:xfrm>
            <a:off x="5954709" y="4328160"/>
            <a:ext cx="2141097" cy="81534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Clr>
                <a:srgbClr val="000000"/>
              </a:buClr>
              <a:buSzPts val="2400"/>
              <a:buFont typeface="Arial"/>
              <a:buNone/>
            </a:pPr>
            <a:r>
              <a:rPr b="1" i="0" lang="en-US" sz="2400" u="none" cap="none" strike="noStrike">
                <a:solidFill>
                  <a:srgbClr val="000000"/>
                </a:solidFill>
                <a:latin typeface="Open Sans"/>
                <a:ea typeface="Open Sans"/>
                <a:cs typeface="Open Sans"/>
                <a:sym typeface="Open Sans"/>
              </a:rPr>
              <a:t>Anuncio 2</a:t>
            </a:r>
            <a:endParaRPr b="0" i="0" sz="1400" u="none" cap="none" strike="noStrike">
              <a:solidFill>
                <a:srgbClr val="000000"/>
              </a:solidFill>
              <a:latin typeface="Arial"/>
              <a:ea typeface="Arial"/>
              <a:cs typeface="Arial"/>
              <a:sym typeface="Arial"/>
            </a:endParaRPr>
          </a:p>
          <a:p>
            <a:pPr indent="0" lvl="0" marL="0" marR="0" rtl="0" algn="ctr">
              <a:lnSpc>
                <a:spcPct val="139958"/>
              </a:lnSpc>
              <a:spcBef>
                <a:spcPts val="0"/>
              </a:spcBef>
              <a:spcAft>
                <a:spcPts val="0"/>
              </a:spcAft>
              <a:buClr>
                <a:srgbClr val="000000"/>
              </a:buClr>
              <a:buSzPts val="2400"/>
              <a:buFont typeface="Arial"/>
              <a:buNone/>
            </a:pPr>
            <a:r>
              <a:t/>
            </a:r>
            <a:endParaRPr b="1" i="0" sz="2400" u="none" cap="none" strike="noStrike">
              <a:solidFill>
                <a:srgbClr val="000000"/>
              </a:solidFill>
              <a:latin typeface="Open Sans"/>
              <a:ea typeface="Open Sans"/>
              <a:cs typeface="Open Sans"/>
              <a:sym typeface="Open Sans"/>
            </a:endParaRPr>
          </a:p>
        </p:txBody>
      </p:sp>
      <p:sp>
        <p:nvSpPr>
          <p:cNvPr id="107" name="Google Shape;107;p3"/>
          <p:cNvSpPr txBox="1"/>
          <p:nvPr/>
        </p:nvSpPr>
        <p:spPr>
          <a:xfrm>
            <a:off x="5954709" y="3342711"/>
            <a:ext cx="2141097" cy="81534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Clr>
                <a:srgbClr val="000000"/>
              </a:buClr>
              <a:buSzPts val="2400"/>
              <a:buFont typeface="Arial"/>
              <a:buNone/>
            </a:pPr>
            <a:r>
              <a:rPr b="1" i="0" lang="en-US" sz="2400" u="none" cap="none" strike="noStrike">
                <a:solidFill>
                  <a:srgbClr val="000000"/>
                </a:solidFill>
                <a:latin typeface="Open Sans"/>
                <a:ea typeface="Open Sans"/>
                <a:cs typeface="Open Sans"/>
                <a:sym typeface="Open Sans"/>
              </a:rPr>
              <a:t>Anuncio 1</a:t>
            </a:r>
            <a:endParaRPr b="0" i="0" sz="1400" u="none" cap="none" strike="noStrike">
              <a:solidFill>
                <a:srgbClr val="000000"/>
              </a:solidFill>
              <a:latin typeface="Arial"/>
              <a:ea typeface="Arial"/>
              <a:cs typeface="Arial"/>
              <a:sym typeface="Arial"/>
            </a:endParaRPr>
          </a:p>
          <a:p>
            <a:pPr indent="0" lvl="0" marL="0" marR="0" rtl="0" algn="ctr">
              <a:lnSpc>
                <a:spcPct val="139958"/>
              </a:lnSpc>
              <a:spcBef>
                <a:spcPts val="0"/>
              </a:spcBef>
              <a:spcAft>
                <a:spcPts val="0"/>
              </a:spcAft>
              <a:buClr>
                <a:srgbClr val="000000"/>
              </a:buClr>
              <a:buSzPts val="2400"/>
              <a:buFont typeface="Arial"/>
              <a:buNone/>
            </a:pPr>
            <a:r>
              <a:t/>
            </a:r>
            <a:endParaRPr b="1" i="0" sz="2400" u="none" cap="none" strike="noStrike">
              <a:solidFill>
                <a:srgbClr val="000000"/>
              </a:solidFill>
              <a:latin typeface="Open Sans"/>
              <a:ea typeface="Open Sans"/>
              <a:cs typeface="Open Sans"/>
              <a:sym typeface="Open Sans"/>
            </a:endParaRPr>
          </a:p>
        </p:txBody>
      </p:sp>
      <p:sp>
        <p:nvSpPr>
          <p:cNvPr id="108" name="Google Shape;108;p3"/>
          <p:cNvSpPr/>
          <p:nvPr/>
        </p:nvSpPr>
        <p:spPr>
          <a:xfrm>
            <a:off x="5276524" y="4158051"/>
            <a:ext cx="678185" cy="824819"/>
          </a:xfrm>
          <a:custGeom>
            <a:rect b="b" l="l" r="r" t="t"/>
            <a:pathLst>
              <a:path extrusionOk="0" h="824819" w="678185">
                <a:moveTo>
                  <a:pt x="0" y="0"/>
                </a:moveTo>
                <a:lnTo>
                  <a:pt x="678185" y="0"/>
                </a:lnTo>
                <a:lnTo>
                  <a:pt x="678185" y="824819"/>
                </a:lnTo>
                <a:lnTo>
                  <a:pt x="0" y="824819"/>
                </a:lnTo>
                <a:lnTo>
                  <a:pt x="0" y="0"/>
                </a:lnTo>
                <a:close/>
              </a:path>
            </a:pathLst>
          </a:custGeom>
          <a:blipFill rotWithShape="1">
            <a:blip r:embed="rId6">
              <a:alphaModFix/>
            </a:blip>
            <a:stretch>
              <a:fillRect b="0" l="0" r="0" t="0"/>
            </a:stretch>
          </a:blipFill>
          <a:ln>
            <a:noFill/>
          </a:ln>
        </p:spPr>
      </p:sp>
      <p:sp>
        <p:nvSpPr>
          <p:cNvPr id="109" name="Google Shape;109;p3"/>
          <p:cNvSpPr/>
          <p:nvPr/>
        </p:nvSpPr>
        <p:spPr>
          <a:xfrm>
            <a:off x="5276524" y="5259095"/>
            <a:ext cx="678185" cy="824819"/>
          </a:xfrm>
          <a:custGeom>
            <a:rect b="b" l="l" r="r" t="t"/>
            <a:pathLst>
              <a:path extrusionOk="0" h="824819" w="678185">
                <a:moveTo>
                  <a:pt x="0" y="0"/>
                </a:moveTo>
                <a:lnTo>
                  <a:pt x="678185" y="0"/>
                </a:lnTo>
                <a:lnTo>
                  <a:pt x="678185" y="824820"/>
                </a:lnTo>
                <a:lnTo>
                  <a:pt x="0" y="824820"/>
                </a:lnTo>
                <a:lnTo>
                  <a:pt x="0" y="0"/>
                </a:lnTo>
                <a:close/>
              </a:path>
            </a:pathLst>
          </a:custGeom>
          <a:blipFill rotWithShape="1">
            <a:blip r:embed="rId6">
              <a:alphaModFix/>
            </a:blip>
            <a:stretch>
              <a:fillRect b="0" l="0" r="0" t="0"/>
            </a:stretch>
          </a:blipFill>
          <a:ln>
            <a:noFill/>
          </a:ln>
        </p:spPr>
      </p:sp>
      <p:sp>
        <p:nvSpPr>
          <p:cNvPr id="110" name="Google Shape;110;p3"/>
          <p:cNvSpPr/>
          <p:nvPr/>
        </p:nvSpPr>
        <p:spPr>
          <a:xfrm>
            <a:off x="5276524" y="6360140"/>
            <a:ext cx="678185" cy="824819"/>
          </a:xfrm>
          <a:custGeom>
            <a:rect b="b" l="l" r="r" t="t"/>
            <a:pathLst>
              <a:path extrusionOk="0" h="824819" w="678185">
                <a:moveTo>
                  <a:pt x="0" y="0"/>
                </a:moveTo>
                <a:lnTo>
                  <a:pt x="678185" y="0"/>
                </a:lnTo>
                <a:lnTo>
                  <a:pt x="678185" y="824819"/>
                </a:lnTo>
                <a:lnTo>
                  <a:pt x="0" y="824819"/>
                </a:lnTo>
                <a:lnTo>
                  <a:pt x="0" y="0"/>
                </a:lnTo>
                <a:close/>
              </a:path>
            </a:pathLst>
          </a:custGeom>
          <a:blipFill rotWithShape="1">
            <a:blip r:embed="rId6">
              <a:alphaModFix/>
            </a:blip>
            <a:stretch>
              <a:fillRect b="0" l="0" r="0" t="0"/>
            </a:stretch>
          </a:blipFill>
          <a:ln>
            <a:noFill/>
          </a:ln>
        </p:spPr>
      </p:sp>
      <p:sp>
        <p:nvSpPr>
          <p:cNvPr id="111" name="Google Shape;111;p3"/>
          <p:cNvSpPr/>
          <p:nvPr/>
        </p:nvSpPr>
        <p:spPr>
          <a:xfrm>
            <a:off x="5276524" y="7461184"/>
            <a:ext cx="678185" cy="824819"/>
          </a:xfrm>
          <a:custGeom>
            <a:rect b="b" l="l" r="r" t="t"/>
            <a:pathLst>
              <a:path extrusionOk="0" h="824819" w="678185">
                <a:moveTo>
                  <a:pt x="0" y="0"/>
                </a:moveTo>
                <a:lnTo>
                  <a:pt x="678185" y="0"/>
                </a:lnTo>
                <a:lnTo>
                  <a:pt x="678185" y="824819"/>
                </a:lnTo>
                <a:lnTo>
                  <a:pt x="0" y="824819"/>
                </a:lnTo>
                <a:lnTo>
                  <a:pt x="0" y="0"/>
                </a:lnTo>
                <a:close/>
              </a:path>
            </a:pathLst>
          </a:custGeom>
          <a:blipFill rotWithShape="1">
            <a:blip r:embed="rId6">
              <a:alphaModFix/>
            </a:blip>
            <a:stretch>
              <a:fillRect b="0" l="0" r="0" t="0"/>
            </a:stretch>
          </a:blipFill>
          <a:ln>
            <a:noFill/>
          </a:ln>
        </p:spPr>
      </p:sp>
      <p:sp>
        <p:nvSpPr>
          <p:cNvPr id="112" name="Google Shape;112;p3"/>
          <p:cNvSpPr txBox="1"/>
          <p:nvPr/>
        </p:nvSpPr>
        <p:spPr>
          <a:xfrm>
            <a:off x="5954709" y="5448816"/>
            <a:ext cx="2141097" cy="81534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Clr>
                <a:srgbClr val="000000"/>
              </a:buClr>
              <a:buSzPts val="2400"/>
              <a:buFont typeface="Arial"/>
              <a:buNone/>
            </a:pPr>
            <a:r>
              <a:rPr b="1" i="0" lang="en-US" sz="2400" u="none" cap="none" strike="noStrike">
                <a:solidFill>
                  <a:srgbClr val="000000"/>
                </a:solidFill>
                <a:latin typeface="Open Sans"/>
                <a:ea typeface="Open Sans"/>
                <a:cs typeface="Open Sans"/>
                <a:sym typeface="Open Sans"/>
              </a:rPr>
              <a:t>Anuncio 3</a:t>
            </a:r>
            <a:endParaRPr b="0" i="0" sz="1400" u="none" cap="none" strike="noStrike">
              <a:solidFill>
                <a:srgbClr val="000000"/>
              </a:solidFill>
              <a:latin typeface="Arial"/>
              <a:ea typeface="Arial"/>
              <a:cs typeface="Arial"/>
              <a:sym typeface="Arial"/>
            </a:endParaRPr>
          </a:p>
          <a:p>
            <a:pPr indent="0" lvl="0" marL="0" marR="0" rtl="0" algn="ctr">
              <a:lnSpc>
                <a:spcPct val="139958"/>
              </a:lnSpc>
              <a:spcBef>
                <a:spcPts val="0"/>
              </a:spcBef>
              <a:spcAft>
                <a:spcPts val="0"/>
              </a:spcAft>
              <a:buClr>
                <a:srgbClr val="000000"/>
              </a:buClr>
              <a:buSzPts val="2400"/>
              <a:buFont typeface="Arial"/>
              <a:buNone/>
            </a:pPr>
            <a:r>
              <a:t/>
            </a:r>
            <a:endParaRPr b="1" i="0" sz="2400" u="none" cap="none" strike="noStrike">
              <a:solidFill>
                <a:srgbClr val="000000"/>
              </a:solidFill>
              <a:latin typeface="Open Sans"/>
              <a:ea typeface="Open Sans"/>
              <a:cs typeface="Open Sans"/>
              <a:sym typeface="Open Sans"/>
            </a:endParaRPr>
          </a:p>
        </p:txBody>
      </p:sp>
      <p:sp>
        <p:nvSpPr>
          <p:cNvPr id="113" name="Google Shape;113;p3"/>
          <p:cNvSpPr txBox="1"/>
          <p:nvPr/>
        </p:nvSpPr>
        <p:spPr>
          <a:xfrm>
            <a:off x="5954709" y="6435606"/>
            <a:ext cx="2141097" cy="81534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Clr>
                <a:srgbClr val="000000"/>
              </a:buClr>
              <a:buSzPts val="2400"/>
              <a:buFont typeface="Arial"/>
              <a:buNone/>
            </a:pPr>
            <a:r>
              <a:rPr b="1" i="0" lang="en-US" sz="2400" u="none" cap="none" strike="noStrike">
                <a:solidFill>
                  <a:srgbClr val="000000"/>
                </a:solidFill>
                <a:latin typeface="Open Sans"/>
                <a:ea typeface="Open Sans"/>
                <a:cs typeface="Open Sans"/>
                <a:sym typeface="Open Sans"/>
              </a:rPr>
              <a:t>Anuncio 4</a:t>
            </a:r>
            <a:endParaRPr b="0" i="0" sz="1400" u="none" cap="none" strike="noStrike">
              <a:solidFill>
                <a:srgbClr val="000000"/>
              </a:solidFill>
              <a:latin typeface="Arial"/>
              <a:ea typeface="Arial"/>
              <a:cs typeface="Arial"/>
              <a:sym typeface="Arial"/>
            </a:endParaRPr>
          </a:p>
          <a:p>
            <a:pPr indent="0" lvl="0" marL="0" marR="0" rtl="0" algn="ctr">
              <a:lnSpc>
                <a:spcPct val="139958"/>
              </a:lnSpc>
              <a:spcBef>
                <a:spcPts val="0"/>
              </a:spcBef>
              <a:spcAft>
                <a:spcPts val="0"/>
              </a:spcAft>
              <a:buClr>
                <a:srgbClr val="000000"/>
              </a:buClr>
              <a:buSzPts val="2400"/>
              <a:buFont typeface="Arial"/>
              <a:buNone/>
            </a:pPr>
            <a:r>
              <a:t/>
            </a:r>
            <a:endParaRPr b="1" i="0" sz="2400" u="none" cap="none" strike="noStrike">
              <a:solidFill>
                <a:srgbClr val="000000"/>
              </a:solidFill>
              <a:latin typeface="Open Sans"/>
              <a:ea typeface="Open Sans"/>
              <a:cs typeface="Open Sans"/>
              <a:sym typeface="Open Sans"/>
            </a:endParaRPr>
          </a:p>
        </p:txBody>
      </p:sp>
      <p:sp>
        <p:nvSpPr>
          <p:cNvPr id="114" name="Google Shape;114;p3"/>
          <p:cNvSpPr txBox="1"/>
          <p:nvPr/>
        </p:nvSpPr>
        <p:spPr>
          <a:xfrm>
            <a:off x="5954709" y="7555746"/>
            <a:ext cx="2141097" cy="81534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Clr>
                <a:srgbClr val="000000"/>
              </a:buClr>
              <a:buSzPts val="2400"/>
              <a:buFont typeface="Arial"/>
              <a:buNone/>
            </a:pPr>
            <a:r>
              <a:rPr b="1" i="0" lang="en-US" sz="2400" u="none" cap="none" strike="noStrike">
                <a:solidFill>
                  <a:srgbClr val="000000"/>
                </a:solidFill>
                <a:latin typeface="Open Sans"/>
                <a:ea typeface="Open Sans"/>
                <a:cs typeface="Open Sans"/>
                <a:sym typeface="Open Sans"/>
              </a:rPr>
              <a:t>Anuncio 5</a:t>
            </a:r>
            <a:endParaRPr b="0" i="0" sz="1400" u="none" cap="none" strike="noStrike">
              <a:solidFill>
                <a:srgbClr val="000000"/>
              </a:solidFill>
              <a:latin typeface="Arial"/>
              <a:ea typeface="Arial"/>
              <a:cs typeface="Arial"/>
              <a:sym typeface="Arial"/>
            </a:endParaRPr>
          </a:p>
          <a:p>
            <a:pPr indent="0" lvl="0" marL="0" marR="0" rtl="0" algn="ctr">
              <a:lnSpc>
                <a:spcPct val="139958"/>
              </a:lnSpc>
              <a:spcBef>
                <a:spcPts val="0"/>
              </a:spcBef>
              <a:spcAft>
                <a:spcPts val="0"/>
              </a:spcAft>
              <a:buClr>
                <a:srgbClr val="000000"/>
              </a:buClr>
              <a:buSzPts val="2400"/>
              <a:buFont typeface="Arial"/>
              <a:buNone/>
            </a:pPr>
            <a:r>
              <a:t/>
            </a:r>
            <a:endParaRPr b="1" i="0" sz="2400" u="none" cap="none" strike="noStrike">
              <a:solidFill>
                <a:srgbClr val="000000"/>
              </a:solidFill>
              <a:latin typeface="Open Sans"/>
              <a:ea typeface="Open Sans"/>
              <a:cs typeface="Open Sans"/>
              <a:sym typeface="Open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4"/>
          <p:cNvSpPr/>
          <p:nvPr/>
        </p:nvSpPr>
        <p:spPr>
          <a:xfrm>
            <a:off x="4016947" y="3558803"/>
            <a:ext cx="9896507" cy="5913163"/>
          </a:xfrm>
          <a:custGeom>
            <a:rect b="b" l="l" r="r" t="t"/>
            <a:pathLst>
              <a:path extrusionOk="0" h="5913163" w="9896507">
                <a:moveTo>
                  <a:pt x="0" y="0"/>
                </a:moveTo>
                <a:lnTo>
                  <a:pt x="9896507" y="0"/>
                </a:lnTo>
                <a:lnTo>
                  <a:pt x="9896507" y="5913163"/>
                </a:lnTo>
                <a:lnTo>
                  <a:pt x="0" y="5913163"/>
                </a:lnTo>
                <a:lnTo>
                  <a:pt x="0" y="0"/>
                </a:lnTo>
                <a:close/>
              </a:path>
            </a:pathLst>
          </a:custGeom>
          <a:blipFill rotWithShape="1">
            <a:blip r:embed="rId3">
              <a:alphaModFix/>
            </a:blip>
            <a:stretch>
              <a:fillRect b="0" l="0" r="0" t="0"/>
            </a:stretch>
          </a:blipFill>
          <a:ln>
            <a:noFill/>
          </a:ln>
        </p:spPr>
      </p:sp>
      <p:sp>
        <p:nvSpPr>
          <p:cNvPr id="120" name="Google Shape;120;p4"/>
          <p:cNvSpPr/>
          <p:nvPr/>
        </p:nvSpPr>
        <p:spPr>
          <a:xfrm>
            <a:off x="3493371" y="-625307"/>
            <a:ext cx="11301259" cy="5127946"/>
          </a:xfrm>
          <a:custGeom>
            <a:rect b="b" l="l" r="r" t="t"/>
            <a:pathLst>
              <a:path extrusionOk="0" h="5127946" w="11301259">
                <a:moveTo>
                  <a:pt x="0" y="0"/>
                </a:moveTo>
                <a:lnTo>
                  <a:pt x="11301258" y="0"/>
                </a:lnTo>
                <a:lnTo>
                  <a:pt x="11301258" y="5127946"/>
                </a:lnTo>
                <a:lnTo>
                  <a:pt x="0" y="5127946"/>
                </a:lnTo>
                <a:lnTo>
                  <a:pt x="0" y="0"/>
                </a:lnTo>
                <a:close/>
              </a:path>
            </a:pathLst>
          </a:custGeom>
          <a:blipFill rotWithShape="1">
            <a:blip r:embed="rId4">
              <a:alphaModFix/>
            </a:blip>
            <a:stretch>
              <a:fillRect b="0" l="0" r="0" t="0"/>
            </a:stretch>
          </a:blipFill>
          <a:ln>
            <a:noFill/>
          </a:ln>
        </p:spPr>
      </p:sp>
      <p:sp>
        <p:nvSpPr>
          <p:cNvPr id="121" name="Google Shape;121;p4"/>
          <p:cNvSpPr/>
          <p:nvPr/>
        </p:nvSpPr>
        <p:spPr>
          <a:xfrm>
            <a:off x="4875920" y="4090230"/>
            <a:ext cx="678185" cy="824819"/>
          </a:xfrm>
          <a:custGeom>
            <a:rect b="b" l="l" r="r" t="t"/>
            <a:pathLst>
              <a:path extrusionOk="0" h="824819" w="678185">
                <a:moveTo>
                  <a:pt x="0" y="0"/>
                </a:moveTo>
                <a:lnTo>
                  <a:pt x="678184" y="0"/>
                </a:lnTo>
                <a:lnTo>
                  <a:pt x="678184" y="824819"/>
                </a:lnTo>
                <a:lnTo>
                  <a:pt x="0" y="824819"/>
                </a:lnTo>
                <a:lnTo>
                  <a:pt x="0" y="0"/>
                </a:lnTo>
                <a:close/>
              </a:path>
            </a:pathLst>
          </a:custGeom>
          <a:blipFill rotWithShape="1">
            <a:blip r:embed="rId5">
              <a:alphaModFix/>
            </a:blip>
            <a:stretch>
              <a:fillRect b="0" l="0" r="0" t="0"/>
            </a:stretch>
          </a:blipFill>
          <a:ln>
            <a:noFill/>
          </a:ln>
        </p:spPr>
      </p:sp>
      <p:sp>
        <p:nvSpPr>
          <p:cNvPr id="122" name="Google Shape;122;p4"/>
          <p:cNvSpPr txBox="1"/>
          <p:nvPr/>
        </p:nvSpPr>
        <p:spPr>
          <a:xfrm>
            <a:off x="5215012" y="4328160"/>
            <a:ext cx="2141097" cy="81534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Clr>
                <a:srgbClr val="000000"/>
              </a:buClr>
              <a:buSzPts val="2400"/>
              <a:buFont typeface="Arial"/>
              <a:buNone/>
            </a:pPr>
            <a:r>
              <a:rPr b="1" i="0" lang="en-US" sz="2400" u="none" cap="none" strike="noStrike">
                <a:solidFill>
                  <a:srgbClr val="000000"/>
                </a:solidFill>
                <a:latin typeface="Open Sans"/>
                <a:ea typeface="Open Sans"/>
                <a:cs typeface="Open Sans"/>
                <a:sym typeface="Open Sans"/>
              </a:rPr>
              <a:t>TEMA 1</a:t>
            </a:r>
            <a:endParaRPr b="0" i="0" sz="1400" u="none" cap="none" strike="noStrike">
              <a:solidFill>
                <a:srgbClr val="000000"/>
              </a:solidFill>
              <a:latin typeface="Arial"/>
              <a:ea typeface="Arial"/>
              <a:cs typeface="Arial"/>
              <a:sym typeface="Arial"/>
            </a:endParaRPr>
          </a:p>
          <a:p>
            <a:pPr indent="0" lvl="0" marL="0" marR="0" rtl="0" algn="ctr">
              <a:lnSpc>
                <a:spcPct val="139958"/>
              </a:lnSpc>
              <a:spcBef>
                <a:spcPts val="0"/>
              </a:spcBef>
              <a:spcAft>
                <a:spcPts val="0"/>
              </a:spcAft>
              <a:buClr>
                <a:srgbClr val="000000"/>
              </a:buClr>
              <a:buSzPts val="2400"/>
              <a:buFont typeface="Arial"/>
              <a:buNone/>
            </a:pPr>
            <a:r>
              <a:t/>
            </a:r>
            <a:endParaRPr b="1" i="0" sz="2400" u="none" cap="none" strike="noStrike">
              <a:solidFill>
                <a:srgbClr val="000000"/>
              </a:solidFill>
              <a:latin typeface="Open Sans"/>
              <a:ea typeface="Open Sans"/>
              <a:cs typeface="Open Sans"/>
              <a:sym typeface="Open Sans"/>
            </a:endParaRPr>
          </a:p>
        </p:txBody>
      </p:sp>
      <p:sp>
        <p:nvSpPr>
          <p:cNvPr id="123" name="Google Shape;123;p4"/>
          <p:cNvSpPr/>
          <p:nvPr/>
        </p:nvSpPr>
        <p:spPr>
          <a:xfrm>
            <a:off x="4875920" y="5143500"/>
            <a:ext cx="678185" cy="824819"/>
          </a:xfrm>
          <a:custGeom>
            <a:rect b="b" l="l" r="r" t="t"/>
            <a:pathLst>
              <a:path extrusionOk="0" h="824819" w="678185">
                <a:moveTo>
                  <a:pt x="0" y="0"/>
                </a:moveTo>
                <a:lnTo>
                  <a:pt x="678184" y="0"/>
                </a:lnTo>
                <a:lnTo>
                  <a:pt x="678184" y="824819"/>
                </a:lnTo>
                <a:lnTo>
                  <a:pt x="0" y="824819"/>
                </a:lnTo>
                <a:lnTo>
                  <a:pt x="0" y="0"/>
                </a:lnTo>
                <a:close/>
              </a:path>
            </a:pathLst>
          </a:custGeom>
          <a:blipFill rotWithShape="1">
            <a:blip r:embed="rId5">
              <a:alphaModFix/>
            </a:blip>
            <a:stretch>
              <a:fillRect b="0" l="0" r="0" t="0"/>
            </a:stretch>
          </a:blipFill>
          <a:ln>
            <a:noFill/>
          </a:ln>
        </p:spPr>
      </p:sp>
      <p:sp>
        <p:nvSpPr>
          <p:cNvPr id="124" name="Google Shape;124;p4"/>
          <p:cNvSpPr txBox="1"/>
          <p:nvPr/>
        </p:nvSpPr>
        <p:spPr>
          <a:xfrm>
            <a:off x="5215012" y="5379556"/>
            <a:ext cx="2141097" cy="81534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Clr>
                <a:srgbClr val="000000"/>
              </a:buClr>
              <a:buSzPts val="2400"/>
              <a:buFont typeface="Arial"/>
              <a:buNone/>
            </a:pPr>
            <a:r>
              <a:rPr b="1" i="0" lang="en-US" sz="2400" u="none" cap="none" strike="noStrike">
                <a:solidFill>
                  <a:srgbClr val="000000"/>
                </a:solidFill>
                <a:latin typeface="Open Sans"/>
                <a:ea typeface="Open Sans"/>
                <a:cs typeface="Open Sans"/>
                <a:sym typeface="Open Sans"/>
              </a:rPr>
              <a:t>TEMA 2</a:t>
            </a:r>
            <a:endParaRPr b="0" i="0" sz="1400" u="none" cap="none" strike="noStrike">
              <a:solidFill>
                <a:srgbClr val="000000"/>
              </a:solidFill>
              <a:latin typeface="Arial"/>
              <a:ea typeface="Arial"/>
              <a:cs typeface="Arial"/>
              <a:sym typeface="Arial"/>
            </a:endParaRPr>
          </a:p>
          <a:p>
            <a:pPr indent="0" lvl="0" marL="0" marR="0" rtl="0" algn="ctr">
              <a:lnSpc>
                <a:spcPct val="139958"/>
              </a:lnSpc>
              <a:spcBef>
                <a:spcPts val="0"/>
              </a:spcBef>
              <a:spcAft>
                <a:spcPts val="0"/>
              </a:spcAft>
              <a:buClr>
                <a:srgbClr val="000000"/>
              </a:buClr>
              <a:buSzPts val="2400"/>
              <a:buFont typeface="Arial"/>
              <a:buNone/>
            </a:pPr>
            <a:r>
              <a:t/>
            </a:r>
            <a:endParaRPr b="1" i="0" sz="2400" u="none" cap="none" strike="noStrike">
              <a:solidFill>
                <a:srgbClr val="000000"/>
              </a:solidFill>
              <a:latin typeface="Open Sans"/>
              <a:ea typeface="Open Sans"/>
              <a:cs typeface="Open Sans"/>
              <a:sym typeface="Open Sans"/>
            </a:endParaRPr>
          </a:p>
        </p:txBody>
      </p:sp>
      <p:sp>
        <p:nvSpPr>
          <p:cNvPr id="125" name="Google Shape;125;p4"/>
          <p:cNvSpPr/>
          <p:nvPr/>
        </p:nvSpPr>
        <p:spPr>
          <a:xfrm>
            <a:off x="4875920" y="6194896"/>
            <a:ext cx="678185" cy="824819"/>
          </a:xfrm>
          <a:custGeom>
            <a:rect b="b" l="l" r="r" t="t"/>
            <a:pathLst>
              <a:path extrusionOk="0" h="824819" w="678185">
                <a:moveTo>
                  <a:pt x="0" y="0"/>
                </a:moveTo>
                <a:lnTo>
                  <a:pt x="678184" y="0"/>
                </a:lnTo>
                <a:lnTo>
                  <a:pt x="678184" y="824819"/>
                </a:lnTo>
                <a:lnTo>
                  <a:pt x="0" y="824819"/>
                </a:lnTo>
                <a:lnTo>
                  <a:pt x="0" y="0"/>
                </a:lnTo>
                <a:close/>
              </a:path>
            </a:pathLst>
          </a:custGeom>
          <a:blipFill rotWithShape="1">
            <a:blip r:embed="rId5">
              <a:alphaModFix/>
            </a:blip>
            <a:stretch>
              <a:fillRect b="0" l="0" r="0" t="0"/>
            </a:stretch>
          </a:blipFill>
          <a:ln>
            <a:noFill/>
          </a:ln>
        </p:spPr>
      </p:sp>
      <p:sp>
        <p:nvSpPr>
          <p:cNvPr id="126" name="Google Shape;126;p4"/>
          <p:cNvSpPr/>
          <p:nvPr/>
        </p:nvSpPr>
        <p:spPr>
          <a:xfrm>
            <a:off x="4875920" y="7248315"/>
            <a:ext cx="678185" cy="824819"/>
          </a:xfrm>
          <a:custGeom>
            <a:rect b="b" l="l" r="r" t="t"/>
            <a:pathLst>
              <a:path extrusionOk="0" h="824819" w="678185">
                <a:moveTo>
                  <a:pt x="0" y="0"/>
                </a:moveTo>
                <a:lnTo>
                  <a:pt x="678184" y="0"/>
                </a:lnTo>
                <a:lnTo>
                  <a:pt x="678184" y="824819"/>
                </a:lnTo>
                <a:lnTo>
                  <a:pt x="0" y="824819"/>
                </a:lnTo>
                <a:lnTo>
                  <a:pt x="0" y="0"/>
                </a:lnTo>
                <a:close/>
              </a:path>
            </a:pathLst>
          </a:custGeom>
          <a:blipFill rotWithShape="1">
            <a:blip r:embed="rId5">
              <a:alphaModFix/>
            </a:blip>
            <a:stretch>
              <a:fillRect b="0" l="0" r="0" t="0"/>
            </a:stretch>
          </a:blipFill>
          <a:ln>
            <a:noFill/>
          </a:ln>
        </p:spPr>
      </p:sp>
      <p:sp>
        <p:nvSpPr>
          <p:cNvPr id="127" name="Google Shape;127;p4"/>
          <p:cNvSpPr/>
          <p:nvPr/>
        </p:nvSpPr>
        <p:spPr>
          <a:xfrm>
            <a:off x="4875920" y="8301734"/>
            <a:ext cx="678185" cy="824819"/>
          </a:xfrm>
          <a:custGeom>
            <a:rect b="b" l="l" r="r" t="t"/>
            <a:pathLst>
              <a:path extrusionOk="0" h="824819" w="678185">
                <a:moveTo>
                  <a:pt x="0" y="0"/>
                </a:moveTo>
                <a:lnTo>
                  <a:pt x="678184" y="0"/>
                </a:lnTo>
                <a:lnTo>
                  <a:pt x="678184" y="824820"/>
                </a:lnTo>
                <a:lnTo>
                  <a:pt x="0" y="824820"/>
                </a:lnTo>
                <a:lnTo>
                  <a:pt x="0" y="0"/>
                </a:lnTo>
                <a:close/>
              </a:path>
            </a:pathLst>
          </a:custGeom>
          <a:blipFill rotWithShape="1">
            <a:blip r:embed="rId5">
              <a:alphaModFix/>
            </a:blip>
            <a:stretch>
              <a:fillRect b="0" l="0" r="0" t="0"/>
            </a:stretch>
          </a:blipFill>
          <a:ln>
            <a:noFill/>
          </a:ln>
        </p:spPr>
      </p:sp>
      <p:sp>
        <p:nvSpPr>
          <p:cNvPr id="128" name="Google Shape;128;p4"/>
          <p:cNvSpPr txBox="1"/>
          <p:nvPr/>
        </p:nvSpPr>
        <p:spPr>
          <a:xfrm>
            <a:off x="5215012" y="6385396"/>
            <a:ext cx="2141097" cy="81534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Clr>
                <a:srgbClr val="000000"/>
              </a:buClr>
              <a:buSzPts val="2400"/>
              <a:buFont typeface="Arial"/>
              <a:buNone/>
            </a:pPr>
            <a:r>
              <a:rPr b="1" i="0" lang="en-US" sz="2400" u="none" cap="none" strike="noStrike">
                <a:solidFill>
                  <a:srgbClr val="000000"/>
                </a:solidFill>
                <a:latin typeface="Open Sans"/>
                <a:ea typeface="Open Sans"/>
                <a:cs typeface="Open Sans"/>
                <a:sym typeface="Open Sans"/>
              </a:rPr>
              <a:t>TEMA 3</a:t>
            </a:r>
            <a:endParaRPr b="0" i="0" sz="1400" u="none" cap="none" strike="noStrike">
              <a:solidFill>
                <a:srgbClr val="000000"/>
              </a:solidFill>
              <a:latin typeface="Arial"/>
              <a:ea typeface="Arial"/>
              <a:cs typeface="Arial"/>
              <a:sym typeface="Arial"/>
            </a:endParaRPr>
          </a:p>
          <a:p>
            <a:pPr indent="0" lvl="0" marL="0" marR="0" rtl="0" algn="ctr">
              <a:lnSpc>
                <a:spcPct val="139958"/>
              </a:lnSpc>
              <a:spcBef>
                <a:spcPts val="0"/>
              </a:spcBef>
              <a:spcAft>
                <a:spcPts val="0"/>
              </a:spcAft>
              <a:buClr>
                <a:srgbClr val="000000"/>
              </a:buClr>
              <a:buSzPts val="2400"/>
              <a:buFont typeface="Arial"/>
              <a:buNone/>
            </a:pPr>
            <a:r>
              <a:t/>
            </a:r>
            <a:endParaRPr b="1" i="0" sz="2400" u="none" cap="none" strike="noStrike">
              <a:solidFill>
                <a:srgbClr val="000000"/>
              </a:solidFill>
              <a:latin typeface="Open Sans"/>
              <a:ea typeface="Open Sans"/>
              <a:cs typeface="Open Sans"/>
              <a:sym typeface="Open Sans"/>
            </a:endParaRPr>
          </a:p>
        </p:txBody>
      </p:sp>
      <p:sp>
        <p:nvSpPr>
          <p:cNvPr id="129" name="Google Shape;129;p4"/>
          <p:cNvSpPr txBox="1"/>
          <p:nvPr/>
        </p:nvSpPr>
        <p:spPr>
          <a:xfrm>
            <a:off x="5215012" y="7391236"/>
            <a:ext cx="2141097" cy="81534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Clr>
                <a:srgbClr val="000000"/>
              </a:buClr>
              <a:buSzPts val="2400"/>
              <a:buFont typeface="Arial"/>
              <a:buNone/>
            </a:pPr>
            <a:r>
              <a:rPr b="1" i="0" lang="en-US" sz="2400" u="none" cap="none" strike="noStrike">
                <a:solidFill>
                  <a:srgbClr val="000000"/>
                </a:solidFill>
                <a:latin typeface="Open Sans"/>
                <a:ea typeface="Open Sans"/>
                <a:cs typeface="Open Sans"/>
                <a:sym typeface="Open Sans"/>
              </a:rPr>
              <a:t>TEMA 4</a:t>
            </a:r>
            <a:endParaRPr b="0" i="0" sz="1400" u="none" cap="none" strike="noStrike">
              <a:solidFill>
                <a:srgbClr val="000000"/>
              </a:solidFill>
              <a:latin typeface="Arial"/>
              <a:ea typeface="Arial"/>
              <a:cs typeface="Arial"/>
              <a:sym typeface="Arial"/>
            </a:endParaRPr>
          </a:p>
          <a:p>
            <a:pPr indent="0" lvl="0" marL="0" marR="0" rtl="0" algn="ctr">
              <a:lnSpc>
                <a:spcPct val="139958"/>
              </a:lnSpc>
              <a:spcBef>
                <a:spcPts val="0"/>
              </a:spcBef>
              <a:spcAft>
                <a:spcPts val="0"/>
              </a:spcAft>
              <a:buClr>
                <a:srgbClr val="000000"/>
              </a:buClr>
              <a:buSzPts val="2400"/>
              <a:buFont typeface="Arial"/>
              <a:buNone/>
            </a:pPr>
            <a:r>
              <a:t/>
            </a:r>
            <a:endParaRPr b="1" i="0" sz="2400" u="none" cap="none" strike="noStrike">
              <a:solidFill>
                <a:srgbClr val="000000"/>
              </a:solidFill>
              <a:latin typeface="Open Sans"/>
              <a:ea typeface="Open Sans"/>
              <a:cs typeface="Open Sans"/>
              <a:sym typeface="Open Sans"/>
            </a:endParaRPr>
          </a:p>
        </p:txBody>
      </p:sp>
      <p:sp>
        <p:nvSpPr>
          <p:cNvPr id="130" name="Google Shape;130;p4"/>
          <p:cNvSpPr txBox="1"/>
          <p:nvPr/>
        </p:nvSpPr>
        <p:spPr>
          <a:xfrm>
            <a:off x="5215012" y="8444701"/>
            <a:ext cx="2141097" cy="81534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Clr>
                <a:srgbClr val="000000"/>
              </a:buClr>
              <a:buSzPts val="2400"/>
              <a:buFont typeface="Arial"/>
              <a:buNone/>
            </a:pPr>
            <a:r>
              <a:rPr b="1" i="0" lang="en-US" sz="2400" u="none" cap="none" strike="noStrike">
                <a:solidFill>
                  <a:srgbClr val="000000"/>
                </a:solidFill>
                <a:latin typeface="Open Sans"/>
                <a:ea typeface="Open Sans"/>
                <a:cs typeface="Open Sans"/>
                <a:sym typeface="Open Sans"/>
              </a:rPr>
              <a:t>TEMA 5</a:t>
            </a:r>
            <a:endParaRPr b="0" i="0" sz="1400" u="none" cap="none" strike="noStrike">
              <a:solidFill>
                <a:srgbClr val="000000"/>
              </a:solidFill>
              <a:latin typeface="Arial"/>
              <a:ea typeface="Arial"/>
              <a:cs typeface="Arial"/>
              <a:sym typeface="Arial"/>
            </a:endParaRPr>
          </a:p>
          <a:p>
            <a:pPr indent="0" lvl="0" marL="0" marR="0" rtl="0" algn="ctr">
              <a:lnSpc>
                <a:spcPct val="139958"/>
              </a:lnSpc>
              <a:spcBef>
                <a:spcPts val="0"/>
              </a:spcBef>
              <a:spcAft>
                <a:spcPts val="0"/>
              </a:spcAft>
              <a:buClr>
                <a:srgbClr val="000000"/>
              </a:buClr>
              <a:buSzPts val="2400"/>
              <a:buFont typeface="Arial"/>
              <a:buNone/>
            </a:pPr>
            <a:r>
              <a:t/>
            </a:r>
            <a:endParaRPr b="1" i="0" sz="2400" u="none" cap="none" strike="noStrike">
              <a:solidFill>
                <a:srgbClr val="000000"/>
              </a:solidFill>
              <a:latin typeface="Open Sans"/>
              <a:ea typeface="Open Sans"/>
              <a:cs typeface="Open Sans"/>
              <a:sym typeface="Open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5"/>
          <p:cNvSpPr/>
          <p:nvPr/>
        </p:nvSpPr>
        <p:spPr>
          <a:xfrm>
            <a:off x="0" y="0"/>
            <a:ext cx="18288000" cy="10447020"/>
          </a:xfrm>
          <a:custGeom>
            <a:rect b="b" l="l" r="r" t="t"/>
            <a:pathLst>
              <a:path extrusionOk="0" h="10447020" w="18288000">
                <a:moveTo>
                  <a:pt x="0" y="0"/>
                </a:moveTo>
                <a:lnTo>
                  <a:pt x="18288000" y="0"/>
                </a:lnTo>
                <a:lnTo>
                  <a:pt x="18288000" y="10447020"/>
                </a:lnTo>
                <a:lnTo>
                  <a:pt x="0" y="10447020"/>
                </a:lnTo>
                <a:lnTo>
                  <a:pt x="0" y="0"/>
                </a:lnTo>
                <a:close/>
              </a:path>
            </a:pathLst>
          </a:custGeom>
          <a:blipFill rotWithShape="1">
            <a:blip r:embed="rId3">
              <a:alphaModFix/>
            </a:blip>
            <a:stretch>
              <a:fillRect b="0" l="0" r="0" t="0"/>
            </a:stretch>
          </a:blipFill>
          <a:ln>
            <a:noFill/>
          </a:ln>
        </p:spPr>
      </p:sp>
      <p:sp>
        <p:nvSpPr>
          <p:cNvPr id="136" name="Google Shape;136;p5"/>
          <p:cNvSpPr/>
          <p:nvPr/>
        </p:nvSpPr>
        <p:spPr>
          <a:xfrm>
            <a:off x="2888408" y="2581776"/>
            <a:ext cx="12511183" cy="3424936"/>
          </a:xfrm>
          <a:custGeom>
            <a:rect b="b" l="l" r="r" t="t"/>
            <a:pathLst>
              <a:path extrusionOk="0" h="3424936" w="12511183">
                <a:moveTo>
                  <a:pt x="0" y="0"/>
                </a:moveTo>
                <a:lnTo>
                  <a:pt x="12511184" y="0"/>
                </a:lnTo>
                <a:lnTo>
                  <a:pt x="12511184" y="3424937"/>
                </a:lnTo>
                <a:lnTo>
                  <a:pt x="0" y="3424937"/>
                </a:lnTo>
                <a:lnTo>
                  <a:pt x="0" y="0"/>
                </a:lnTo>
                <a:close/>
              </a:path>
            </a:pathLst>
          </a:custGeom>
          <a:blipFill rotWithShape="1">
            <a:blip r:embed="rId4">
              <a:alphaModFix/>
            </a:blip>
            <a:stretch>
              <a:fillRect b="0" l="0" r="0" t="0"/>
            </a:stretch>
          </a:blipFill>
          <a:ln>
            <a:noFill/>
          </a:ln>
        </p:spPr>
      </p:sp>
      <p:sp>
        <p:nvSpPr>
          <p:cNvPr id="137" name="Google Shape;137;p5"/>
          <p:cNvSpPr txBox="1"/>
          <p:nvPr/>
        </p:nvSpPr>
        <p:spPr>
          <a:xfrm>
            <a:off x="5508493" y="3180715"/>
            <a:ext cx="8873400" cy="3786600"/>
          </a:xfrm>
          <a:prstGeom prst="rect">
            <a:avLst/>
          </a:prstGeom>
          <a:noFill/>
          <a:ln>
            <a:noFill/>
          </a:ln>
        </p:spPr>
        <p:txBody>
          <a:bodyPr anchorCtr="0" anchor="t" bIns="0" lIns="0" spcFirstLastPara="1" rIns="0" wrap="square" tIns="0">
            <a:spAutoFit/>
          </a:bodyPr>
          <a:lstStyle/>
          <a:p>
            <a:pPr indent="0" lvl="0" marL="0" marR="0" rtl="0" algn="just">
              <a:lnSpc>
                <a:spcPct val="140007"/>
              </a:lnSpc>
              <a:spcBef>
                <a:spcPts val="0"/>
              </a:spcBef>
              <a:spcAft>
                <a:spcPts val="0"/>
              </a:spcAft>
              <a:buClr>
                <a:schemeClr val="dk1"/>
              </a:buClr>
              <a:buSzPts val="2600"/>
              <a:buFont typeface="Arial"/>
              <a:buNone/>
            </a:pPr>
            <a:r>
              <a:rPr b="0" i="0" lang="en-US" sz="2600" u="none" cap="none" strike="noStrike">
                <a:solidFill>
                  <a:srgbClr val="131416"/>
                </a:solidFill>
                <a:latin typeface="Open Sans"/>
                <a:ea typeface="Open Sans"/>
                <a:cs typeface="Open Sans"/>
                <a:sym typeface="Open Sans"/>
              </a:rPr>
              <a:t>Crea estructuras de datos dinámicas (listas enlazadas, doblemente enlazadas y circulares) mediante POO en C# e integrado datos desde archivos XML para implementar sistemas de gestión de datos eficientes que manejan relaciones complejas</a:t>
            </a:r>
            <a:endParaRPr b="0" i="0" sz="2400" u="none" cap="none" strike="noStrike">
              <a:solidFill>
                <a:srgbClr val="000000"/>
              </a:solidFill>
              <a:latin typeface="Arial"/>
              <a:ea typeface="Arial"/>
              <a:cs typeface="Arial"/>
              <a:sym typeface="Arial"/>
            </a:endParaRPr>
          </a:p>
          <a:p>
            <a:pPr indent="0" lvl="0" marL="0" marR="0" rtl="0" algn="ctr">
              <a:lnSpc>
                <a:spcPct val="140006"/>
              </a:lnSpc>
              <a:spcBef>
                <a:spcPts val="0"/>
              </a:spcBef>
              <a:spcAft>
                <a:spcPts val="0"/>
              </a:spcAft>
              <a:buClr>
                <a:srgbClr val="000000"/>
              </a:buClr>
              <a:buSzPts val="6399"/>
              <a:buFont typeface="Arial"/>
              <a:buNone/>
            </a:pPr>
            <a:r>
              <a:t/>
            </a:r>
            <a:endParaRPr b="1" i="0" sz="6399" u="none" cap="none" strike="noStrike">
              <a:solidFill>
                <a:srgbClr val="000000"/>
              </a:solidFill>
              <a:latin typeface="Open Sans"/>
              <a:ea typeface="Open Sans"/>
              <a:cs typeface="Open Sans"/>
              <a:sym typeface="Open Sans"/>
            </a:endParaRPr>
          </a:p>
        </p:txBody>
      </p:sp>
      <p:sp>
        <p:nvSpPr>
          <p:cNvPr id="138" name="Google Shape;138;p5"/>
          <p:cNvSpPr txBox="1"/>
          <p:nvPr/>
        </p:nvSpPr>
        <p:spPr>
          <a:xfrm>
            <a:off x="6089533" y="4487545"/>
            <a:ext cx="7711500" cy="215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400"/>
              <a:buFont typeface="Arial"/>
              <a:buNone/>
            </a:pPr>
            <a:r>
              <a:t/>
            </a:r>
            <a:endParaRPr b="1" i="0" sz="1400" u="none" cap="none" strike="noStrike">
              <a:solidFill>
                <a:srgbClr val="000000"/>
              </a:solidFill>
              <a:latin typeface="Open Sans"/>
              <a:ea typeface="Open Sans"/>
              <a:cs typeface="Open Sans"/>
              <a:sym typeface="Open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8"/>
          <p:cNvSpPr/>
          <p:nvPr/>
        </p:nvSpPr>
        <p:spPr>
          <a:xfrm>
            <a:off x="5616573" y="654273"/>
            <a:ext cx="7054854" cy="1553923"/>
          </a:xfrm>
          <a:custGeom>
            <a:rect b="b" l="l" r="r" t="t"/>
            <a:pathLst>
              <a:path extrusionOk="0" h="1553923" w="7054854">
                <a:moveTo>
                  <a:pt x="0" y="0"/>
                </a:moveTo>
                <a:lnTo>
                  <a:pt x="7054854" y="0"/>
                </a:lnTo>
                <a:lnTo>
                  <a:pt x="7054854" y="1553923"/>
                </a:lnTo>
                <a:lnTo>
                  <a:pt x="0" y="1553923"/>
                </a:lnTo>
                <a:lnTo>
                  <a:pt x="0" y="0"/>
                </a:lnTo>
                <a:close/>
              </a:path>
            </a:pathLst>
          </a:custGeom>
          <a:blipFill rotWithShape="1">
            <a:blip r:embed="rId3">
              <a:alphaModFix/>
            </a:blip>
            <a:stretch>
              <a:fillRect b="0" l="-30664" r="-29526" t="0"/>
            </a:stretch>
          </a:blipFill>
          <a:ln>
            <a:noFill/>
          </a:ln>
        </p:spPr>
      </p:sp>
      <p:sp>
        <p:nvSpPr>
          <p:cNvPr id="144" name="Google Shape;144;p8"/>
          <p:cNvSpPr txBox="1"/>
          <p:nvPr/>
        </p:nvSpPr>
        <p:spPr>
          <a:xfrm>
            <a:off x="2414359" y="2901129"/>
            <a:ext cx="13459200" cy="6009300"/>
          </a:xfrm>
          <a:prstGeom prst="rect">
            <a:avLst/>
          </a:prstGeom>
          <a:noFill/>
          <a:ln>
            <a:noFill/>
          </a:ln>
        </p:spPr>
        <p:txBody>
          <a:bodyPr anchorCtr="0" anchor="t" bIns="0" lIns="0" spcFirstLastPara="1" rIns="0" wrap="square" tIns="0">
            <a:spAutoFit/>
          </a:bodyPr>
          <a:lstStyle/>
          <a:p>
            <a:pPr indent="-345440" lvl="1" marL="690881" marR="0" rtl="0" algn="l">
              <a:lnSpc>
                <a:spcPct val="140000"/>
              </a:lnSpc>
              <a:spcBef>
                <a:spcPts val="0"/>
              </a:spcBef>
              <a:spcAft>
                <a:spcPts val="0"/>
              </a:spcAft>
              <a:buClr>
                <a:srgbClr val="000000"/>
              </a:buClr>
              <a:buSzPts val="3200"/>
              <a:buFont typeface="Arial"/>
              <a:buChar char="•"/>
            </a:pPr>
            <a:r>
              <a:rPr b="0" i="0" lang="en-US" sz="3200" u="none" cap="none" strike="noStrike">
                <a:solidFill>
                  <a:srgbClr val="000000"/>
                </a:solidFill>
                <a:latin typeface="Open Sans"/>
                <a:ea typeface="Open Sans"/>
                <a:cs typeface="Open Sans"/>
                <a:sym typeface="Open Sans"/>
              </a:rPr>
              <a:t>Respeto</a:t>
            </a:r>
            <a:endParaRPr b="0" i="0" sz="1400" u="none" cap="none" strike="noStrike">
              <a:solidFill>
                <a:srgbClr val="000000"/>
              </a:solidFill>
              <a:latin typeface="Arial"/>
              <a:ea typeface="Arial"/>
              <a:cs typeface="Arial"/>
              <a:sym typeface="Arial"/>
            </a:endParaRPr>
          </a:p>
          <a:p>
            <a:pPr indent="-345440" lvl="1" marL="690881" marR="0" rtl="0" algn="l">
              <a:lnSpc>
                <a:spcPct val="140000"/>
              </a:lnSpc>
              <a:spcBef>
                <a:spcPts val="0"/>
              </a:spcBef>
              <a:spcAft>
                <a:spcPts val="0"/>
              </a:spcAft>
              <a:buClr>
                <a:srgbClr val="000000"/>
              </a:buClr>
              <a:buSzPts val="3200"/>
              <a:buFont typeface="Arial"/>
              <a:buChar char="•"/>
            </a:pPr>
            <a:r>
              <a:rPr b="0" i="0" lang="en-US" sz="3200" u="none" cap="none" strike="noStrike">
                <a:solidFill>
                  <a:srgbClr val="000000"/>
                </a:solidFill>
                <a:latin typeface="Open Sans"/>
                <a:ea typeface="Open Sans"/>
                <a:cs typeface="Open Sans"/>
                <a:sym typeface="Open Sans"/>
              </a:rPr>
              <a:t>Se aplica el respeto al diseñar listas circulares y visualizaciones con Graphviz que sean accesibles y claras, considerando las necesidades de usuarios</a:t>
            </a:r>
            <a:endParaRPr b="0" i="0" sz="3200" u="none" cap="none" strike="noStrike">
              <a:solidFill>
                <a:srgbClr val="000000"/>
              </a:solidFill>
              <a:latin typeface="Open Sans"/>
              <a:ea typeface="Open Sans"/>
              <a:cs typeface="Open Sans"/>
              <a:sym typeface="Open Sans"/>
            </a:endParaRPr>
          </a:p>
          <a:p>
            <a:pPr indent="-345440" lvl="1" marL="690881" marR="0" rtl="0" algn="l">
              <a:lnSpc>
                <a:spcPct val="140000"/>
              </a:lnSpc>
              <a:spcBef>
                <a:spcPts val="0"/>
              </a:spcBef>
              <a:spcAft>
                <a:spcPts val="0"/>
              </a:spcAft>
              <a:buClr>
                <a:srgbClr val="000000"/>
              </a:buClr>
              <a:buSzPts val="3200"/>
              <a:buFont typeface="Open Sans"/>
              <a:buChar char="•"/>
            </a:pPr>
            <a:r>
              <a:rPr b="0" i="0" lang="en-US" sz="3200" u="none" cap="none" strike="noStrike">
                <a:solidFill>
                  <a:srgbClr val="000000"/>
                </a:solidFill>
                <a:latin typeface="Open Sans"/>
                <a:ea typeface="Open Sans"/>
                <a:cs typeface="Open Sans"/>
                <a:sym typeface="Open Sans"/>
              </a:rPr>
              <a:t>"El respeto por nosotros mismos guía nuestra moral; el respeto por los demás guía nuestras maneras." – Laurence Sterne</a:t>
            </a:r>
            <a:endParaRPr b="0" i="0" sz="3200" u="none" cap="none" strike="noStrike">
              <a:solidFill>
                <a:srgbClr val="000000"/>
              </a:solidFill>
              <a:latin typeface="Open Sans"/>
              <a:ea typeface="Open Sans"/>
              <a:cs typeface="Open Sans"/>
              <a:sym typeface="Open Sans"/>
            </a:endParaRPr>
          </a:p>
          <a:p>
            <a:pPr indent="0" lvl="0" marL="914400" marR="0" rtl="0" algn="l">
              <a:lnSpc>
                <a:spcPct val="140000"/>
              </a:lnSpc>
              <a:spcBef>
                <a:spcPts val="0"/>
              </a:spcBef>
              <a:spcAft>
                <a:spcPts val="0"/>
              </a:spcAft>
              <a:buClr>
                <a:srgbClr val="000000"/>
              </a:buClr>
              <a:buSzPts val="3200"/>
              <a:buFont typeface="Arial"/>
              <a:buNone/>
            </a:pPr>
            <a:r>
              <a:t/>
            </a:r>
            <a:endParaRPr b="0" i="0" sz="3200" u="none" cap="none" strike="noStrike">
              <a:solidFill>
                <a:srgbClr val="000000"/>
              </a:solidFill>
              <a:latin typeface="Open Sans"/>
              <a:ea typeface="Open Sans"/>
              <a:cs typeface="Open Sans"/>
              <a:sym typeface="Open Sans"/>
            </a:endParaRPr>
          </a:p>
          <a:p>
            <a:pPr indent="0" lvl="0" marL="0" marR="0" rtl="0" algn="l">
              <a:lnSpc>
                <a:spcPct val="140000"/>
              </a:lnSpc>
              <a:spcBef>
                <a:spcPts val="0"/>
              </a:spcBef>
              <a:spcAft>
                <a:spcPts val="0"/>
              </a:spcAft>
              <a:buClr>
                <a:srgbClr val="000000"/>
              </a:buClr>
              <a:buSzPts val="3200"/>
              <a:buFont typeface="Arial"/>
              <a:buNone/>
            </a:pPr>
            <a:r>
              <a:t/>
            </a:r>
            <a:endParaRPr b="0" i="0" sz="3200" u="none" cap="none" strike="noStrike">
              <a:solidFill>
                <a:srgbClr val="000000"/>
              </a:solidFill>
              <a:latin typeface="Open Sans"/>
              <a:ea typeface="Open Sans"/>
              <a:cs typeface="Open Sans"/>
              <a:sym typeface="Open Sans"/>
            </a:endParaRPr>
          </a:p>
          <a:p>
            <a:pPr indent="0" lvl="0" marL="0" marR="0" rtl="0" algn="l">
              <a:lnSpc>
                <a:spcPct val="140000"/>
              </a:lnSpc>
              <a:spcBef>
                <a:spcPts val="0"/>
              </a:spcBef>
              <a:spcAft>
                <a:spcPts val="0"/>
              </a:spcAft>
              <a:buClr>
                <a:srgbClr val="000000"/>
              </a:buClr>
              <a:buSzPts val="3200"/>
              <a:buFont typeface="Arial"/>
              <a:buNone/>
            </a:pPr>
            <a:r>
              <a:t/>
            </a:r>
            <a:endParaRPr b="0" i="0" sz="3200" u="none" cap="none" strike="noStrike">
              <a:solidFill>
                <a:srgbClr val="000000"/>
              </a:solidFill>
              <a:latin typeface="Open Sans"/>
              <a:ea typeface="Open Sans"/>
              <a:cs typeface="Open Sans"/>
              <a:sym typeface="Open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6"/>
          <p:cNvSpPr txBox="1"/>
          <p:nvPr/>
        </p:nvSpPr>
        <p:spPr>
          <a:xfrm>
            <a:off x="3490638" y="2084416"/>
            <a:ext cx="10631700" cy="3209400"/>
          </a:xfrm>
          <a:prstGeom prst="rect">
            <a:avLst/>
          </a:prstGeom>
          <a:noFill/>
          <a:ln>
            <a:noFill/>
          </a:ln>
        </p:spPr>
        <p:txBody>
          <a:bodyPr anchorCtr="0" anchor="t" bIns="0" lIns="0" spcFirstLastPara="1" rIns="0" wrap="square" tIns="0">
            <a:spAutoFit/>
          </a:bodyPr>
          <a:lstStyle/>
          <a:p>
            <a:pPr indent="0" lvl="0" marL="0" marR="0" rtl="0" algn="just">
              <a:lnSpc>
                <a:spcPct val="152003"/>
              </a:lnSpc>
              <a:spcBef>
                <a:spcPts val="0"/>
              </a:spcBef>
              <a:spcAft>
                <a:spcPts val="0"/>
              </a:spcAft>
              <a:buClr>
                <a:srgbClr val="000000"/>
              </a:buClr>
              <a:buSzPts val="2446"/>
              <a:buFont typeface="Arial"/>
              <a:buNone/>
            </a:pPr>
            <a:r>
              <a:rPr b="0" i="0" lang="en-US" sz="2446" u="none" cap="none" strike="noStrike">
                <a:solidFill>
                  <a:srgbClr val="000000"/>
                </a:solidFill>
                <a:latin typeface="Arial"/>
                <a:ea typeface="Arial"/>
                <a:cs typeface="Arial"/>
                <a:sym typeface="Arial"/>
              </a:rPr>
              <a:t>Una lista doblemente enlazada circular es una estructura de datos donde:</a:t>
            </a:r>
            <a:endParaRPr b="0" i="0" sz="2446" u="none" cap="none" strike="noStrike">
              <a:solidFill>
                <a:srgbClr val="000000"/>
              </a:solidFill>
              <a:latin typeface="Arial"/>
              <a:ea typeface="Arial"/>
              <a:cs typeface="Arial"/>
              <a:sym typeface="Arial"/>
            </a:endParaRPr>
          </a:p>
          <a:p>
            <a:pPr indent="-585531" lvl="0" marL="860372" marR="0" rtl="0" algn="just">
              <a:lnSpc>
                <a:spcPct val="152003"/>
              </a:lnSpc>
              <a:spcBef>
                <a:spcPts val="0"/>
              </a:spcBef>
              <a:spcAft>
                <a:spcPts val="0"/>
              </a:spcAft>
              <a:buClr>
                <a:srgbClr val="000000"/>
              </a:buClr>
              <a:buSzPts val="2446"/>
              <a:buFont typeface="Arial"/>
              <a:buChar char="●"/>
            </a:pPr>
            <a:r>
              <a:rPr b="0" i="0" lang="en-US" sz="2446" u="none" cap="none" strike="noStrike">
                <a:solidFill>
                  <a:srgbClr val="000000"/>
                </a:solidFill>
                <a:latin typeface="Arial"/>
                <a:ea typeface="Arial"/>
                <a:cs typeface="Arial"/>
                <a:sym typeface="Arial"/>
              </a:rPr>
              <a:t>Cada nodo tiene tres partes: un dato, un puntero al nodo anterior y un puntero al nodo siguiente.</a:t>
            </a:r>
            <a:endParaRPr b="0" i="0" sz="2446" u="none" cap="none" strike="noStrike">
              <a:solidFill>
                <a:srgbClr val="000000"/>
              </a:solidFill>
              <a:latin typeface="Arial"/>
              <a:ea typeface="Arial"/>
              <a:cs typeface="Arial"/>
              <a:sym typeface="Arial"/>
            </a:endParaRPr>
          </a:p>
          <a:p>
            <a:pPr indent="-585531" lvl="0" marL="860372" marR="0" rtl="0" algn="just">
              <a:lnSpc>
                <a:spcPct val="152003"/>
              </a:lnSpc>
              <a:spcBef>
                <a:spcPts val="0"/>
              </a:spcBef>
              <a:spcAft>
                <a:spcPts val="0"/>
              </a:spcAft>
              <a:buClr>
                <a:srgbClr val="000000"/>
              </a:buClr>
              <a:buSzPts val="2446"/>
              <a:buFont typeface="Arial"/>
              <a:buChar char="●"/>
            </a:pPr>
            <a:r>
              <a:rPr b="0" i="0" lang="en-US" sz="2446" u="none" cap="none" strike="noStrike">
                <a:solidFill>
                  <a:srgbClr val="000000"/>
                </a:solidFill>
                <a:latin typeface="Arial"/>
                <a:ea typeface="Arial"/>
                <a:cs typeface="Arial"/>
                <a:sym typeface="Arial"/>
              </a:rPr>
              <a:t>El último nodo apunta al primero y el primero apunta al último, formando un circuito cerrado.</a:t>
            </a:r>
            <a:endParaRPr b="0" i="0" sz="2446" u="none" cap="none" strike="noStrike">
              <a:solidFill>
                <a:srgbClr val="000000"/>
              </a:solidFill>
              <a:latin typeface="Arial"/>
              <a:ea typeface="Arial"/>
              <a:cs typeface="Arial"/>
              <a:sym typeface="Arial"/>
            </a:endParaRPr>
          </a:p>
          <a:p>
            <a:pPr indent="0" lvl="0" marL="0" marR="0" rtl="0" algn="just">
              <a:lnSpc>
                <a:spcPct val="152003"/>
              </a:lnSpc>
              <a:spcBef>
                <a:spcPts val="0"/>
              </a:spcBef>
              <a:spcAft>
                <a:spcPts val="0"/>
              </a:spcAft>
              <a:buClr>
                <a:srgbClr val="000000"/>
              </a:buClr>
              <a:buSzPts val="2258"/>
              <a:buFont typeface="Arial"/>
              <a:buNone/>
            </a:pPr>
            <a:r>
              <a:t/>
            </a:r>
            <a:endParaRPr b="0" i="0" sz="2258" u="none" cap="none" strike="noStrike">
              <a:solidFill>
                <a:srgbClr val="763C00"/>
              </a:solidFill>
              <a:latin typeface="Arial"/>
              <a:ea typeface="Arial"/>
              <a:cs typeface="Arial"/>
              <a:sym typeface="Arial"/>
            </a:endParaRPr>
          </a:p>
        </p:txBody>
      </p:sp>
      <p:sp>
        <p:nvSpPr>
          <p:cNvPr id="150" name="Google Shape;150;p6"/>
          <p:cNvSpPr/>
          <p:nvPr/>
        </p:nvSpPr>
        <p:spPr>
          <a:xfrm>
            <a:off x="65947" y="3246173"/>
            <a:ext cx="3421377" cy="3739210"/>
          </a:xfrm>
          <a:custGeom>
            <a:rect b="b" l="l" r="r" t="t"/>
            <a:pathLst>
              <a:path extrusionOk="0" h="3977883" w="3639763">
                <a:moveTo>
                  <a:pt x="0" y="0"/>
                </a:moveTo>
                <a:lnTo>
                  <a:pt x="3639762" y="0"/>
                </a:lnTo>
                <a:lnTo>
                  <a:pt x="3639762" y="3977883"/>
                </a:lnTo>
                <a:lnTo>
                  <a:pt x="0" y="3977883"/>
                </a:lnTo>
                <a:lnTo>
                  <a:pt x="0" y="0"/>
                </a:lnTo>
                <a:close/>
              </a:path>
            </a:pathLst>
          </a:custGeom>
          <a:blipFill rotWithShape="1">
            <a:blip r:embed="rId3">
              <a:alphaModFix/>
            </a:blip>
            <a:stretch>
              <a:fillRect b="0" l="0" r="0" t="0"/>
            </a:stretch>
          </a:blipFill>
          <a:ln>
            <a:noFill/>
          </a:ln>
        </p:spPr>
        <p:txBody>
          <a:bodyPr anchorCtr="0" anchor="t" bIns="86000" lIns="172050" spcFirstLastPara="1" rIns="172050" wrap="square" tIns="86000">
            <a:noAutofit/>
          </a:bodyPr>
          <a:lstStyle/>
          <a:p>
            <a:pPr indent="0" lvl="0" marL="0" marR="0" rtl="0" algn="l">
              <a:lnSpc>
                <a:spcPct val="100000"/>
              </a:lnSpc>
              <a:spcBef>
                <a:spcPts val="0"/>
              </a:spcBef>
              <a:spcAft>
                <a:spcPts val="0"/>
              </a:spcAft>
              <a:buClr>
                <a:srgbClr val="000000"/>
              </a:buClr>
              <a:buSzPts val="2635"/>
              <a:buFont typeface="Arial"/>
              <a:buNone/>
            </a:pPr>
            <a:r>
              <a:t/>
            </a:r>
            <a:endParaRPr b="0" i="0" sz="2635" u="none" cap="none" strike="noStrike">
              <a:solidFill>
                <a:srgbClr val="000000"/>
              </a:solidFill>
              <a:latin typeface="Arial"/>
              <a:ea typeface="Arial"/>
              <a:cs typeface="Arial"/>
              <a:sym typeface="Arial"/>
            </a:endParaRPr>
          </a:p>
        </p:txBody>
      </p:sp>
      <p:sp>
        <p:nvSpPr>
          <p:cNvPr id="151" name="Google Shape;151;p6"/>
          <p:cNvSpPr/>
          <p:nvPr/>
        </p:nvSpPr>
        <p:spPr>
          <a:xfrm>
            <a:off x="-425221" y="152691"/>
            <a:ext cx="3581151" cy="3554292"/>
          </a:xfrm>
          <a:custGeom>
            <a:rect b="b" l="l" r="r" t="t"/>
            <a:pathLst>
              <a:path extrusionOk="0" h="3781162" w="3809735">
                <a:moveTo>
                  <a:pt x="0" y="0"/>
                </a:moveTo>
                <a:lnTo>
                  <a:pt x="3809735" y="0"/>
                </a:lnTo>
                <a:lnTo>
                  <a:pt x="3809735" y="3781162"/>
                </a:lnTo>
                <a:lnTo>
                  <a:pt x="0" y="3781162"/>
                </a:lnTo>
                <a:lnTo>
                  <a:pt x="0" y="0"/>
                </a:lnTo>
                <a:close/>
              </a:path>
            </a:pathLst>
          </a:custGeom>
          <a:blipFill rotWithShape="1">
            <a:blip r:embed="rId4">
              <a:alphaModFix/>
            </a:blip>
            <a:stretch>
              <a:fillRect b="0" l="0" r="0" t="0"/>
            </a:stretch>
          </a:blipFill>
          <a:ln>
            <a:noFill/>
          </a:ln>
        </p:spPr>
        <p:txBody>
          <a:bodyPr anchorCtr="0" anchor="t" bIns="86000" lIns="172050" spcFirstLastPara="1" rIns="172050" wrap="square" tIns="86000">
            <a:noAutofit/>
          </a:bodyPr>
          <a:lstStyle/>
          <a:p>
            <a:pPr indent="0" lvl="0" marL="0" marR="0" rtl="0" algn="l">
              <a:lnSpc>
                <a:spcPct val="100000"/>
              </a:lnSpc>
              <a:spcBef>
                <a:spcPts val="0"/>
              </a:spcBef>
              <a:spcAft>
                <a:spcPts val="0"/>
              </a:spcAft>
              <a:buClr>
                <a:srgbClr val="000000"/>
              </a:buClr>
              <a:buSzPts val="2635"/>
              <a:buFont typeface="Arial"/>
              <a:buNone/>
            </a:pPr>
            <a:r>
              <a:t/>
            </a:r>
            <a:endParaRPr b="0" i="0" sz="2635" u="none" cap="none" strike="noStrike">
              <a:solidFill>
                <a:srgbClr val="000000"/>
              </a:solidFill>
              <a:latin typeface="Arial"/>
              <a:ea typeface="Arial"/>
              <a:cs typeface="Arial"/>
              <a:sym typeface="Arial"/>
            </a:endParaRPr>
          </a:p>
        </p:txBody>
      </p:sp>
      <p:pic>
        <p:nvPicPr>
          <p:cNvPr id="152" name="Google Shape;152;p6"/>
          <p:cNvPicPr preferRelativeResize="0"/>
          <p:nvPr/>
        </p:nvPicPr>
        <p:blipFill rotWithShape="1">
          <a:blip r:embed="rId5">
            <a:alphaModFix/>
          </a:blip>
          <a:srcRect b="0" l="0" r="0" t="0"/>
          <a:stretch/>
        </p:blipFill>
        <p:spPr>
          <a:xfrm>
            <a:off x="4056457" y="5384293"/>
            <a:ext cx="9499931" cy="2867904"/>
          </a:xfrm>
          <a:prstGeom prst="rect">
            <a:avLst/>
          </a:prstGeom>
          <a:noFill/>
          <a:ln>
            <a:noFill/>
          </a:ln>
        </p:spPr>
      </p:pic>
      <p:sp>
        <p:nvSpPr>
          <p:cNvPr id="153" name="Google Shape;153;p6"/>
          <p:cNvSpPr/>
          <p:nvPr/>
        </p:nvSpPr>
        <p:spPr>
          <a:xfrm rot="2003658">
            <a:off x="358264" y="6525299"/>
            <a:ext cx="3284693" cy="3101298"/>
          </a:xfrm>
          <a:custGeom>
            <a:rect b="b" l="l" r="r" t="t"/>
            <a:pathLst>
              <a:path extrusionOk="0" h="3298448" w="3493502">
                <a:moveTo>
                  <a:pt x="0" y="0"/>
                </a:moveTo>
                <a:lnTo>
                  <a:pt x="3493502" y="0"/>
                </a:lnTo>
                <a:lnTo>
                  <a:pt x="3493502" y="3298448"/>
                </a:lnTo>
                <a:lnTo>
                  <a:pt x="0" y="3298448"/>
                </a:lnTo>
                <a:lnTo>
                  <a:pt x="0" y="0"/>
                </a:lnTo>
                <a:close/>
              </a:path>
            </a:pathLst>
          </a:custGeom>
          <a:blipFill rotWithShape="1">
            <a:blip r:embed="rId6">
              <a:alphaModFix/>
            </a:blip>
            <a:stretch>
              <a:fillRect b="0" l="0" r="0" t="0"/>
            </a:stretch>
          </a:blipFill>
          <a:ln>
            <a:noFill/>
          </a:ln>
        </p:spPr>
        <p:txBody>
          <a:bodyPr anchorCtr="0" anchor="t" bIns="86000" lIns="172050" spcFirstLastPara="1" rIns="172050" wrap="square" tIns="86000">
            <a:noAutofit/>
          </a:bodyPr>
          <a:lstStyle/>
          <a:p>
            <a:pPr indent="0" lvl="0" marL="0" marR="0" rtl="0" algn="l">
              <a:lnSpc>
                <a:spcPct val="100000"/>
              </a:lnSpc>
              <a:spcBef>
                <a:spcPts val="0"/>
              </a:spcBef>
              <a:spcAft>
                <a:spcPts val="0"/>
              </a:spcAft>
              <a:buClr>
                <a:srgbClr val="000000"/>
              </a:buClr>
              <a:buSzPts val="2635"/>
              <a:buFont typeface="Arial"/>
              <a:buNone/>
            </a:pPr>
            <a:r>
              <a:t/>
            </a:r>
            <a:endParaRPr b="0" i="0" sz="2635" u="none" cap="none" strike="noStrike">
              <a:solidFill>
                <a:srgbClr val="000000"/>
              </a:solidFill>
              <a:latin typeface="Arial"/>
              <a:ea typeface="Arial"/>
              <a:cs typeface="Arial"/>
              <a:sym typeface="Arial"/>
            </a:endParaRPr>
          </a:p>
        </p:txBody>
      </p:sp>
      <p:sp>
        <p:nvSpPr>
          <p:cNvPr id="154" name="Google Shape;154;p6"/>
          <p:cNvSpPr txBox="1"/>
          <p:nvPr/>
        </p:nvSpPr>
        <p:spPr>
          <a:xfrm>
            <a:off x="3218478" y="256316"/>
            <a:ext cx="11246400" cy="17379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4114"/>
              <a:buFont typeface="Arial"/>
              <a:buNone/>
            </a:pPr>
            <a:r>
              <a:rPr b="0" i="0" lang="en-US" sz="11291" u="none" cap="none" strike="noStrike">
                <a:solidFill>
                  <a:srgbClr val="131416"/>
                </a:solidFill>
                <a:latin typeface="Lobster"/>
                <a:ea typeface="Lobster"/>
                <a:cs typeface="Lobster"/>
                <a:sym typeface="Lobster"/>
              </a:rPr>
              <a:t>lista circular doble</a:t>
            </a:r>
            <a:endParaRPr b="0" i="0" sz="11291" u="none" cap="none" strike="noStrike">
              <a:solidFill>
                <a:srgbClr val="000000"/>
              </a:solidFill>
              <a:latin typeface="Lobster"/>
              <a:ea typeface="Lobster"/>
              <a:cs typeface="Lobster"/>
              <a:sym typeface="Lobster"/>
            </a:endParaRPr>
          </a:p>
        </p:txBody>
      </p:sp>
      <p:sp>
        <p:nvSpPr>
          <p:cNvPr id="155" name="Google Shape;155;p6"/>
          <p:cNvSpPr/>
          <p:nvPr/>
        </p:nvSpPr>
        <p:spPr>
          <a:xfrm flipH="1" rot="-784747">
            <a:off x="14241806" y="201071"/>
            <a:ext cx="3703818" cy="3463070"/>
          </a:xfrm>
          <a:custGeom>
            <a:rect b="b" l="l" r="r" t="t"/>
            <a:pathLst>
              <a:path extrusionOk="0" h="2725845" w="2915342">
                <a:moveTo>
                  <a:pt x="2915342" y="0"/>
                </a:moveTo>
                <a:lnTo>
                  <a:pt x="0" y="0"/>
                </a:lnTo>
                <a:lnTo>
                  <a:pt x="0" y="2725845"/>
                </a:lnTo>
                <a:lnTo>
                  <a:pt x="2915342" y="2725845"/>
                </a:lnTo>
                <a:lnTo>
                  <a:pt x="2915342" y="0"/>
                </a:lnTo>
                <a:close/>
              </a:path>
            </a:pathLst>
          </a:custGeom>
          <a:blipFill rotWithShape="1">
            <a:blip r:embed="rId7">
              <a:alphaModFix/>
            </a:blip>
            <a:stretch>
              <a:fillRect b="0" l="0" r="0" t="0"/>
            </a:stretch>
          </a:blipFill>
          <a:ln>
            <a:noFill/>
          </a:ln>
        </p:spPr>
        <p:txBody>
          <a:bodyPr anchorCtr="0" anchor="t" bIns="86000" lIns="172050" spcFirstLastPara="1" rIns="172050" wrap="square" tIns="86000">
            <a:noAutofit/>
          </a:bodyPr>
          <a:lstStyle/>
          <a:p>
            <a:pPr indent="0" lvl="0" marL="0" marR="0" rtl="0" algn="l">
              <a:lnSpc>
                <a:spcPct val="100000"/>
              </a:lnSpc>
              <a:spcBef>
                <a:spcPts val="0"/>
              </a:spcBef>
              <a:spcAft>
                <a:spcPts val="0"/>
              </a:spcAft>
              <a:buClr>
                <a:srgbClr val="000000"/>
              </a:buClr>
              <a:buSzPts val="2635"/>
              <a:buFont typeface="Arial"/>
              <a:buNone/>
            </a:pPr>
            <a:r>
              <a:t/>
            </a:r>
            <a:endParaRPr b="0" i="0" sz="2635" u="none" cap="none" strike="noStrike">
              <a:solidFill>
                <a:srgbClr val="000000"/>
              </a:solidFill>
              <a:latin typeface="Arial"/>
              <a:ea typeface="Arial"/>
              <a:cs typeface="Arial"/>
              <a:sym typeface="Arial"/>
            </a:endParaRPr>
          </a:p>
        </p:txBody>
      </p:sp>
      <p:sp>
        <p:nvSpPr>
          <p:cNvPr id="156" name="Google Shape;156;p6"/>
          <p:cNvSpPr/>
          <p:nvPr/>
        </p:nvSpPr>
        <p:spPr>
          <a:xfrm>
            <a:off x="2442931" y="2227011"/>
            <a:ext cx="1290821" cy="4565294"/>
          </a:xfrm>
          <a:custGeom>
            <a:rect b="b" l="l" r="r" t="t"/>
            <a:pathLst>
              <a:path extrusionOk="0" h="97041" w="27438">
                <a:moveTo>
                  <a:pt x="13031" y="0"/>
                </a:moveTo>
                <a:cubicBezTo>
                  <a:pt x="13031" y="5666"/>
                  <a:pt x="12860" y="13137"/>
                  <a:pt x="8147" y="16282"/>
                </a:cubicBezTo>
                <a:cubicBezTo>
                  <a:pt x="5145" y="18285"/>
                  <a:pt x="-1526" y="20678"/>
                  <a:pt x="331" y="23772"/>
                </a:cubicBezTo>
                <a:cubicBezTo>
                  <a:pt x="1515" y="25744"/>
                  <a:pt x="5407" y="24255"/>
                  <a:pt x="6844" y="26051"/>
                </a:cubicBezTo>
                <a:cubicBezTo>
                  <a:pt x="8720" y="28395"/>
                  <a:pt x="6519" y="32889"/>
                  <a:pt x="8798" y="34843"/>
                </a:cubicBezTo>
                <a:cubicBezTo>
                  <a:pt x="15984" y="41004"/>
                  <a:pt x="22407" y="48775"/>
                  <a:pt x="25731" y="57638"/>
                </a:cubicBezTo>
                <a:cubicBezTo>
                  <a:pt x="30512" y="70385"/>
                  <a:pt x="24612" y="87414"/>
                  <a:pt x="14985" y="97041"/>
                </a:cubicBezTo>
              </a:path>
            </a:pathLst>
          </a:custGeom>
          <a:noFill/>
          <a:ln cap="flat" cmpd="sng" w="17925">
            <a:solidFill>
              <a:srgbClr val="1F497D"/>
            </a:solidFill>
            <a:prstDash val="lgDash"/>
            <a:round/>
            <a:headEnd len="sm" w="sm" type="none"/>
            <a:tailEnd len="sm" w="sm" type="none"/>
          </a:ln>
        </p:spPr>
        <p:txBody>
          <a:bodyPr anchorCtr="0" anchor="t" bIns="86000" lIns="172050" spcFirstLastPara="1" rIns="172050" wrap="square" tIns="86000">
            <a:noAutofit/>
          </a:bodyPr>
          <a:lstStyle/>
          <a:p>
            <a:pPr indent="0" lvl="0" marL="0" marR="0" rtl="0" algn="l">
              <a:lnSpc>
                <a:spcPct val="100000"/>
              </a:lnSpc>
              <a:spcBef>
                <a:spcPts val="0"/>
              </a:spcBef>
              <a:spcAft>
                <a:spcPts val="0"/>
              </a:spcAft>
              <a:buClr>
                <a:srgbClr val="000000"/>
              </a:buClr>
              <a:buSzPts val="2635"/>
              <a:buFont typeface="Arial"/>
              <a:buNone/>
            </a:pPr>
            <a:r>
              <a:t/>
            </a:r>
            <a:endParaRPr b="0" i="0" sz="2635"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g39ab6cbbbe8_0_0"/>
          <p:cNvSpPr txBox="1"/>
          <p:nvPr/>
        </p:nvSpPr>
        <p:spPr>
          <a:xfrm>
            <a:off x="1450035" y="3295020"/>
            <a:ext cx="13833000" cy="975600"/>
          </a:xfrm>
          <a:prstGeom prst="rect">
            <a:avLst/>
          </a:prstGeom>
          <a:solidFill>
            <a:srgbClr val="000000"/>
          </a:solidFill>
          <a:ln>
            <a:noFill/>
          </a:ln>
        </p:spPr>
        <p:txBody>
          <a:bodyPr anchorCtr="0" anchor="t" bIns="0" lIns="0" spcFirstLastPara="1" rIns="0" wrap="square" tIns="0">
            <a:spAutoFit/>
          </a:bodyPr>
          <a:lstStyle/>
          <a:p>
            <a:pPr indent="0" lvl="0" marL="0" marR="0" rtl="0" algn="ctr">
              <a:lnSpc>
                <a:spcPct val="151005"/>
              </a:lnSpc>
              <a:spcBef>
                <a:spcPts val="0"/>
              </a:spcBef>
              <a:spcAft>
                <a:spcPts val="0"/>
              </a:spcAft>
              <a:buClr>
                <a:srgbClr val="000000"/>
              </a:buClr>
              <a:buSzPts val="6339"/>
              <a:buFont typeface="Arial"/>
              <a:buNone/>
            </a:pPr>
            <a:r>
              <a:rPr b="0" i="0" lang="en-US" sz="6339" u="none" cap="none" strike="noStrike">
                <a:solidFill>
                  <a:srgbClr val="D9D9D9"/>
                </a:solidFill>
                <a:latin typeface="Impact"/>
                <a:ea typeface="Impact"/>
                <a:cs typeface="Impact"/>
                <a:sym typeface="Impact"/>
              </a:rPr>
              <a:t>ventajas</a:t>
            </a:r>
            <a:endParaRPr b="0" i="0" sz="1268" u="none" cap="none" strike="noStrike">
              <a:solidFill>
                <a:srgbClr val="D9D9D9"/>
              </a:solidFill>
              <a:latin typeface="Impact"/>
              <a:ea typeface="Impact"/>
              <a:cs typeface="Impact"/>
              <a:sym typeface="Impact"/>
            </a:endParaRPr>
          </a:p>
        </p:txBody>
      </p:sp>
      <p:sp>
        <p:nvSpPr>
          <p:cNvPr id="162" name="Google Shape;162;g39ab6cbbbe8_0_0"/>
          <p:cNvSpPr txBox="1"/>
          <p:nvPr/>
        </p:nvSpPr>
        <p:spPr>
          <a:xfrm>
            <a:off x="1450035" y="4444140"/>
            <a:ext cx="13833000" cy="5843100"/>
          </a:xfrm>
          <a:prstGeom prst="rect">
            <a:avLst/>
          </a:prstGeom>
          <a:noFill/>
          <a:ln>
            <a:noFill/>
          </a:ln>
        </p:spPr>
        <p:txBody>
          <a:bodyPr anchorCtr="0" anchor="t" bIns="0" lIns="0" spcFirstLastPara="1" rIns="0" wrap="square" tIns="0">
            <a:spAutoFit/>
          </a:bodyPr>
          <a:lstStyle/>
          <a:p>
            <a:pPr indent="0" lvl="0" marL="0" marR="0" rtl="0" algn="just">
              <a:lnSpc>
                <a:spcPct val="152003"/>
              </a:lnSpc>
              <a:spcBef>
                <a:spcPts val="0"/>
              </a:spcBef>
              <a:spcAft>
                <a:spcPts val="0"/>
              </a:spcAft>
              <a:buClr>
                <a:srgbClr val="000000"/>
              </a:buClr>
              <a:buSzPts val="2354"/>
              <a:buFont typeface="Arial"/>
              <a:buNone/>
            </a:pPr>
            <a:r>
              <a:rPr b="0" i="0" lang="en-US" sz="2354" u="none" cap="none" strike="noStrike">
                <a:solidFill>
                  <a:srgbClr val="000000"/>
                </a:solidFill>
                <a:latin typeface="Arial"/>
                <a:ea typeface="Arial"/>
                <a:cs typeface="Arial"/>
                <a:sym typeface="Arial"/>
              </a:rPr>
              <a:t>Las listas circulares doblemente enlazadas en estructuras de datos y algoritmos (DSA) tienen los siguientes beneficios:</a:t>
            </a:r>
            <a:endParaRPr b="0" i="0" sz="2354" u="none" cap="none" strike="noStrike">
              <a:solidFill>
                <a:srgbClr val="000000"/>
              </a:solidFill>
              <a:latin typeface="Arial"/>
              <a:ea typeface="Arial"/>
              <a:cs typeface="Arial"/>
              <a:sym typeface="Arial"/>
            </a:endParaRPr>
          </a:p>
          <a:p>
            <a:pPr indent="-563510" lvl="0" marL="828016" marR="0" rtl="0" algn="just">
              <a:lnSpc>
                <a:spcPct val="152003"/>
              </a:lnSpc>
              <a:spcBef>
                <a:spcPts val="0"/>
              </a:spcBef>
              <a:spcAft>
                <a:spcPts val="0"/>
              </a:spcAft>
              <a:buClr>
                <a:srgbClr val="000000"/>
              </a:buClr>
              <a:buSzPts val="2354"/>
              <a:buFont typeface="Arial"/>
              <a:buChar char="●"/>
            </a:pPr>
            <a:r>
              <a:rPr b="1" i="0" lang="en-US" sz="2354" u="none" cap="none" strike="noStrike">
                <a:solidFill>
                  <a:srgbClr val="000000"/>
                </a:solidFill>
                <a:latin typeface="Arial"/>
                <a:ea typeface="Arial"/>
                <a:cs typeface="Arial"/>
                <a:sym typeface="Arial"/>
              </a:rPr>
              <a:t>Recorrido eficiente:</a:t>
            </a:r>
            <a:r>
              <a:rPr b="0" i="0" lang="en-US" sz="2354" u="none" cap="none" strike="noStrike">
                <a:solidFill>
                  <a:srgbClr val="000000"/>
                </a:solidFill>
                <a:latin typeface="Arial"/>
                <a:ea typeface="Arial"/>
                <a:cs typeface="Arial"/>
                <a:sym typeface="Arial"/>
              </a:rPr>
              <a:t> los nodos de una lista circular doblemente enlazada se pueden recorrer eficientemente en ambos sentidos, o hacia adelante y hacia atrás.</a:t>
            </a:r>
            <a:endParaRPr b="0" i="0" sz="2354" u="none" cap="none" strike="noStrike">
              <a:solidFill>
                <a:srgbClr val="000000"/>
              </a:solidFill>
              <a:latin typeface="Arial"/>
              <a:ea typeface="Arial"/>
              <a:cs typeface="Arial"/>
              <a:sym typeface="Arial"/>
            </a:endParaRPr>
          </a:p>
          <a:p>
            <a:pPr indent="-563510" lvl="0" marL="828016" marR="0" rtl="0" algn="just">
              <a:lnSpc>
                <a:spcPct val="152003"/>
              </a:lnSpc>
              <a:spcBef>
                <a:spcPts val="0"/>
              </a:spcBef>
              <a:spcAft>
                <a:spcPts val="0"/>
              </a:spcAft>
              <a:buClr>
                <a:srgbClr val="000000"/>
              </a:buClr>
              <a:buSzPts val="2354"/>
              <a:buFont typeface="Arial"/>
              <a:buChar char="●"/>
            </a:pPr>
            <a:r>
              <a:rPr b="1" i="0" lang="en-US" sz="2354" u="none" cap="none" strike="noStrike">
                <a:solidFill>
                  <a:srgbClr val="000000"/>
                </a:solidFill>
                <a:latin typeface="Arial"/>
                <a:ea typeface="Arial"/>
                <a:cs typeface="Arial"/>
                <a:sym typeface="Arial"/>
              </a:rPr>
              <a:t>Inserción y eliminación:</a:t>
            </a:r>
            <a:r>
              <a:rPr b="0" i="0" lang="en-US" sz="2354" u="none" cap="none" strike="noStrike">
                <a:solidFill>
                  <a:srgbClr val="000000"/>
                </a:solidFill>
                <a:latin typeface="Arial"/>
                <a:ea typeface="Arial"/>
                <a:cs typeface="Arial"/>
                <a:sym typeface="Arial"/>
              </a:rPr>
              <a:t> Una lista circular doblemente enlazada permite un uso eficiente de las operaciones de inserción y eliminación. Los nodos de cabecera y de cola están conectados porque la lista es circular, lo que facilita la adición o eliminación de nodos en ambos extremos.</a:t>
            </a:r>
            <a:endParaRPr b="0" i="0" sz="2354" u="none" cap="none" strike="noStrike">
              <a:solidFill>
                <a:srgbClr val="000000"/>
              </a:solidFill>
              <a:latin typeface="Arial"/>
              <a:ea typeface="Arial"/>
              <a:cs typeface="Arial"/>
              <a:sym typeface="Arial"/>
            </a:endParaRPr>
          </a:p>
          <a:p>
            <a:pPr indent="-563510" lvl="0" marL="828016" marR="0" rtl="0" algn="just">
              <a:lnSpc>
                <a:spcPct val="152003"/>
              </a:lnSpc>
              <a:spcBef>
                <a:spcPts val="0"/>
              </a:spcBef>
              <a:spcAft>
                <a:spcPts val="0"/>
              </a:spcAft>
              <a:buClr>
                <a:srgbClr val="000000"/>
              </a:buClr>
              <a:buSzPts val="2354"/>
              <a:buFont typeface="Arial"/>
              <a:buChar char="●"/>
            </a:pPr>
            <a:r>
              <a:rPr b="1" i="0" lang="en-US" sz="2354" u="none" cap="none" strike="noStrike">
                <a:solidFill>
                  <a:srgbClr val="000000"/>
                </a:solidFill>
                <a:latin typeface="Arial"/>
                <a:ea typeface="Arial"/>
                <a:cs typeface="Arial"/>
                <a:sym typeface="Arial"/>
              </a:rPr>
              <a:t>Implementación de estructuras de datos circulares:</a:t>
            </a:r>
            <a:r>
              <a:rPr b="0" i="0" lang="en-US" sz="2354" u="none" cap="none" strike="noStrike">
                <a:solidFill>
                  <a:srgbClr val="000000"/>
                </a:solidFill>
                <a:latin typeface="Arial"/>
                <a:ea typeface="Arial"/>
                <a:cs typeface="Arial"/>
                <a:sym typeface="Arial"/>
              </a:rPr>
              <a:t> la implementación de estructuras de datos circulares, como colas circulares y buffers circulares, hace un uso extensivo de listas circulares doblemente enlazadas.</a:t>
            </a:r>
            <a:endParaRPr b="0" i="0" sz="2354" u="none" cap="none" strike="noStrike">
              <a:solidFill>
                <a:srgbClr val="000000"/>
              </a:solidFill>
              <a:latin typeface="Arial"/>
              <a:ea typeface="Arial"/>
              <a:cs typeface="Arial"/>
              <a:sym typeface="Arial"/>
            </a:endParaRPr>
          </a:p>
          <a:p>
            <a:pPr indent="0" lvl="0" marL="0" marR="0" rtl="0" algn="just">
              <a:lnSpc>
                <a:spcPct val="152003"/>
              </a:lnSpc>
              <a:spcBef>
                <a:spcPts val="0"/>
              </a:spcBef>
              <a:spcAft>
                <a:spcPts val="0"/>
              </a:spcAft>
              <a:buClr>
                <a:srgbClr val="000000"/>
              </a:buClr>
              <a:buSzPts val="2173"/>
              <a:buFont typeface="Arial"/>
              <a:buNone/>
            </a:pPr>
            <a:r>
              <a:t/>
            </a:r>
            <a:endParaRPr b="0" i="0" sz="2173" u="none" cap="none" strike="noStrike">
              <a:solidFill>
                <a:srgbClr val="763C00"/>
              </a:solidFill>
              <a:latin typeface="Arial"/>
              <a:ea typeface="Arial"/>
              <a:cs typeface="Arial"/>
              <a:sym typeface="Arial"/>
            </a:endParaRPr>
          </a:p>
        </p:txBody>
      </p:sp>
      <p:sp>
        <p:nvSpPr>
          <p:cNvPr id="163" name="Google Shape;163;g39ab6cbbbe8_0_0"/>
          <p:cNvSpPr/>
          <p:nvPr/>
        </p:nvSpPr>
        <p:spPr>
          <a:xfrm>
            <a:off x="10414118" y="603770"/>
            <a:ext cx="3201087" cy="2711587"/>
          </a:xfrm>
          <a:custGeom>
            <a:rect b="b" l="l" r="r" t="t"/>
            <a:pathLst>
              <a:path extrusionOk="0" h="2996229" w="3537113">
                <a:moveTo>
                  <a:pt x="0" y="0"/>
                </a:moveTo>
                <a:lnTo>
                  <a:pt x="3537112" y="0"/>
                </a:lnTo>
                <a:lnTo>
                  <a:pt x="3537112" y="2996229"/>
                </a:lnTo>
                <a:lnTo>
                  <a:pt x="0" y="2996229"/>
                </a:lnTo>
                <a:lnTo>
                  <a:pt x="0" y="0"/>
                </a:lnTo>
                <a:close/>
              </a:path>
            </a:pathLst>
          </a:custGeom>
          <a:blipFill rotWithShape="1">
            <a:blip r:embed="rId3">
              <a:alphaModFix/>
            </a:blip>
            <a:stretch>
              <a:fillRect b="0" l="0" r="0" t="0"/>
            </a:stretch>
          </a:blipFill>
          <a:ln>
            <a:noFill/>
          </a:ln>
        </p:spPr>
        <p:txBody>
          <a:bodyPr anchorCtr="0" anchor="t" bIns="82775" lIns="165575" spcFirstLastPara="1" rIns="165575" wrap="square" tIns="82775">
            <a:noAutofit/>
          </a:bodyPr>
          <a:lstStyle/>
          <a:p>
            <a:pPr indent="0" lvl="0" marL="0" marR="0" rtl="0" algn="l">
              <a:lnSpc>
                <a:spcPct val="100000"/>
              </a:lnSpc>
              <a:spcBef>
                <a:spcPts val="0"/>
              </a:spcBef>
              <a:spcAft>
                <a:spcPts val="0"/>
              </a:spcAft>
              <a:buClr>
                <a:srgbClr val="000000"/>
              </a:buClr>
              <a:buSzPts val="2535"/>
              <a:buFont typeface="Arial"/>
              <a:buNone/>
            </a:pPr>
            <a:r>
              <a:t/>
            </a:r>
            <a:endParaRPr b="0" i="0" sz="2535" u="none" cap="none" strike="noStrike">
              <a:solidFill>
                <a:srgbClr val="000000"/>
              </a:solidFill>
              <a:latin typeface="Arial"/>
              <a:ea typeface="Arial"/>
              <a:cs typeface="Arial"/>
              <a:sym typeface="Arial"/>
            </a:endParaRPr>
          </a:p>
        </p:txBody>
      </p:sp>
      <p:sp>
        <p:nvSpPr>
          <p:cNvPr id="164" name="Google Shape;164;g39ab6cbbbe8_0_0"/>
          <p:cNvSpPr/>
          <p:nvPr/>
        </p:nvSpPr>
        <p:spPr>
          <a:xfrm rot="-1160089">
            <a:off x="12657104" y="683739"/>
            <a:ext cx="2789421" cy="2599973"/>
          </a:xfrm>
          <a:custGeom>
            <a:rect b="b" l="l" r="r" t="t"/>
            <a:pathLst>
              <a:path extrusionOk="0" h="2869397" w="3078477">
                <a:moveTo>
                  <a:pt x="0" y="0"/>
                </a:moveTo>
                <a:lnTo>
                  <a:pt x="3078477" y="0"/>
                </a:lnTo>
                <a:lnTo>
                  <a:pt x="3078477" y="2869397"/>
                </a:lnTo>
                <a:lnTo>
                  <a:pt x="0" y="2869397"/>
                </a:lnTo>
                <a:lnTo>
                  <a:pt x="0" y="0"/>
                </a:lnTo>
                <a:close/>
              </a:path>
            </a:pathLst>
          </a:custGeom>
          <a:blipFill rotWithShape="1">
            <a:blip r:embed="rId4">
              <a:alphaModFix/>
            </a:blip>
            <a:stretch>
              <a:fillRect b="0" l="0" r="0" t="0"/>
            </a:stretch>
          </a:blipFill>
          <a:ln>
            <a:noFill/>
          </a:ln>
        </p:spPr>
        <p:txBody>
          <a:bodyPr anchorCtr="0" anchor="t" bIns="82775" lIns="165575" spcFirstLastPara="1" rIns="165575" wrap="square" tIns="82775">
            <a:noAutofit/>
          </a:bodyPr>
          <a:lstStyle/>
          <a:p>
            <a:pPr indent="0" lvl="0" marL="0" marR="0" rtl="0" algn="l">
              <a:lnSpc>
                <a:spcPct val="100000"/>
              </a:lnSpc>
              <a:spcBef>
                <a:spcPts val="0"/>
              </a:spcBef>
              <a:spcAft>
                <a:spcPts val="0"/>
              </a:spcAft>
              <a:buClr>
                <a:srgbClr val="000000"/>
              </a:buClr>
              <a:buSzPts val="2535"/>
              <a:buFont typeface="Arial"/>
              <a:buNone/>
            </a:pPr>
            <a:r>
              <a:t/>
            </a:r>
            <a:endParaRPr b="0" i="0" sz="2535" u="none" cap="none" strike="noStrike">
              <a:solidFill>
                <a:srgbClr val="000000"/>
              </a:solidFill>
              <a:latin typeface="Arial"/>
              <a:ea typeface="Arial"/>
              <a:cs typeface="Arial"/>
              <a:sym typeface="Arial"/>
            </a:endParaRPr>
          </a:p>
        </p:txBody>
      </p:sp>
      <p:sp>
        <p:nvSpPr>
          <p:cNvPr id="165" name="Google Shape;165;g39ab6cbbbe8_0_0"/>
          <p:cNvSpPr/>
          <p:nvPr/>
        </p:nvSpPr>
        <p:spPr>
          <a:xfrm rot="2316624">
            <a:off x="14936575" y="823939"/>
            <a:ext cx="2799339" cy="2617382"/>
          </a:xfrm>
          <a:custGeom>
            <a:rect b="b" l="l" r="r" t="t"/>
            <a:pathLst>
              <a:path extrusionOk="0" h="2890800" w="3091765">
                <a:moveTo>
                  <a:pt x="0" y="0"/>
                </a:moveTo>
                <a:lnTo>
                  <a:pt x="3091765" y="0"/>
                </a:lnTo>
                <a:lnTo>
                  <a:pt x="3091765" y="2890801"/>
                </a:lnTo>
                <a:lnTo>
                  <a:pt x="0" y="2890801"/>
                </a:lnTo>
                <a:lnTo>
                  <a:pt x="0" y="0"/>
                </a:lnTo>
                <a:close/>
              </a:path>
            </a:pathLst>
          </a:custGeom>
          <a:blipFill rotWithShape="1">
            <a:blip r:embed="rId5">
              <a:alphaModFix/>
            </a:blip>
            <a:stretch>
              <a:fillRect b="0" l="0" r="0" t="0"/>
            </a:stretch>
          </a:blipFill>
          <a:ln>
            <a:noFill/>
          </a:ln>
        </p:spPr>
        <p:txBody>
          <a:bodyPr anchorCtr="0" anchor="t" bIns="82775" lIns="165575" spcFirstLastPara="1" rIns="165575" wrap="square" tIns="82775">
            <a:noAutofit/>
          </a:bodyPr>
          <a:lstStyle/>
          <a:p>
            <a:pPr indent="0" lvl="0" marL="0" marR="0" rtl="0" algn="l">
              <a:lnSpc>
                <a:spcPct val="100000"/>
              </a:lnSpc>
              <a:spcBef>
                <a:spcPts val="0"/>
              </a:spcBef>
              <a:spcAft>
                <a:spcPts val="0"/>
              </a:spcAft>
              <a:buClr>
                <a:srgbClr val="000000"/>
              </a:buClr>
              <a:buSzPts val="2535"/>
              <a:buFont typeface="Arial"/>
              <a:buNone/>
            </a:pPr>
            <a:r>
              <a:t/>
            </a:r>
            <a:endParaRPr b="0" i="0" sz="2535" u="none" cap="none" strike="noStrike">
              <a:solidFill>
                <a:srgbClr val="000000"/>
              </a:solidFill>
              <a:latin typeface="Arial"/>
              <a:ea typeface="Arial"/>
              <a:cs typeface="Arial"/>
              <a:sym typeface="Arial"/>
            </a:endParaRPr>
          </a:p>
        </p:txBody>
      </p:sp>
      <p:sp>
        <p:nvSpPr>
          <p:cNvPr id="166" name="Google Shape;166;g39ab6cbbbe8_0_0"/>
          <p:cNvSpPr/>
          <p:nvPr/>
        </p:nvSpPr>
        <p:spPr>
          <a:xfrm>
            <a:off x="264456" y="678520"/>
            <a:ext cx="3151628" cy="3126677"/>
          </a:xfrm>
          <a:custGeom>
            <a:rect b="b" l="l" r="r" t="t"/>
            <a:pathLst>
              <a:path extrusionOk="0" h="3454892" w="3482462">
                <a:moveTo>
                  <a:pt x="0" y="0"/>
                </a:moveTo>
                <a:lnTo>
                  <a:pt x="3482462" y="0"/>
                </a:lnTo>
                <a:lnTo>
                  <a:pt x="3482462" y="3454892"/>
                </a:lnTo>
                <a:lnTo>
                  <a:pt x="0" y="3454892"/>
                </a:lnTo>
                <a:lnTo>
                  <a:pt x="0" y="0"/>
                </a:lnTo>
                <a:close/>
              </a:path>
            </a:pathLst>
          </a:custGeom>
          <a:blipFill rotWithShape="1">
            <a:blip r:embed="rId6">
              <a:alphaModFix/>
            </a:blip>
            <a:stretch>
              <a:fillRect b="0" l="0" r="0" t="0"/>
            </a:stretch>
          </a:blipFill>
          <a:ln>
            <a:noFill/>
          </a:ln>
        </p:spPr>
        <p:txBody>
          <a:bodyPr anchorCtr="0" anchor="t" bIns="82775" lIns="165575" spcFirstLastPara="1" rIns="165575" wrap="square" tIns="82775">
            <a:noAutofit/>
          </a:bodyPr>
          <a:lstStyle/>
          <a:p>
            <a:pPr indent="0" lvl="0" marL="0" marR="0" rtl="0" algn="l">
              <a:lnSpc>
                <a:spcPct val="100000"/>
              </a:lnSpc>
              <a:spcBef>
                <a:spcPts val="0"/>
              </a:spcBef>
              <a:spcAft>
                <a:spcPts val="0"/>
              </a:spcAft>
              <a:buClr>
                <a:srgbClr val="000000"/>
              </a:buClr>
              <a:buSzPts val="2535"/>
              <a:buFont typeface="Arial"/>
              <a:buNone/>
            </a:pPr>
            <a:r>
              <a:t/>
            </a:r>
            <a:endParaRPr b="0" i="0" sz="2535" u="none" cap="none" strike="noStrike">
              <a:solidFill>
                <a:srgbClr val="000000"/>
              </a:solidFill>
              <a:latin typeface="Arial"/>
              <a:ea typeface="Arial"/>
              <a:cs typeface="Arial"/>
              <a:sym typeface="Arial"/>
            </a:endParaRPr>
          </a:p>
        </p:txBody>
      </p:sp>
      <p:sp>
        <p:nvSpPr>
          <p:cNvPr id="167" name="Google Shape;167;g39ab6cbbbe8_0_0"/>
          <p:cNvSpPr/>
          <p:nvPr/>
        </p:nvSpPr>
        <p:spPr>
          <a:xfrm flipH="1" rot="-1031049">
            <a:off x="4501703" y="424789"/>
            <a:ext cx="3330923" cy="3013097"/>
          </a:xfrm>
          <a:custGeom>
            <a:rect b="b" l="l" r="r" t="t"/>
            <a:pathLst>
              <a:path extrusionOk="0" h="3327853" w="3678880">
                <a:moveTo>
                  <a:pt x="3678880" y="0"/>
                </a:moveTo>
                <a:lnTo>
                  <a:pt x="0" y="0"/>
                </a:lnTo>
                <a:lnTo>
                  <a:pt x="0" y="3327853"/>
                </a:lnTo>
                <a:lnTo>
                  <a:pt x="3678880" y="3327853"/>
                </a:lnTo>
                <a:lnTo>
                  <a:pt x="3678880" y="0"/>
                </a:lnTo>
                <a:close/>
              </a:path>
            </a:pathLst>
          </a:custGeom>
          <a:blipFill rotWithShape="1">
            <a:blip r:embed="rId7">
              <a:alphaModFix/>
            </a:blip>
            <a:stretch>
              <a:fillRect b="0" l="0" r="0" t="0"/>
            </a:stretch>
          </a:blipFill>
          <a:ln>
            <a:noFill/>
          </a:ln>
        </p:spPr>
        <p:txBody>
          <a:bodyPr anchorCtr="0" anchor="t" bIns="82775" lIns="165575" spcFirstLastPara="1" rIns="165575" wrap="square" tIns="82775">
            <a:noAutofit/>
          </a:bodyPr>
          <a:lstStyle/>
          <a:p>
            <a:pPr indent="0" lvl="0" marL="0" marR="0" rtl="0" algn="l">
              <a:lnSpc>
                <a:spcPct val="100000"/>
              </a:lnSpc>
              <a:spcBef>
                <a:spcPts val="0"/>
              </a:spcBef>
              <a:spcAft>
                <a:spcPts val="0"/>
              </a:spcAft>
              <a:buClr>
                <a:srgbClr val="000000"/>
              </a:buClr>
              <a:buSzPts val="2535"/>
              <a:buFont typeface="Arial"/>
              <a:buNone/>
            </a:pPr>
            <a:r>
              <a:t/>
            </a:r>
            <a:endParaRPr b="0" i="0" sz="2535" u="none" cap="none" strike="noStrike">
              <a:solidFill>
                <a:srgbClr val="000000"/>
              </a:solidFill>
              <a:latin typeface="Arial"/>
              <a:ea typeface="Arial"/>
              <a:cs typeface="Arial"/>
              <a:sym typeface="Arial"/>
            </a:endParaRPr>
          </a:p>
        </p:txBody>
      </p:sp>
      <p:sp>
        <p:nvSpPr>
          <p:cNvPr id="168" name="Google Shape;168;g39ab6cbbbe8_0_0"/>
          <p:cNvSpPr/>
          <p:nvPr/>
        </p:nvSpPr>
        <p:spPr>
          <a:xfrm flipH="1" rot="-775408">
            <a:off x="2806596" y="694062"/>
            <a:ext cx="2639653" cy="2468075"/>
          </a:xfrm>
          <a:custGeom>
            <a:rect b="b" l="l" r="r" t="t"/>
            <a:pathLst>
              <a:path extrusionOk="0" h="2725845" w="2915342">
                <a:moveTo>
                  <a:pt x="2915342" y="0"/>
                </a:moveTo>
                <a:lnTo>
                  <a:pt x="0" y="0"/>
                </a:lnTo>
                <a:lnTo>
                  <a:pt x="0" y="2725845"/>
                </a:lnTo>
                <a:lnTo>
                  <a:pt x="2915342" y="2725845"/>
                </a:lnTo>
                <a:lnTo>
                  <a:pt x="2915342" y="0"/>
                </a:lnTo>
                <a:close/>
              </a:path>
            </a:pathLst>
          </a:custGeom>
          <a:blipFill rotWithShape="1">
            <a:blip r:embed="rId8">
              <a:alphaModFix/>
            </a:blip>
            <a:stretch>
              <a:fillRect b="0" l="0" r="0" t="0"/>
            </a:stretch>
          </a:blipFill>
          <a:ln>
            <a:noFill/>
          </a:ln>
        </p:spPr>
        <p:txBody>
          <a:bodyPr anchorCtr="0" anchor="t" bIns="82775" lIns="165575" spcFirstLastPara="1" rIns="165575" wrap="square" tIns="82775">
            <a:noAutofit/>
          </a:bodyPr>
          <a:lstStyle/>
          <a:p>
            <a:pPr indent="0" lvl="0" marL="0" marR="0" rtl="0" algn="l">
              <a:lnSpc>
                <a:spcPct val="100000"/>
              </a:lnSpc>
              <a:spcBef>
                <a:spcPts val="0"/>
              </a:spcBef>
              <a:spcAft>
                <a:spcPts val="0"/>
              </a:spcAft>
              <a:buClr>
                <a:srgbClr val="000000"/>
              </a:buClr>
              <a:buSzPts val="2535"/>
              <a:buFont typeface="Arial"/>
              <a:buNone/>
            </a:pPr>
            <a:r>
              <a:t/>
            </a:r>
            <a:endParaRPr b="0" i="0" sz="2535" u="none" cap="none" strike="noStrike">
              <a:solidFill>
                <a:srgbClr val="000000"/>
              </a:solidFill>
              <a:latin typeface="Arial"/>
              <a:ea typeface="Arial"/>
              <a:cs typeface="Arial"/>
              <a:sym typeface="Arial"/>
            </a:endParaRPr>
          </a:p>
        </p:txBody>
      </p:sp>
      <p:sp>
        <p:nvSpPr>
          <p:cNvPr id="169" name="Google Shape;169;g39ab6cbbbe8_0_0"/>
          <p:cNvSpPr/>
          <p:nvPr/>
        </p:nvSpPr>
        <p:spPr>
          <a:xfrm rot="1250002">
            <a:off x="7645506" y="636647"/>
            <a:ext cx="3057839" cy="2763522"/>
          </a:xfrm>
          <a:custGeom>
            <a:rect b="b" l="l" r="r" t="t"/>
            <a:pathLst>
              <a:path extrusionOk="0" h="3047598" w="3372169">
                <a:moveTo>
                  <a:pt x="0" y="0"/>
                </a:moveTo>
                <a:lnTo>
                  <a:pt x="3372170" y="0"/>
                </a:lnTo>
                <a:lnTo>
                  <a:pt x="3372170" y="3047598"/>
                </a:lnTo>
                <a:lnTo>
                  <a:pt x="0" y="3047598"/>
                </a:lnTo>
                <a:lnTo>
                  <a:pt x="0" y="0"/>
                </a:lnTo>
                <a:close/>
              </a:path>
            </a:pathLst>
          </a:custGeom>
          <a:blipFill rotWithShape="1">
            <a:blip r:embed="rId9">
              <a:alphaModFix/>
            </a:blip>
            <a:stretch>
              <a:fillRect b="0" l="0" r="0" t="0"/>
            </a:stretch>
          </a:blipFill>
          <a:ln>
            <a:noFill/>
          </a:ln>
        </p:spPr>
        <p:txBody>
          <a:bodyPr anchorCtr="0" anchor="t" bIns="82775" lIns="165575" spcFirstLastPara="1" rIns="165575" wrap="square" tIns="82775">
            <a:noAutofit/>
          </a:bodyPr>
          <a:lstStyle/>
          <a:p>
            <a:pPr indent="0" lvl="0" marL="0" marR="0" rtl="0" algn="l">
              <a:lnSpc>
                <a:spcPct val="100000"/>
              </a:lnSpc>
              <a:spcBef>
                <a:spcPts val="0"/>
              </a:spcBef>
              <a:spcAft>
                <a:spcPts val="0"/>
              </a:spcAft>
              <a:buClr>
                <a:srgbClr val="000000"/>
              </a:buClr>
              <a:buSzPts val="2535"/>
              <a:buFont typeface="Arial"/>
              <a:buNone/>
            </a:pPr>
            <a:r>
              <a:t/>
            </a:r>
            <a:endParaRPr b="0" i="0" sz="2535"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g39ab6cbbbe8_0_3"/>
          <p:cNvSpPr txBox="1"/>
          <p:nvPr/>
        </p:nvSpPr>
        <p:spPr>
          <a:xfrm>
            <a:off x="2295140" y="0"/>
            <a:ext cx="13840800" cy="976200"/>
          </a:xfrm>
          <a:prstGeom prst="rect">
            <a:avLst/>
          </a:prstGeom>
          <a:solidFill>
            <a:srgbClr val="000000"/>
          </a:solidFill>
          <a:ln cap="flat" cmpd="sng" w="17250">
            <a:solidFill>
              <a:srgbClr val="EEECE1"/>
            </a:solidFill>
            <a:prstDash val="solid"/>
            <a:round/>
            <a:headEnd len="sm" w="sm" type="none"/>
            <a:tailEnd len="sm" w="sm" type="none"/>
          </a:ln>
        </p:spPr>
        <p:txBody>
          <a:bodyPr anchorCtr="0" anchor="t" bIns="0" lIns="0" spcFirstLastPara="1" rIns="0" wrap="square" tIns="0">
            <a:spAutoFit/>
          </a:bodyPr>
          <a:lstStyle/>
          <a:p>
            <a:pPr indent="0" lvl="0" marL="0" marR="0" rtl="0" algn="ctr">
              <a:lnSpc>
                <a:spcPct val="151005"/>
              </a:lnSpc>
              <a:spcBef>
                <a:spcPts val="0"/>
              </a:spcBef>
              <a:spcAft>
                <a:spcPts val="0"/>
              </a:spcAft>
              <a:buClr>
                <a:srgbClr val="000000"/>
              </a:buClr>
              <a:buSzPts val="6342"/>
              <a:buFont typeface="Arial"/>
              <a:buNone/>
            </a:pPr>
            <a:r>
              <a:rPr b="0" i="0" lang="en-US" sz="6342" u="none" cap="none" strike="noStrike">
                <a:solidFill>
                  <a:srgbClr val="EEECE1"/>
                </a:solidFill>
                <a:latin typeface="Impact"/>
                <a:ea typeface="Impact"/>
                <a:cs typeface="Impact"/>
                <a:sym typeface="Impact"/>
              </a:rPr>
              <a:t>Desventajas</a:t>
            </a:r>
            <a:endParaRPr b="0" i="0" sz="1268" u="none" cap="none" strike="noStrike">
              <a:solidFill>
                <a:srgbClr val="EEECE1"/>
              </a:solidFill>
              <a:latin typeface="Impact"/>
              <a:ea typeface="Impact"/>
              <a:cs typeface="Impact"/>
              <a:sym typeface="Impact"/>
            </a:endParaRPr>
          </a:p>
        </p:txBody>
      </p:sp>
      <p:sp>
        <p:nvSpPr>
          <p:cNvPr id="175" name="Google Shape;175;g39ab6cbbbe8_0_3"/>
          <p:cNvSpPr txBox="1"/>
          <p:nvPr/>
        </p:nvSpPr>
        <p:spPr>
          <a:xfrm>
            <a:off x="2295140" y="1146248"/>
            <a:ext cx="13840800" cy="5846400"/>
          </a:xfrm>
          <a:prstGeom prst="rect">
            <a:avLst/>
          </a:prstGeom>
          <a:noFill/>
          <a:ln>
            <a:noFill/>
          </a:ln>
        </p:spPr>
        <p:txBody>
          <a:bodyPr anchorCtr="0" anchor="t" bIns="0" lIns="0" spcFirstLastPara="1" rIns="0" wrap="square" tIns="0">
            <a:spAutoFit/>
          </a:bodyPr>
          <a:lstStyle/>
          <a:p>
            <a:pPr indent="0" lvl="0" marL="0" marR="0" rtl="0" algn="just">
              <a:lnSpc>
                <a:spcPct val="152003"/>
              </a:lnSpc>
              <a:spcBef>
                <a:spcPts val="0"/>
              </a:spcBef>
              <a:spcAft>
                <a:spcPts val="0"/>
              </a:spcAft>
              <a:buClr>
                <a:srgbClr val="000000"/>
              </a:buClr>
              <a:buSzPts val="2356"/>
              <a:buFont typeface="Arial"/>
              <a:buNone/>
            </a:pPr>
            <a:r>
              <a:rPr b="0" i="0" lang="en-US" sz="2356" u="none" cap="none" strike="noStrike">
                <a:solidFill>
                  <a:srgbClr val="000000"/>
                </a:solidFill>
                <a:latin typeface="Arial"/>
                <a:ea typeface="Arial"/>
                <a:cs typeface="Arial"/>
                <a:sym typeface="Arial"/>
              </a:rPr>
              <a:t>Las listas circulares doblemente enlazadas tienen las siguientes desventajas cuando se utilizan:</a:t>
            </a:r>
            <a:endParaRPr b="0" i="0" sz="2356" u="none" cap="none" strike="noStrike">
              <a:solidFill>
                <a:srgbClr val="000000"/>
              </a:solidFill>
              <a:latin typeface="Arial"/>
              <a:ea typeface="Arial"/>
              <a:cs typeface="Arial"/>
              <a:sym typeface="Arial"/>
            </a:endParaRPr>
          </a:p>
          <a:p>
            <a:pPr indent="-563837" lvl="0" marL="828495" marR="0" rtl="0" algn="just">
              <a:lnSpc>
                <a:spcPct val="152003"/>
              </a:lnSpc>
              <a:spcBef>
                <a:spcPts val="0"/>
              </a:spcBef>
              <a:spcAft>
                <a:spcPts val="0"/>
              </a:spcAft>
              <a:buClr>
                <a:srgbClr val="000000"/>
              </a:buClr>
              <a:buSzPts val="2356"/>
              <a:buFont typeface="Arial"/>
              <a:buChar char="●"/>
            </a:pPr>
            <a:r>
              <a:rPr b="1" i="0" lang="en-US" sz="2356" u="none" cap="none" strike="noStrike">
                <a:solidFill>
                  <a:srgbClr val="000000"/>
                </a:solidFill>
                <a:latin typeface="Arial"/>
                <a:ea typeface="Arial"/>
                <a:cs typeface="Arial"/>
                <a:sym typeface="Arial"/>
              </a:rPr>
              <a:t>Complejidad</a:t>
            </a:r>
            <a:r>
              <a:rPr b="0" i="0" lang="en-US" sz="2356" u="none" cap="none" strike="noStrike">
                <a:solidFill>
                  <a:srgbClr val="000000"/>
                </a:solidFill>
                <a:latin typeface="Arial"/>
                <a:ea typeface="Arial"/>
                <a:cs typeface="Arial"/>
                <a:sym typeface="Arial"/>
              </a:rPr>
              <a:t>: En comparación con una lista simplemente enlazada, la lista circular doblemente enlazada tiene operaciones más complicadas, lo que puede hacer que sea más difícil de desarrollar y mantener.</a:t>
            </a:r>
            <a:endParaRPr b="0" i="0" sz="2356" u="none" cap="none" strike="noStrike">
              <a:solidFill>
                <a:srgbClr val="000000"/>
              </a:solidFill>
              <a:latin typeface="Arial"/>
              <a:ea typeface="Arial"/>
              <a:cs typeface="Arial"/>
              <a:sym typeface="Arial"/>
            </a:endParaRPr>
          </a:p>
          <a:p>
            <a:pPr indent="-563837" lvl="0" marL="828495" marR="0" rtl="0" algn="just">
              <a:lnSpc>
                <a:spcPct val="152003"/>
              </a:lnSpc>
              <a:spcBef>
                <a:spcPts val="0"/>
              </a:spcBef>
              <a:spcAft>
                <a:spcPts val="0"/>
              </a:spcAft>
              <a:buClr>
                <a:srgbClr val="000000"/>
              </a:buClr>
              <a:buSzPts val="2356"/>
              <a:buFont typeface="Arial"/>
              <a:buChar char="●"/>
            </a:pPr>
            <a:r>
              <a:rPr b="1" i="0" lang="en-US" sz="2356" u="none" cap="none" strike="noStrike">
                <a:solidFill>
                  <a:srgbClr val="000000"/>
                </a:solidFill>
                <a:latin typeface="Arial"/>
                <a:ea typeface="Arial"/>
                <a:cs typeface="Arial"/>
                <a:sym typeface="Arial"/>
              </a:rPr>
              <a:t>Costo de circularidad</a:t>
            </a:r>
            <a:r>
              <a:rPr b="0" i="0" lang="en-US" sz="2356" u="none" cap="none" strike="noStrike">
                <a:solidFill>
                  <a:srgbClr val="000000"/>
                </a:solidFill>
                <a:latin typeface="Arial"/>
                <a:ea typeface="Arial"/>
                <a:cs typeface="Arial"/>
                <a:sym typeface="Arial"/>
              </a:rPr>
              <a:t>: En algunas circunstancias, la circularidad de la lista puede generar una sobrecarga adicional. Por ejemplo, puede resultar difícil determinar si el recorrido de la lista ha rodeado completamente el objeto y ha regresado a su punto inicial.</a:t>
            </a:r>
            <a:endParaRPr b="0" i="0" sz="2356" u="none" cap="none" strike="noStrike">
              <a:solidFill>
                <a:srgbClr val="000000"/>
              </a:solidFill>
              <a:latin typeface="Arial"/>
              <a:ea typeface="Arial"/>
              <a:cs typeface="Arial"/>
              <a:sym typeface="Arial"/>
            </a:endParaRPr>
          </a:p>
          <a:p>
            <a:pPr indent="-563837" lvl="0" marL="828495" marR="0" rtl="0" algn="just">
              <a:lnSpc>
                <a:spcPct val="152003"/>
              </a:lnSpc>
              <a:spcBef>
                <a:spcPts val="0"/>
              </a:spcBef>
              <a:spcAft>
                <a:spcPts val="0"/>
              </a:spcAft>
              <a:buClr>
                <a:srgbClr val="000000"/>
              </a:buClr>
              <a:buSzPts val="2356"/>
              <a:buFont typeface="Arial"/>
              <a:buChar char="●"/>
            </a:pPr>
            <a:r>
              <a:rPr b="1" i="0" lang="en-US" sz="2356" u="none" cap="none" strike="noStrike">
                <a:solidFill>
                  <a:srgbClr val="000000"/>
                </a:solidFill>
                <a:latin typeface="Arial"/>
                <a:ea typeface="Arial"/>
                <a:cs typeface="Arial"/>
                <a:sym typeface="Arial"/>
              </a:rPr>
              <a:t>Más complejo de depurar</a:t>
            </a:r>
            <a:r>
              <a:rPr b="0" i="0" lang="en-US" sz="2356" u="none" cap="none" strike="noStrike">
                <a:solidFill>
                  <a:srgbClr val="000000"/>
                </a:solidFill>
                <a:latin typeface="Arial"/>
                <a:ea typeface="Arial"/>
                <a:cs typeface="Arial"/>
                <a:sym typeface="Arial"/>
              </a:rPr>
              <a:t>: las listas circulares doblemente enlazadas pueden ser más difíciles de depurar que las listas simplemente enlazadas porque la naturaleza circular de la lista puede introducir bucles que son difíciles de encontrar y reparar.</a:t>
            </a:r>
            <a:endParaRPr b="0" i="0" sz="2356" u="none" cap="none" strike="noStrike">
              <a:solidFill>
                <a:srgbClr val="000000"/>
              </a:solidFill>
              <a:latin typeface="Arial"/>
              <a:ea typeface="Arial"/>
              <a:cs typeface="Arial"/>
              <a:sym typeface="Arial"/>
            </a:endParaRPr>
          </a:p>
          <a:p>
            <a:pPr indent="0" lvl="0" marL="0" marR="0" rtl="0" algn="just">
              <a:lnSpc>
                <a:spcPct val="152003"/>
              </a:lnSpc>
              <a:spcBef>
                <a:spcPts val="0"/>
              </a:spcBef>
              <a:spcAft>
                <a:spcPts val="0"/>
              </a:spcAft>
              <a:buClr>
                <a:srgbClr val="000000"/>
              </a:buClr>
              <a:buSzPts val="2175"/>
              <a:buFont typeface="Arial"/>
              <a:buNone/>
            </a:pPr>
            <a:r>
              <a:t/>
            </a:r>
            <a:endParaRPr b="0" i="0" sz="2175" u="none" cap="none" strike="noStrike">
              <a:solidFill>
                <a:srgbClr val="763C00"/>
              </a:solidFill>
              <a:latin typeface="Arial"/>
              <a:ea typeface="Arial"/>
              <a:cs typeface="Arial"/>
              <a:sym typeface="Arial"/>
            </a:endParaRPr>
          </a:p>
        </p:txBody>
      </p:sp>
      <p:sp>
        <p:nvSpPr>
          <p:cNvPr id="176" name="Google Shape;176;g39ab6cbbbe8_0_3"/>
          <p:cNvSpPr/>
          <p:nvPr/>
        </p:nvSpPr>
        <p:spPr>
          <a:xfrm rot="1997732">
            <a:off x="563364" y="6059382"/>
            <a:ext cx="3166031" cy="2989261"/>
          </a:xfrm>
          <a:custGeom>
            <a:rect b="b" l="l" r="r" t="t"/>
            <a:pathLst>
              <a:path extrusionOk="0" h="3298448" w="3493502">
                <a:moveTo>
                  <a:pt x="0" y="0"/>
                </a:moveTo>
                <a:lnTo>
                  <a:pt x="3493502" y="0"/>
                </a:lnTo>
                <a:lnTo>
                  <a:pt x="3493502" y="3298448"/>
                </a:lnTo>
                <a:lnTo>
                  <a:pt x="0" y="3298448"/>
                </a:lnTo>
                <a:lnTo>
                  <a:pt x="0" y="0"/>
                </a:lnTo>
                <a:close/>
              </a:path>
            </a:pathLst>
          </a:custGeom>
          <a:blipFill rotWithShape="1">
            <a:blip r:embed="rId3">
              <a:alphaModFix/>
            </a:blip>
            <a:stretch>
              <a:fillRect b="0" l="0" r="0" t="0"/>
            </a:stretch>
          </a:blipFill>
          <a:ln>
            <a:noFill/>
          </a:ln>
        </p:spPr>
        <p:txBody>
          <a:bodyPr anchorCtr="0" anchor="t" bIns="82825" lIns="165675" spcFirstLastPara="1" rIns="165675" wrap="square" tIns="82825">
            <a:noAutofit/>
          </a:bodyPr>
          <a:lstStyle/>
          <a:p>
            <a:pPr indent="0" lvl="0" marL="0" marR="0" rtl="0" algn="l">
              <a:lnSpc>
                <a:spcPct val="100000"/>
              </a:lnSpc>
              <a:spcBef>
                <a:spcPts val="0"/>
              </a:spcBef>
              <a:spcAft>
                <a:spcPts val="0"/>
              </a:spcAft>
              <a:buClr>
                <a:srgbClr val="000000"/>
              </a:buClr>
              <a:buSzPts val="2537"/>
              <a:buFont typeface="Arial"/>
              <a:buNone/>
            </a:pPr>
            <a:r>
              <a:t/>
            </a:r>
            <a:endParaRPr b="0" i="0" sz="2537" u="none" cap="none" strike="noStrike">
              <a:solidFill>
                <a:srgbClr val="000000"/>
              </a:solidFill>
              <a:latin typeface="Arial"/>
              <a:ea typeface="Arial"/>
              <a:cs typeface="Arial"/>
              <a:sym typeface="Arial"/>
            </a:endParaRPr>
          </a:p>
        </p:txBody>
      </p:sp>
      <p:sp>
        <p:nvSpPr>
          <p:cNvPr id="177" name="Google Shape;177;g39ab6cbbbe8_0_3"/>
          <p:cNvSpPr/>
          <p:nvPr/>
        </p:nvSpPr>
        <p:spPr>
          <a:xfrm flipH="1" rot="600479">
            <a:off x="13351361" y="6050114"/>
            <a:ext cx="2818930" cy="2794263"/>
          </a:xfrm>
          <a:custGeom>
            <a:rect b="b" l="l" r="r" t="t"/>
            <a:pathLst>
              <a:path extrusionOk="0" h="3083187" w="3110404">
                <a:moveTo>
                  <a:pt x="3110404" y="0"/>
                </a:moveTo>
                <a:lnTo>
                  <a:pt x="0" y="0"/>
                </a:lnTo>
                <a:lnTo>
                  <a:pt x="0" y="3083187"/>
                </a:lnTo>
                <a:lnTo>
                  <a:pt x="3110404" y="3083187"/>
                </a:lnTo>
                <a:lnTo>
                  <a:pt x="3110404" y="0"/>
                </a:lnTo>
                <a:close/>
              </a:path>
            </a:pathLst>
          </a:custGeom>
          <a:blipFill rotWithShape="1">
            <a:blip r:embed="rId4">
              <a:alphaModFix/>
            </a:blip>
            <a:stretch>
              <a:fillRect b="0" l="0" r="0" t="0"/>
            </a:stretch>
          </a:blipFill>
          <a:ln>
            <a:noFill/>
          </a:ln>
        </p:spPr>
        <p:txBody>
          <a:bodyPr anchorCtr="0" anchor="t" bIns="82825" lIns="165675" spcFirstLastPara="1" rIns="165675" wrap="square" tIns="82825">
            <a:noAutofit/>
          </a:bodyPr>
          <a:lstStyle/>
          <a:p>
            <a:pPr indent="0" lvl="0" marL="0" marR="0" rtl="0" algn="l">
              <a:lnSpc>
                <a:spcPct val="100000"/>
              </a:lnSpc>
              <a:spcBef>
                <a:spcPts val="0"/>
              </a:spcBef>
              <a:spcAft>
                <a:spcPts val="0"/>
              </a:spcAft>
              <a:buClr>
                <a:srgbClr val="000000"/>
              </a:buClr>
              <a:buSzPts val="2537"/>
              <a:buFont typeface="Arial"/>
              <a:buNone/>
            </a:pPr>
            <a:r>
              <a:t/>
            </a:r>
            <a:endParaRPr b="0" i="0" sz="2537" u="none" cap="none" strike="noStrike">
              <a:solidFill>
                <a:srgbClr val="000000"/>
              </a:solidFill>
              <a:latin typeface="Arial"/>
              <a:ea typeface="Arial"/>
              <a:cs typeface="Arial"/>
              <a:sym typeface="Arial"/>
            </a:endParaRPr>
          </a:p>
        </p:txBody>
      </p:sp>
      <p:sp>
        <p:nvSpPr>
          <p:cNvPr id="178" name="Google Shape;178;g39ab6cbbbe8_0_3"/>
          <p:cNvSpPr/>
          <p:nvPr/>
        </p:nvSpPr>
        <p:spPr>
          <a:xfrm>
            <a:off x="3364683" y="6511849"/>
            <a:ext cx="3293986" cy="3599984"/>
          </a:xfrm>
          <a:custGeom>
            <a:rect b="b" l="l" r="r" t="t"/>
            <a:pathLst>
              <a:path extrusionOk="0" h="3977883" w="3639763">
                <a:moveTo>
                  <a:pt x="0" y="0"/>
                </a:moveTo>
                <a:lnTo>
                  <a:pt x="3639762" y="0"/>
                </a:lnTo>
                <a:lnTo>
                  <a:pt x="3639762" y="3977883"/>
                </a:lnTo>
                <a:lnTo>
                  <a:pt x="0" y="3977883"/>
                </a:lnTo>
                <a:lnTo>
                  <a:pt x="0" y="0"/>
                </a:lnTo>
                <a:close/>
              </a:path>
            </a:pathLst>
          </a:custGeom>
          <a:blipFill rotWithShape="1">
            <a:blip r:embed="rId5">
              <a:alphaModFix/>
            </a:blip>
            <a:stretch>
              <a:fillRect b="0" l="0" r="0" t="0"/>
            </a:stretch>
          </a:blipFill>
          <a:ln>
            <a:noFill/>
          </a:ln>
        </p:spPr>
        <p:txBody>
          <a:bodyPr anchorCtr="0" anchor="t" bIns="82825" lIns="165675" spcFirstLastPara="1" rIns="165675" wrap="square" tIns="82825">
            <a:noAutofit/>
          </a:bodyPr>
          <a:lstStyle/>
          <a:p>
            <a:pPr indent="0" lvl="0" marL="0" marR="0" rtl="0" algn="l">
              <a:lnSpc>
                <a:spcPct val="100000"/>
              </a:lnSpc>
              <a:spcBef>
                <a:spcPts val="0"/>
              </a:spcBef>
              <a:spcAft>
                <a:spcPts val="0"/>
              </a:spcAft>
              <a:buClr>
                <a:srgbClr val="000000"/>
              </a:buClr>
              <a:buSzPts val="2537"/>
              <a:buFont typeface="Arial"/>
              <a:buNone/>
            </a:pPr>
            <a:r>
              <a:t/>
            </a:r>
            <a:endParaRPr b="0" i="0" sz="2537" u="none" cap="none" strike="noStrike">
              <a:solidFill>
                <a:srgbClr val="000000"/>
              </a:solidFill>
              <a:latin typeface="Arial"/>
              <a:ea typeface="Arial"/>
              <a:cs typeface="Arial"/>
              <a:sym typeface="Arial"/>
            </a:endParaRPr>
          </a:p>
        </p:txBody>
      </p:sp>
      <p:sp>
        <p:nvSpPr>
          <p:cNvPr id="179" name="Google Shape;179;g39ab6cbbbe8_0_3"/>
          <p:cNvSpPr/>
          <p:nvPr/>
        </p:nvSpPr>
        <p:spPr>
          <a:xfrm flipH="1" rot="-1100097">
            <a:off x="8653801" y="6473299"/>
            <a:ext cx="3284100" cy="3203366"/>
          </a:xfrm>
          <a:custGeom>
            <a:rect b="b" l="l" r="r" t="t"/>
            <a:pathLst>
              <a:path extrusionOk="0" h="3535748" w="3624859">
                <a:moveTo>
                  <a:pt x="3624859" y="0"/>
                </a:moveTo>
                <a:lnTo>
                  <a:pt x="0" y="0"/>
                </a:lnTo>
                <a:lnTo>
                  <a:pt x="0" y="3535748"/>
                </a:lnTo>
                <a:lnTo>
                  <a:pt x="3624859" y="3535748"/>
                </a:lnTo>
                <a:lnTo>
                  <a:pt x="3624859" y="0"/>
                </a:lnTo>
                <a:close/>
              </a:path>
            </a:pathLst>
          </a:custGeom>
          <a:blipFill rotWithShape="1">
            <a:blip r:embed="rId6">
              <a:alphaModFix/>
            </a:blip>
            <a:stretch>
              <a:fillRect b="0" l="0" r="0" t="0"/>
            </a:stretch>
          </a:blipFill>
          <a:ln>
            <a:noFill/>
          </a:ln>
        </p:spPr>
        <p:txBody>
          <a:bodyPr anchorCtr="0" anchor="t" bIns="82825" lIns="165675" spcFirstLastPara="1" rIns="165675" wrap="square" tIns="82825">
            <a:noAutofit/>
          </a:bodyPr>
          <a:lstStyle/>
          <a:p>
            <a:pPr indent="0" lvl="0" marL="0" marR="0" rtl="0" algn="l">
              <a:lnSpc>
                <a:spcPct val="100000"/>
              </a:lnSpc>
              <a:spcBef>
                <a:spcPts val="0"/>
              </a:spcBef>
              <a:spcAft>
                <a:spcPts val="0"/>
              </a:spcAft>
              <a:buClr>
                <a:srgbClr val="000000"/>
              </a:buClr>
              <a:buSzPts val="2537"/>
              <a:buFont typeface="Arial"/>
              <a:buNone/>
            </a:pPr>
            <a:r>
              <a:t/>
            </a:r>
            <a:endParaRPr b="0" i="0" sz="2537" u="none" cap="none" strike="noStrike">
              <a:solidFill>
                <a:srgbClr val="000000"/>
              </a:solidFill>
              <a:latin typeface="Arial"/>
              <a:ea typeface="Arial"/>
              <a:cs typeface="Arial"/>
              <a:sym typeface="Arial"/>
            </a:endParaRPr>
          </a:p>
        </p:txBody>
      </p:sp>
      <p:sp>
        <p:nvSpPr>
          <p:cNvPr id="180" name="Google Shape;180;g39ab6cbbbe8_0_3"/>
          <p:cNvSpPr/>
          <p:nvPr/>
        </p:nvSpPr>
        <p:spPr>
          <a:xfrm flipH="1" rot="641271">
            <a:off x="11440468" y="6503747"/>
            <a:ext cx="2905401" cy="2669338"/>
          </a:xfrm>
          <a:custGeom>
            <a:rect b="b" l="l" r="r" t="t"/>
            <a:pathLst>
              <a:path extrusionOk="0" h="2955527" w="3216900">
                <a:moveTo>
                  <a:pt x="3216900" y="0"/>
                </a:moveTo>
                <a:lnTo>
                  <a:pt x="0" y="0"/>
                </a:lnTo>
                <a:lnTo>
                  <a:pt x="0" y="2955527"/>
                </a:lnTo>
                <a:lnTo>
                  <a:pt x="3216900" y="2955527"/>
                </a:lnTo>
                <a:lnTo>
                  <a:pt x="3216900" y="0"/>
                </a:lnTo>
                <a:close/>
              </a:path>
            </a:pathLst>
          </a:custGeom>
          <a:blipFill rotWithShape="1">
            <a:blip r:embed="rId7">
              <a:alphaModFix/>
            </a:blip>
            <a:stretch>
              <a:fillRect b="0" l="0" r="0" t="0"/>
            </a:stretch>
          </a:blipFill>
          <a:ln>
            <a:noFill/>
          </a:ln>
        </p:spPr>
        <p:txBody>
          <a:bodyPr anchorCtr="0" anchor="t" bIns="82825" lIns="165675" spcFirstLastPara="1" rIns="165675" wrap="square" tIns="82825">
            <a:noAutofit/>
          </a:bodyPr>
          <a:lstStyle/>
          <a:p>
            <a:pPr indent="0" lvl="0" marL="0" marR="0" rtl="0" algn="l">
              <a:lnSpc>
                <a:spcPct val="100000"/>
              </a:lnSpc>
              <a:spcBef>
                <a:spcPts val="0"/>
              </a:spcBef>
              <a:spcAft>
                <a:spcPts val="0"/>
              </a:spcAft>
              <a:buClr>
                <a:srgbClr val="000000"/>
              </a:buClr>
              <a:buSzPts val="2537"/>
              <a:buFont typeface="Arial"/>
              <a:buNone/>
            </a:pPr>
            <a:r>
              <a:t/>
            </a:r>
            <a:endParaRPr b="0" i="0" sz="2537" u="none" cap="none" strike="noStrike">
              <a:solidFill>
                <a:srgbClr val="000000"/>
              </a:solidFill>
              <a:latin typeface="Arial"/>
              <a:ea typeface="Arial"/>
              <a:cs typeface="Arial"/>
              <a:sym typeface="Arial"/>
            </a:endParaRPr>
          </a:p>
        </p:txBody>
      </p:sp>
      <p:sp>
        <p:nvSpPr>
          <p:cNvPr id="181" name="Google Shape;181;g39ab6cbbbe8_0_3"/>
          <p:cNvSpPr/>
          <p:nvPr/>
        </p:nvSpPr>
        <p:spPr>
          <a:xfrm>
            <a:off x="6155318" y="6600986"/>
            <a:ext cx="3447810" cy="3421952"/>
          </a:xfrm>
          <a:custGeom>
            <a:rect b="b" l="l" r="r" t="t"/>
            <a:pathLst>
              <a:path extrusionOk="0" h="3781162" w="3809735">
                <a:moveTo>
                  <a:pt x="0" y="0"/>
                </a:moveTo>
                <a:lnTo>
                  <a:pt x="3809735" y="0"/>
                </a:lnTo>
                <a:lnTo>
                  <a:pt x="3809735" y="3781162"/>
                </a:lnTo>
                <a:lnTo>
                  <a:pt x="0" y="3781162"/>
                </a:lnTo>
                <a:lnTo>
                  <a:pt x="0" y="0"/>
                </a:lnTo>
                <a:close/>
              </a:path>
            </a:pathLst>
          </a:custGeom>
          <a:blipFill rotWithShape="1">
            <a:blip r:embed="rId8">
              <a:alphaModFix/>
            </a:blip>
            <a:stretch>
              <a:fillRect b="0" l="0" r="0" t="0"/>
            </a:stretch>
          </a:blipFill>
          <a:ln>
            <a:noFill/>
          </a:ln>
        </p:spPr>
        <p:txBody>
          <a:bodyPr anchorCtr="0" anchor="t" bIns="82825" lIns="165675" spcFirstLastPara="1" rIns="165675" wrap="square" tIns="82825">
            <a:noAutofit/>
          </a:bodyPr>
          <a:lstStyle/>
          <a:p>
            <a:pPr indent="0" lvl="0" marL="0" marR="0" rtl="0" algn="l">
              <a:lnSpc>
                <a:spcPct val="100000"/>
              </a:lnSpc>
              <a:spcBef>
                <a:spcPts val="0"/>
              </a:spcBef>
              <a:spcAft>
                <a:spcPts val="0"/>
              </a:spcAft>
              <a:buClr>
                <a:srgbClr val="000000"/>
              </a:buClr>
              <a:buSzPts val="2537"/>
              <a:buFont typeface="Arial"/>
              <a:buNone/>
            </a:pPr>
            <a:r>
              <a:t/>
            </a:r>
            <a:endParaRPr b="0" i="0" sz="2537" u="none" cap="none" strike="noStrike">
              <a:solidFill>
                <a:srgbClr val="000000"/>
              </a:solidFill>
              <a:latin typeface="Arial"/>
              <a:ea typeface="Arial"/>
              <a:cs typeface="Arial"/>
              <a:sym typeface="Arial"/>
            </a:endParaRPr>
          </a:p>
        </p:txBody>
      </p:sp>
      <p:sp>
        <p:nvSpPr>
          <p:cNvPr id="182" name="Google Shape;182;g39ab6cbbbe8_0_3"/>
          <p:cNvSpPr/>
          <p:nvPr/>
        </p:nvSpPr>
        <p:spPr>
          <a:xfrm rot="-706484">
            <a:off x="15440014" y="5877197"/>
            <a:ext cx="3214642" cy="3354409"/>
          </a:xfrm>
          <a:custGeom>
            <a:rect b="b" l="l" r="r" t="t"/>
            <a:pathLst>
              <a:path extrusionOk="0" h="3700083" w="3545913">
                <a:moveTo>
                  <a:pt x="0" y="0"/>
                </a:moveTo>
                <a:lnTo>
                  <a:pt x="3545912" y="0"/>
                </a:lnTo>
                <a:lnTo>
                  <a:pt x="3545912" y="3700083"/>
                </a:lnTo>
                <a:lnTo>
                  <a:pt x="0" y="3700083"/>
                </a:lnTo>
                <a:lnTo>
                  <a:pt x="0" y="0"/>
                </a:lnTo>
                <a:close/>
              </a:path>
            </a:pathLst>
          </a:custGeom>
          <a:blipFill rotWithShape="1">
            <a:blip r:embed="rId9">
              <a:alphaModFix/>
            </a:blip>
            <a:stretch>
              <a:fillRect b="0" l="0" r="0" t="0"/>
            </a:stretch>
          </a:blipFill>
          <a:ln>
            <a:noFill/>
          </a:ln>
        </p:spPr>
        <p:txBody>
          <a:bodyPr anchorCtr="0" anchor="t" bIns="82825" lIns="165675" spcFirstLastPara="1" rIns="165675" wrap="square" tIns="82825">
            <a:noAutofit/>
          </a:bodyPr>
          <a:lstStyle/>
          <a:p>
            <a:pPr indent="0" lvl="0" marL="0" marR="0" rtl="0" algn="l">
              <a:lnSpc>
                <a:spcPct val="100000"/>
              </a:lnSpc>
              <a:spcBef>
                <a:spcPts val="0"/>
              </a:spcBef>
              <a:spcAft>
                <a:spcPts val="0"/>
              </a:spcAft>
              <a:buClr>
                <a:srgbClr val="000000"/>
              </a:buClr>
              <a:buSzPts val="2537"/>
              <a:buFont typeface="Arial"/>
              <a:buNone/>
            </a:pPr>
            <a:r>
              <a:t/>
            </a:r>
            <a:endParaRPr b="0" i="0" sz="2537"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g39ab6cbbbe8_0_49"/>
          <p:cNvSpPr txBox="1"/>
          <p:nvPr/>
        </p:nvSpPr>
        <p:spPr>
          <a:xfrm>
            <a:off x="1635498" y="809700"/>
            <a:ext cx="15018000" cy="1077600"/>
          </a:xfrm>
          <a:prstGeom prst="rect">
            <a:avLst/>
          </a:prstGeom>
          <a:noFill/>
          <a:ln>
            <a:noFill/>
          </a:ln>
        </p:spPr>
        <p:txBody>
          <a:bodyPr anchorCtr="0" anchor="t" bIns="0" lIns="0" spcFirstLastPara="1" rIns="0" wrap="square" tIns="0">
            <a:spAutoFit/>
          </a:bodyPr>
          <a:lstStyle/>
          <a:p>
            <a:pPr indent="0" lvl="0" marL="0" marR="0" rtl="0" algn="ctr">
              <a:lnSpc>
                <a:spcPct val="151005"/>
              </a:lnSpc>
              <a:spcBef>
                <a:spcPts val="0"/>
              </a:spcBef>
              <a:spcAft>
                <a:spcPts val="0"/>
              </a:spcAft>
              <a:buClr>
                <a:srgbClr val="000000"/>
              </a:buClr>
              <a:buSzPts val="7000"/>
              <a:buFont typeface="Arial"/>
              <a:buNone/>
            </a:pPr>
            <a:r>
              <a:rPr b="0" i="0" lang="en-US" sz="7000" u="none" cap="none" strike="noStrike">
                <a:solidFill>
                  <a:schemeClr val="dk1"/>
                </a:solidFill>
                <a:latin typeface="Impact"/>
                <a:ea typeface="Impact"/>
                <a:cs typeface="Impact"/>
                <a:sym typeface="Impact"/>
              </a:rPr>
              <a:t>Comparación frente a otras listas</a:t>
            </a:r>
            <a:endParaRPr b="0" i="0" sz="1400" u="none" cap="none" strike="noStrike">
              <a:solidFill>
                <a:schemeClr val="dk1"/>
              </a:solidFill>
              <a:latin typeface="Impact"/>
              <a:ea typeface="Impact"/>
              <a:cs typeface="Impact"/>
              <a:sym typeface="Impact"/>
            </a:endParaRPr>
          </a:p>
        </p:txBody>
      </p:sp>
      <p:graphicFrame>
        <p:nvGraphicFramePr>
          <p:cNvPr id="188" name="Google Shape;188;g39ab6cbbbe8_0_49"/>
          <p:cNvGraphicFramePr/>
          <p:nvPr/>
        </p:nvGraphicFramePr>
        <p:xfrm>
          <a:off x="190500" y="2339700"/>
          <a:ext cx="3000000" cy="3000000"/>
        </p:xfrm>
        <a:graphic>
          <a:graphicData uri="http://schemas.openxmlformats.org/drawingml/2006/table">
            <a:tbl>
              <a:tblPr>
                <a:noFill/>
                <a:tableStyleId>{57439F2F-7124-4211-B27C-3D3D1F8C608A}</a:tableStyleId>
              </a:tblPr>
              <a:tblGrid>
                <a:gridCol w="2895600"/>
                <a:gridCol w="2971800"/>
                <a:gridCol w="3771900"/>
                <a:gridCol w="3524250"/>
                <a:gridCol w="4933950"/>
              </a:tblGrid>
              <a:tr h="304800">
                <a:tc>
                  <a:txBody>
                    <a:bodyPr/>
                    <a:lstStyle/>
                    <a:p>
                      <a:pPr indent="0" lvl="0" marL="0" marR="0" rtl="0" algn="ctr">
                        <a:lnSpc>
                          <a:spcPct val="115000"/>
                        </a:lnSpc>
                        <a:spcBef>
                          <a:spcPts val="0"/>
                        </a:spcBef>
                        <a:spcAft>
                          <a:spcPts val="0"/>
                        </a:spcAft>
                        <a:buClr>
                          <a:srgbClr val="000000"/>
                        </a:buClr>
                        <a:buSzPts val="2400"/>
                        <a:buFont typeface="Arial"/>
                        <a:buNone/>
                      </a:pPr>
                      <a:r>
                        <a:rPr b="1" lang="en-US" sz="2400" u="none" cap="none" strike="noStrike">
                          <a:solidFill>
                            <a:srgbClr val="F9F7DC"/>
                          </a:solidFill>
                        </a:rPr>
                        <a:t>Característica</a:t>
                      </a:r>
                      <a:endParaRPr b="1" sz="2400" u="none" cap="none" strike="noStrike">
                        <a:solidFill>
                          <a:srgbClr val="F9F7DC"/>
                        </a:solidFill>
                      </a:endParaRPr>
                    </a:p>
                  </a:txBody>
                  <a:tcPr marT="182850" marB="182850" marR="182850" marL="182850">
                    <a:lnL cap="flat" cmpd="sng" w="19050">
                      <a:solidFill>
                        <a:srgbClr val="F1C232">
                          <a:alpha val="0"/>
                        </a:srgbClr>
                      </a:solidFill>
                      <a:prstDash val="solid"/>
                      <a:round/>
                      <a:headEnd len="sm" w="sm" type="none"/>
                      <a:tailEnd len="sm" w="sm" type="none"/>
                    </a:lnL>
                    <a:lnR cap="flat" cmpd="sng" w="19050">
                      <a:solidFill>
                        <a:srgbClr val="F1C232">
                          <a:alpha val="0"/>
                        </a:srgbClr>
                      </a:solidFill>
                      <a:prstDash val="solid"/>
                      <a:round/>
                      <a:headEnd len="sm" w="sm" type="none"/>
                      <a:tailEnd len="sm" w="sm" type="none"/>
                    </a:lnR>
                    <a:lnT cap="flat" cmpd="sng" w="19050">
                      <a:solidFill>
                        <a:srgbClr val="F1C232">
                          <a:alpha val="0"/>
                        </a:srgbClr>
                      </a:solidFill>
                      <a:prstDash val="solid"/>
                      <a:round/>
                      <a:headEnd len="sm" w="sm" type="none"/>
                      <a:tailEnd len="sm" w="sm" type="none"/>
                    </a:lnT>
                    <a:lnB cap="flat" cmpd="sng" w="19050">
                      <a:solidFill>
                        <a:srgbClr val="F1C232">
                          <a:alpha val="0"/>
                        </a:srgbClr>
                      </a:solidFill>
                      <a:prstDash val="solid"/>
                      <a:round/>
                      <a:headEnd len="sm" w="sm" type="none"/>
                      <a:tailEnd len="sm" w="sm" type="none"/>
                    </a:lnB>
                    <a:solidFill>
                      <a:schemeClr val="dk1"/>
                    </a:solidFill>
                  </a:tcPr>
                </a:tc>
                <a:tc>
                  <a:txBody>
                    <a:bodyPr/>
                    <a:lstStyle/>
                    <a:p>
                      <a:pPr indent="0" lvl="0" marL="0" marR="0" rtl="0" algn="ctr">
                        <a:lnSpc>
                          <a:spcPct val="115000"/>
                        </a:lnSpc>
                        <a:spcBef>
                          <a:spcPts val="0"/>
                        </a:spcBef>
                        <a:spcAft>
                          <a:spcPts val="0"/>
                        </a:spcAft>
                        <a:buClr>
                          <a:srgbClr val="000000"/>
                        </a:buClr>
                        <a:buSzPts val="2400"/>
                        <a:buFont typeface="Arial"/>
                        <a:buNone/>
                      </a:pPr>
                      <a:r>
                        <a:rPr b="1" lang="en-US" sz="2400" u="none" cap="none" strike="noStrike">
                          <a:solidFill>
                            <a:srgbClr val="F9F7DC"/>
                          </a:solidFill>
                        </a:rPr>
                        <a:t>Lista enlazada simple</a:t>
                      </a:r>
                      <a:endParaRPr b="1" sz="2400" u="none" cap="none" strike="noStrike">
                        <a:solidFill>
                          <a:srgbClr val="F9F7DC"/>
                        </a:solidFill>
                      </a:endParaRPr>
                    </a:p>
                  </a:txBody>
                  <a:tcPr marT="182850" marB="182850" marR="182850" marL="182850">
                    <a:lnL cap="flat" cmpd="sng" w="19050">
                      <a:solidFill>
                        <a:srgbClr val="F1C232">
                          <a:alpha val="0"/>
                        </a:srgbClr>
                      </a:solidFill>
                      <a:prstDash val="solid"/>
                      <a:round/>
                      <a:headEnd len="sm" w="sm" type="none"/>
                      <a:tailEnd len="sm" w="sm" type="none"/>
                    </a:lnL>
                    <a:lnR cap="flat" cmpd="sng" w="19050">
                      <a:solidFill>
                        <a:srgbClr val="F1C232">
                          <a:alpha val="0"/>
                        </a:srgbClr>
                      </a:solidFill>
                      <a:prstDash val="solid"/>
                      <a:round/>
                      <a:headEnd len="sm" w="sm" type="none"/>
                      <a:tailEnd len="sm" w="sm" type="none"/>
                    </a:lnR>
                    <a:lnT cap="flat" cmpd="sng" w="19050">
                      <a:solidFill>
                        <a:srgbClr val="F1C232">
                          <a:alpha val="0"/>
                        </a:srgbClr>
                      </a:solidFill>
                      <a:prstDash val="solid"/>
                      <a:round/>
                      <a:headEnd len="sm" w="sm" type="none"/>
                      <a:tailEnd len="sm" w="sm" type="none"/>
                    </a:lnT>
                    <a:lnB cap="flat" cmpd="sng" w="19050">
                      <a:solidFill>
                        <a:srgbClr val="F1C232">
                          <a:alpha val="0"/>
                        </a:srgbClr>
                      </a:solidFill>
                      <a:prstDash val="solid"/>
                      <a:round/>
                      <a:headEnd len="sm" w="sm" type="none"/>
                      <a:tailEnd len="sm" w="sm" type="none"/>
                    </a:lnB>
                    <a:solidFill>
                      <a:schemeClr val="dk1"/>
                    </a:solidFill>
                  </a:tcPr>
                </a:tc>
                <a:tc>
                  <a:txBody>
                    <a:bodyPr/>
                    <a:lstStyle/>
                    <a:p>
                      <a:pPr indent="0" lvl="0" marL="0" marR="0" rtl="0" algn="ctr">
                        <a:lnSpc>
                          <a:spcPct val="115000"/>
                        </a:lnSpc>
                        <a:spcBef>
                          <a:spcPts val="0"/>
                        </a:spcBef>
                        <a:spcAft>
                          <a:spcPts val="0"/>
                        </a:spcAft>
                        <a:buClr>
                          <a:srgbClr val="000000"/>
                        </a:buClr>
                        <a:buSzPts val="2400"/>
                        <a:buFont typeface="Arial"/>
                        <a:buNone/>
                      </a:pPr>
                      <a:r>
                        <a:rPr b="1" lang="en-US" sz="2400" u="none" cap="none" strike="noStrike">
                          <a:solidFill>
                            <a:srgbClr val="F9F7DC"/>
                          </a:solidFill>
                        </a:rPr>
                        <a:t>Lista doblemente enlazada</a:t>
                      </a:r>
                      <a:endParaRPr b="1" sz="2400" u="none" cap="none" strike="noStrike">
                        <a:solidFill>
                          <a:srgbClr val="F9F7DC"/>
                        </a:solidFill>
                      </a:endParaRPr>
                    </a:p>
                  </a:txBody>
                  <a:tcPr marT="182850" marB="182850" marR="182850" marL="182850">
                    <a:lnL cap="flat" cmpd="sng" w="19050">
                      <a:solidFill>
                        <a:srgbClr val="F1C232">
                          <a:alpha val="0"/>
                        </a:srgbClr>
                      </a:solidFill>
                      <a:prstDash val="solid"/>
                      <a:round/>
                      <a:headEnd len="sm" w="sm" type="none"/>
                      <a:tailEnd len="sm" w="sm" type="none"/>
                    </a:lnL>
                    <a:lnR cap="flat" cmpd="sng" w="19050">
                      <a:solidFill>
                        <a:srgbClr val="F1C232">
                          <a:alpha val="0"/>
                        </a:srgbClr>
                      </a:solidFill>
                      <a:prstDash val="solid"/>
                      <a:round/>
                      <a:headEnd len="sm" w="sm" type="none"/>
                      <a:tailEnd len="sm" w="sm" type="none"/>
                    </a:lnR>
                    <a:lnT cap="flat" cmpd="sng" w="19050">
                      <a:solidFill>
                        <a:srgbClr val="F1C232">
                          <a:alpha val="0"/>
                        </a:srgbClr>
                      </a:solidFill>
                      <a:prstDash val="solid"/>
                      <a:round/>
                      <a:headEnd len="sm" w="sm" type="none"/>
                      <a:tailEnd len="sm" w="sm" type="none"/>
                    </a:lnT>
                    <a:lnB cap="flat" cmpd="sng" w="19050">
                      <a:solidFill>
                        <a:srgbClr val="F1C232">
                          <a:alpha val="0"/>
                        </a:srgbClr>
                      </a:solidFill>
                      <a:prstDash val="solid"/>
                      <a:round/>
                      <a:headEnd len="sm" w="sm" type="none"/>
                      <a:tailEnd len="sm" w="sm" type="none"/>
                    </a:lnB>
                    <a:solidFill>
                      <a:schemeClr val="dk1"/>
                    </a:solidFill>
                  </a:tcPr>
                </a:tc>
                <a:tc>
                  <a:txBody>
                    <a:bodyPr/>
                    <a:lstStyle/>
                    <a:p>
                      <a:pPr indent="0" lvl="0" marL="0" marR="0" rtl="0" algn="ctr">
                        <a:lnSpc>
                          <a:spcPct val="115000"/>
                        </a:lnSpc>
                        <a:spcBef>
                          <a:spcPts val="0"/>
                        </a:spcBef>
                        <a:spcAft>
                          <a:spcPts val="0"/>
                        </a:spcAft>
                        <a:buClr>
                          <a:srgbClr val="000000"/>
                        </a:buClr>
                        <a:buSzPts val="2400"/>
                        <a:buFont typeface="Arial"/>
                        <a:buNone/>
                      </a:pPr>
                      <a:r>
                        <a:rPr b="1" lang="en-US" sz="2400" u="none" cap="none" strike="noStrike">
                          <a:solidFill>
                            <a:srgbClr val="F9F7DC"/>
                          </a:solidFill>
                        </a:rPr>
                        <a:t>Lista circular simple</a:t>
                      </a:r>
                      <a:endParaRPr b="1" sz="2400" u="none" cap="none" strike="noStrike">
                        <a:solidFill>
                          <a:srgbClr val="F9F7DC"/>
                        </a:solidFill>
                      </a:endParaRPr>
                    </a:p>
                  </a:txBody>
                  <a:tcPr marT="182850" marB="182850" marR="182850" marL="182850">
                    <a:lnL cap="flat" cmpd="sng" w="19050">
                      <a:solidFill>
                        <a:srgbClr val="F1C232">
                          <a:alpha val="0"/>
                        </a:srgbClr>
                      </a:solidFill>
                      <a:prstDash val="solid"/>
                      <a:round/>
                      <a:headEnd len="sm" w="sm" type="none"/>
                      <a:tailEnd len="sm" w="sm" type="none"/>
                    </a:lnL>
                    <a:lnR cap="flat" cmpd="sng" w="19050">
                      <a:solidFill>
                        <a:srgbClr val="F1C232">
                          <a:alpha val="0"/>
                        </a:srgbClr>
                      </a:solidFill>
                      <a:prstDash val="solid"/>
                      <a:round/>
                      <a:headEnd len="sm" w="sm" type="none"/>
                      <a:tailEnd len="sm" w="sm" type="none"/>
                    </a:lnR>
                    <a:lnT cap="flat" cmpd="sng" w="19050">
                      <a:solidFill>
                        <a:srgbClr val="F1C232">
                          <a:alpha val="0"/>
                        </a:srgbClr>
                      </a:solidFill>
                      <a:prstDash val="solid"/>
                      <a:round/>
                      <a:headEnd len="sm" w="sm" type="none"/>
                      <a:tailEnd len="sm" w="sm" type="none"/>
                    </a:lnT>
                    <a:lnB cap="flat" cmpd="sng" w="19050">
                      <a:solidFill>
                        <a:srgbClr val="F1C232">
                          <a:alpha val="0"/>
                        </a:srgbClr>
                      </a:solidFill>
                      <a:prstDash val="solid"/>
                      <a:round/>
                      <a:headEnd len="sm" w="sm" type="none"/>
                      <a:tailEnd len="sm" w="sm" type="none"/>
                    </a:lnB>
                    <a:solidFill>
                      <a:schemeClr val="dk1"/>
                    </a:solidFill>
                  </a:tcPr>
                </a:tc>
                <a:tc>
                  <a:txBody>
                    <a:bodyPr/>
                    <a:lstStyle/>
                    <a:p>
                      <a:pPr indent="0" lvl="0" marL="0" marR="0" rtl="0" algn="ctr">
                        <a:lnSpc>
                          <a:spcPct val="115000"/>
                        </a:lnSpc>
                        <a:spcBef>
                          <a:spcPts val="0"/>
                        </a:spcBef>
                        <a:spcAft>
                          <a:spcPts val="0"/>
                        </a:spcAft>
                        <a:buClr>
                          <a:srgbClr val="000000"/>
                        </a:buClr>
                        <a:buSzPts val="2400"/>
                        <a:buFont typeface="Arial"/>
                        <a:buNone/>
                      </a:pPr>
                      <a:r>
                        <a:rPr b="1" lang="en-US" sz="2400" u="none" cap="none" strike="noStrike">
                          <a:solidFill>
                            <a:srgbClr val="F9F7DC"/>
                          </a:solidFill>
                        </a:rPr>
                        <a:t>Lista doblemente enlazada circular</a:t>
                      </a:r>
                      <a:endParaRPr b="1" sz="2400" u="none" cap="none" strike="noStrike">
                        <a:solidFill>
                          <a:srgbClr val="F9F7DC"/>
                        </a:solidFill>
                      </a:endParaRPr>
                    </a:p>
                  </a:txBody>
                  <a:tcPr marT="182850" marB="182850" marR="182850" marL="182850">
                    <a:lnL cap="flat" cmpd="sng" w="19050">
                      <a:solidFill>
                        <a:srgbClr val="F1C232">
                          <a:alpha val="0"/>
                        </a:srgbClr>
                      </a:solidFill>
                      <a:prstDash val="solid"/>
                      <a:round/>
                      <a:headEnd len="sm" w="sm" type="none"/>
                      <a:tailEnd len="sm" w="sm" type="none"/>
                    </a:lnL>
                    <a:lnR cap="flat" cmpd="sng" w="19050">
                      <a:solidFill>
                        <a:srgbClr val="F1C232">
                          <a:alpha val="0"/>
                        </a:srgbClr>
                      </a:solidFill>
                      <a:prstDash val="solid"/>
                      <a:round/>
                      <a:headEnd len="sm" w="sm" type="none"/>
                      <a:tailEnd len="sm" w="sm" type="none"/>
                    </a:lnR>
                    <a:lnT cap="flat" cmpd="sng" w="19050">
                      <a:solidFill>
                        <a:srgbClr val="F1C232">
                          <a:alpha val="0"/>
                        </a:srgbClr>
                      </a:solidFill>
                      <a:prstDash val="solid"/>
                      <a:round/>
                      <a:headEnd len="sm" w="sm" type="none"/>
                      <a:tailEnd len="sm" w="sm" type="none"/>
                    </a:lnT>
                    <a:lnB cap="flat" cmpd="sng" w="19050">
                      <a:solidFill>
                        <a:srgbClr val="F1C232">
                          <a:alpha val="0"/>
                        </a:srgbClr>
                      </a:solidFill>
                      <a:prstDash val="solid"/>
                      <a:round/>
                      <a:headEnd len="sm" w="sm" type="none"/>
                      <a:tailEnd len="sm" w="sm" type="none"/>
                    </a:lnB>
                    <a:solidFill>
                      <a:schemeClr val="dk1"/>
                    </a:solidFill>
                  </a:tcPr>
                </a:tc>
              </a:tr>
              <a:tr h="1085850">
                <a:tc>
                  <a:txBody>
                    <a:bodyPr/>
                    <a:lstStyle/>
                    <a:p>
                      <a:pPr indent="0" lvl="0" marL="0" marR="0" rtl="0" algn="l">
                        <a:lnSpc>
                          <a:spcPct val="100000"/>
                        </a:lnSpc>
                        <a:spcBef>
                          <a:spcPts val="0"/>
                        </a:spcBef>
                        <a:spcAft>
                          <a:spcPts val="0"/>
                        </a:spcAft>
                        <a:buClr>
                          <a:srgbClr val="000000"/>
                        </a:buClr>
                        <a:buSzPts val="2200"/>
                        <a:buFont typeface="Arial"/>
                        <a:buNone/>
                      </a:pPr>
                      <a:r>
                        <a:rPr b="1" lang="en-US" sz="2200" u="none" cap="none" strike="noStrike">
                          <a:solidFill>
                            <a:srgbClr val="4A892B"/>
                          </a:solidFill>
                        </a:rPr>
                        <a:t>Estructura de los nodos</a:t>
                      </a:r>
                      <a:endParaRPr b="1" sz="2200" u="none" cap="none" strike="noStrike">
                        <a:solidFill>
                          <a:srgbClr val="4A892B"/>
                        </a:solidFill>
                      </a:endParaRPr>
                    </a:p>
                  </a:txBody>
                  <a:tcPr marT="182850" marB="182850" marR="182850" marL="182850">
                    <a:lnT cap="flat" cmpd="sng" w="19050">
                      <a:solidFill>
                        <a:srgbClr val="F1C232">
                          <a:alpha val="0"/>
                        </a:srgbClr>
                      </a:solidFill>
                      <a:prstDash val="solid"/>
                      <a:round/>
                      <a:headEnd len="sm" w="sm" type="none"/>
                      <a:tailEnd len="sm" w="sm" type="none"/>
                    </a:lnT>
                  </a:tcPr>
                </a:tc>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t>Cada nodo tiene un dato y un puntero al siguiente.</a:t>
                      </a:r>
                      <a:endParaRPr sz="2400" u="none" cap="none" strike="noStrike"/>
                    </a:p>
                  </a:txBody>
                  <a:tcPr marT="182850" marB="182850" marR="182850" marL="182850">
                    <a:lnT cap="flat" cmpd="sng" w="19050">
                      <a:solidFill>
                        <a:srgbClr val="F1C232">
                          <a:alpha val="0"/>
                        </a:srgbClr>
                      </a:solidFill>
                      <a:prstDash val="solid"/>
                      <a:round/>
                      <a:headEnd len="sm" w="sm" type="none"/>
                      <a:tailEnd len="sm" w="sm" type="none"/>
                    </a:lnT>
                  </a:tcPr>
                </a:tc>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t>Cada nodo tiene puntero al anterior y al siguiente.</a:t>
                      </a:r>
                      <a:endParaRPr sz="2400" u="none" cap="none" strike="noStrike"/>
                    </a:p>
                  </a:txBody>
                  <a:tcPr marT="182850" marB="182850" marR="182850" marL="182850">
                    <a:lnT cap="flat" cmpd="sng" w="19050">
                      <a:solidFill>
                        <a:srgbClr val="F1C232">
                          <a:alpha val="0"/>
                        </a:srgbClr>
                      </a:solidFill>
                      <a:prstDash val="solid"/>
                      <a:round/>
                      <a:headEnd len="sm" w="sm" type="none"/>
                      <a:tailEnd len="sm" w="sm" type="none"/>
                    </a:lnT>
                  </a:tcPr>
                </a:tc>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t>Igual que la simple, pero el último apunta al primero.</a:t>
                      </a:r>
                      <a:endParaRPr sz="2400" u="none" cap="none" strike="noStrike"/>
                    </a:p>
                  </a:txBody>
                  <a:tcPr marT="182850" marB="182850" marR="182850" marL="182850">
                    <a:lnT cap="flat" cmpd="sng" w="19050">
                      <a:solidFill>
                        <a:srgbClr val="F1C232">
                          <a:alpha val="0"/>
                        </a:srgbClr>
                      </a:solidFill>
                      <a:prstDash val="solid"/>
                      <a:round/>
                      <a:headEnd len="sm" w="sm" type="none"/>
                      <a:tailEnd len="sm" w="sm" type="none"/>
                    </a:lnT>
                  </a:tcPr>
                </a:tc>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t>Cada nodo tiene punteros al anterior y al siguiente, y el último apunta al primero (y viceversa).</a:t>
                      </a:r>
                      <a:endParaRPr sz="2400" u="none" cap="none" strike="noStrike"/>
                    </a:p>
                  </a:txBody>
                  <a:tcPr marT="182850" marB="182850" marR="182850" marL="182850">
                    <a:lnT cap="flat" cmpd="sng" w="19050">
                      <a:solidFill>
                        <a:srgbClr val="F1C232">
                          <a:alpha val="0"/>
                        </a:srgbClr>
                      </a:solidFill>
                      <a:prstDash val="solid"/>
                      <a:round/>
                      <a:headEnd len="sm" w="sm" type="none"/>
                      <a:tailEnd len="sm" w="sm" type="none"/>
                    </a:lnT>
                  </a:tcPr>
                </a:tc>
              </a:tr>
              <a:tr h="742950">
                <a:tc>
                  <a:txBody>
                    <a:bodyPr/>
                    <a:lstStyle/>
                    <a:p>
                      <a:pPr indent="0" lvl="0" marL="0" marR="0" rtl="0" algn="l">
                        <a:lnSpc>
                          <a:spcPct val="100000"/>
                        </a:lnSpc>
                        <a:spcBef>
                          <a:spcPts val="0"/>
                        </a:spcBef>
                        <a:spcAft>
                          <a:spcPts val="0"/>
                        </a:spcAft>
                        <a:buClr>
                          <a:srgbClr val="000000"/>
                        </a:buClr>
                        <a:buSzPts val="2200"/>
                        <a:buFont typeface="Arial"/>
                        <a:buNone/>
                      </a:pPr>
                      <a:r>
                        <a:rPr b="1" lang="en-US" sz="2200" u="none" cap="none" strike="noStrike">
                          <a:solidFill>
                            <a:srgbClr val="4A892B"/>
                          </a:solidFill>
                        </a:rPr>
                        <a:t>Recorrido</a:t>
                      </a:r>
                      <a:endParaRPr b="1" sz="2200" u="none" cap="none" strike="noStrike">
                        <a:solidFill>
                          <a:srgbClr val="4A892B"/>
                        </a:solidFill>
                      </a:endParaRPr>
                    </a:p>
                  </a:txBody>
                  <a:tcPr marT="182850" marB="182850" marR="182850" marL="182850">
                    <a:solidFill>
                      <a:srgbClr val="F9F7DC"/>
                    </a:solidFill>
                  </a:tcPr>
                </a:tc>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t>Solo hacia adelante.</a:t>
                      </a:r>
                      <a:endParaRPr sz="2400" u="none" cap="none" strike="noStrike"/>
                    </a:p>
                  </a:txBody>
                  <a:tcPr marT="182850" marB="182850" marR="182850" marL="182850">
                    <a:solidFill>
                      <a:srgbClr val="F9F7DC"/>
                    </a:solidFill>
                  </a:tcPr>
                </a:tc>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t>Hacia adelante y hacia atrás.</a:t>
                      </a:r>
                      <a:endParaRPr sz="2400" u="none" cap="none" strike="noStrike"/>
                    </a:p>
                  </a:txBody>
                  <a:tcPr marT="182850" marB="182850" marR="182850" marL="182850">
                    <a:solidFill>
                      <a:srgbClr val="F9F7DC"/>
                    </a:solidFill>
                  </a:tcPr>
                </a:tc>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t>Solo hacia adelante, pero de forma cíclica.</a:t>
                      </a:r>
                      <a:endParaRPr sz="2400" u="none" cap="none" strike="noStrike"/>
                    </a:p>
                  </a:txBody>
                  <a:tcPr marT="182850" marB="182850" marR="182850" marL="182850">
                    <a:solidFill>
                      <a:srgbClr val="F9F7DC"/>
                    </a:solidFill>
                  </a:tcPr>
                </a:tc>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t>Hacia adelante y hacia atrás de forma cíclica.</a:t>
                      </a:r>
                      <a:endParaRPr sz="2400" u="none" cap="none" strike="noStrike"/>
                    </a:p>
                  </a:txBody>
                  <a:tcPr marT="182850" marB="182850" marR="182850" marL="182850">
                    <a:solidFill>
                      <a:srgbClr val="F9F7DC"/>
                    </a:solidFill>
                  </a:tcPr>
                </a:tc>
              </a:tr>
              <a:tr h="800100">
                <a:tc>
                  <a:txBody>
                    <a:bodyPr/>
                    <a:lstStyle/>
                    <a:p>
                      <a:pPr indent="0" lvl="0" marL="0" marR="0" rtl="0" algn="l">
                        <a:lnSpc>
                          <a:spcPct val="100000"/>
                        </a:lnSpc>
                        <a:spcBef>
                          <a:spcPts val="0"/>
                        </a:spcBef>
                        <a:spcAft>
                          <a:spcPts val="0"/>
                        </a:spcAft>
                        <a:buClr>
                          <a:srgbClr val="000000"/>
                        </a:buClr>
                        <a:buSzPts val="2200"/>
                        <a:buFont typeface="Arial"/>
                        <a:buNone/>
                      </a:pPr>
                      <a:r>
                        <a:rPr b="1" lang="en-US" sz="2200" u="none" cap="none" strike="noStrike">
                          <a:solidFill>
                            <a:srgbClr val="4A892B"/>
                          </a:solidFill>
                        </a:rPr>
                        <a:t>Complejidad de implementación</a:t>
                      </a:r>
                      <a:endParaRPr b="1" sz="2200" u="none" cap="none" strike="noStrike">
                        <a:solidFill>
                          <a:srgbClr val="4A892B"/>
                        </a:solidFill>
                      </a:endParaRPr>
                    </a:p>
                  </a:txBody>
                  <a:tcPr marT="182850" marB="182850" marR="182850" marL="182850"/>
                </a:tc>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t>fácil de implementar.</a:t>
                      </a:r>
                      <a:endParaRPr sz="2400" u="none" cap="none" strike="noStrike"/>
                    </a:p>
                  </a:txBody>
                  <a:tcPr marT="182850" marB="182850" marR="182850" marL="182850"/>
                </a:tc>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t>Moderada, requiere mantener punteros dobles.</a:t>
                      </a:r>
                      <a:endParaRPr sz="2400" u="none" cap="none" strike="noStrike"/>
                    </a:p>
                  </a:txBody>
                  <a:tcPr marT="182850" marB="182850" marR="182850" marL="182850"/>
                </a:tc>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t>Moderada, requiere manejar el enlace circular.</a:t>
                      </a:r>
                      <a:endParaRPr sz="2400" u="none" cap="none" strike="noStrike"/>
                    </a:p>
                  </a:txBody>
                  <a:tcPr marT="182850" marB="182850" marR="182850" marL="182850"/>
                </a:tc>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t>Más compleja, se deben mantener punteros dobles y circularidad.</a:t>
                      </a:r>
                      <a:endParaRPr sz="2400" u="none" cap="none" strike="noStrike"/>
                    </a:p>
                  </a:txBody>
                  <a:tcPr marT="182850" marB="182850" marR="182850" marL="182850"/>
                </a:tc>
              </a:tr>
              <a:tr h="1085850">
                <a:tc>
                  <a:txBody>
                    <a:bodyPr/>
                    <a:lstStyle/>
                    <a:p>
                      <a:pPr indent="0" lvl="0" marL="0" marR="0" rtl="0" algn="l">
                        <a:lnSpc>
                          <a:spcPct val="100000"/>
                        </a:lnSpc>
                        <a:spcBef>
                          <a:spcPts val="0"/>
                        </a:spcBef>
                        <a:spcAft>
                          <a:spcPts val="0"/>
                        </a:spcAft>
                        <a:buClr>
                          <a:srgbClr val="000000"/>
                        </a:buClr>
                        <a:buSzPts val="2200"/>
                        <a:buFont typeface="Arial"/>
                        <a:buNone/>
                      </a:pPr>
                      <a:r>
                        <a:rPr b="1" lang="en-US" sz="2200" u="none" cap="none" strike="noStrike">
                          <a:solidFill>
                            <a:srgbClr val="4A892B"/>
                          </a:solidFill>
                        </a:rPr>
                        <a:t>Inserciones y eliminaciones</a:t>
                      </a:r>
                      <a:endParaRPr b="1" sz="2200" u="none" cap="none" strike="noStrike">
                        <a:solidFill>
                          <a:srgbClr val="4A892B"/>
                        </a:solidFill>
                      </a:endParaRPr>
                    </a:p>
                  </a:txBody>
                  <a:tcPr marT="182850" marB="182850" marR="182850" marL="182850">
                    <a:solidFill>
                      <a:srgbClr val="F9F7DC"/>
                    </a:solidFill>
                  </a:tcPr>
                </a:tc>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t>Fáciles en el inicio, costosas en medio o final.</a:t>
                      </a:r>
                      <a:endParaRPr sz="2400" u="none" cap="none" strike="noStrike"/>
                    </a:p>
                  </a:txBody>
                  <a:tcPr marT="182850" marB="182850" marR="182850" marL="182850">
                    <a:solidFill>
                      <a:srgbClr val="F9F7DC"/>
                    </a:solidFill>
                  </a:tcPr>
                </a:tc>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t>Fáciles en cualquier posición (si se tiene referencia al nodo).</a:t>
                      </a:r>
                      <a:endParaRPr sz="2400" u="none" cap="none" strike="noStrike"/>
                    </a:p>
                  </a:txBody>
                  <a:tcPr marT="182850" marB="182850" marR="182850" marL="182850">
                    <a:solidFill>
                      <a:srgbClr val="F9F7DC"/>
                    </a:solidFill>
                  </a:tcPr>
                </a:tc>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t>Similares a la simple, pero se debe mantener el enlace circular.</a:t>
                      </a:r>
                      <a:endParaRPr sz="2400" u="none" cap="none" strike="noStrike"/>
                    </a:p>
                  </a:txBody>
                  <a:tcPr marT="182850" marB="182850" marR="182850" marL="182850">
                    <a:solidFill>
                      <a:srgbClr val="F9F7DC"/>
                    </a:solidFill>
                  </a:tcPr>
                </a:tc>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t>Muy eficientes en cualquier posición, pero se deben actualizar dos punteros por cada nodo afectado.</a:t>
                      </a:r>
                      <a:endParaRPr sz="2400" u="none" cap="none" strike="noStrike"/>
                    </a:p>
                  </a:txBody>
                  <a:tcPr marT="182850" marB="182850" marR="182850" marL="182850">
                    <a:solidFill>
                      <a:srgbClr val="F9F7DC"/>
                    </a:solidFill>
                  </a:tcPr>
                </a:tc>
              </a:tr>
            </a:tbl>
          </a:graphicData>
        </a:graphic>
      </p:graphicFrame>
      <p:sp>
        <p:nvSpPr>
          <p:cNvPr id="189" name="Google Shape;189;g39ab6cbbbe8_0_49"/>
          <p:cNvSpPr/>
          <p:nvPr/>
        </p:nvSpPr>
        <p:spPr>
          <a:xfrm>
            <a:off x="3086086" y="1322450"/>
            <a:ext cx="11964472" cy="1017214"/>
          </a:xfrm>
          <a:custGeom>
            <a:rect b="b" l="l" r="r" t="t"/>
            <a:pathLst>
              <a:path extrusionOk="0" h="1017214" w="3423311">
                <a:moveTo>
                  <a:pt x="0" y="0"/>
                </a:moveTo>
                <a:lnTo>
                  <a:pt x="3423310" y="0"/>
                </a:lnTo>
                <a:lnTo>
                  <a:pt x="3423310" y="1017213"/>
                </a:lnTo>
                <a:lnTo>
                  <a:pt x="0" y="1017213"/>
                </a:lnTo>
                <a:lnTo>
                  <a:pt x="0" y="0"/>
                </a:lnTo>
                <a:close/>
              </a:path>
            </a:pathLst>
          </a:custGeom>
          <a:blipFill rotWithShape="1">
            <a:blip r:embed="rId3">
              <a:alphaModFix/>
            </a:blip>
            <a:stretch>
              <a:fillRect b="0" l="0" r="-92671" t="-9640"/>
            </a:stretch>
          </a:blipFill>
          <a:ln>
            <a:noFill/>
          </a:ln>
        </p:spPr>
        <p:txBody>
          <a:bodyPr anchorCtr="0" anchor="t" bIns="91400" lIns="182850" spcFirstLastPara="1" rIns="182850" wrap="square" tIns="9140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g39ab6cbbbe8_0_134"/>
          <p:cNvSpPr txBox="1"/>
          <p:nvPr/>
        </p:nvSpPr>
        <p:spPr>
          <a:xfrm>
            <a:off x="1635498" y="809700"/>
            <a:ext cx="15018000" cy="1077600"/>
          </a:xfrm>
          <a:prstGeom prst="rect">
            <a:avLst/>
          </a:prstGeom>
          <a:noFill/>
          <a:ln>
            <a:noFill/>
          </a:ln>
        </p:spPr>
        <p:txBody>
          <a:bodyPr anchorCtr="0" anchor="t" bIns="0" lIns="0" spcFirstLastPara="1" rIns="0" wrap="square" tIns="0">
            <a:spAutoFit/>
          </a:bodyPr>
          <a:lstStyle/>
          <a:p>
            <a:pPr indent="0" lvl="0" marL="0" marR="0" rtl="0" algn="ctr">
              <a:lnSpc>
                <a:spcPct val="151005"/>
              </a:lnSpc>
              <a:spcBef>
                <a:spcPts val="0"/>
              </a:spcBef>
              <a:spcAft>
                <a:spcPts val="0"/>
              </a:spcAft>
              <a:buClr>
                <a:srgbClr val="000000"/>
              </a:buClr>
              <a:buSzPts val="7000"/>
              <a:buFont typeface="Arial"/>
              <a:buNone/>
            </a:pPr>
            <a:r>
              <a:rPr b="0" i="0" lang="en-US" sz="7000" u="none" cap="none" strike="noStrike">
                <a:solidFill>
                  <a:schemeClr val="dk1"/>
                </a:solidFill>
                <a:latin typeface="Impact"/>
                <a:ea typeface="Impact"/>
                <a:cs typeface="Impact"/>
                <a:sym typeface="Impact"/>
              </a:rPr>
              <a:t>Comparación frente a otras listas</a:t>
            </a:r>
            <a:endParaRPr b="0" i="0" sz="1400" u="none" cap="none" strike="noStrike">
              <a:solidFill>
                <a:schemeClr val="dk1"/>
              </a:solidFill>
              <a:latin typeface="Impact"/>
              <a:ea typeface="Impact"/>
              <a:cs typeface="Impact"/>
              <a:sym typeface="Impact"/>
            </a:endParaRPr>
          </a:p>
        </p:txBody>
      </p:sp>
      <p:graphicFrame>
        <p:nvGraphicFramePr>
          <p:cNvPr id="195" name="Google Shape;195;g39ab6cbbbe8_0_134"/>
          <p:cNvGraphicFramePr/>
          <p:nvPr/>
        </p:nvGraphicFramePr>
        <p:xfrm>
          <a:off x="190500" y="2339700"/>
          <a:ext cx="3000000" cy="3000000"/>
        </p:xfrm>
        <a:graphic>
          <a:graphicData uri="http://schemas.openxmlformats.org/drawingml/2006/table">
            <a:tbl>
              <a:tblPr>
                <a:noFill/>
                <a:tableStyleId>{57439F2F-7124-4211-B27C-3D3D1F8C608A}</a:tableStyleId>
              </a:tblPr>
              <a:tblGrid>
                <a:gridCol w="2895600"/>
                <a:gridCol w="2971800"/>
                <a:gridCol w="3771900"/>
                <a:gridCol w="3524250"/>
                <a:gridCol w="4933950"/>
              </a:tblGrid>
              <a:tr h="304800">
                <a:tc>
                  <a:txBody>
                    <a:bodyPr/>
                    <a:lstStyle/>
                    <a:p>
                      <a:pPr indent="0" lvl="0" marL="0" marR="0" rtl="0" algn="ctr">
                        <a:lnSpc>
                          <a:spcPct val="115000"/>
                        </a:lnSpc>
                        <a:spcBef>
                          <a:spcPts val="0"/>
                        </a:spcBef>
                        <a:spcAft>
                          <a:spcPts val="0"/>
                        </a:spcAft>
                        <a:buClr>
                          <a:srgbClr val="000000"/>
                        </a:buClr>
                        <a:buSzPts val="2400"/>
                        <a:buFont typeface="Arial"/>
                        <a:buNone/>
                      </a:pPr>
                      <a:r>
                        <a:rPr b="1" lang="en-US" sz="2400" u="none" cap="none" strike="noStrike">
                          <a:solidFill>
                            <a:srgbClr val="F9F7DC"/>
                          </a:solidFill>
                        </a:rPr>
                        <a:t>Característica</a:t>
                      </a:r>
                      <a:endParaRPr b="1" sz="2400" u="none" cap="none" strike="noStrike">
                        <a:solidFill>
                          <a:srgbClr val="F9F7DC"/>
                        </a:solidFill>
                      </a:endParaRPr>
                    </a:p>
                  </a:txBody>
                  <a:tcPr marT="182850" marB="182850" marR="182850" marL="182850">
                    <a:solidFill>
                      <a:schemeClr val="dk1"/>
                    </a:solidFill>
                  </a:tcPr>
                </a:tc>
                <a:tc>
                  <a:txBody>
                    <a:bodyPr/>
                    <a:lstStyle/>
                    <a:p>
                      <a:pPr indent="0" lvl="0" marL="0" marR="0" rtl="0" algn="ctr">
                        <a:lnSpc>
                          <a:spcPct val="115000"/>
                        </a:lnSpc>
                        <a:spcBef>
                          <a:spcPts val="0"/>
                        </a:spcBef>
                        <a:spcAft>
                          <a:spcPts val="0"/>
                        </a:spcAft>
                        <a:buClr>
                          <a:srgbClr val="000000"/>
                        </a:buClr>
                        <a:buSzPts val="2400"/>
                        <a:buFont typeface="Arial"/>
                        <a:buNone/>
                      </a:pPr>
                      <a:r>
                        <a:rPr b="1" lang="en-US" sz="2400" u="none" cap="none" strike="noStrike">
                          <a:solidFill>
                            <a:srgbClr val="F9F7DC"/>
                          </a:solidFill>
                        </a:rPr>
                        <a:t>Lista enlazada simple</a:t>
                      </a:r>
                      <a:endParaRPr b="1" sz="2400" u="none" cap="none" strike="noStrike">
                        <a:solidFill>
                          <a:srgbClr val="F9F7DC"/>
                        </a:solidFill>
                      </a:endParaRPr>
                    </a:p>
                  </a:txBody>
                  <a:tcPr marT="182850" marB="182850" marR="182850" marL="182850">
                    <a:solidFill>
                      <a:schemeClr val="dk1"/>
                    </a:solidFill>
                  </a:tcPr>
                </a:tc>
                <a:tc>
                  <a:txBody>
                    <a:bodyPr/>
                    <a:lstStyle/>
                    <a:p>
                      <a:pPr indent="0" lvl="0" marL="0" marR="0" rtl="0" algn="ctr">
                        <a:lnSpc>
                          <a:spcPct val="115000"/>
                        </a:lnSpc>
                        <a:spcBef>
                          <a:spcPts val="0"/>
                        </a:spcBef>
                        <a:spcAft>
                          <a:spcPts val="0"/>
                        </a:spcAft>
                        <a:buClr>
                          <a:srgbClr val="000000"/>
                        </a:buClr>
                        <a:buSzPts val="2400"/>
                        <a:buFont typeface="Arial"/>
                        <a:buNone/>
                      </a:pPr>
                      <a:r>
                        <a:rPr b="1" lang="en-US" sz="2400" u="none" cap="none" strike="noStrike">
                          <a:solidFill>
                            <a:srgbClr val="F9F7DC"/>
                          </a:solidFill>
                        </a:rPr>
                        <a:t>Lista doblemente enlazada</a:t>
                      </a:r>
                      <a:endParaRPr b="1" sz="2400" u="none" cap="none" strike="noStrike">
                        <a:solidFill>
                          <a:srgbClr val="F9F7DC"/>
                        </a:solidFill>
                      </a:endParaRPr>
                    </a:p>
                  </a:txBody>
                  <a:tcPr marT="182850" marB="182850" marR="182850" marL="182850">
                    <a:solidFill>
                      <a:schemeClr val="dk1"/>
                    </a:solidFill>
                  </a:tcPr>
                </a:tc>
                <a:tc>
                  <a:txBody>
                    <a:bodyPr/>
                    <a:lstStyle/>
                    <a:p>
                      <a:pPr indent="0" lvl="0" marL="0" marR="0" rtl="0" algn="ctr">
                        <a:lnSpc>
                          <a:spcPct val="115000"/>
                        </a:lnSpc>
                        <a:spcBef>
                          <a:spcPts val="0"/>
                        </a:spcBef>
                        <a:spcAft>
                          <a:spcPts val="0"/>
                        </a:spcAft>
                        <a:buClr>
                          <a:srgbClr val="000000"/>
                        </a:buClr>
                        <a:buSzPts val="2400"/>
                        <a:buFont typeface="Arial"/>
                        <a:buNone/>
                      </a:pPr>
                      <a:r>
                        <a:rPr b="1" lang="en-US" sz="2400" u="none" cap="none" strike="noStrike">
                          <a:solidFill>
                            <a:srgbClr val="F9F7DC"/>
                          </a:solidFill>
                        </a:rPr>
                        <a:t>Lista circular simple</a:t>
                      </a:r>
                      <a:endParaRPr b="1" sz="2400" u="none" cap="none" strike="noStrike">
                        <a:solidFill>
                          <a:srgbClr val="F9F7DC"/>
                        </a:solidFill>
                      </a:endParaRPr>
                    </a:p>
                  </a:txBody>
                  <a:tcPr marT="182850" marB="182850" marR="182850" marL="182850">
                    <a:solidFill>
                      <a:schemeClr val="dk1"/>
                    </a:solidFill>
                  </a:tcPr>
                </a:tc>
                <a:tc>
                  <a:txBody>
                    <a:bodyPr/>
                    <a:lstStyle/>
                    <a:p>
                      <a:pPr indent="0" lvl="0" marL="0" marR="0" rtl="0" algn="ctr">
                        <a:lnSpc>
                          <a:spcPct val="115000"/>
                        </a:lnSpc>
                        <a:spcBef>
                          <a:spcPts val="0"/>
                        </a:spcBef>
                        <a:spcAft>
                          <a:spcPts val="0"/>
                        </a:spcAft>
                        <a:buClr>
                          <a:srgbClr val="000000"/>
                        </a:buClr>
                        <a:buSzPts val="2400"/>
                        <a:buFont typeface="Arial"/>
                        <a:buNone/>
                      </a:pPr>
                      <a:r>
                        <a:rPr b="1" lang="en-US" sz="2400" u="none" cap="none" strike="noStrike">
                          <a:solidFill>
                            <a:srgbClr val="F9F7DC"/>
                          </a:solidFill>
                        </a:rPr>
                        <a:t>Lista doblemente enlazada circular</a:t>
                      </a:r>
                      <a:endParaRPr b="1" sz="2400" u="none" cap="none" strike="noStrike">
                        <a:solidFill>
                          <a:srgbClr val="F9F7DC"/>
                        </a:solidFill>
                      </a:endParaRPr>
                    </a:p>
                  </a:txBody>
                  <a:tcPr marT="182850" marB="182850" marR="182850" marL="182850">
                    <a:solidFill>
                      <a:schemeClr val="dk1"/>
                    </a:solidFill>
                  </a:tcPr>
                </a:tc>
              </a:tr>
              <a:tr h="742950">
                <a:tc>
                  <a:txBody>
                    <a:bodyPr/>
                    <a:lstStyle/>
                    <a:p>
                      <a:pPr indent="0" lvl="0" marL="0" marR="0" rtl="0" algn="l">
                        <a:lnSpc>
                          <a:spcPct val="100000"/>
                        </a:lnSpc>
                        <a:spcBef>
                          <a:spcPts val="0"/>
                        </a:spcBef>
                        <a:spcAft>
                          <a:spcPts val="0"/>
                        </a:spcAft>
                        <a:buClr>
                          <a:srgbClr val="000000"/>
                        </a:buClr>
                        <a:buSzPts val="2200"/>
                        <a:buFont typeface="Arial"/>
                        <a:buNone/>
                      </a:pPr>
                      <a:r>
                        <a:rPr b="1" lang="en-US" sz="2200" u="none" cap="none" strike="noStrike">
                          <a:solidFill>
                            <a:srgbClr val="4A892B"/>
                          </a:solidFill>
                        </a:rPr>
                        <a:t>Uso de memoria</a:t>
                      </a:r>
                      <a:endParaRPr b="1" sz="2200" u="none" cap="none" strike="noStrike">
                        <a:solidFill>
                          <a:srgbClr val="4A892B"/>
                        </a:solidFill>
                      </a:endParaRPr>
                    </a:p>
                  </a:txBody>
                  <a:tcPr marT="182850" marB="182850" marR="182850" marL="182850"/>
                </a:tc>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t>Menor (un puntero por nodo).</a:t>
                      </a:r>
                      <a:endParaRPr sz="2400" u="none" cap="none" strike="noStrike"/>
                    </a:p>
                  </a:txBody>
                  <a:tcPr marT="182850" marB="182850" marR="182850" marL="182850"/>
                </a:tc>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t>Mayor (dos punteros por nodo).</a:t>
                      </a:r>
                      <a:endParaRPr sz="2400" u="none" cap="none" strike="noStrike"/>
                    </a:p>
                  </a:txBody>
                  <a:tcPr marT="182850" marB="182850" marR="182850" marL="182850"/>
                </a:tc>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t>Igual que la simple.</a:t>
                      </a:r>
                      <a:endParaRPr sz="2400" u="none" cap="none" strike="noStrike"/>
                    </a:p>
                  </a:txBody>
                  <a:tcPr marT="182850" marB="182850" marR="182850" marL="182850"/>
                </a:tc>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t>Mayor (dos punteros por nodo).</a:t>
                      </a:r>
                      <a:endParaRPr sz="2400" u="none" cap="none" strike="noStrike"/>
                    </a:p>
                  </a:txBody>
                  <a:tcPr marT="182850" marB="182850" marR="182850" marL="182850"/>
                </a:tc>
              </a:tr>
              <a:tr h="800100">
                <a:tc>
                  <a:txBody>
                    <a:bodyPr/>
                    <a:lstStyle/>
                    <a:p>
                      <a:pPr indent="0" lvl="0" marL="0" marR="0" rtl="0" algn="l">
                        <a:lnSpc>
                          <a:spcPct val="100000"/>
                        </a:lnSpc>
                        <a:spcBef>
                          <a:spcPts val="0"/>
                        </a:spcBef>
                        <a:spcAft>
                          <a:spcPts val="0"/>
                        </a:spcAft>
                        <a:buClr>
                          <a:srgbClr val="000000"/>
                        </a:buClr>
                        <a:buSzPts val="2200"/>
                        <a:buFont typeface="Arial"/>
                        <a:buNone/>
                      </a:pPr>
                      <a:r>
                        <a:rPr b="1" lang="en-US" sz="2200" u="none" cap="none" strike="noStrike">
                          <a:solidFill>
                            <a:srgbClr val="4A892B"/>
                          </a:solidFill>
                        </a:rPr>
                        <a:t>Búsqueda de elementos</a:t>
                      </a:r>
                      <a:endParaRPr b="1" sz="2200" u="none" cap="none" strike="noStrike">
                        <a:solidFill>
                          <a:srgbClr val="4A892B"/>
                        </a:solidFill>
                      </a:endParaRPr>
                    </a:p>
                  </a:txBody>
                  <a:tcPr marT="182850" marB="182850" marR="182850" marL="182850">
                    <a:solidFill>
                      <a:srgbClr val="F9F7DC"/>
                    </a:solidFill>
                  </a:tcPr>
                </a:tc>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t>Lenta, se recorre desde el inicio.</a:t>
                      </a:r>
                      <a:endParaRPr sz="2400" u="none" cap="none" strike="noStrike"/>
                    </a:p>
                  </a:txBody>
                  <a:tcPr marT="182850" marB="182850" marR="182850" marL="182850">
                    <a:solidFill>
                      <a:srgbClr val="F9F7DC"/>
                    </a:solidFill>
                  </a:tcPr>
                </a:tc>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t>Igual, pero se puede ir hacia atrás si se conoce la posición.</a:t>
                      </a:r>
                      <a:endParaRPr sz="2400" u="none" cap="none" strike="noStrike"/>
                    </a:p>
                  </a:txBody>
                  <a:tcPr marT="182850" marB="182850" marR="182850" marL="182850">
                    <a:solidFill>
                      <a:srgbClr val="F9F7DC"/>
                    </a:solidFill>
                  </a:tcPr>
                </a:tc>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t>Lenta, se recorre circularmente.</a:t>
                      </a:r>
                      <a:endParaRPr sz="2400" u="none" cap="none" strike="noStrike"/>
                    </a:p>
                  </a:txBody>
                  <a:tcPr marT="182850" marB="182850" marR="182850" marL="182850">
                    <a:solidFill>
                      <a:srgbClr val="F9F7DC"/>
                    </a:solidFill>
                  </a:tcPr>
                </a:tc>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t>Lenta, pero flexible (puede buscarse en ambas direcciones).</a:t>
                      </a:r>
                      <a:endParaRPr sz="2400" u="none" cap="none" strike="noStrike"/>
                    </a:p>
                  </a:txBody>
                  <a:tcPr marT="182850" marB="182850" marR="182850" marL="182850">
                    <a:solidFill>
                      <a:srgbClr val="F9F7DC"/>
                    </a:solidFill>
                  </a:tcPr>
                </a:tc>
              </a:tr>
              <a:tr h="1085850">
                <a:tc>
                  <a:txBody>
                    <a:bodyPr/>
                    <a:lstStyle/>
                    <a:p>
                      <a:pPr indent="0" lvl="0" marL="0" marR="0" rtl="0" algn="l">
                        <a:lnSpc>
                          <a:spcPct val="100000"/>
                        </a:lnSpc>
                        <a:spcBef>
                          <a:spcPts val="0"/>
                        </a:spcBef>
                        <a:spcAft>
                          <a:spcPts val="0"/>
                        </a:spcAft>
                        <a:buClr>
                          <a:srgbClr val="000000"/>
                        </a:buClr>
                        <a:buSzPts val="2200"/>
                        <a:buFont typeface="Arial"/>
                        <a:buNone/>
                      </a:pPr>
                      <a:r>
                        <a:rPr b="1" lang="en-US" sz="2200" u="none" cap="none" strike="noStrike">
                          <a:solidFill>
                            <a:srgbClr val="4A892B"/>
                          </a:solidFill>
                        </a:rPr>
                        <a:t>Ventajas</a:t>
                      </a:r>
                      <a:endParaRPr b="1" sz="2200" u="none" cap="none" strike="noStrike">
                        <a:solidFill>
                          <a:srgbClr val="4A892B"/>
                        </a:solidFill>
                      </a:endParaRPr>
                    </a:p>
                  </a:txBody>
                  <a:tcPr marT="182850" marB="182850" marR="182850" marL="182850"/>
                </a:tc>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t>Estructura sencilla y ligera.</a:t>
                      </a:r>
                      <a:endParaRPr sz="2400" u="none" cap="none" strike="noStrike"/>
                    </a:p>
                  </a:txBody>
                  <a:tcPr marT="182850" marB="182850" marR="182850" marL="182850"/>
                </a:tc>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t>Recorridos bidireccionales, inserciones y eliminaciones eficientes.</a:t>
                      </a:r>
                      <a:endParaRPr sz="2400" u="none" cap="none" strike="noStrike"/>
                    </a:p>
                  </a:txBody>
                  <a:tcPr marT="182850" marB="182850" marR="182850" marL="182850"/>
                </a:tc>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t>Permite recorridos continuos (sin fin).</a:t>
                      </a:r>
                      <a:endParaRPr sz="2400" u="none" cap="none" strike="noStrike"/>
                    </a:p>
                  </a:txBody>
                  <a:tcPr marT="182850" marB="182850" marR="182850" marL="182850"/>
                </a:tc>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t>Combina las ventajas: recorridos bidireccionales y cíclicos.</a:t>
                      </a:r>
                      <a:endParaRPr sz="2400" u="none" cap="none" strike="noStrike"/>
                    </a:p>
                  </a:txBody>
                  <a:tcPr marT="182850" marB="182850" marR="182850" marL="182850"/>
                </a:tc>
              </a:tr>
              <a:tr h="742950">
                <a:tc>
                  <a:txBody>
                    <a:bodyPr/>
                    <a:lstStyle/>
                    <a:p>
                      <a:pPr indent="0" lvl="0" marL="0" marR="0" rtl="0" algn="l">
                        <a:lnSpc>
                          <a:spcPct val="100000"/>
                        </a:lnSpc>
                        <a:spcBef>
                          <a:spcPts val="0"/>
                        </a:spcBef>
                        <a:spcAft>
                          <a:spcPts val="0"/>
                        </a:spcAft>
                        <a:buClr>
                          <a:srgbClr val="000000"/>
                        </a:buClr>
                        <a:buSzPts val="2200"/>
                        <a:buFont typeface="Arial"/>
                        <a:buNone/>
                      </a:pPr>
                      <a:r>
                        <a:rPr b="1" lang="en-US" sz="2200" u="none" cap="none" strike="noStrike">
                          <a:solidFill>
                            <a:srgbClr val="4A892B"/>
                          </a:solidFill>
                        </a:rPr>
                        <a:t>Desventajas</a:t>
                      </a:r>
                      <a:endParaRPr b="1" sz="2200" u="none" cap="none" strike="noStrike">
                        <a:solidFill>
                          <a:srgbClr val="4A892B"/>
                        </a:solidFill>
                      </a:endParaRPr>
                    </a:p>
                  </a:txBody>
                  <a:tcPr marT="182850" marB="182850" marR="182850" marL="182850">
                    <a:solidFill>
                      <a:srgbClr val="F9F7DC"/>
                    </a:solidFill>
                  </a:tcPr>
                </a:tc>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t>No se puede retroceder.</a:t>
                      </a:r>
                      <a:endParaRPr sz="2400" u="none" cap="none" strike="noStrike"/>
                    </a:p>
                  </a:txBody>
                  <a:tcPr marT="182850" marB="182850" marR="182850" marL="182850">
                    <a:solidFill>
                      <a:srgbClr val="F9F7DC"/>
                    </a:solidFill>
                  </a:tcPr>
                </a:tc>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t>Mayor complejidad y consumo de memoria.</a:t>
                      </a:r>
                      <a:endParaRPr sz="2400" u="none" cap="none" strike="noStrike"/>
                    </a:p>
                  </a:txBody>
                  <a:tcPr marT="182850" marB="182850" marR="182850" marL="182850">
                    <a:solidFill>
                      <a:srgbClr val="F9F7DC"/>
                    </a:solidFill>
                  </a:tcPr>
                </a:tc>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t>No se puede retroceder y es más difícil de manejar.</a:t>
                      </a:r>
                      <a:endParaRPr sz="2400" u="none" cap="none" strike="noStrike"/>
                    </a:p>
                  </a:txBody>
                  <a:tcPr marT="182850" marB="182850" marR="182850" marL="182850">
                    <a:solidFill>
                      <a:srgbClr val="F9F7DC"/>
                    </a:solidFill>
                  </a:tcPr>
                </a:tc>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t>Mayor complejidad, riesgo de errores si no se actualizan bien los punteros.</a:t>
                      </a:r>
                      <a:endParaRPr sz="2400" u="none" cap="none" strike="noStrike"/>
                    </a:p>
                  </a:txBody>
                  <a:tcPr marT="182850" marB="182850" marR="182850" marL="182850">
                    <a:solidFill>
                      <a:srgbClr val="F9F7DC"/>
                    </a:solidFill>
                  </a:tcPr>
                </a:tc>
              </a:tr>
            </a:tbl>
          </a:graphicData>
        </a:graphic>
      </p:graphicFrame>
      <p:sp>
        <p:nvSpPr>
          <p:cNvPr id="196" name="Google Shape;196;g39ab6cbbbe8_0_134"/>
          <p:cNvSpPr/>
          <p:nvPr/>
        </p:nvSpPr>
        <p:spPr>
          <a:xfrm>
            <a:off x="3086086" y="1322450"/>
            <a:ext cx="11964472" cy="1017214"/>
          </a:xfrm>
          <a:custGeom>
            <a:rect b="b" l="l" r="r" t="t"/>
            <a:pathLst>
              <a:path extrusionOk="0" h="1017214" w="3423311">
                <a:moveTo>
                  <a:pt x="0" y="0"/>
                </a:moveTo>
                <a:lnTo>
                  <a:pt x="3423310" y="0"/>
                </a:lnTo>
                <a:lnTo>
                  <a:pt x="3423310" y="1017213"/>
                </a:lnTo>
                <a:lnTo>
                  <a:pt x="0" y="1017213"/>
                </a:lnTo>
                <a:lnTo>
                  <a:pt x="0" y="0"/>
                </a:lnTo>
                <a:close/>
              </a:path>
            </a:pathLst>
          </a:custGeom>
          <a:blipFill rotWithShape="1">
            <a:blip r:embed="rId3">
              <a:alphaModFix/>
            </a:blip>
            <a:stretch>
              <a:fillRect b="0" l="0" r="-92671" t="-9640"/>
            </a:stretch>
          </a:blipFill>
          <a:ln>
            <a:noFill/>
          </a:ln>
        </p:spPr>
        <p:txBody>
          <a:bodyPr anchorCtr="0" anchor="t" bIns="91400" lIns="182850" spcFirstLastPara="1" rIns="182850" wrap="square" tIns="9140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g39ab6cbbbe8_0_40"/>
          <p:cNvSpPr/>
          <p:nvPr/>
        </p:nvSpPr>
        <p:spPr>
          <a:xfrm rot="2002184">
            <a:off x="537152" y="7515739"/>
            <a:ext cx="3032777" cy="2863447"/>
          </a:xfrm>
          <a:custGeom>
            <a:rect b="b" l="l" r="r" t="t"/>
            <a:pathLst>
              <a:path extrusionOk="0" h="3298448" w="3493502">
                <a:moveTo>
                  <a:pt x="0" y="0"/>
                </a:moveTo>
                <a:lnTo>
                  <a:pt x="3493502" y="0"/>
                </a:lnTo>
                <a:lnTo>
                  <a:pt x="3493502" y="3298448"/>
                </a:lnTo>
                <a:lnTo>
                  <a:pt x="0" y="3298448"/>
                </a:lnTo>
                <a:lnTo>
                  <a:pt x="0" y="0"/>
                </a:lnTo>
                <a:close/>
              </a:path>
            </a:pathLst>
          </a:custGeom>
          <a:blipFill rotWithShape="1">
            <a:blip r:embed="rId3">
              <a:alphaModFix/>
            </a:blip>
            <a:stretch>
              <a:fillRect b="0" l="0" r="0" t="0"/>
            </a:stretch>
          </a:blipFill>
          <a:ln>
            <a:noFill/>
          </a:ln>
        </p:spPr>
        <p:txBody>
          <a:bodyPr anchorCtr="0" anchor="t" bIns="79275" lIns="158575" spcFirstLastPara="1" rIns="158575" wrap="square" tIns="79275">
            <a:noAutofit/>
          </a:bodyPr>
          <a:lstStyle/>
          <a:p>
            <a:pPr indent="0" lvl="0" marL="0" marR="0" rtl="0" algn="l">
              <a:lnSpc>
                <a:spcPct val="100000"/>
              </a:lnSpc>
              <a:spcBef>
                <a:spcPts val="0"/>
              </a:spcBef>
              <a:spcAft>
                <a:spcPts val="0"/>
              </a:spcAft>
              <a:buClr>
                <a:srgbClr val="000000"/>
              </a:buClr>
              <a:buSzPts val="2428"/>
              <a:buFont typeface="Arial"/>
              <a:buNone/>
            </a:pPr>
            <a:r>
              <a:t/>
            </a:r>
            <a:endParaRPr b="0" i="0" sz="2428" u="none" cap="none" strike="noStrike">
              <a:solidFill>
                <a:srgbClr val="000000"/>
              </a:solidFill>
              <a:latin typeface="Arial"/>
              <a:ea typeface="Arial"/>
              <a:cs typeface="Arial"/>
              <a:sym typeface="Arial"/>
            </a:endParaRPr>
          </a:p>
        </p:txBody>
      </p:sp>
      <p:sp>
        <p:nvSpPr>
          <p:cNvPr id="202" name="Google Shape;202;g39ab6cbbbe8_0_40"/>
          <p:cNvSpPr/>
          <p:nvPr/>
        </p:nvSpPr>
        <p:spPr>
          <a:xfrm>
            <a:off x="10399663" y="-111953"/>
            <a:ext cx="3068446" cy="2599229"/>
          </a:xfrm>
          <a:custGeom>
            <a:rect b="b" l="l" r="r" t="t"/>
            <a:pathLst>
              <a:path extrusionOk="0" h="2996229" w="3537113">
                <a:moveTo>
                  <a:pt x="0" y="0"/>
                </a:moveTo>
                <a:lnTo>
                  <a:pt x="3537112" y="0"/>
                </a:lnTo>
                <a:lnTo>
                  <a:pt x="3537112" y="2996229"/>
                </a:lnTo>
                <a:lnTo>
                  <a:pt x="0" y="2996229"/>
                </a:lnTo>
                <a:lnTo>
                  <a:pt x="0" y="0"/>
                </a:lnTo>
                <a:close/>
              </a:path>
            </a:pathLst>
          </a:custGeom>
          <a:blipFill rotWithShape="1">
            <a:blip r:embed="rId4">
              <a:alphaModFix/>
            </a:blip>
            <a:stretch>
              <a:fillRect b="0" l="0" r="0" t="0"/>
            </a:stretch>
          </a:blipFill>
          <a:ln>
            <a:noFill/>
          </a:ln>
        </p:spPr>
        <p:txBody>
          <a:bodyPr anchorCtr="0" anchor="t" bIns="79275" lIns="158575" spcFirstLastPara="1" rIns="158575" wrap="square" tIns="79275">
            <a:noAutofit/>
          </a:bodyPr>
          <a:lstStyle/>
          <a:p>
            <a:pPr indent="0" lvl="0" marL="0" marR="0" rtl="0" algn="l">
              <a:lnSpc>
                <a:spcPct val="100000"/>
              </a:lnSpc>
              <a:spcBef>
                <a:spcPts val="0"/>
              </a:spcBef>
              <a:spcAft>
                <a:spcPts val="0"/>
              </a:spcAft>
              <a:buClr>
                <a:srgbClr val="000000"/>
              </a:buClr>
              <a:buSzPts val="2428"/>
              <a:buFont typeface="Arial"/>
              <a:buNone/>
            </a:pPr>
            <a:r>
              <a:t/>
            </a:r>
            <a:endParaRPr b="0" i="0" sz="2428" u="none" cap="none" strike="noStrike">
              <a:solidFill>
                <a:srgbClr val="000000"/>
              </a:solidFill>
              <a:latin typeface="Arial"/>
              <a:ea typeface="Arial"/>
              <a:cs typeface="Arial"/>
              <a:sym typeface="Arial"/>
            </a:endParaRPr>
          </a:p>
        </p:txBody>
      </p:sp>
      <p:sp>
        <p:nvSpPr>
          <p:cNvPr id="203" name="Google Shape;203;g39ab6cbbbe8_0_40"/>
          <p:cNvSpPr/>
          <p:nvPr/>
        </p:nvSpPr>
        <p:spPr>
          <a:xfrm rot="-1149927">
            <a:off x="12545870" y="-30582"/>
            <a:ext cx="2672474" cy="2490969"/>
          </a:xfrm>
          <a:custGeom>
            <a:rect b="b" l="l" r="r" t="t"/>
            <a:pathLst>
              <a:path extrusionOk="0" h="2869397" w="3078477">
                <a:moveTo>
                  <a:pt x="0" y="0"/>
                </a:moveTo>
                <a:lnTo>
                  <a:pt x="3078477" y="0"/>
                </a:lnTo>
                <a:lnTo>
                  <a:pt x="3078477" y="2869397"/>
                </a:lnTo>
                <a:lnTo>
                  <a:pt x="0" y="2869397"/>
                </a:lnTo>
                <a:lnTo>
                  <a:pt x="0" y="0"/>
                </a:lnTo>
                <a:close/>
              </a:path>
            </a:pathLst>
          </a:custGeom>
          <a:blipFill rotWithShape="1">
            <a:blip r:embed="rId5">
              <a:alphaModFix/>
            </a:blip>
            <a:stretch>
              <a:fillRect b="0" l="0" r="0" t="0"/>
            </a:stretch>
          </a:blipFill>
          <a:ln>
            <a:noFill/>
          </a:ln>
        </p:spPr>
        <p:txBody>
          <a:bodyPr anchorCtr="0" anchor="t" bIns="79275" lIns="158575" spcFirstLastPara="1" rIns="158575" wrap="square" tIns="79275">
            <a:noAutofit/>
          </a:bodyPr>
          <a:lstStyle/>
          <a:p>
            <a:pPr indent="0" lvl="0" marL="0" marR="0" rtl="0" algn="l">
              <a:lnSpc>
                <a:spcPct val="100000"/>
              </a:lnSpc>
              <a:spcBef>
                <a:spcPts val="0"/>
              </a:spcBef>
              <a:spcAft>
                <a:spcPts val="0"/>
              </a:spcAft>
              <a:buClr>
                <a:srgbClr val="000000"/>
              </a:buClr>
              <a:buSzPts val="2428"/>
              <a:buFont typeface="Arial"/>
              <a:buNone/>
            </a:pPr>
            <a:r>
              <a:t/>
            </a:r>
            <a:endParaRPr b="0" i="0" sz="2428" u="none" cap="none" strike="noStrike">
              <a:solidFill>
                <a:srgbClr val="000000"/>
              </a:solidFill>
              <a:latin typeface="Arial"/>
              <a:ea typeface="Arial"/>
              <a:cs typeface="Arial"/>
              <a:sym typeface="Arial"/>
            </a:endParaRPr>
          </a:p>
        </p:txBody>
      </p:sp>
      <p:sp>
        <p:nvSpPr>
          <p:cNvPr id="204" name="Google Shape;204;g39ab6cbbbe8_0_40"/>
          <p:cNvSpPr/>
          <p:nvPr/>
        </p:nvSpPr>
        <p:spPr>
          <a:xfrm rot="2321135">
            <a:off x="14727843" y="99755"/>
            <a:ext cx="2683453" cy="2509029"/>
          </a:xfrm>
          <a:custGeom>
            <a:rect b="b" l="l" r="r" t="t"/>
            <a:pathLst>
              <a:path extrusionOk="0" h="2890800" w="3091765">
                <a:moveTo>
                  <a:pt x="0" y="0"/>
                </a:moveTo>
                <a:lnTo>
                  <a:pt x="3091765" y="0"/>
                </a:lnTo>
                <a:lnTo>
                  <a:pt x="3091765" y="2890801"/>
                </a:lnTo>
                <a:lnTo>
                  <a:pt x="0" y="2890801"/>
                </a:lnTo>
                <a:lnTo>
                  <a:pt x="0" y="0"/>
                </a:lnTo>
                <a:close/>
              </a:path>
            </a:pathLst>
          </a:custGeom>
          <a:blipFill rotWithShape="1">
            <a:blip r:embed="rId6">
              <a:alphaModFix/>
            </a:blip>
            <a:stretch>
              <a:fillRect b="0" l="0" r="0" t="0"/>
            </a:stretch>
          </a:blipFill>
          <a:ln>
            <a:noFill/>
          </a:ln>
        </p:spPr>
        <p:txBody>
          <a:bodyPr anchorCtr="0" anchor="t" bIns="79275" lIns="158575" spcFirstLastPara="1" rIns="158575" wrap="square" tIns="79275">
            <a:noAutofit/>
          </a:bodyPr>
          <a:lstStyle/>
          <a:p>
            <a:pPr indent="0" lvl="0" marL="0" marR="0" rtl="0" algn="l">
              <a:lnSpc>
                <a:spcPct val="100000"/>
              </a:lnSpc>
              <a:spcBef>
                <a:spcPts val="0"/>
              </a:spcBef>
              <a:spcAft>
                <a:spcPts val="0"/>
              </a:spcAft>
              <a:buClr>
                <a:srgbClr val="000000"/>
              </a:buClr>
              <a:buSzPts val="2428"/>
              <a:buFont typeface="Arial"/>
              <a:buNone/>
            </a:pPr>
            <a:r>
              <a:t/>
            </a:r>
            <a:endParaRPr b="0" i="0" sz="2428" u="none" cap="none" strike="noStrike">
              <a:solidFill>
                <a:srgbClr val="000000"/>
              </a:solidFill>
              <a:latin typeface="Arial"/>
              <a:ea typeface="Arial"/>
              <a:cs typeface="Arial"/>
              <a:sym typeface="Arial"/>
            </a:endParaRPr>
          </a:p>
        </p:txBody>
      </p:sp>
      <p:sp>
        <p:nvSpPr>
          <p:cNvPr id="205" name="Google Shape;205;g39ab6cbbbe8_0_40"/>
          <p:cNvSpPr/>
          <p:nvPr/>
        </p:nvSpPr>
        <p:spPr>
          <a:xfrm>
            <a:off x="678579" y="-40359"/>
            <a:ext cx="3021036" cy="2997119"/>
          </a:xfrm>
          <a:custGeom>
            <a:rect b="b" l="l" r="r" t="t"/>
            <a:pathLst>
              <a:path extrusionOk="0" h="3454892" w="3482462">
                <a:moveTo>
                  <a:pt x="0" y="0"/>
                </a:moveTo>
                <a:lnTo>
                  <a:pt x="3482462" y="0"/>
                </a:lnTo>
                <a:lnTo>
                  <a:pt x="3482462" y="3454892"/>
                </a:lnTo>
                <a:lnTo>
                  <a:pt x="0" y="3454892"/>
                </a:lnTo>
                <a:lnTo>
                  <a:pt x="0" y="0"/>
                </a:lnTo>
                <a:close/>
              </a:path>
            </a:pathLst>
          </a:custGeom>
          <a:blipFill rotWithShape="1">
            <a:blip r:embed="rId7">
              <a:alphaModFix/>
            </a:blip>
            <a:stretch>
              <a:fillRect b="0" l="0" r="0" t="0"/>
            </a:stretch>
          </a:blipFill>
          <a:ln>
            <a:noFill/>
          </a:ln>
        </p:spPr>
        <p:txBody>
          <a:bodyPr anchorCtr="0" anchor="t" bIns="79275" lIns="158575" spcFirstLastPara="1" rIns="158575" wrap="square" tIns="79275">
            <a:noAutofit/>
          </a:bodyPr>
          <a:lstStyle/>
          <a:p>
            <a:pPr indent="0" lvl="0" marL="0" marR="0" rtl="0" algn="l">
              <a:lnSpc>
                <a:spcPct val="100000"/>
              </a:lnSpc>
              <a:spcBef>
                <a:spcPts val="0"/>
              </a:spcBef>
              <a:spcAft>
                <a:spcPts val="0"/>
              </a:spcAft>
              <a:buClr>
                <a:srgbClr val="000000"/>
              </a:buClr>
              <a:buSzPts val="2428"/>
              <a:buFont typeface="Arial"/>
              <a:buNone/>
            </a:pPr>
            <a:r>
              <a:t/>
            </a:r>
            <a:endParaRPr b="0" i="0" sz="2428" u="none" cap="none" strike="noStrike">
              <a:solidFill>
                <a:srgbClr val="000000"/>
              </a:solidFill>
              <a:latin typeface="Arial"/>
              <a:ea typeface="Arial"/>
              <a:cs typeface="Arial"/>
              <a:sym typeface="Arial"/>
            </a:endParaRPr>
          </a:p>
        </p:txBody>
      </p:sp>
      <p:sp>
        <p:nvSpPr>
          <p:cNvPr id="206" name="Google Shape;206;g39ab6cbbbe8_0_40"/>
          <p:cNvSpPr/>
          <p:nvPr/>
        </p:nvSpPr>
        <p:spPr>
          <a:xfrm flipH="1" rot="606784">
            <a:off x="12738475" y="7445288"/>
            <a:ext cx="2701366" cy="2677728"/>
          </a:xfrm>
          <a:custGeom>
            <a:rect b="b" l="l" r="r" t="t"/>
            <a:pathLst>
              <a:path extrusionOk="0" h="3083187" w="3110404">
                <a:moveTo>
                  <a:pt x="3110404" y="0"/>
                </a:moveTo>
                <a:lnTo>
                  <a:pt x="0" y="0"/>
                </a:lnTo>
                <a:lnTo>
                  <a:pt x="0" y="3083187"/>
                </a:lnTo>
                <a:lnTo>
                  <a:pt x="3110404" y="3083187"/>
                </a:lnTo>
                <a:lnTo>
                  <a:pt x="3110404" y="0"/>
                </a:lnTo>
                <a:close/>
              </a:path>
            </a:pathLst>
          </a:custGeom>
          <a:blipFill rotWithShape="1">
            <a:blip r:embed="rId8">
              <a:alphaModFix/>
            </a:blip>
            <a:stretch>
              <a:fillRect b="0" l="0" r="0" t="0"/>
            </a:stretch>
          </a:blipFill>
          <a:ln>
            <a:noFill/>
          </a:ln>
        </p:spPr>
        <p:txBody>
          <a:bodyPr anchorCtr="0" anchor="t" bIns="79275" lIns="158575" spcFirstLastPara="1" rIns="158575" wrap="square" tIns="79275">
            <a:noAutofit/>
          </a:bodyPr>
          <a:lstStyle/>
          <a:p>
            <a:pPr indent="0" lvl="0" marL="0" marR="0" rtl="0" algn="l">
              <a:lnSpc>
                <a:spcPct val="100000"/>
              </a:lnSpc>
              <a:spcBef>
                <a:spcPts val="0"/>
              </a:spcBef>
              <a:spcAft>
                <a:spcPts val="0"/>
              </a:spcAft>
              <a:buClr>
                <a:srgbClr val="000000"/>
              </a:buClr>
              <a:buSzPts val="2428"/>
              <a:buFont typeface="Arial"/>
              <a:buNone/>
            </a:pPr>
            <a:r>
              <a:t/>
            </a:r>
            <a:endParaRPr b="0" i="0" sz="2428" u="none" cap="none" strike="noStrike">
              <a:solidFill>
                <a:srgbClr val="000000"/>
              </a:solidFill>
              <a:latin typeface="Arial"/>
              <a:ea typeface="Arial"/>
              <a:cs typeface="Arial"/>
              <a:sym typeface="Arial"/>
            </a:endParaRPr>
          </a:p>
        </p:txBody>
      </p:sp>
      <p:sp>
        <p:nvSpPr>
          <p:cNvPr id="207" name="Google Shape;207;g39ab6cbbbe8_0_40"/>
          <p:cNvSpPr/>
          <p:nvPr/>
        </p:nvSpPr>
        <p:spPr>
          <a:xfrm>
            <a:off x="3127688" y="7187504"/>
            <a:ext cx="3157494" cy="3450814"/>
          </a:xfrm>
          <a:custGeom>
            <a:rect b="b" l="l" r="r" t="t"/>
            <a:pathLst>
              <a:path extrusionOk="0" h="3977883" w="3639763">
                <a:moveTo>
                  <a:pt x="0" y="0"/>
                </a:moveTo>
                <a:lnTo>
                  <a:pt x="3639762" y="0"/>
                </a:lnTo>
                <a:lnTo>
                  <a:pt x="3639762" y="3977883"/>
                </a:lnTo>
                <a:lnTo>
                  <a:pt x="0" y="3977883"/>
                </a:lnTo>
                <a:lnTo>
                  <a:pt x="0" y="0"/>
                </a:lnTo>
                <a:close/>
              </a:path>
            </a:pathLst>
          </a:custGeom>
          <a:blipFill rotWithShape="1">
            <a:blip r:embed="rId9">
              <a:alphaModFix/>
            </a:blip>
            <a:stretch>
              <a:fillRect b="0" l="0" r="0" t="0"/>
            </a:stretch>
          </a:blipFill>
          <a:ln>
            <a:noFill/>
          </a:ln>
        </p:spPr>
        <p:txBody>
          <a:bodyPr anchorCtr="0" anchor="t" bIns="79275" lIns="158575" spcFirstLastPara="1" rIns="158575" wrap="square" tIns="79275">
            <a:noAutofit/>
          </a:bodyPr>
          <a:lstStyle/>
          <a:p>
            <a:pPr indent="0" lvl="0" marL="0" marR="0" rtl="0" algn="l">
              <a:lnSpc>
                <a:spcPct val="100000"/>
              </a:lnSpc>
              <a:spcBef>
                <a:spcPts val="0"/>
              </a:spcBef>
              <a:spcAft>
                <a:spcPts val="0"/>
              </a:spcAft>
              <a:buClr>
                <a:srgbClr val="000000"/>
              </a:buClr>
              <a:buSzPts val="2428"/>
              <a:buFont typeface="Arial"/>
              <a:buNone/>
            </a:pPr>
            <a:r>
              <a:t/>
            </a:r>
            <a:endParaRPr b="0" i="0" sz="2428" u="none" cap="none" strike="noStrike">
              <a:solidFill>
                <a:srgbClr val="000000"/>
              </a:solidFill>
              <a:latin typeface="Arial"/>
              <a:ea typeface="Arial"/>
              <a:cs typeface="Arial"/>
              <a:sym typeface="Arial"/>
            </a:endParaRPr>
          </a:p>
        </p:txBody>
      </p:sp>
      <p:sp>
        <p:nvSpPr>
          <p:cNvPr id="208" name="Google Shape;208;g39ab6cbbbe8_0_40"/>
          <p:cNvSpPr/>
          <p:nvPr/>
        </p:nvSpPr>
        <p:spPr>
          <a:xfrm flipH="1" rot="-1096713">
            <a:off x="8240393" y="7412279"/>
            <a:ext cx="3149419" cy="3071996"/>
          </a:xfrm>
          <a:custGeom>
            <a:rect b="b" l="l" r="r" t="t"/>
            <a:pathLst>
              <a:path extrusionOk="0" h="3535748" w="3624859">
                <a:moveTo>
                  <a:pt x="3624859" y="0"/>
                </a:moveTo>
                <a:lnTo>
                  <a:pt x="0" y="0"/>
                </a:lnTo>
                <a:lnTo>
                  <a:pt x="0" y="3535748"/>
                </a:lnTo>
                <a:lnTo>
                  <a:pt x="3624859" y="3535748"/>
                </a:lnTo>
                <a:lnTo>
                  <a:pt x="3624859" y="0"/>
                </a:lnTo>
                <a:close/>
              </a:path>
            </a:pathLst>
          </a:custGeom>
          <a:blipFill rotWithShape="1">
            <a:blip r:embed="rId10">
              <a:alphaModFix/>
            </a:blip>
            <a:stretch>
              <a:fillRect b="0" l="0" r="0" t="0"/>
            </a:stretch>
          </a:blipFill>
          <a:ln>
            <a:noFill/>
          </a:ln>
        </p:spPr>
        <p:txBody>
          <a:bodyPr anchorCtr="0" anchor="t" bIns="79275" lIns="158575" spcFirstLastPara="1" rIns="158575" wrap="square" tIns="79275">
            <a:noAutofit/>
          </a:bodyPr>
          <a:lstStyle/>
          <a:p>
            <a:pPr indent="0" lvl="0" marL="0" marR="0" rtl="0" algn="l">
              <a:lnSpc>
                <a:spcPct val="100000"/>
              </a:lnSpc>
              <a:spcBef>
                <a:spcPts val="0"/>
              </a:spcBef>
              <a:spcAft>
                <a:spcPts val="0"/>
              </a:spcAft>
              <a:buClr>
                <a:srgbClr val="000000"/>
              </a:buClr>
              <a:buSzPts val="2428"/>
              <a:buFont typeface="Arial"/>
              <a:buNone/>
            </a:pPr>
            <a:r>
              <a:t/>
            </a:r>
            <a:endParaRPr b="0" i="0" sz="2428" u="none" cap="none" strike="noStrike">
              <a:solidFill>
                <a:srgbClr val="000000"/>
              </a:solidFill>
              <a:latin typeface="Arial"/>
              <a:ea typeface="Arial"/>
              <a:cs typeface="Arial"/>
              <a:sym typeface="Arial"/>
            </a:endParaRPr>
          </a:p>
        </p:txBody>
      </p:sp>
      <p:sp>
        <p:nvSpPr>
          <p:cNvPr id="209" name="Google Shape;209;g39ab6cbbbe8_0_40"/>
          <p:cNvSpPr/>
          <p:nvPr/>
        </p:nvSpPr>
        <p:spPr>
          <a:xfrm flipH="1" rot="639621">
            <a:off x="10630735" y="7839664"/>
            <a:ext cx="2782386" cy="2556317"/>
          </a:xfrm>
          <a:custGeom>
            <a:rect b="b" l="l" r="r" t="t"/>
            <a:pathLst>
              <a:path extrusionOk="0" h="2955527" w="3216900">
                <a:moveTo>
                  <a:pt x="3216900" y="0"/>
                </a:moveTo>
                <a:lnTo>
                  <a:pt x="0" y="0"/>
                </a:lnTo>
                <a:lnTo>
                  <a:pt x="0" y="2955527"/>
                </a:lnTo>
                <a:lnTo>
                  <a:pt x="3216900" y="2955527"/>
                </a:lnTo>
                <a:lnTo>
                  <a:pt x="3216900" y="0"/>
                </a:lnTo>
                <a:close/>
              </a:path>
            </a:pathLst>
          </a:custGeom>
          <a:blipFill rotWithShape="1">
            <a:blip r:embed="rId11">
              <a:alphaModFix/>
            </a:blip>
            <a:stretch>
              <a:fillRect b="0" l="0" r="0" t="0"/>
            </a:stretch>
          </a:blipFill>
          <a:ln>
            <a:noFill/>
          </a:ln>
        </p:spPr>
        <p:txBody>
          <a:bodyPr anchorCtr="0" anchor="t" bIns="79275" lIns="158575" spcFirstLastPara="1" rIns="158575" wrap="square" tIns="79275">
            <a:noAutofit/>
          </a:bodyPr>
          <a:lstStyle/>
          <a:p>
            <a:pPr indent="0" lvl="0" marL="0" marR="0" rtl="0" algn="l">
              <a:lnSpc>
                <a:spcPct val="100000"/>
              </a:lnSpc>
              <a:spcBef>
                <a:spcPts val="0"/>
              </a:spcBef>
              <a:spcAft>
                <a:spcPts val="0"/>
              </a:spcAft>
              <a:buClr>
                <a:srgbClr val="000000"/>
              </a:buClr>
              <a:buSzPts val="2428"/>
              <a:buFont typeface="Arial"/>
              <a:buNone/>
            </a:pPr>
            <a:r>
              <a:t/>
            </a:r>
            <a:endParaRPr b="0" i="0" sz="2428" u="none" cap="none" strike="noStrike">
              <a:solidFill>
                <a:srgbClr val="000000"/>
              </a:solidFill>
              <a:latin typeface="Arial"/>
              <a:ea typeface="Arial"/>
              <a:cs typeface="Arial"/>
              <a:sym typeface="Arial"/>
            </a:endParaRPr>
          </a:p>
        </p:txBody>
      </p:sp>
      <p:sp>
        <p:nvSpPr>
          <p:cNvPr id="210" name="Google Shape;210;g39ab6cbbbe8_0_40"/>
          <p:cNvSpPr/>
          <p:nvPr/>
        </p:nvSpPr>
        <p:spPr>
          <a:xfrm>
            <a:off x="5836667" y="7599212"/>
            <a:ext cx="3304945" cy="3280158"/>
          </a:xfrm>
          <a:custGeom>
            <a:rect b="b" l="l" r="r" t="t"/>
            <a:pathLst>
              <a:path extrusionOk="0" h="3781162" w="3809735">
                <a:moveTo>
                  <a:pt x="0" y="0"/>
                </a:moveTo>
                <a:lnTo>
                  <a:pt x="3809735" y="0"/>
                </a:lnTo>
                <a:lnTo>
                  <a:pt x="3809735" y="3781162"/>
                </a:lnTo>
                <a:lnTo>
                  <a:pt x="0" y="3781162"/>
                </a:lnTo>
                <a:lnTo>
                  <a:pt x="0" y="0"/>
                </a:lnTo>
                <a:close/>
              </a:path>
            </a:pathLst>
          </a:custGeom>
          <a:blipFill rotWithShape="1">
            <a:blip r:embed="rId12">
              <a:alphaModFix/>
            </a:blip>
            <a:stretch>
              <a:fillRect b="0" l="0" r="0" t="0"/>
            </a:stretch>
          </a:blipFill>
          <a:ln>
            <a:noFill/>
          </a:ln>
        </p:spPr>
        <p:txBody>
          <a:bodyPr anchorCtr="0" anchor="t" bIns="79275" lIns="158575" spcFirstLastPara="1" rIns="158575" wrap="square" tIns="79275">
            <a:noAutofit/>
          </a:bodyPr>
          <a:lstStyle/>
          <a:p>
            <a:pPr indent="0" lvl="0" marL="0" marR="0" rtl="0" algn="l">
              <a:lnSpc>
                <a:spcPct val="100000"/>
              </a:lnSpc>
              <a:spcBef>
                <a:spcPts val="0"/>
              </a:spcBef>
              <a:spcAft>
                <a:spcPts val="0"/>
              </a:spcAft>
              <a:buClr>
                <a:srgbClr val="000000"/>
              </a:buClr>
              <a:buSzPts val="2428"/>
              <a:buFont typeface="Arial"/>
              <a:buNone/>
            </a:pPr>
            <a:r>
              <a:t/>
            </a:r>
            <a:endParaRPr b="0" i="0" sz="2428" u="none" cap="none" strike="noStrike">
              <a:solidFill>
                <a:srgbClr val="000000"/>
              </a:solidFill>
              <a:latin typeface="Arial"/>
              <a:ea typeface="Arial"/>
              <a:cs typeface="Arial"/>
              <a:sym typeface="Arial"/>
            </a:endParaRPr>
          </a:p>
        </p:txBody>
      </p:sp>
      <p:sp>
        <p:nvSpPr>
          <p:cNvPr id="211" name="Google Shape;211;g39ab6cbbbe8_0_40"/>
          <p:cNvSpPr/>
          <p:nvPr/>
        </p:nvSpPr>
        <p:spPr>
          <a:xfrm flipH="1" rot="-1027623">
            <a:off x="4739058" y="-285069"/>
            <a:ext cx="3185539" cy="2881585"/>
          </a:xfrm>
          <a:custGeom>
            <a:rect b="b" l="l" r="r" t="t"/>
            <a:pathLst>
              <a:path extrusionOk="0" h="3327853" w="3678880">
                <a:moveTo>
                  <a:pt x="3678880" y="0"/>
                </a:moveTo>
                <a:lnTo>
                  <a:pt x="0" y="0"/>
                </a:lnTo>
                <a:lnTo>
                  <a:pt x="0" y="3327853"/>
                </a:lnTo>
                <a:lnTo>
                  <a:pt x="3678880" y="3327853"/>
                </a:lnTo>
                <a:lnTo>
                  <a:pt x="3678880" y="0"/>
                </a:lnTo>
                <a:close/>
              </a:path>
            </a:pathLst>
          </a:custGeom>
          <a:blipFill rotWithShape="1">
            <a:blip r:embed="rId13">
              <a:alphaModFix/>
            </a:blip>
            <a:stretch>
              <a:fillRect b="0" l="0" r="0" t="0"/>
            </a:stretch>
          </a:blipFill>
          <a:ln>
            <a:noFill/>
          </a:ln>
        </p:spPr>
        <p:txBody>
          <a:bodyPr anchorCtr="0" anchor="t" bIns="79275" lIns="158575" spcFirstLastPara="1" rIns="158575" wrap="square" tIns="79275">
            <a:noAutofit/>
          </a:bodyPr>
          <a:lstStyle/>
          <a:p>
            <a:pPr indent="0" lvl="0" marL="0" marR="0" rtl="0" algn="l">
              <a:lnSpc>
                <a:spcPct val="100000"/>
              </a:lnSpc>
              <a:spcBef>
                <a:spcPts val="0"/>
              </a:spcBef>
              <a:spcAft>
                <a:spcPts val="0"/>
              </a:spcAft>
              <a:buClr>
                <a:srgbClr val="000000"/>
              </a:buClr>
              <a:buSzPts val="2428"/>
              <a:buFont typeface="Arial"/>
              <a:buNone/>
            </a:pPr>
            <a:r>
              <a:t/>
            </a:r>
            <a:endParaRPr b="0" i="0" sz="2428" u="none" cap="none" strike="noStrike">
              <a:solidFill>
                <a:srgbClr val="000000"/>
              </a:solidFill>
              <a:latin typeface="Arial"/>
              <a:ea typeface="Arial"/>
              <a:cs typeface="Arial"/>
              <a:sym typeface="Arial"/>
            </a:endParaRPr>
          </a:p>
        </p:txBody>
      </p:sp>
      <p:sp>
        <p:nvSpPr>
          <p:cNvPr id="212" name="Google Shape;212;g39ab6cbbbe8_0_40"/>
          <p:cNvSpPr/>
          <p:nvPr/>
        </p:nvSpPr>
        <p:spPr>
          <a:xfrm flipH="1" rot="-779677">
            <a:off x="3115139" y="-24270"/>
            <a:ext cx="2528208" cy="2363875"/>
          </a:xfrm>
          <a:custGeom>
            <a:rect b="b" l="l" r="r" t="t"/>
            <a:pathLst>
              <a:path extrusionOk="0" h="2725845" w="2915342">
                <a:moveTo>
                  <a:pt x="2915342" y="0"/>
                </a:moveTo>
                <a:lnTo>
                  <a:pt x="0" y="0"/>
                </a:lnTo>
                <a:lnTo>
                  <a:pt x="0" y="2725845"/>
                </a:lnTo>
                <a:lnTo>
                  <a:pt x="2915342" y="2725845"/>
                </a:lnTo>
                <a:lnTo>
                  <a:pt x="2915342" y="0"/>
                </a:lnTo>
                <a:close/>
              </a:path>
            </a:pathLst>
          </a:custGeom>
          <a:blipFill rotWithShape="1">
            <a:blip r:embed="rId14">
              <a:alphaModFix/>
            </a:blip>
            <a:stretch>
              <a:fillRect b="0" l="0" r="0" t="0"/>
            </a:stretch>
          </a:blipFill>
          <a:ln>
            <a:noFill/>
          </a:ln>
        </p:spPr>
        <p:txBody>
          <a:bodyPr anchorCtr="0" anchor="t" bIns="79275" lIns="158575" spcFirstLastPara="1" rIns="158575" wrap="square" tIns="79275">
            <a:noAutofit/>
          </a:bodyPr>
          <a:lstStyle/>
          <a:p>
            <a:pPr indent="0" lvl="0" marL="0" marR="0" rtl="0" algn="l">
              <a:lnSpc>
                <a:spcPct val="100000"/>
              </a:lnSpc>
              <a:spcBef>
                <a:spcPts val="0"/>
              </a:spcBef>
              <a:spcAft>
                <a:spcPts val="0"/>
              </a:spcAft>
              <a:buClr>
                <a:srgbClr val="000000"/>
              </a:buClr>
              <a:buSzPts val="2428"/>
              <a:buFont typeface="Arial"/>
              <a:buNone/>
            </a:pPr>
            <a:r>
              <a:t/>
            </a:r>
            <a:endParaRPr b="0" i="0" sz="2428" u="none" cap="none" strike="noStrike">
              <a:solidFill>
                <a:srgbClr val="000000"/>
              </a:solidFill>
              <a:latin typeface="Arial"/>
              <a:ea typeface="Arial"/>
              <a:cs typeface="Arial"/>
              <a:sym typeface="Arial"/>
            </a:endParaRPr>
          </a:p>
        </p:txBody>
      </p:sp>
      <p:sp>
        <p:nvSpPr>
          <p:cNvPr id="213" name="Google Shape;213;g39ab6cbbbe8_0_40"/>
          <p:cNvSpPr/>
          <p:nvPr/>
        </p:nvSpPr>
        <p:spPr>
          <a:xfrm rot="-707712">
            <a:off x="14913436" y="7136475"/>
            <a:ext cx="3079042" cy="3212913"/>
          </a:xfrm>
          <a:custGeom>
            <a:rect b="b" l="l" r="r" t="t"/>
            <a:pathLst>
              <a:path extrusionOk="0" h="3700083" w="3545913">
                <a:moveTo>
                  <a:pt x="0" y="0"/>
                </a:moveTo>
                <a:lnTo>
                  <a:pt x="3545912" y="0"/>
                </a:lnTo>
                <a:lnTo>
                  <a:pt x="3545912" y="3700083"/>
                </a:lnTo>
                <a:lnTo>
                  <a:pt x="0" y="3700083"/>
                </a:lnTo>
                <a:lnTo>
                  <a:pt x="0" y="0"/>
                </a:lnTo>
                <a:close/>
              </a:path>
            </a:pathLst>
          </a:custGeom>
          <a:blipFill rotWithShape="1">
            <a:blip r:embed="rId15">
              <a:alphaModFix/>
            </a:blip>
            <a:stretch>
              <a:fillRect b="0" l="0" r="0" t="0"/>
            </a:stretch>
          </a:blipFill>
          <a:ln>
            <a:noFill/>
          </a:ln>
        </p:spPr>
        <p:txBody>
          <a:bodyPr anchorCtr="0" anchor="t" bIns="79275" lIns="158575" spcFirstLastPara="1" rIns="158575" wrap="square" tIns="79275">
            <a:noAutofit/>
          </a:bodyPr>
          <a:lstStyle/>
          <a:p>
            <a:pPr indent="0" lvl="0" marL="0" marR="0" rtl="0" algn="l">
              <a:lnSpc>
                <a:spcPct val="100000"/>
              </a:lnSpc>
              <a:spcBef>
                <a:spcPts val="0"/>
              </a:spcBef>
              <a:spcAft>
                <a:spcPts val="0"/>
              </a:spcAft>
              <a:buClr>
                <a:srgbClr val="000000"/>
              </a:buClr>
              <a:buSzPts val="2428"/>
              <a:buFont typeface="Arial"/>
              <a:buNone/>
            </a:pPr>
            <a:r>
              <a:t/>
            </a:r>
            <a:endParaRPr b="0" i="0" sz="2428" u="none" cap="none" strike="noStrike">
              <a:solidFill>
                <a:srgbClr val="000000"/>
              </a:solidFill>
              <a:latin typeface="Arial"/>
              <a:ea typeface="Arial"/>
              <a:cs typeface="Arial"/>
              <a:sym typeface="Arial"/>
            </a:endParaRPr>
          </a:p>
        </p:txBody>
      </p:sp>
      <p:sp>
        <p:nvSpPr>
          <p:cNvPr id="214" name="Google Shape;214;g39ab6cbbbe8_0_40"/>
          <p:cNvSpPr/>
          <p:nvPr/>
        </p:nvSpPr>
        <p:spPr>
          <a:xfrm rot="1247295">
            <a:off x="7750705" y="-82215"/>
            <a:ext cx="2921661" cy="2640452"/>
          </a:xfrm>
          <a:custGeom>
            <a:rect b="b" l="l" r="r" t="t"/>
            <a:pathLst>
              <a:path extrusionOk="0" h="3047598" w="3372169">
                <a:moveTo>
                  <a:pt x="0" y="0"/>
                </a:moveTo>
                <a:lnTo>
                  <a:pt x="3372170" y="0"/>
                </a:lnTo>
                <a:lnTo>
                  <a:pt x="3372170" y="3047598"/>
                </a:lnTo>
                <a:lnTo>
                  <a:pt x="0" y="3047598"/>
                </a:lnTo>
                <a:lnTo>
                  <a:pt x="0" y="0"/>
                </a:lnTo>
                <a:close/>
              </a:path>
            </a:pathLst>
          </a:custGeom>
          <a:blipFill rotWithShape="1">
            <a:blip r:embed="rId16">
              <a:alphaModFix/>
            </a:blip>
            <a:stretch>
              <a:fillRect b="0" l="0" r="0" t="0"/>
            </a:stretch>
          </a:blipFill>
          <a:ln>
            <a:noFill/>
          </a:ln>
        </p:spPr>
        <p:txBody>
          <a:bodyPr anchorCtr="0" anchor="t" bIns="79275" lIns="158575" spcFirstLastPara="1" rIns="158575" wrap="square" tIns="79275">
            <a:noAutofit/>
          </a:bodyPr>
          <a:lstStyle/>
          <a:p>
            <a:pPr indent="0" lvl="0" marL="0" marR="0" rtl="0" algn="l">
              <a:lnSpc>
                <a:spcPct val="100000"/>
              </a:lnSpc>
              <a:spcBef>
                <a:spcPts val="0"/>
              </a:spcBef>
              <a:spcAft>
                <a:spcPts val="0"/>
              </a:spcAft>
              <a:buClr>
                <a:srgbClr val="000000"/>
              </a:buClr>
              <a:buSzPts val="2428"/>
              <a:buFont typeface="Arial"/>
              <a:buNone/>
            </a:pPr>
            <a:r>
              <a:t/>
            </a:r>
            <a:endParaRPr b="0" i="0" sz="2428" u="none" cap="none" strike="noStrike">
              <a:solidFill>
                <a:srgbClr val="000000"/>
              </a:solidFill>
              <a:latin typeface="Arial"/>
              <a:ea typeface="Arial"/>
              <a:cs typeface="Arial"/>
              <a:sym typeface="Arial"/>
            </a:endParaRPr>
          </a:p>
        </p:txBody>
      </p:sp>
      <p:sp>
        <p:nvSpPr>
          <p:cNvPr id="215" name="Google Shape;215;g39ab6cbbbe8_0_40"/>
          <p:cNvSpPr txBox="1"/>
          <p:nvPr/>
        </p:nvSpPr>
        <p:spPr>
          <a:xfrm>
            <a:off x="4627892" y="2486636"/>
            <a:ext cx="6423000" cy="20025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3009"/>
              <a:buFont typeface="Arial"/>
              <a:buNone/>
            </a:pPr>
            <a:r>
              <a:rPr b="0" i="0" lang="en-US" sz="13009" u="none" cap="none" strike="noStrike">
                <a:solidFill>
                  <a:srgbClr val="131416"/>
                </a:solidFill>
                <a:latin typeface="Lobster"/>
                <a:ea typeface="Lobster"/>
                <a:cs typeface="Lobster"/>
                <a:sym typeface="Lobster"/>
              </a:rPr>
              <a:t>Graphviz</a:t>
            </a:r>
            <a:endParaRPr b="0" i="0" sz="1214" u="none" cap="none" strike="noStrike">
              <a:solidFill>
                <a:srgbClr val="000000"/>
              </a:solidFill>
              <a:latin typeface="Lobster"/>
              <a:ea typeface="Lobster"/>
              <a:cs typeface="Lobster"/>
              <a:sym typeface="Lobster"/>
            </a:endParaRPr>
          </a:p>
        </p:txBody>
      </p:sp>
      <p:sp>
        <p:nvSpPr>
          <p:cNvPr id="216" name="Google Shape;216;g39ab6cbbbe8_0_40"/>
          <p:cNvSpPr txBox="1"/>
          <p:nvPr/>
        </p:nvSpPr>
        <p:spPr>
          <a:xfrm>
            <a:off x="4728717" y="4730709"/>
            <a:ext cx="8738700" cy="2268300"/>
          </a:xfrm>
          <a:prstGeom prst="rect">
            <a:avLst/>
          </a:prstGeom>
          <a:noFill/>
          <a:ln>
            <a:noFill/>
          </a:ln>
        </p:spPr>
        <p:txBody>
          <a:bodyPr anchorCtr="0" anchor="t" bIns="0" lIns="0" spcFirstLastPara="1" rIns="0" wrap="square" tIns="0">
            <a:spAutoFit/>
          </a:bodyPr>
          <a:lstStyle/>
          <a:p>
            <a:pPr indent="0" lvl="0" marL="0" marR="0" rtl="0" algn="just">
              <a:lnSpc>
                <a:spcPct val="152003"/>
              </a:lnSpc>
              <a:spcBef>
                <a:spcPts val="0"/>
              </a:spcBef>
              <a:spcAft>
                <a:spcPts val="0"/>
              </a:spcAft>
              <a:buClr>
                <a:srgbClr val="000000"/>
              </a:buClr>
              <a:buSzPts val="2082"/>
              <a:buFont typeface="Arial"/>
              <a:buNone/>
            </a:pPr>
            <a:r>
              <a:rPr b="0" i="0" lang="en-US" sz="2082" u="none" cap="none" strike="noStrike">
                <a:solidFill>
                  <a:srgbClr val="000000"/>
                </a:solidFill>
                <a:latin typeface="Arial"/>
                <a:ea typeface="Arial"/>
                <a:cs typeface="Arial"/>
                <a:sym typeface="Arial"/>
              </a:rPr>
              <a:t>Es una herramienta de software que se utiliza para la  visualización  y  representación  gráfica  de estructuras de datos.</a:t>
            </a:r>
            <a:endParaRPr b="0" i="0" sz="2082" u="none" cap="none" strike="noStrike">
              <a:solidFill>
                <a:srgbClr val="000000"/>
              </a:solidFill>
              <a:latin typeface="Arial"/>
              <a:ea typeface="Arial"/>
              <a:cs typeface="Arial"/>
              <a:sym typeface="Arial"/>
            </a:endParaRPr>
          </a:p>
          <a:p>
            <a:pPr indent="-528701" lvl="0" marL="793052" marR="0" rtl="0" algn="just">
              <a:lnSpc>
                <a:spcPct val="152003"/>
              </a:lnSpc>
              <a:spcBef>
                <a:spcPts val="0"/>
              </a:spcBef>
              <a:spcAft>
                <a:spcPts val="0"/>
              </a:spcAft>
              <a:buClr>
                <a:srgbClr val="000000"/>
              </a:buClr>
              <a:buSzPts val="2082"/>
              <a:buFont typeface="Arial"/>
              <a:buChar char="●"/>
            </a:pPr>
            <a:r>
              <a:rPr b="0" i="0" lang="en-US" sz="2082" u="none" cap="none" strike="noStrike">
                <a:solidFill>
                  <a:srgbClr val="000000"/>
                </a:solidFill>
                <a:latin typeface="Arial"/>
                <a:ea typeface="Arial"/>
                <a:cs typeface="Arial"/>
                <a:sym typeface="Arial"/>
              </a:rPr>
              <a:t>Descargar Graphviz</a:t>
            </a:r>
            <a:endParaRPr b="0" i="0" sz="2082" u="none" cap="none" strike="noStrike">
              <a:solidFill>
                <a:srgbClr val="000000"/>
              </a:solidFill>
              <a:latin typeface="Arial"/>
              <a:ea typeface="Arial"/>
              <a:cs typeface="Arial"/>
              <a:sym typeface="Arial"/>
            </a:endParaRPr>
          </a:p>
          <a:p>
            <a:pPr indent="0" lvl="0" marL="793052" marR="0" rtl="0" algn="just">
              <a:lnSpc>
                <a:spcPct val="152003"/>
              </a:lnSpc>
              <a:spcBef>
                <a:spcPts val="0"/>
              </a:spcBef>
              <a:spcAft>
                <a:spcPts val="0"/>
              </a:spcAft>
              <a:buClr>
                <a:srgbClr val="000000"/>
              </a:buClr>
              <a:buSzPts val="2082"/>
              <a:buFont typeface="Arial"/>
              <a:buNone/>
            </a:pPr>
            <a:r>
              <a:rPr b="0" i="0" lang="en-US" sz="2082" u="sng" cap="none" strike="noStrike">
                <a:solidFill>
                  <a:srgbClr val="0000FF"/>
                </a:solidFill>
                <a:latin typeface="Arial"/>
                <a:ea typeface="Arial"/>
                <a:cs typeface="Arial"/>
                <a:sym typeface="Arial"/>
                <a:hlinkClick r:id="rId17">
                  <a:extLst>
                    <a:ext uri="{A12FA001-AC4F-418D-AE19-62706E023703}">
                      <ahyp:hlinkClr val="tx"/>
                    </a:ext>
                  </a:extLst>
                </a:hlinkClick>
              </a:rPr>
              <a:t>https://graphviz.org/download/</a:t>
            </a:r>
            <a:r>
              <a:rPr b="0" i="0" lang="en-US" sz="2082" u="none" cap="none" strike="noStrike">
                <a:solidFill>
                  <a:srgbClr val="000000"/>
                </a:solidFill>
                <a:latin typeface="Arial"/>
                <a:ea typeface="Arial"/>
                <a:cs typeface="Arial"/>
                <a:sym typeface="Arial"/>
              </a:rPr>
              <a:t> </a:t>
            </a:r>
            <a:endParaRPr b="0" i="0" sz="2082" u="none" cap="none" strike="noStrike">
              <a:solidFill>
                <a:srgbClr val="000000"/>
              </a:solidFill>
              <a:latin typeface="Arial"/>
              <a:ea typeface="Arial"/>
              <a:cs typeface="Arial"/>
              <a:sym typeface="Arial"/>
            </a:endParaRPr>
          </a:p>
          <a:p>
            <a:pPr indent="0" lvl="0" marL="0" marR="0" rtl="0" algn="just">
              <a:lnSpc>
                <a:spcPct val="152003"/>
              </a:lnSpc>
              <a:spcBef>
                <a:spcPts val="0"/>
              </a:spcBef>
              <a:spcAft>
                <a:spcPts val="0"/>
              </a:spcAft>
              <a:buClr>
                <a:srgbClr val="000000"/>
              </a:buClr>
              <a:buSzPts val="2082"/>
              <a:buFont typeface="Arial"/>
              <a:buNone/>
            </a:pPr>
            <a:r>
              <a:t/>
            </a:r>
            <a:endParaRPr b="0" i="0" sz="2082" u="none" cap="none" strike="noStrike">
              <a:solidFill>
                <a:srgbClr val="000000"/>
              </a:solidFill>
              <a:latin typeface="Arial"/>
              <a:ea typeface="Arial"/>
              <a:cs typeface="Arial"/>
              <a:sym typeface="Arial"/>
            </a:endParaRPr>
          </a:p>
        </p:txBody>
      </p:sp>
      <p:sp>
        <p:nvSpPr>
          <p:cNvPr id="217" name="Google Shape;217;g39ab6cbbbe8_0_40"/>
          <p:cNvSpPr/>
          <p:nvPr/>
        </p:nvSpPr>
        <p:spPr>
          <a:xfrm>
            <a:off x="10967282" y="2362404"/>
            <a:ext cx="5253193" cy="664829"/>
          </a:xfrm>
          <a:custGeom>
            <a:rect b="b" l="l" r="r" t="t"/>
            <a:pathLst>
              <a:path extrusionOk="0" h="15331" w="121139">
                <a:moveTo>
                  <a:pt x="0" y="5237"/>
                </a:moveTo>
                <a:cubicBezTo>
                  <a:pt x="3162" y="11562"/>
                  <a:pt x="13118" y="11750"/>
                  <a:pt x="20190" y="11750"/>
                </a:cubicBezTo>
                <a:cubicBezTo>
                  <a:pt x="24661" y="11750"/>
                  <a:pt x="29542" y="12447"/>
                  <a:pt x="33541" y="10447"/>
                </a:cubicBezTo>
                <a:cubicBezTo>
                  <a:pt x="39036" y="7698"/>
                  <a:pt x="43041" y="270"/>
                  <a:pt x="49172" y="678"/>
                </a:cubicBezTo>
                <a:cubicBezTo>
                  <a:pt x="56777" y="1184"/>
                  <a:pt x="63383" y="7991"/>
                  <a:pt x="70990" y="7516"/>
                </a:cubicBezTo>
                <a:cubicBezTo>
                  <a:pt x="79011" y="7016"/>
                  <a:pt x="86723" y="-2488"/>
                  <a:pt x="94110" y="678"/>
                </a:cubicBezTo>
                <a:cubicBezTo>
                  <a:pt x="103530" y="4715"/>
                  <a:pt x="110890" y="15332"/>
                  <a:pt x="121139" y="15332"/>
                </a:cubicBezTo>
              </a:path>
            </a:pathLst>
          </a:custGeom>
          <a:noFill/>
          <a:ln cap="flat" cmpd="sng" w="16525">
            <a:solidFill>
              <a:srgbClr val="1F497D"/>
            </a:solidFill>
            <a:prstDash val="lgDash"/>
            <a:round/>
            <a:headEnd len="sm" w="sm" type="none"/>
            <a:tailEnd len="sm" w="sm" type="none"/>
          </a:ln>
        </p:spPr>
        <p:txBody>
          <a:bodyPr anchorCtr="0" anchor="t" bIns="79275" lIns="158575" spcFirstLastPara="1" rIns="158575" wrap="square" tIns="79275">
            <a:noAutofit/>
          </a:bodyPr>
          <a:lstStyle/>
          <a:p>
            <a:pPr indent="0" lvl="0" marL="0" marR="0" rtl="0" algn="l">
              <a:lnSpc>
                <a:spcPct val="100000"/>
              </a:lnSpc>
              <a:spcBef>
                <a:spcPts val="0"/>
              </a:spcBef>
              <a:spcAft>
                <a:spcPts val="0"/>
              </a:spcAft>
              <a:buClr>
                <a:srgbClr val="000000"/>
              </a:buClr>
              <a:buSzPts val="2428"/>
              <a:buFont typeface="Arial"/>
              <a:buNone/>
            </a:pPr>
            <a:r>
              <a:t/>
            </a:r>
            <a:endParaRPr b="0" i="0" sz="2428" u="none" cap="none" strike="noStrike">
              <a:solidFill>
                <a:srgbClr val="000000"/>
              </a:solidFill>
              <a:latin typeface="Arial"/>
              <a:ea typeface="Arial"/>
              <a:cs typeface="Arial"/>
              <a:sym typeface="Arial"/>
            </a:endParaRPr>
          </a:p>
        </p:txBody>
      </p:sp>
      <p:sp>
        <p:nvSpPr>
          <p:cNvPr id="218" name="Google Shape;218;g39ab6cbbbe8_0_40"/>
          <p:cNvSpPr/>
          <p:nvPr/>
        </p:nvSpPr>
        <p:spPr>
          <a:xfrm>
            <a:off x="1181230" y="7031050"/>
            <a:ext cx="7314895" cy="1004247"/>
          </a:xfrm>
          <a:custGeom>
            <a:rect b="b" l="l" r="r" t="t"/>
            <a:pathLst>
              <a:path extrusionOk="0" h="23158" w="168682">
                <a:moveTo>
                  <a:pt x="0" y="9922"/>
                </a:moveTo>
                <a:cubicBezTo>
                  <a:pt x="8723" y="3691"/>
                  <a:pt x="20861" y="-2532"/>
                  <a:pt x="30936" y="1130"/>
                </a:cubicBezTo>
                <a:cubicBezTo>
                  <a:pt x="38859" y="4010"/>
                  <a:pt x="43780" y="12790"/>
                  <a:pt x="51777" y="15458"/>
                </a:cubicBezTo>
                <a:cubicBezTo>
                  <a:pt x="54863" y="16488"/>
                  <a:pt x="57660" y="12679"/>
                  <a:pt x="60569" y="11224"/>
                </a:cubicBezTo>
                <a:cubicBezTo>
                  <a:pt x="69784" y="6615"/>
                  <a:pt x="80428" y="-825"/>
                  <a:pt x="90203" y="2432"/>
                </a:cubicBezTo>
                <a:cubicBezTo>
                  <a:pt x="92368" y="3153"/>
                  <a:pt x="88914" y="7657"/>
                  <a:pt x="90528" y="9271"/>
                </a:cubicBezTo>
                <a:cubicBezTo>
                  <a:pt x="93242" y="11985"/>
                  <a:pt x="98333" y="9551"/>
                  <a:pt x="101926" y="10899"/>
                </a:cubicBezTo>
                <a:cubicBezTo>
                  <a:pt x="103981" y="11670"/>
                  <a:pt x="102039" y="15394"/>
                  <a:pt x="102903" y="17412"/>
                </a:cubicBezTo>
                <a:cubicBezTo>
                  <a:pt x="103935" y="19823"/>
                  <a:pt x="107495" y="20154"/>
                  <a:pt x="110067" y="20668"/>
                </a:cubicBezTo>
                <a:cubicBezTo>
                  <a:pt x="113847" y="21424"/>
                  <a:pt x="117971" y="24252"/>
                  <a:pt x="121464" y="22622"/>
                </a:cubicBezTo>
                <a:cubicBezTo>
                  <a:pt x="135990" y="15842"/>
                  <a:pt x="157347" y="2169"/>
                  <a:pt x="168682" y="13504"/>
                </a:cubicBezTo>
              </a:path>
            </a:pathLst>
          </a:custGeom>
          <a:noFill/>
          <a:ln cap="flat" cmpd="sng" w="16525">
            <a:solidFill>
              <a:srgbClr val="1F497D"/>
            </a:solidFill>
            <a:prstDash val="lgDash"/>
            <a:round/>
            <a:headEnd len="sm" w="sm" type="none"/>
            <a:tailEnd len="sm" w="sm" type="none"/>
          </a:ln>
        </p:spPr>
        <p:txBody>
          <a:bodyPr anchorCtr="0" anchor="t" bIns="79275" lIns="158575" spcFirstLastPara="1" rIns="158575" wrap="square" tIns="79275">
            <a:noAutofit/>
          </a:bodyPr>
          <a:lstStyle/>
          <a:p>
            <a:pPr indent="0" lvl="0" marL="0" marR="0" rtl="0" algn="l">
              <a:lnSpc>
                <a:spcPct val="100000"/>
              </a:lnSpc>
              <a:spcBef>
                <a:spcPts val="0"/>
              </a:spcBef>
              <a:spcAft>
                <a:spcPts val="0"/>
              </a:spcAft>
              <a:buClr>
                <a:srgbClr val="000000"/>
              </a:buClr>
              <a:buSzPts val="2428"/>
              <a:buFont typeface="Arial"/>
              <a:buNone/>
            </a:pPr>
            <a:r>
              <a:t/>
            </a:r>
            <a:endParaRPr b="0" i="0" sz="2428"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g39ab6cbbbe8_0_252"/>
          <p:cNvSpPr/>
          <p:nvPr/>
        </p:nvSpPr>
        <p:spPr>
          <a:xfrm rot="2002332">
            <a:off x="-539528" y="7932754"/>
            <a:ext cx="3493022" cy="3297994"/>
          </a:xfrm>
          <a:custGeom>
            <a:rect b="b" l="l" r="r" t="t"/>
            <a:pathLst>
              <a:path extrusionOk="0" h="3298448" w="3493502">
                <a:moveTo>
                  <a:pt x="0" y="0"/>
                </a:moveTo>
                <a:lnTo>
                  <a:pt x="3493502" y="0"/>
                </a:lnTo>
                <a:lnTo>
                  <a:pt x="3493502" y="3298448"/>
                </a:lnTo>
                <a:lnTo>
                  <a:pt x="0" y="3298448"/>
                </a:lnTo>
                <a:lnTo>
                  <a:pt x="0" y="0"/>
                </a:lnTo>
                <a:close/>
              </a:path>
            </a:pathLst>
          </a:custGeom>
          <a:blipFill rotWithShape="1">
            <a:blip r:embed="rId3">
              <a:alphaModFix/>
            </a:blip>
            <a:stretch>
              <a:fillRect b="0" l="0" r="0" t="0"/>
            </a:stretch>
          </a:blipFill>
          <a:ln>
            <a:noFill/>
          </a:ln>
        </p:spPr>
        <p:txBody>
          <a:bodyPr anchorCtr="0" anchor="t" bIns="91400" lIns="182850" spcFirstLastPara="1" rIns="182850" wrap="square" tIns="9140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24" name="Google Shape;224;g39ab6cbbbe8_0_252"/>
          <p:cNvSpPr/>
          <p:nvPr/>
        </p:nvSpPr>
        <p:spPr>
          <a:xfrm>
            <a:off x="10830878" y="-861362"/>
            <a:ext cx="3537113" cy="2996229"/>
          </a:xfrm>
          <a:custGeom>
            <a:rect b="b" l="l" r="r" t="t"/>
            <a:pathLst>
              <a:path extrusionOk="0" h="2996229" w="3537113">
                <a:moveTo>
                  <a:pt x="0" y="0"/>
                </a:moveTo>
                <a:lnTo>
                  <a:pt x="3537112" y="0"/>
                </a:lnTo>
                <a:lnTo>
                  <a:pt x="3537112" y="2996229"/>
                </a:lnTo>
                <a:lnTo>
                  <a:pt x="0" y="2996229"/>
                </a:lnTo>
                <a:lnTo>
                  <a:pt x="0" y="0"/>
                </a:lnTo>
                <a:close/>
              </a:path>
            </a:pathLst>
          </a:custGeom>
          <a:blipFill rotWithShape="1">
            <a:blip r:embed="rId4">
              <a:alphaModFix/>
            </a:blip>
            <a:stretch>
              <a:fillRect b="0" l="0" r="0" t="0"/>
            </a:stretch>
          </a:blipFill>
          <a:ln>
            <a:noFill/>
          </a:ln>
        </p:spPr>
        <p:txBody>
          <a:bodyPr anchorCtr="0" anchor="t" bIns="91400" lIns="182850" spcFirstLastPara="1" rIns="182850" wrap="square" tIns="9140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25" name="Google Shape;225;g39ab6cbbbe8_0_252"/>
          <p:cNvSpPr/>
          <p:nvPr/>
        </p:nvSpPr>
        <p:spPr>
          <a:xfrm rot="-1154972">
            <a:off x="13306734" y="-770375"/>
            <a:ext cx="3081439" cy="2872157"/>
          </a:xfrm>
          <a:custGeom>
            <a:rect b="b" l="l" r="r" t="t"/>
            <a:pathLst>
              <a:path extrusionOk="0" h="2869397" w="3078477">
                <a:moveTo>
                  <a:pt x="0" y="0"/>
                </a:moveTo>
                <a:lnTo>
                  <a:pt x="3078477" y="0"/>
                </a:lnTo>
                <a:lnTo>
                  <a:pt x="3078477" y="2869397"/>
                </a:lnTo>
                <a:lnTo>
                  <a:pt x="0" y="2869397"/>
                </a:lnTo>
                <a:lnTo>
                  <a:pt x="0" y="0"/>
                </a:lnTo>
                <a:close/>
              </a:path>
            </a:pathLst>
          </a:custGeom>
          <a:blipFill rotWithShape="1">
            <a:blip r:embed="rId5">
              <a:alphaModFix/>
            </a:blip>
            <a:stretch>
              <a:fillRect b="0" l="0" r="0" t="0"/>
            </a:stretch>
          </a:blipFill>
          <a:ln>
            <a:noFill/>
          </a:ln>
        </p:spPr>
        <p:txBody>
          <a:bodyPr anchorCtr="0" anchor="t" bIns="91400" lIns="182850" spcFirstLastPara="1" rIns="182850" wrap="square" tIns="9140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26" name="Google Shape;226;g39ab6cbbbe8_0_252"/>
          <p:cNvSpPr/>
          <p:nvPr/>
        </p:nvSpPr>
        <p:spPr>
          <a:xfrm rot="2322274">
            <a:off x="15822162" y="-617959"/>
            <a:ext cx="3090257" cy="2889390"/>
          </a:xfrm>
          <a:custGeom>
            <a:rect b="b" l="l" r="r" t="t"/>
            <a:pathLst>
              <a:path extrusionOk="0" h="2890800" w="3091765">
                <a:moveTo>
                  <a:pt x="0" y="0"/>
                </a:moveTo>
                <a:lnTo>
                  <a:pt x="3091765" y="0"/>
                </a:lnTo>
                <a:lnTo>
                  <a:pt x="3091765" y="2890801"/>
                </a:lnTo>
                <a:lnTo>
                  <a:pt x="0" y="2890801"/>
                </a:lnTo>
                <a:lnTo>
                  <a:pt x="0" y="0"/>
                </a:lnTo>
                <a:close/>
              </a:path>
            </a:pathLst>
          </a:custGeom>
          <a:blipFill rotWithShape="1">
            <a:blip r:embed="rId6">
              <a:alphaModFix/>
            </a:blip>
            <a:stretch>
              <a:fillRect b="0" l="0" r="0" t="0"/>
            </a:stretch>
          </a:blipFill>
          <a:ln>
            <a:noFill/>
          </a:ln>
        </p:spPr>
        <p:txBody>
          <a:bodyPr anchorCtr="0" anchor="t" bIns="91400" lIns="182850" spcFirstLastPara="1" rIns="182850" wrap="square" tIns="9140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27" name="Google Shape;227;g39ab6cbbbe8_0_252"/>
          <p:cNvSpPr/>
          <p:nvPr/>
        </p:nvSpPr>
        <p:spPr>
          <a:xfrm>
            <a:off x="-377664" y="-778814"/>
            <a:ext cx="3482462" cy="3454892"/>
          </a:xfrm>
          <a:custGeom>
            <a:rect b="b" l="l" r="r" t="t"/>
            <a:pathLst>
              <a:path extrusionOk="0" h="3454892" w="3482462">
                <a:moveTo>
                  <a:pt x="0" y="0"/>
                </a:moveTo>
                <a:lnTo>
                  <a:pt x="3482462" y="0"/>
                </a:lnTo>
                <a:lnTo>
                  <a:pt x="3482462" y="3454892"/>
                </a:lnTo>
                <a:lnTo>
                  <a:pt x="0" y="3454892"/>
                </a:lnTo>
                <a:lnTo>
                  <a:pt x="0" y="0"/>
                </a:lnTo>
                <a:close/>
              </a:path>
            </a:pathLst>
          </a:custGeom>
          <a:blipFill rotWithShape="1">
            <a:blip r:embed="rId7">
              <a:alphaModFix/>
            </a:blip>
            <a:stretch>
              <a:fillRect b="0" l="0" r="0" t="0"/>
            </a:stretch>
          </a:blipFill>
          <a:ln>
            <a:noFill/>
          </a:ln>
        </p:spPr>
        <p:txBody>
          <a:bodyPr anchorCtr="0" anchor="t" bIns="91400" lIns="182850" spcFirstLastPara="1" rIns="182850" wrap="square" tIns="9140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28" name="Google Shape;228;g39ab6cbbbe8_0_252"/>
          <p:cNvSpPr/>
          <p:nvPr/>
        </p:nvSpPr>
        <p:spPr>
          <a:xfrm flipH="1" rot="604460">
            <a:off x="13531624" y="7853755"/>
            <a:ext cx="3111726" cy="3084497"/>
          </a:xfrm>
          <a:custGeom>
            <a:rect b="b" l="l" r="r" t="t"/>
            <a:pathLst>
              <a:path extrusionOk="0" h="3083187" w="3110404">
                <a:moveTo>
                  <a:pt x="3110404" y="0"/>
                </a:moveTo>
                <a:lnTo>
                  <a:pt x="0" y="0"/>
                </a:lnTo>
                <a:lnTo>
                  <a:pt x="0" y="3083187"/>
                </a:lnTo>
                <a:lnTo>
                  <a:pt x="3110404" y="3083187"/>
                </a:lnTo>
                <a:lnTo>
                  <a:pt x="3110404" y="0"/>
                </a:lnTo>
                <a:close/>
              </a:path>
            </a:pathLst>
          </a:custGeom>
          <a:blipFill rotWithShape="1">
            <a:blip r:embed="rId8">
              <a:alphaModFix/>
            </a:blip>
            <a:stretch>
              <a:fillRect b="0" l="0" r="0" t="0"/>
            </a:stretch>
          </a:blipFill>
          <a:ln>
            <a:noFill/>
          </a:ln>
        </p:spPr>
        <p:txBody>
          <a:bodyPr anchorCtr="0" anchor="t" bIns="91400" lIns="182850" spcFirstLastPara="1" rIns="182850" wrap="square" tIns="9140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29" name="Google Shape;229;g39ab6cbbbe8_0_252"/>
          <p:cNvSpPr/>
          <p:nvPr/>
        </p:nvSpPr>
        <p:spPr>
          <a:xfrm>
            <a:off x="2446192" y="7555022"/>
            <a:ext cx="3639763" cy="3977883"/>
          </a:xfrm>
          <a:custGeom>
            <a:rect b="b" l="l" r="r" t="t"/>
            <a:pathLst>
              <a:path extrusionOk="0" h="3977883" w="3639763">
                <a:moveTo>
                  <a:pt x="0" y="0"/>
                </a:moveTo>
                <a:lnTo>
                  <a:pt x="3639762" y="0"/>
                </a:lnTo>
                <a:lnTo>
                  <a:pt x="3639762" y="3977883"/>
                </a:lnTo>
                <a:lnTo>
                  <a:pt x="0" y="3977883"/>
                </a:lnTo>
                <a:lnTo>
                  <a:pt x="0" y="0"/>
                </a:lnTo>
                <a:close/>
              </a:path>
            </a:pathLst>
          </a:custGeom>
          <a:blipFill rotWithShape="1">
            <a:blip r:embed="rId9">
              <a:alphaModFix/>
            </a:blip>
            <a:stretch>
              <a:fillRect b="0" l="0" r="0" t="0"/>
            </a:stretch>
          </a:blipFill>
          <a:ln>
            <a:noFill/>
          </a:ln>
        </p:spPr>
        <p:txBody>
          <a:bodyPr anchorCtr="0" anchor="t" bIns="91400" lIns="182850" spcFirstLastPara="1" rIns="182850" wrap="square" tIns="9140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30" name="Google Shape;230;g39ab6cbbbe8_0_252"/>
          <p:cNvSpPr/>
          <p:nvPr/>
        </p:nvSpPr>
        <p:spPr>
          <a:xfrm flipH="1" rot="-1100666">
            <a:off x="8346540" y="7815090"/>
            <a:ext cx="3627984" cy="3538796"/>
          </a:xfrm>
          <a:custGeom>
            <a:rect b="b" l="l" r="r" t="t"/>
            <a:pathLst>
              <a:path extrusionOk="0" h="3535748" w="3624859">
                <a:moveTo>
                  <a:pt x="3624859" y="0"/>
                </a:moveTo>
                <a:lnTo>
                  <a:pt x="0" y="0"/>
                </a:lnTo>
                <a:lnTo>
                  <a:pt x="0" y="3535748"/>
                </a:lnTo>
                <a:lnTo>
                  <a:pt x="3624859" y="3535748"/>
                </a:lnTo>
                <a:lnTo>
                  <a:pt x="3624859" y="0"/>
                </a:lnTo>
                <a:close/>
              </a:path>
            </a:pathLst>
          </a:custGeom>
          <a:blipFill rotWithShape="1">
            <a:blip r:embed="rId10">
              <a:alphaModFix/>
            </a:blip>
            <a:stretch>
              <a:fillRect b="0" l="0" r="0" t="0"/>
            </a:stretch>
          </a:blipFill>
          <a:ln>
            <a:noFill/>
          </a:ln>
        </p:spPr>
        <p:txBody>
          <a:bodyPr anchorCtr="0" anchor="t" bIns="91400" lIns="182850" spcFirstLastPara="1" rIns="182850" wrap="square" tIns="9140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31" name="Google Shape;231;g39ab6cbbbe8_0_252"/>
          <p:cNvSpPr/>
          <p:nvPr/>
        </p:nvSpPr>
        <p:spPr>
          <a:xfrm flipH="1" rot="641414">
            <a:off x="11096584" y="8305997"/>
            <a:ext cx="3208243" cy="2947573"/>
          </a:xfrm>
          <a:custGeom>
            <a:rect b="b" l="l" r="r" t="t"/>
            <a:pathLst>
              <a:path extrusionOk="0" h="2955527" w="3216900">
                <a:moveTo>
                  <a:pt x="3216900" y="0"/>
                </a:moveTo>
                <a:lnTo>
                  <a:pt x="0" y="0"/>
                </a:lnTo>
                <a:lnTo>
                  <a:pt x="0" y="2955527"/>
                </a:lnTo>
                <a:lnTo>
                  <a:pt x="3216900" y="2955527"/>
                </a:lnTo>
                <a:lnTo>
                  <a:pt x="3216900" y="0"/>
                </a:lnTo>
                <a:close/>
              </a:path>
            </a:pathLst>
          </a:custGeom>
          <a:blipFill rotWithShape="1">
            <a:blip r:embed="rId11">
              <a:alphaModFix/>
            </a:blip>
            <a:stretch>
              <a:fillRect b="0" l="0" r="0" t="0"/>
            </a:stretch>
          </a:blipFill>
          <a:ln>
            <a:noFill/>
          </a:ln>
        </p:spPr>
        <p:txBody>
          <a:bodyPr anchorCtr="0" anchor="t" bIns="91400" lIns="182850" spcFirstLastPara="1" rIns="182850" wrap="square" tIns="9140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32" name="Google Shape;232;g39ab6cbbbe8_0_252"/>
          <p:cNvSpPr/>
          <p:nvPr/>
        </p:nvSpPr>
        <p:spPr>
          <a:xfrm>
            <a:off x="5569682" y="8029728"/>
            <a:ext cx="3809735" cy="3781162"/>
          </a:xfrm>
          <a:custGeom>
            <a:rect b="b" l="l" r="r" t="t"/>
            <a:pathLst>
              <a:path extrusionOk="0" h="3781162" w="3809735">
                <a:moveTo>
                  <a:pt x="0" y="0"/>
                </a:moveTo>
                <a:lnTo>
                  <a:pt x="3809735" y="0"/>
                </a:lnTo>
                <a:lnTo>
                  <a:pt x="3809735" y="3781162"/>
                </a:lnTo>
                <a:lnTo>
                  <a:pt x="0" y="3781162"/>
                </a:lnTo>
                <a:lnTo>
                  <a:pt x="0" y="0"/>
                </a:lnTo>
                <a:close/>
              </a:path>
            </a:pathLst>
          </a:custGeom>
          <a:blipFill rotWithShape="1">
            <a:blip r:embed="rId12">
              <a:alphaModFix/>
            </a:blip>
            <a:stretch>
              <a:fillRect b="0" l="0" r="0" t="0"/>
            </a:stretch>
          </a:blipFill>
          <a:ln>
            <a:noFill/>
          </a:ln>
        </p:spPr>
        <p:txBody>
          <a:bodyPr anchorCtr="0" anchor="t" bIns="91400" lIns="182850" spcFirstLastPara="1" rIns="182850" wrap="square" tIns="9140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33" name="Google Shape;233;g39ab6cbbbe8_0_252"/>
          <p:cNvSpPr/>
          <p:nvPr/>
        </p:nvSpPr>
        <p:spPr>
          <a:xfrm flipH="1" rot="-1029957">
            <a:off x="4302054" y="-1059579"/>
            <a:ext cx="3677132" cy="3326272"/>
          </a:xfrm>
          <a:custGeom>
            <a:rect b="b" l="l" r="r" t="t"/>
            <a:pathLst>
              <a:path extrusionOk="0" h="3327853" w="3678880">
                <a:moveTo>
                  <a:pt x="3678880" y="0"/>
                </a:moveTo>
                <a:lnTo>
                  <a:pt x="0" y="0"/>
                </a:lnTo>
                <a:lnTo>
                  <a:pt x="0" y="3327853"/>
                </a:lnTo>
                <a:lnTo>
                  <a:pt x="3678880" y="3327853"/>
                </a:lnTo>
                <a:lnTo>
                  <a:pt x="3678880" y="0"/>
                </a:lnTo>
                <a:close/>
              </a:path>
            </a:pathLst>
          </a:custGeom>
          <a:blipFill rotWithShape="1">
            <a:blip r:embed="rId13">
              <a:alphaModFix/>
            </a:blip>
            <a:stretch>
              <a:fillRect b="0" l="0" r="0" t="0"/>
            </a:stretch>
          </a:blipFill>
          <a:ln>
            <a:noFill/>
          </a:ln>
        </p:spPr>
        <p:txBody>
          <a:bodyPr anchorCtr="0" anchor="t" bIns="91400" lIns="182850" spcFirstLastPara="1" rIns="182850" wrap="square" tIns="9140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34" name="Google Shape;234;g39ab6cbbbe8_0_252"/>
          <p:cNvSpPr/>
          <p:nvPr/>
        </p:nvSpPr>
        <p:spPr>
          <a:xfrm flipH="1" rot="-779677">
            <a:off x="2429866" y="-760051"/>
            <a:ext cx="2917164" cy="2727548"/>
          </a:xfrm>
          <a:custGeom>
            <a:rect b="b" l="l" r="r" t="t"/>
            <a:pathLst>
              <a:path extrusionOk="0" h="2725845" w="2915342">
                <a:moveTo>
                  <a:pt x="2915342" y="0"/>
                </a:moveTo>
                <a:lnTo>
                  <a:pt x="0" y="0"/>
                </a:lnTo>
                <a:lnTo>
                  <a:pt x="0" y="2725845"/>
                </a:lnTo>
                <a:lnTo>
                  <a:pt x="2915342" y="2725845"/>
                </a:lnTo>
                <a:lnTo>
                  <a:pt x="2915342" y="0"/>
                </a:lnTo>
                <a:close/>
              </a:path>
            </a:pathLst>
          </a:custGeom>
          <a:blipFill rotWithShape="1">
            <a:blip r:embed="rId14">
              <a:alphaModFix/>
            </a:blip>
            <a:stretch>
              <a:fillRect b="0" l="0" r="0" t="0"/>
            </a:stretch>
          </a:blipFill>
          <a:ln>
            <a:noFill/>
          </a:ln>
        </p:spPr>
        <p:txBody>
          <a:bodyPr anchorCtr="0" anchor="t" bIns="91400" lIns="182850" spcFirstLastPara="1" rIns="182850" wrap="square" tIns="9140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35" name="Google Shape;235;g39ab6cbbbe8_0_252"/>
          <p:cNvSpPr/>
          <p:nvPr/>
        </p:nvSpPr>
        <p:spPr>
          <a:xfrm rot="-708899">
            <a:off x="16035822" y="7495451"/>
            <a:ext cx="3550210" cy="3704567"/>
          </a:xfrm>
          <a:custGeom>
            <a:rect b="b" l="l" r="r" t="t"/>
            <a:pathLst>
              <a:path extrusionOk="0" h="3700083" w="3545913">
                <a:moveTo>
                  <a:pt x="0" y="0"/>
                </a:moveTo>
                <a:lnTo>
                  <a:pt x="3545912" y="0"/>
                </a:lnTo>
                <a:lnTo>
                  <a:pt x="3545912" y="3700083"/>
                </a:lnTo>
                <a:lnTo>
                  <a:pt x="0" y="3700083"/>
                </a:lnTo>
                <a:lnTo>
                  <a:pt x="0" y="0"/>
                </a:lnTo>
                <a:close/>
              </a:path>
            </a:pathLst>
          </a:custGeom>
          <a:blipFill rotWithShape="1">
            <a:blip r:embed="rId15">
              <a:alphaModFix/>
            </a:blip>
            <a:stretch>
              <a:fillRect b="0" l="0" r="0" t="0"/>
            </a:stretch>
          </a:blipFill>
          <a:ln>
            <a:noFill/>
          </a:ln>
        </p:spPr>
        <p:txBody>
          <a:bodyPr anchorCtr="0" anchor="t" bIns="91400" lIns="182850" spcFirstLastPara="1" rIns="182850" wrap="square" tIns="9140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36" name="Google Shape;236;g39ab6cbbbe8_0_252"/>
          <p:cNvSpPr/>
          <p:nvPr/>
        </p:nvSpPr>
        <p:spPr>
          <a:xfrm rot="1247444">
            <a:off x="7775758" y="-826457"/>
            <a:ext cx="3372590" cy="3047979"/>
          </a:xfrm>
          <a:custGeom>
            <a:rect b="b" l="l" r="r" t="t"/>
            <a:pathLst>
              <a:path extrusionOk="0" h="3047598" w="3372169">
                <a:moveTo>
                  <a:pt x="0" y="0"/>
                </a:moveTo>
                <a:lnTo>
                  <a:pt x="3372170" y="0"/>
                </a:lnTo>
                <a:lnTo>
                  <a:pt x="3372170" y="3047598"/>
                </a:lnTo>
                <a:lnTo>
                  <a:pt x="0" y="3047598"/>
                </a:lnTo>
                <a:lnTo>
                  <a:pt x="0" y="0"/>
                </a:lnTo>
                <a:close/>
              </a:path>
            </a:pathLst>
          </a:custGeom>
          <a:blipFill rotWithShape="1">
            <a:blip r:embed="rId16">
              <a:alphaModFix/>
            </a:blip>
            <a:stretch>
              <a:fillRect b="0" l="0" r="0" t="0"/>
            </a:stretch>
          </a:blipFill>
          <a:ln>
            <a:noFill/>
          </a:ln>
        </p:spPr>
        <p:txBody>
          <a:bodyPr anchorCtr="0" anchor="t" bIns="91400" lIns="182850" spcFirstLastPara="1" rIns="182850" wrap="square" tIns="9140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37" name="Google Shape;237;g39ab6cbbbe8_0_252"/>
          <p:cNvSpPr/>
          <p:nvPr/>
        </p:nvSpPr>
        <p:spPr>
          <a:xfrm>
            <a:off x="11485350" y="1991608"/>
            <a:ext cx="6056950" cy="766550"/>
          </a:xfrm>
          <a:custGeom>
            <a:rect b="b" l="l" r="r" t="t"/>
            <a:pathLst>
              <a:path extrusionOk="0" h="15331" w="121139">
                <a:moveTo>
                  <a:pt x="0" y="5237"/>
                </a:moveTo>
                <a:cubicBezTo>
                  <a:pt x="3162" y="11562"/>
                  <a:pt x="13118" y="11750"/>
                  <a:pt x="20190" y="11750"/>
                </a:cubicBezTo>
                <a:cubicBezTo>
                  <a:pt x="24661" y="11750"/>
                  <a:pt x="29542" y="12447"/>
                  <a:pt x="33541" y="10447"/>
                </a:cubicBezTo>
                <a:cubicBezTo>
                  <a:pt x="39036" y="7698"/>
                  <a:pt x="43041" y="270"/>
                  <a:pt x="49172" y="678"/>
                </a:cubicBezTo>
                <a:cubicBezTo>
                  <a:pt x="56777" y="1184"/>
                  <a:pt x="63383" y="7991"/>
                  <a:pt x="70990" y="7516"/>
                </a:cubicBezTo>
                <a:cubicBezTo>
                  <a:pt x="79011" y="7016"/>
                  <a:pt x="86723" y="-2488"/>
                  <a:pt x="94110" y="678"/>
                </a:cubicBezTo>
                <a:cubicBezTo>
                  <a:pt x="103530" y="4715"/>
                  <a:pt x="110890" y="15332"/>
                  <a:pt x="121139" y="15332"/>
                </a:cubicBezTo>
              </a:path>
            </a:pathLst>
          </a:custGeom>
          <a:noFill/>
          <a:ln cap="flat" cmpd="sng" w="19050">
            <a:solidFill>
              <a:schemeClr val="dk2"/>
            </a:solidFill>
            <a:prstDash val="lgDash"/>
            <a:round/>
            <a:headEnd len="sm" w="sm" type="none"/>
            <a:tailEnd len="sm" w="sm" type="none"/>
          </a:ln>
        </p:spPr>
        <p:txBody>
          <a:bodyPr anchorCtr="0" anchor="t" bIns="91400" lIns="182850" spcFirstLastPara="1" rIns="182850" wrap="square" tIns="9140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38" name="Google Shape;238;g39ab6cbbbe8_0_252"/>
          <p:cNvSpPr/>
          <p:nvPr/>
        </p:nvSpPr>
        <p:spPr>
          <a:xfrm>
            <a:off x="201900" y="7374628"/>
            <a:ext cx="8434100" cy="1157900"/>
          </a:xfrm>
          <a:custGeom>
            <a:rect b="b" l="l" r="r" t="t"/>
            <a:pathLst>
              <a:path extrusionOk="0" h="23158" w="168682">
                <a:moveTo>
                  <a:pt x="0" y="9922"/>
                </a:moveTo>
                <a:cubicBezTo>
                  <a:pt x="8723" y="3691"/>
                  <a:pt x="20861" y="-2532"/>
                  <a:pt x="30936" y="1130"/>
                </a:cubicBezTo>
                <a:cubicBezTo>
                  <a:pt x="38859" y="4010"/>
                  <a:pt x="43780" y="12790"/>
                  <a:pt x="51777" y="15458"/>
                </a:cubicBezTo>
                <a:cubicBezTo>
                  <a:pt x="54863" y="16488"/>
                  <a:pt x="57660" y="12679"/>
                  <a:pt x="60569" y="11224"/>
                </a:cubicBezTo>
                <a:cubicBezTo>
                  <a:pt x="69784" y="6615"/>
                  <a:pt x="80428" y="-825"/>
                  <a:pt x="90203" y="2432"/>
                </a:cubicBezTo>
                <a:cubicBezTo>
                  <a:pt x="92368" y="3153"/>
                  <a:pt x="88914" y="7657"/>
                  <a:pt x="90528" y="9271"/>
                </a:cubicBezTo>
                <a:cubicBezTo>
                  <a:pt x="93242" y="11985"/>
                  <a:pt x="98333" y="9551"/>
                  <a:pt x="101926" y="10899"/>
                </a:cubicBezTo>
                <a:cubicBezTo>
                  <a:pt x="103981" y="11670"/>
                  <a:pt x="102039" y="15394"/>
                  <a:pt x="102903" y="17412"/>
                </a:cubicBezTo>
                <a:cubicBezTo>
                  <a:pt x="103935" y="19823"/>
                  <a:pt x="107495" y="20154"/>
                  <a:pt x="110067" y="20668"/>
                </a:cubicBezTo>
                <a:cubicBezTo>
                  <a:pt x="113847" y="21424"/>
                  <a:pt x="117971" y="24252"/>
                  <a:pt x="121464" y="22622"/>
                </a:cubicBezTo>
                <a:cubicBezTo>
                  <a:pt x="135990" y="15842"/>
                  <a:pt x="157347" y="2169"/>
                  <a:pt x="168682" y="13504"/>
                </a:cubicBezTo>
              </a:path>
            </a:pathLst>
          </a:custGeom>
          <a:noFill/>
          <a:ln cap="flat" cmpd="sng" w="19050">
            <a:solidFill>
              <a:schemeClr val="dk2"/>
            </a:solidFill>
            <a:prstDash val="lgDash"/>
            <a:round/>
            <a:headEnd len="sm" w="sm" type="none"/>
            <a:tailEnd len="sm" w="sm" type="none"/>
          </a:ln>
        </p:spPr>
        <p:txBody>
          <a:bodyPr anchorCtr="0" anchor="t" bIns="91400" lIns="182850" spcFirstLastPara="1" rIns="182850" wrap="square" tIns="9140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pic>
        <p:nvPicPr>
          <p:cNvPr id="239" name="Google Shape;239;g39ab6cbbbe8_0_252"/>
          <p:cNvPicPr preferRelativeResize="0"/>
          <p:nvPr/>
        </p:nvPicPr>
        <p:blipFill rotWithShape="1">
          <a:blip r:embed="rId17">
            <a:alphaModFix/>
          </a:blip>
          <a:srcRect b="0" l="0" r="0" t="0"/>
          <a:stretch/>
        </p:blipFill>
        <p:spPr>
          <a:xfrm>
            <a:off x="3463566" y="418194"/>
            <a:ext cx="11831702" cy="922148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g39ab6cbbbe8_0_444"/>
          <p:cNvSpPr/>
          <p:nvPr/>
        </p:nvSpPr>
        <p:spPr>
          <a:xfrm flipH="1" rot="-587529">
            <a:off x="461278" y="1468947"/>
            <a:ext cx="6447071" cy="5923246"/>
          </a:xfrm>
          <a:custGeom>
            <a:rect b="b" l="l" r="r" t="t"/>
            <a:pathLst>
              <a:path extrusionOk="0" h="5925839" w="6449893">
                <a:moveTo>
                  <a:pt x="6449893" y="0"/>
                </a:moveTo>
                <a:lnTo>
                  <a:pt x="0" y="0"/>
                </a:lnTo>
                <a:lnTo>
                  <a:pt x="0" y="5925839"/>
                </a:lnTo>
                <a:lnTo>
                  <a:pt x="6449893" y="5925839"/>
                </a:lnTo>
                <a:lnTo>
                  <a:pt x="6449893" y="0"/>
                </a:lnTo>
                <a:close/>
              </a:path>
            </a:pathLst>
          </a:custGeom>
          <a:blipFill rotWithShape="1">
            <a:blip r:embed="rId3">
              <a:alphaModFix/>
            </a:blip>
            <a:stretch>
              <a:fillRect b="0" l="0" r="0" t="0"/>
            </a:stretch>
          </a:blipFill>
          <a:ln>
            <a:noFill/>
          </a:ln>
        </p:spPr>
        <p:txBody>
          <a:bodyPr anchorCtr="0" anchor="t" bIns="91400" lIns="182850" spcFirstLastPara="1" rIns="182850" wrap="square" tIns="9140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45" name="Google Shape;245;g39ab6cbbbe8_0_444"/>
          <p:cNvSpPr/>
          <p:nvPr/>
        </p:nvSpPr>
        <p:spPr>
          <a:xfrm>
            <a:off x="-1170964" y="7240176"/>
            <a:ext cx="5111879" cy="3132188"/>
          </a:xfrm>
          <a:custGeom>
            <a:rect b="b" l="l" r="r" t="t"/>
            <a:pathLst>
              <a:path extrusionOk="0" h="3132188" w="5111879">
                <a:moveTo>
                  <a:pt x="0" y="0"/>
                </a:moveTo>
                <a:lnTo>
                  <a:pt x="5111879" y="0"/>
                </a:lnTo>
                <a:lnTo>
                  <a:pt x="5111879" y="3132188"/>
                </a:lnTo>
                <a:lnTo>
                  <a:pt x="0" y="3132188"/>
                </a:lnTo>
                <a:lnTo>
                  <a:pt x="0" y="0"/>
                </a:lnTo>
                <a:close/>
              </a:path>
            </a:pathLst>
          </a:custGeom>
          <a:blipFill rotWithShape="1">
            <a:blip r:embed="rId4">
              <a:alphaModFix/>
            </a:blip>
            <a:stretch>
              <a:fillRect b="0" l="0" r="0" t="0"/>
            </a:stretch>
          </a:blipFill>
          <a:ln>
            <a:noFill/>
          </a:ln>
        </p:spPr>
        <p:txBody>
          <a:bodyPr anchorCtr="0" anchor="t" bIns="91400" lIns="182850" spcFirstLastPara="1" rIns="182850" wrap="square" tIns="9140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46" name="Google Shape;246;g39ab6cbbbe8_0_444"/>
          <p:cNvSpPr txBox="1"/>
          <p:nvPr/>
        </p:nvSpPr>
        <p:spPr>
          <a:xfrm>
            <a:off x="7159600" y="853100"/>
            <a:ext cx="10635000" cy="1077600"/>
          </a:xfrm>
          <a:prstGeom prst="rect">
            <a:avLst/>
          </a:prstGeom>
          <a:solidFill>
            <a:schemeClr val="dk1"/>
          </a:solidFill>
          <a:ln cap="flat" cmpd="sng" w="19050">
            <a:solidFill>
              <a:schemeClr val="lt2"/>
            </a:solidFill>
            <a:prstDash val="solid"/>
            <a:round/>
            <a:headEnd len="sm" w="sm" type="none"/>
            <a:tailEnd len="sm" w="sm" type="none"/>
          </a:ln>
        </p:spPr>
        <p:txBody>
          <a:bodyPr anchorCtr="0" anchor="t" bIns="0" lIns="0" spcFirstLastPara="1" rIns="0" wrap="square" tIns="0">
            <a:spAutoFit/>
          </a:bodyPr>
          <a:lstStyle/>
          <a:p>
            <a:pPr indent="0" lvl="0" marL="0" marR="0" rtl="0" algn="ctr">
              <a:lnSpc>
                <a:spcPct val="151005"/>
              </a:lnSpc>
              <a:spcBef>
                <a:spcPts val="0"/>
              </a:spcBef>
              <a:spcAft>
                <a:spcPts val="0"/>
              </a:spcAft>
              <a:buClr>
                <a:srgbClr val="000000"/>
              </a:buClr>
              <a:buSzPts val="7000"/>
              <a:buFont typeface="Arial"/>
              <a:buNone/>
            </a:pPr>
            <a:r>
              <a:rPr b="0" i="0" lang="en-US" sz="7000" u="none" cap="none" strike="noStrike">
                <a:solidFill>
                  <a:schemeClr val="lt2"/>
                </a:solidFill>
                <a:latin typeface="Impact"/>
                <a:ea typeface="Impact"/>
                <a:cs typeface="Impact"/>
                <a:sym typeface="Impact"/>
              </a:rPr>
              <a:t>El Lenguaje DOT</a:t>
            </a:r>
            <a:endParaRPr b="0" i="0" sz="1400" u="none" cap="none" strike="noStrike">
              <a:solidFill>
                <a:schemeClr val="lt2"/>
              </a:solidFill>
              <a:latin typeface="Impact"/>
              <a:ea typeface="Impact"/>
              <a:cs typeface="Impact"/>
              <a:sym typeface="Impact"/>
            </a:endParaRPr>
          </a:p>
        </p:txBody>
      </p:sp>
      <p:sp>
        <p:nvSpPr>
          <p:cNvPr id="247" name="Google Shape;247;g39ab6cbbbe8_0_444"/>
          <p:cNvSpPr txBox="1"/>
          <p:nvPr/>
        </p:nvSpPr>
        <p:spPr>
          <a:xfrm>
            <a:off x="7159600" y="2118200"/>
            <a:ext cx="10635000" cy="1492500"/>
          </a:xfrm>
          <a:prstGeom prst="rect">
            <a:avLst/>
          </a:prstGeom>
          <a:noFill/>
          <a:ln>
            <a:noFill/>
          </a:ln>
        </p:spPr>
        <p:txBody>
          <a:bodyPr anchorCtr="0" anchor="t" bIns="0" lIns="0" spcFirstLastPara="1" rIns="0" wrap="square" tIns="0">
            <a:spAutoFit/>
          </a:bodyPr>
          <a:lstStyle/>
          <a:p>
            <a:pPr indent="0" lvl="0" marL="0" marR="0" rtl="0" algn="just">
              <a:lnSpc>
                <a:spcPct val="152003"/>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El lenguaje DOT es un formato de texto simple para describir grafos. Un grafo es una estructura que consiste en nodos (puntos o vértices) conectados por aristas (líneas o edges). Hay dos tipos principales:</a:t>
            </a:r>
            <a:endParaRPr b="0" i="0" sz="2400" u="none" cap="none" strike="noStrike">
              <a:solidFill>
                <a:schemeClr val="dk1"/>
              </a:solidFill>
              <a:latin typeface="Arial"/>
              <a:ea typeface="Arial"/>
              <a:cs typeface="Arial"/>
              <a:sym typeface="Arial"/>
            </a:endParaRPr>
          </a:p>
        </p:txBody>
      </p:sp>
      <p:graphicFrame>
        <p:nvGraphicFramePr>
          <p:cNvPr id="248" name="Google Shape;248;g39ab6cbbbe8_0_444"/>
          <p:cNvGraphicFramePr/>
          <p:nvPr/>
        </p:nvGraphicFramePr>
        <p:xfrm>
          <a:off x="7159600" y="4014300"/>
          <a:ext cx="3000000" cy="3000000"/>
        </p:xfrm>
        <a:graphic>
          <a:graphicData uri="http://schemas.openxmlformats.org/drawingml/2006/table">
            <a:tbl>
              <a:tblPr>
                <a:noFill/>
                <a:tableStyleId>{57439F2F-7124-4211-B27C-3D3D1F8C608A}</a:tableStyleId>
              </a:tblPr>
              <a:tblGrid>
                <a:gridCol w="5177000"/>
                <a:gridCol w="5313200"/>
              </a:tblGrid>
              <a:tr h="804550">
                <a:tc>
                  <a:txBody>
                    <a:bodyPr/>
                    <a:lstStyle/>
                    <a:p>
                      <a:pPr indent="0" lvl="0" marL="0" marR="0" rtl="0" algn="ctr">
                        <a:lnSpc>
                          <a:spcPct val="115000"/>
                        </a:lnSpc>
                        <a:spcBef>
                          <a:spcPts val="0"/>
                        </a:spcBef>
                        <a:spcAft>
                          <a:spcPts val="0"/>
                        </a:spcAft>
                        <a:buClr>
                          <a:srgbClr val="000000"/>
                        </a:buClr>
                        <a:buSzPts val="2400"/>
                        <a:buFont typeface="Arial"/>
                        <a:buNone/>
                      </a:pPr>
                      <a:r>
                        <a:rPr b="1" lang="en-US" sz="2400" u="none" cap="none" strike="noStrike">
                          <a:solidFill>
                            <a:schemeClr val="dk1"/>
                          </a:solidFill>
                        </a:rPr>
                        <a:t>Grafo No Dirigido</a:t>
                      </a:r>
                      <a:endParaRPr b="1" sz="2400" u="none" cap="none" strike="noStrike">
                        <a:solidFill>
                          <a:schemeClr val="dk1"/>
                        </a:solidFill>
                      </a:endParaRPr>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2400"/>
                        <a:buFont typeface="Arial"/>
                        <a:buNone/>
                      </a:pPr>
                      <a:r>
                        <a:rPr b="1" lang="en-US" sz="2400" u="none" cap="none" strike="noStrike">
                          <a:solidFill>
                            <a:schemeClr val="dk1"/>
                          </a:solidFill>
                        </a:rPr>
                        <a:t>Grafo Dirigido</a:t>
                      </a:r>
                      <a:endParaRPr b="1" sz="2400" u="none" cap="none" strike="noStrike">
                        <a:solidFill>
                          <a:schemeClr val="dk1"/>
                        </a:solidFill>
                      </a:endParaRPr>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1859000">
                <a:tc>
                  <a:txBody>
                    <a:bodyPr/>
                    <a:lstStyle/>
                    <a:p>
                      <a:pPr indent="0" lvl="0" marL="0" marR="0" rtl="0" algn="just">
                        <a:lnSpc>
                          <a:spcPct val="100000"/>
                        </a:lnSpc>
                        <a:spcBef>
                          <a:spcPts val="0"/>
                        </a:spcBef>
                        <a:spcAft>
                          <a:spcPts val="0"/>
                        </a:spcAft>
                        <a:buClr>
                          <a:srgbClr val="000000"/>
                        </a:buClr>
                        <a:buSzPts val="2400"/>
                        <a:buFont typeface="Arial"/>
                        <a:buNone/>
                      </a:pPr>
                      <a:r>
                        <a:rPr lang="en-US" sz="2400" u="none" cap="none" strike="noStrike">
                          <a:solidFill>
                            <a:schemeClr val="dk1"/>
                          </a:solidFill>
                        </a:rPr>
                        <a:t>Sin dirección específica en las aristas. </a:t>
                      </a:r>
                      <a:endParaRPr sz="2400" u="none" cap="none" strike="noStrike">
                        <a:solidFill>
                          <a:schemeClr val="dk1"/>
                        </a:solidFill>
                      </a:endParaRPr>
                    </a:p>
                    <a:p>
                      <a:pPr indent="0" lvl="0" marL="0" marR="0" rtl="0" algn="just">
                        <a:lnSpc>
                          <a:spcPct val="100000"/>
                        </a:lnSpc>
                        <a:spcBef>
                          <a:spcPts val="0"/>
                        </a:spcBef>
                        <a:spcAft>
                          <a:spcPts val="0"/>
                        </a:spcAft>
                        <a:buClr>
                          <a:schemeClr val="dk1"/>
                        </a:buClr>
                        <a:buSzPts val="2200"/>
                        <a:buFont typeface="Arial"/>
                        <a:buNone/>
                      </a:pPr>
                      <a:r>
                        <a:rPr lang="en-US" sz="2400" u="none" cap="none" strike="noStrike">
                          <a:solidFill>
                            <a:schemeClr val="dk1"/>
                          </a:solidFill>
                        </a:rPr>
                        <a:t>Se declara con la palabra clave graph.</a:t>
                      </a:r>
                      <a:endParaRPr sz="2400" u="none" cap="none" strike="noStrike">
                        <a:solidFill>
                          <a:schemeClr val="dk1"/>
                        </a:solidFill>
                      </a:endParaRPr>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just">
                        <a:lnSpc>
                          <a:spcPct val="100000"/>
                        </a:lnSpc>
                        <a:spcBef>
                          <a:spcPts val="0"/>
                        </a:spcBef>
                        <a:spcAft>
                          <a:spcPts val="0"/>
                        </a:spcAft>
                        <a:buClr>
                          <a:srgbClr val="000000"/>
                        </a:buClr>
                        <a:buSzPts val="2400"/>
                        <a:buFont typeface="Arial"/>
                        <a:buNone/>
                      </a:pPr>
                      <a:r>
                        <a:rPr lang="en-US" sz="2400" u="none" cap="none" strike="noStrike"/>
                        <a:t>Las aristas tienen una dirección (indicado con flechas).</a:t>
                      </a:r>
                      <a:endParaRPr sz="2400" u="none" cap="none" strike="noStrike"/>
                    </a:p>
                    <a:p>
                      <a:pPr indent="0" lvl="0" marL="0" marR="0" rtl="0" algn="just">
                        <a:lnSpc>
                          <a:spcPct val="100000"/>
                        </a:lnSpc>
                        <a:spcBef>
                          <a:spcPts val="0"/>
                        </a:spcBef>
                        <a:spcAft>
                          <a:spcPts val="0"/>
                        </a:spcAft>
                        <a:buClr>
                          <a:srgbClr val="000000"/>
                        </a:buClr>
                        <a:buSzPts val="2400"/>
                        <a:buFont typeface="Arial"/>
                        <a:buNone/>
                      </a:pPr>
                      <a:r>
                        <a:rPr lang="en-US" sz="2400" u="none" cap="none" strike="noStrike"/>
                        <a:t>Se declara con la palabra clave digraph</a:t>
                      </a:r>
                      <a:endParaRPr sz="2400" u="none" cap="none" strike="noStrike"/>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
        <p:nvSpPr>
          <p:cNvPr id="249" name="Google Shape;249;g39ab6cbbbe8_0_444"/>
          <p:cNvSpPr/>
          <p:nvPr/>
        </p:nvSpPr>
        <p:spPr>
          <a:xfrm>
            <a:off x="7159600" y="7120450"/>
            <a:ext cx="1087200" cy="1077600"/>
          </a:xfrm>
          <a:prstGeom prst="ellipse">
            <a:avLst/>
          </a:prstGeom>
          <a:solidFill>
            <a:schemeClr val="lt2"/>
          </a:solidFill>
          <a:ln cap="flat" cmpd="sng" w="19050">
            <a:solidFill>
              <a:schemeClr val="dk2"/>
            </a:solidFill>
            <a:prstDash val="solid"/>
            <a:round/>
            <a:headEnd len="sm" w="sm" type="none"/>
            <a:tailEnd len="sm" w="sm" type="none"/>
          </a:ln>
        </p:spPr>
        <p:txBody>
          <a:bodyPr anchorCtr="0" anchor="ctr" bIns="182850" lIns="182850" spcFirstLastPara="1" rIns="182850" wrap="square" tIns="182850">
            <a:noAutofit/>
          </a:bodyPr>
          <a:lstStyle/>
          <a:p>
            <a:pPr indent="0" lvl="0" marL="0" marR="0" rtl="0" algn="ctr">
              <a:lnSpc>
                <a:spcPct val="100000"/>
              </a:lnSpc>
              <a:spcBef>
                <a:spcPts val="0"/>
              </a:spcBef>
              <a:spcAft>
                <a:spcPts val="0"/>
              </a:spcAft>
              <a:buClr>
                <a:srgbClr val="000000"/>
              </a:buClr>
              <a:buSzPts val="2800"/>
              <a:buFont typeface="Arial"/>
              <a:buNone/>
            </a:pPr>
            <a:r>
              <a:rPr b="0" i="0" lang="en-US" sz="2800" u="none" cap="none" strike="noStrike">
                <a:solidFill>
                  <a:srgbClr val="000000"/>
                </a:solidFill>
                <a:latin typeface="Calibri"/>
                <a:ea typeface="Calibri"/>
                <a:cs typeface="Calibri"/>
                <a:sym typeface="Calibri"/>
              </a:rPr>
              <a:t>B</a:t>
            </a:r>
            <a:endParaRPr b="0" i="0" sz="2800" u="none" cap="none" strike="noStrike">
              <a:solidFill>
                <a:srgbClr val="000000"/>
              </a:solidFill>
              <a:latin typeface="Calibri"/>
              <a:ea typeface="Calibri"/>
              <a:cs typeface="Calibri"/>
              <a:sym typeface="Calibri"/>
            </a:endParaRPr>
          </a:p>
        </p:txBody>
      </p:sp>
      <p:sp>
        <p:nvSpPr>
          <p:cNvPr id="250" name="Google Shape;250;g39ab6cbbbe8_0_444"/>
          <p:cNvSpPr/>
          <p:nvPr/>
        </p:nvSpPr>
        <p:spPr>
          <a:xfrm>
            <a:off x="7159600" y="8904150"/>
            <a:ext cx="1087200" cy="1077600"/>
          </a:xfrm>
          <a:prstGeom prst="ellipse">
            <a:avLst/>
          </a:prstGeom>
          <a:solidFill>
            <a:schemeClr val="lt2"/>
          </a:solidFill>
          <a:ln cap="flat" cmpd="sng" w="19050">
            <a:solidFill>
              <a:schemeClr val="dk2"/>
            </a:solidFill>
            <a:prstDash val="solid"/>
            <a:round/>
            <a:headEnd len="sm" w="sm" type="none"/>
            <a:tailEnd len="sm" w="sm" type="none"/>
          </a:ln>
        </p:spPr>
        <p:txBody>
          <a:bodyPr anchorCtr="0" anchor="ctr" bIns="182850" lIns="182850" spcFirstLastPara="1" rIns="182850" wrap="square" tIns="182850">
            <a:noAutofit/>
          </a:bodyPr>
          <a:lstStyle/>
          <a:p>
            <a:pPr indent="0" lvl="0" marL="0" marR="0" rtl="0" algn="ctr">
              <a:lnSpc>
                <a:spcPct val="100000"/>
              </a:lnSpc>
              <a:spcBef>
                <a:spcPts val="0"/>
              </a:spcBef>
              <a:spcAft>
                <a:spcPts val="0"/>
              </a:spcAft>
              <a:buClr>
                <a:srgbClr val="000000"/>
              </a:buClr>
              <a:buSzPts val="2800"/>
              <a:buFont typeface="Arial"/>
              <a:buNone/>
            </a:pPr>
            <a:r>
              <a:rPr b="0" i="0" lang="en-US" sz="2800" u="none" cap="none" strike="noStrike">
                <a:solidFill>
                  <a:srgbClr val="000000"/>
                </a:solidFill>
                <a:latin typeface="Calibri"/>
                <a:ea typeface="Calibri"/>
                <a:cs typeface="Calibri"/>
                <a:sym typeface="Calibri"/>
              </a:rPr>
              <a:t>A</a:t>
            </a:r>
            <a:endParaRPr b="0" i="0" sz="2800" u="none" cap="none" strike="noStrike">
              <a:solidFill>
                <a:srgbClr val="000000"/>
              </a:solidFill>
              <a:latin typeface="Calibri"/>
              <a:ea typeface="Calibri"/>
              <a:cs typeface="Calibri"/>
              <a:sym typeface="Calibri"/>
            </a:endParaRPr>
          </a:p>
        </p:txBody>
      </p:sp>
      <p:sp>
        <p:nvSpPr>
          <p:cNvPr id="251" name="Google Shape;251;g39ab6cbbbe8_0_444"/>
          <p:cNvSpPr/>
          <p:nvPr/>
        </p:nvSpPr>
        <p:spPr>
          <a:xfrm>
            <a:off x="10357250" y="7081750"/>
            <a:ext cx="1087200" cy="1077600"/>
          </a:xfrm>
          <a:prstGeom prst="ellipse">
            <a:avLst/>
          </a:prstGeom>
          <a:solidFill>
            <a:schemeClr val="lt2"/>
          </a:solidFill>
          <a:ln cap="flat" cmpd="sng" w="19050">
            <a:solidFill>
              <a:schemeClr val="dk2"/>
            </a:solidFill>
            <a:prstDash val="solid"/>
            <a:round/>
            <a:headEnd len="sm" w="sm" type="none"/>
            <a:tailEnd len="sm" w="sm" type="none"/>
          </a:ln>
        </p:spPr>
        <p:txBody>
          <a:bodyPr anchorCtr="0" anchor="ctr" bIns="182850" lIns="182850" spcFirstLastPara="1" rIns="182850" wrap="square" tIns="182850">
            <a:noAutofit/>
          </a:bodyPr>
          <a:lstStyle/>
          <a:p>
            <a:pPr indent="0" lvl="0" marL="0" marR="0" rtl="0" algn="ctr">
              <a:lnSpc>
                <a:spcPct val="100000"/>
              </a:lnSpc>
              <a:spcBef>
                <a:spcPts val="0"/>
              </a:spcBef>
              <a:spcAft>
                <a:spcPts val="0"/>
              </a:spcAft>
              <a:buClr>
                <a:srgbClr val="000000"/>
              </a:buClr>
              <a:buSzPts val="2800"/>
              <a:buFont typeface="Arial"/>
              <a:buNone/>
            </a:pPr>
            <a:r>
              <a:rPr b="0" i="0" lang="en-US" sz="2800" u="none" cap="none" strike="noStrike">
                <a:solidFill>
                  <a:srgbClr val="000000"/>
                </a:solidFill>
                <a:latin typeface="Calibri"/>
                <a:ea typeface="Calibri"/>
                <a:cs typeface="Calibri"/>
                <a:sym typeface="Calibri"/>
              </a:rPr>
              <a:t>C</a:t>
            </a:r>
            <a:endParaRPr b="0" i="0" sz="2800" u="none" cap="none" strike="noStrike">
              <a:solidFill>
                <a:srgbClr val="000000"/>
              </a:solidFill>
              <a:latin typeface="Calibri"/>
              <a:ea typeface="Calibri"/>
              <a:cs typeface="Calibri"/>
              <a:sym typeface="Calibri"/>
            </a:endParaRPr>
          </a:p>
        </p:txBody>
      </p:sp>
      <p:sp>
        <p:nvSpPr>
          <p:cNvPr id="252" name="Google Shape;252;g39ab6cbbbe8_0_444"/>
          <p:cNvSpPr/>
          <p:nvPr/>
        </p:nvSpPr>
        <p:spPr>
          <a:xfrm>
            <a:off x="10357250" y="8904150"/>
            <a:ext cx="1087200" cy="1077600"/>
          </a:xfrm>
          <a:prstGeom prst="ellipse">
            <a:avLst/>
          </a:prstGeom>
          <a:solidFill>
            <a:schemeClr val="lt2"/>
          </a:solidFill>
          <a:ln cap="flat" cmpd="sng" w="19050">
            <a:solidFill>
              <a:schemeClr val="dk2"/>
            </a:solidFill>
            <a:prstDash val="solid"/>
            <a:round/>
            <a:headEnd len="sm" w="sm" type="none"/>
            <a:tailEnd len="sm" w="sm" type="none"/>
          </a:ln>
        </p:spPr>
        <p:txBody>
          <a:bodyPr anchorCtr="0" anchor="ctr" bIns="182850" lIns="182850" spcFirstLastPara="1" rIns="182850" wrap="square" tIns="182850">
            <a:noAutofit/>
          </a:bodyPr>
          <a:lstStyle/>
          <a:p>
            <a:pPr indent="0" lvl="0" marL="0" marR="0" rtl="0" algn="ctr">
              <a:lnSpc>
                <a:spcPct val="100000"/>
              </a:lnSpc>
              <a:spcBef>
                <a:spcPts val="0"/>
              </a:spcBef>
              <a:spcAft>
                <a:spcPts val="0"/>
              </a:spcAft>
              <a:buClr>
                <a:srgbClr val="000000"/>
              </a:buClr>
              <a:buSzPts val="2800"/>
              <a:buFont typeface="Arial"/>
              <a:buNone/>
            </a:pPr>
            <a:r>
              <a:rPr b="0" i="0" lang="en-US" sz="2800" u="none" cap="none" strike="noStrike">
                <a:solidFill>
                  <a:srgbClr val="000000"/>
                </a:solidFill>
                <a:latin typeface="Calibri"/>
                <a:ea typeface="Calibri"/>
                <a:cs typeface="Calibri"/>
                <a:sym typeface="Calibri"/>
              </a:rPr>
              <a:t>D</a:t>
            </a:r>
            <a:endParaRPr b="0" i="0" sz="2800" u="none" cap="none" strike="noStrike">
              <a:solidFill>
                <a:srgbClr val="000000"/>
              </a:solidFill>
              <a:latin typeface="Calibri"/>
              <a:ea typeface="Calibri"/>
              <a:cs typeface="Calibri"/>
              <a:sym typeface="Calibri"/>
            </a:endParaRPr>
          </a:p>
        </p:txBody>
      </p:sp>
      <p:cxnSp>
        <p:nvCxnSpPr>
          <p:cNvPr id="253" name="Google Shape;253;g39ab6cbbbe8_0_444"/>
          <p:cNvCxnSpPr>
            <a:stCxn id="250" idx="6"/>
            <a:endCxn id="252" idx="2"/>
          </p:cNvCxnSpPr>
          <p:nvPr/>
        </p:nvCxnSpPr>
        <p:spPr>
          <a:xfrm>
            <a:off x="8246800" y="9442950"/>
            <a:ext cx="2110500" cy="0"/>
          </a:xfrm>
          <a:prstGeom prst="straightConnector1">
            <a:avLst/>
          </a:prstGeom>
          <a:noFill/>
          <a:ln cap="flat" cmpd="sng" w="38100">
            <a:solidFill>
              <a:schemeClr val="dk2"/>
            </a:solidFill>
            <a:prstDash val="solid"/>
            <a:round/>
            <a:headEnd len="sm" w="sm" type="none"/>
            <a:tailEnd len="sm" w="sm" type="none"/>
          </a:ln>
        </p:spPr>
      </p:cxnSp>
      <p:cxnSp>
        <p:nvCxnSpPr>
          <p:cNvPr id="254" name="Google Shape;254;g39ab6cbbbe8_0_444"/>
          <p:cNvCxnSpPr>
            <a:stCxn id="251" idx="4"/>
            <a:endCxn id="252" idx="0"/>
          </p:cNvCxnSpPr>
          <p:nvPr/>
        </p:nvCxnSpPr>
        <p:spPr>
          <a:xfrm>
            <a:off x="10900850" y="8159350"/>
            <a:ext cx="0" cy="744900"/>
          </a:xfrm>
          <a:prstGeom prst="straightConnector1">
            <a:avLst/>
          </a:prstGeom>
          <a:noFill/>
          <a:ln cap="flat" cmpd="sng" w="38100">
            <a:solidFill>
              <a:schemeClr val="dk2"/>
            </a:solidFill>
            <a:prstDash val="solid"/>
            <a:round/>
            <a:headEnd len="sm" w="sm" type="none"/>
            <a:tailEnd len="sm" w="sm" type="none"/>
          </a:ln>
        </p:spPr>
      </p:cxnSp>
      <p:cxnSp>
        <p:nvCxnSpPr>
          <p:cNvPr id="255" name="Google Shape;255;g39ab6cbbbe8_0_444"/>
          <p:cNvCxnSpPr>
            <a:stCxn id="249" idx="4"/>
            <a:endCxn id="250" idx="0"/>
          </p:cNvCxnSpPr>
          <p:nvPr/>
        </p:nvCxnSpPr>
        <p:spPr>
          <a:xfrm>
            <a:off x="7703200" y="8198050"/>
            <a:ext cx="0" cy="706200"/>
          </a:xfrm>
          <a:prstGeom prst="straightConnector1">
            <a:avLst/>
          </a:prstGeom>
          <a:noFill/>
          <a:ln cap="flat" cmpd="sng" w="38100">
            <a:solidFill>
              <a:schemeClr val="dk2"/>
            </a:solidFill>
            <a:prstDash val="solid"/>
            <a:round/>
            <a:headEnd len="sm" w="sm" type="none"/>
            <a:tailEnd len="sm" w="sm" type="none"/>
          </a:ln>
        </p:spPr>
      </p:cxnSp>
      <p:cxnSp>
        <p:nvCxnSpPr>
          <p:cNvPr id="256" name="Google Shape;256;g39ab6cbbbe8_0_444"/>
          <p:cNvCxnSpPr>
            <a:stCxn id="250" idx="7"/>
            <a:endCxn id="251" idx="3"/>
          </p:cNvCxnSpPr>
          <p:nvPr/>
        </p:nvCxnSpPr>
        <p:spPr>
          <a:xfrm flipH="1" rot="10800000">
            <a:off x="8087583" y="8001461"/>
            <a:ext cx="2428800" cy="1060500"/>
          </a:xfrm>
          <a:prstGeom prst="straightConnector1">
            <a:avLst/>
          </a:prstGeom>
          <a:noFill/>
          <a:ln cap="flat" cmpd="sng" w="38100">
            <a:solidFill>
              <a:schemeClr val="dk2"/>
            </a:solidFill>
            <a:prstDash val="solid"/>
            <a:round/>
            <a:headEnd len="sm" w="sm" type="none"/>
            <a:tailEnd len="sm" w="sm" type="none"/>
          </a:ln>
        </p:spPr>
      </p:cxnSp>
      <p:sp>
        <p:nvSpPr>
          <p:cNvPr id="257" name="Google Shape;257;g39ab6cbbbe8_0_444"/>
          <p:cNvSpPr/>
          <p:nvPr/>
        </p:nvSpPr>
        <p:spPr>
          <a:xfrm>
            <a:off x="12879800" y="7120450"/>
            <a:ext cx="1087200" cy="1077600"/>
          </a:xfrm>
          <a:prstGeom prst="ellipse">
            <a:avLst/>
          </a:prstGeom>
          <a:solidFill>
            <a:srgbClr val="FFE599"/>
          </a:solidFill>
          <a:ln cap="flat" cmpd="sng" w="19050">
            <a:solidFill>
              <a:schemeClr val="dk2"/>
            </a:solidFill>
            <a:prstDash val="solid"/>
            <a:round/>
            <a:headEnd len="sm" w="sm" type="none"/>
            <a:tailEnd len="sm" w="sm" type="none"/>
          </a:ln>
        </p:spPr>
        <p:txBody>
          <a:bodyPr anchorCtr="0" anchor="ctr" bIns="182850" lIns="182850" spcFirstLastPara="1" rIns="182850" wrap="square" tIns="182850">
            <a:noAutofit/>
          </a:bodyPr>
          <a:lstStyle/>
          <a:p>
            <a:pPr indent="0" lvl="0" marL="0" marR="0" rtl="0" algn="ctr">
              <a:lnSpc>
                <a:spcPct val="100000"/>
              </a:lnSpc>
              <a:spcBef>
                <a:spcPts val="0"/>
              </a:spcBef>
              <a:spcAft>
                <a:spcPts val="0"/>
              </a:spcAft>
              <a:buClr>
                <a:srgbClr val="000000"/>
              </a:buClr>
              <a:buSzPts val="2800"/>
              <a:buFont typeface="Arial"/>
              <a:buNone/>
            </a:pPr>
            <a:r>
              <a:rPr b="0" i="0" lang="en-US" sz="2800" u="none" cap="none" strike="noStrike">
                <a:solidFill>
                  <a:srgbClr val="000000"/>
                </a:solidFill>
                <a:latin typeface="Calibri"/>
                <a:ea typeface="Calibri"/>
                <a:cs typeface="Calibri"/>
                <a:sym typeface="Calibri"/>
              </a:rPr>
              <a:t>B</a:t>
            </a:r>
            <a:endParaRPr b="0" i="0" sz="2800" u="none" cap="none" strike="noStrike">
              <a:solidFill>
                <a:srgbClr val="000000"/>
              </a:solidFill>
              <a:latin typeface="Calibri"/>
              <a:ea typeface="Calibri"/>
              <a:cs typeface="Calibri"/>
              <a:sym typeface="Calibri"/>
            </a:endParaRPr>
          </a:p>
        </p:txBody>
      </p:sp>
      <p:sp>
        <p:nvSpPr>
          <p:cNvPr id="258" name="Google Shape;258;g39ab6cbbbe8_0_444"/>
          <p:cNvSpPr/>
          <p:nvPr/>
        </p:nvSpPr>
        <p:spPr>
          <a:xfrm>
            <a:off x="12879800" y="8904150"/>
            <a:ext cx="1087200" cy="1077600"/>
          </a:xfrm>
          <a:prstGeom prst="ellipse">
            <a:avLst/>
          </a:prstGeom>
          <a:solidFill>
            <a:srgbClr val="FFE599"/>
          </a:solidFill>
          <a:ln cap="flat" cmpd="sng" w="19050">
            <a:solidFill>
              <a:schemeClr val="dk2"/>
            </a:solidFill>
            <a:prstDash val="solid"/>
            <a:round/>
            <a:headEnd len="sm" w="sm" type="none"/>
            <a:tailEnd len="sm" w="sm" type="none"/>
          </a:ln>
        </p:spPr>
        <p:txBody>
          <a:bodyPr anchorCtr="0" anchor="ctr" bIns="182850" lIns="182850" spcFirstLastPara="1" rIns="182850" wrap="square" tIns="182850">
            <a:noAutofit/>
          </a:bodyPr>
          <a:lstStyle/>
          <a:p>
            <a:pPr indent="0" lvl="0" marL="0" marR="0" rtl="0" algn="ctr">
              <a:lnSpc>
                <a:spcPct val="100000"/>
              </a:lnSpc>
              <a:spcBef>
                <a:spcPts val="0"/>
              </a:spcBef>
              <a:spcAft>
                <a:spcPts val="0"/>
              </a:spcAft>
              <a:buClr>
                <a:srgbClr val="000000"/>
              </a:buClr>
              <a:buSzPts val="2800"/>
              <a:buFont typeface="Arial"/>
              <a:buNone/>
            </a:pPr>
            <a:r>
              <a:rPr b="0" i="0" lang="en-US" sz="2800" u="none" cap="none" strike="noStrike">
                <a:solidFill>
                  <a:srgbClr val="000000"/>
                </a:solidFill>
                <a:latin typeface="Calibri"/>
                <a:ea typeface="Calibri"/>
                <a:cs typeface="Calibri"/>
                <a:sym typeface="Calibri"/>
              </a:rPr>
              <a:t>A</a:t>
            </a:r>
            <a:endParaRPr b="0" i="0" sz="2800" u="none" cap="none" strike="noStrike">
              <a:solidFill>
                <a:srgbClr val="000000"/>
              </a:solidFill>
              <a:latin typeface="Calibri"/>
              <a:ea typeface="Calibri"/>
              <a:cs typeface="Calibri"/>
              <a:sym typeface="Calibri"/>
            </a:endParaRPr>
          </a:p>
        </p:txBody>
      </p:sp>
      <p:sp>
        <p:nvSpPr>
          <p:cNvPr id="259" name="Google Shape;259;g39ab6cbbbe8_0_444"/>
          <p:cNvSpPr/>
          <p:nvPr/>
        </p:nvSpPr>
        <p:spPr>
          <a:xfrm>
            <a:off x="16077450" y="7081750"/>
            <a:ext cx="1087200" cy="1077600"/>
          </a:xfrm>
          <a:prstGeom prst="ellipse">
            <a:avLst/>
          </a:prstGeom>
          <a:solidFill>
            <a:srgbClr val="FFE599"/>
          </a:solidFill>
          <a:ln cap="flat" cmpd="sng" w="19050">
            <a:solidFill>
              <a:schemeClr val="dk2"/>
            </a:solidFill>
            <a:prstDash val="solid"/>
            <a:round/>
            <a:headEnd len="sm" w="sm" type="none"/>
            <a:tailEnd len="sm" w="sm" type="none"/>
          </a:ln>
        </p:spPr>
        <p:txBody>
          <a:bodyPr anchorCtr="0" anchor="ctr" bIns="182850" lIns="182850" spcFirstLastPara="1" rIns="182850" wrap="square" tIns="182850">
            <a:noAutofit/>
          </a:bodyPr>
          <a:lstStyle/>
          <a:p>
            <a:pPr indent="0" lvl="0" marL="0" marR="0" rtl="0" algn="ctr">
              <a:lnSpc>
                <a:spcPct val="100000"/>
              </a:lnSpc>
              <a:spcBef>
                <a:spcPts val="0"/>
              </a:spcBef>
              <a:spcAft>
                <a:spcPts val="0"/>
              </a:spcAft>
              <a:buClr>
                <a:srgbClr val="000000"/>
              </a:buClr>
              <a:buSzPts val="2800"/>
              <a:buFont typeface="Arial"/>
              <a:buNone/>
            </a:pPr>
            <a:r>
              <a:rPr b="0" i="0" lang="en-US" sz="2800" u="none" cap="none" strike="noStrike">
                <a:solidFill>
                  <a:srgbClr val="000000"/>
                </a:solidFill>
                <a:latin typeface="Calibri"/>
                <a:ea typeface="Calibri"/>
                <a:cs typeface="Calibri"/>
                <a:sym typeface="Calibri"/>
              </a:rPr>
              <a:t>C</a:t>
            </a:r>
            <a:endParaRPr b="0" i="0" sz="2800" u="none" cap="none" strike="noStrike">
              <a:solidFill>
                <a:srgbClr val="000000"/>
              </a:solidFill>
              <a:latin typeface="Calibri"/>
              <a:ea typeface="Calibri"/>
              <a:cs typeface="Calibri"/>
              <a:sym typeface="Calibri"/>
            </a:endParaRPr>
          </a:p>
        </p:txBody>
      </p:sp>
      <p:sp>
        <p:nvSpPr>
          <p:cNvPr id="260" name="Google Shape;260;g39ab6cbbbe8_0_444"/>
          <p:cNvSpPr/>
          <p:nvPr/>
        </p:nvSpPr>
        <p:spPr>
          <a:xfrm>
            <a:off x="16077450" y="8904150"/>
            <a:ext cx="1087200" cy="1077600"/>
          </a:xfrm>
          <a:prstGeom prst="ellipse">
            <a:avLst/>
          </a:prstGeom>
          <a:solidFill>
            <a:srgbClr val="FFE599"/>
          </a:solidFill>
          <a:ln cap="flat" cmpd="sng" w="19050">
            <a:solidFill>
              <a:schemeClr val="dk2"/>
            </a:solidFill>
            <a:prstDash val="solid"/>
            <a:round/>
            <a:headEnd len="sm" w="sm" type="none"/>
            <a:tailEnd len="sm" w="sm" type="none"/>
          </a:ln>
        </p:spPr>
        <p:txBody>
          <a:bodyPr anchorCtr="0" anchor="ctr" bIns="182850" lIns="182850" spcFirstLastPara="1" rIns="182850" wrap="square" tIns="182850">
            <a:noAutofit/>
          </a:bodyPr>
          <a:lstStyle/>
          <a:p>
            <a:pPr indent="0" lvl="0" marL="0" marR="0" rtl="0" algn="ctr">
              <a:lnSpc>
                <a:spcPct val="100000"/>
              </a:lnSpc>
              <a:spcBef>
                <a:spcPts val="0"/>
              </a:spcBef>
              <a:spcAft>
                <a:spcPts val="0"/>
              </a:spcAft>
              <a:buClr>
                <a:srgbClr val="000000"/>
              </a:buClr>
              <a:buSzPts val="2800"/>
              <a:buFont typeface="Arial"/>
              <a:buNone/>
            </a:pPr>
            <a:r>
              <a:rPr b="0" i="0" lang="en-US" sz="2800" u="none" cap="none" strike="noStrike">
                <a:solidFill>
                  <a:srgbClr val="000000"/>
                </a:solidFill>
                <a:latin typeface="Calibri"/>
                <a:ea typeface="Calibri"/>
                <a:cs typeface="Calibri"/>
                <a:sym typeface="Calibri"/>
              </a:rPr>
              <a:t>D</a:t>
            </a:r>
            <a:endParaRPr b="0" i="0" sz="2800" u="none" cap="none" strike="noStrike">
              <a:solidFill>
                <a:srgbClr val="000000"/>
              </a:solidFill>
              <a:latin typeface="Calibri"/>
              <a:ea typeface="Calibri"/>
              <a:cs typeface="Calibri"/>
              <a:sym typeface="Calibri"/>
            </a:endParaRPr>
          </a:p>
        </p:txBody>
      </p:sp>
      <p:cxnSp>
        <p:nvCxnSpPr>
          <p:cNvPr id="261" name="Google Shape;261;g39ab6cbbbe8_0_444"/>
          <p:cNvCxnSpPr>
            <a:stCxn id="258" idx="6"/>
            <a:endCxn id="260" idx="2"/>
          </p:cNvCxnSpPr>
          <p:nvPr/>
        </p:nvCxnSpPr>
        <p:spPr>
          <a:xfrm>
            <a:off x="13967000" y="9442950"/>
            <a:ext cx="2110500" cy="0"/>
          </a:xfrm>
          <a:prstGeom prst="straightConnector1">
            <a:avLst/>
          </a:prstGeom>
          <a:noFill/>
          <a:ln cap="flat" cmpd="sng" w="38100">
            <a:solidFill>
              <a:schemeClr val="dk2"/>
            </a:solidFill>
            <a:prstDash val="solid"/>
            <a:round/>
            <a:headEnd len="med" w="med" type="stealth"/>
            <a:tailEnd len="sm" w="sm" type="none"/>
          </a:ln>
        </p:spPr>
      </p:cxnSp>
      <p:cxnSp>
        <p:nvCxnSpPr>
          <p:cNvPr id="262" name="Google Shape;262;g39ab6cbbbe8_0_444"/>
          <p:cNvCxnSpPr>
            <a:stCxn id="259" idx="4"/>
            <a:endCxn id="260" idx="0"/>
          </p:cNvCxnSpPr>
          <p:nvPr/>
        </p:nvCxnSpPr>
        <p:spPr>
          <a:xfrm>
            <a:off x="16621050" y="8159350"/>
            <a:ext cx="0" cy="744900"/>
          </a:xfrm>
          <a:prstGeom prst="straightConnector1">
            <a:avLst/>
          </a:prstGeom>
          <a:noFill/>
          <a:ln cap="flat" cmpd="sng" w="38100">
            <a:solidFill>
              <a:schemeClr val="dk2"/>
            </a:solidFill>
            <a:prstDash val="solid"/>
            <a:round/>
            <a:headEnd len="med" w="med" type="stealth"/>
            <a:tailEnd len="sm" w="sm" type="none"/>
          </a:ln>
        </p:spPr>
      </p:cxnSp>
      <p:cxnSp>
        <p:nvCxnSpPr>
          <p:cNvPr id="263" name="Google Shape;263;g39ab6cbbbe8_0_444"/>
          <p:cNvCxnSpPr>
            <a:stCxn id="257" idx="4"/>
            <a:endCxn id="258" idx="0"/>
          </p:cNvCxnSpPr>
          <p:nvPr/>
        </p:nvCxnSpPr>
        <p:spPr>
          <a:xfrm>
            <a:off x="13423400" y="8198050"/>
            <a:ext cx="0" cy="706200"/>
          </a:xfrm>
          <a:prstGeom prst="straightConnector1">
            <a:avLst/>
          </a:prstGeom>
          <a:noFill/>
          <a:ln cap="flat" cmpd="sng" w="38100">
            <a:solidFill>
              <a:schemeClr val="dk2"/>
            </a:solidFill>
            <a:prstDash val="solid"/>
            <a:round/>
            <a:headEnd len="med" w="med" type="stealth"/>
            <a:tailEnd len="sm" w="sm" type="none"/>
          </a:ln>
        </p:spPr>
      </p:cxnSp>
      <p:cxnSp>
        <p:nvCxnSpPr>
          <p:cNvPr id="264" name="Google Shape;264;g39ab6cbbbe8_0_444"/>
          <p:cNvCxnSpPr>
            <a:stCxn id="258" idx="7"/>
            <a:endCxn id="259" idx="3"/>
          </p:cNvCxnSpPr>
          <p:nvPr/>
        </p:nvCxnSpPr>
        <p:spPr>
          <a:xfrm flipH="1" rot="10800000">
            <a:off x="13807783" y="8001461"/>
            <a:ext cx="2428800" cy="1060500"/>
          </a:xfrm>
          <a:prstGeom prst="straightConnector1">
            <a:avLst/>
          </a:prstGeom>
          <a:noFill/>
          <a:ln cap="flat" cmpd="sng" w="38100">
            <a:solidFill>
              <a:schemeClr val="dk2"/>
            </a:solidFill>
            <a:prstDash val="solid"/>
            <a:round/>
            <a:headEnd len="med" w="med" type="stealth"/>
            <a:tailEnd len="sm" w="sm" type="none"/>
          </a:ln>
        </p:spPr>
      </p:cxn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7"/>
          <p:cNvSpPr/>
          <p:nvPr/>
        </p:nvSpPr>
        <p:spPr>
          <a:xfrm>
            <a:off x="3493371" y="547445"/>
            <a:ext cx="11301259" cy="1553923"/>
          </a:xfrm>
          <a:custGeom>
            <a:rect b="b" l="l" r="r" t="t"/>
            <a:pathLst>
              <a:path extrusionOk="0" h="1553923" w="11301259">
                <a:moveTo>
                  <a:pt x="0" y="0"/>
                </a:moveTo>
                <a:lnTo>
                  <a:pt x="11301258" y="0"/>
                </a:lnTo>
                <a:lnTo>
                  <a:pt x="11301258" y="1553923"/>
                </a:lnTo>
                <a:lnTo>
                  <a:pt x="0" y="1553923"/>
                </a:lnTo>
                <a:lnTo>
                  <a:pt x="0" y="0"/>
                </a:lnTo>
                <a:close/>
              </a:path>
            </a:pathLst>
          </a:custGeom>
          <a:blipFill rotWithShape="1">
            <a:blip r:embed="rId3">
              <a:alphaModFix/>
            </a:blip>
            <a:stretch>
              <a:fillRect b="0" l="0" r="0" t="0"/>
            </a:stretch>
          </a:blipFill>
          <a:ln>
            <a:noFill/>
          </a:ln>
        </p:spPr>
      </p:sp>
      <p:sp>
        <p:nvSpPr>
          <p:cNvPr id="270" name="Google Shape;270;p7"/>
          <p:cNvSpPr/>
          <p:nvPr/>
        </p:nvSpPr>
        <p:spPr>
          <a:xfrm>
            <a:off x="1967873" y="2798489"/>
            <a:ext cx="14352253" cy="5956185"/>
          </a:xfrm>
          <a:custGeom>
            <a:rect b="b" l="l" r="r" t="t"/>
            <a:pathLst>
              <a:path extrusionOk="0" h="5956185" w="14352253">
                <a:moveTo>
                  <a:pt x="0" y="0"/>
                </a:moveTo>
                <a:lnTo>
                  <a:pt x="14352254" y="0"/>
                </a:lnTo>
                <a:lnTo>
                  <a:pt x="14352254" y="5956185"/>
                </a:lnTo>
                <a:lnTo>
                  <a:pt x="0" y="5956185"/>
                </a:lnTo>
                <a:lnTo>
                  <a:pt x="0" y="0"/>
                </a:lnTo>
                <a:close/>
              </a:path>
            </a:pathLst>
          </a:custGeom>
          <a:blipFill rotWithShape="1">
            <a:blip r:embed="rId4">
              <a:alphaModFix/>
            </a:blip>
            <a:stretch>
              <a:fillRect b="0" l="0" r="0" t="0"/>
            </a:stretch>
          </a:blipFill>
          <a:ln>
            <a:noFill/>
          </a:ln>
        </p:spPr>
      </p:sp>
      <p:sp>
        <p:nvSpPr>
          <p:cNvPr id="271" name="Google Shape;271;p7"/>
          <p:cNvSpPr txBox="1"/>
          <p:nvPr/>
        </p:nvSpPr>
        <p:spPr>
          <a:xfrm>
            <a:off x="2214875" y="3099325"/>
            <a:ext cx="13436100" cy="5443500"/>
          </a:xfrm>
          <a:prstGeom prst="rect">
            <a:avLst/>
          </a:prstGeom>
          <a:noFill/>
          <a:ln>
            <a:noFill/>
          </a:ln>
        </p:spPr>
        <p:txBody>
          <a:bodyPr anchorCtr="0" anchor="t" bIns="0" lIns="0" spcFirstLastPara="1" rIns="0" wrap="square" tIns="0">
            <a:spAutoFit/>
          </a:bodyPr>
          <a:lstStyle/>
          <a:p>
            <a:pPr indent="-393700" lvl="0" marL="457200" marR="0" rtl="0" algn="l">
              <a:lnSpc>
                <a:spcPct val="140019"/>
              </a:lnSpc>
              <a:spcBef>
                <a:spcPts val="0"/>
              </a:spcBef>
              <a:spcAft>
                <a:spcPts val="0"/>
              </a:spcAft>
              <a:buClr>
                <a:srgbClr val="131416"/>
              </a:buClr>
              <a:buSzPts val="2600"/>
              <a:buFont typeface="Arial"/>
              <a:buChar char="●"/>
            </a:pPr>
            <a:r>
              <a:rPr b="1" i="0" lang="en-US" sz="2600" u="none" cap="none" strike="noStrike">
                <a:solidFill>
                  <a:srgbClr val="131416"/>
                </a:solidFill>
                <a:latin typeface="Arial"/>
                <a:ea typeface="Arial"/>
                <a:cs typeface="Arial"/>
                <a:sym typeface="Arial"/>
              </a:rPr>
              <a:t>Lista enlazada doble circular</a:t>
            </a:r>
            <a:endParaRPr b="1" i="0" sz="2600" u="none" cap="none" strike="noStrike">
              <a:solidFill>
                <a:srgbClr val="131416"/>
              </a:solidFill>
              <a:latin typeface="Arial"/>
              <a:ea typeface="Arial"/>
              <a:cs typeface="Arial"/>
              <a:sym typeface="Arial"/>
            </a:endParaRPr>
          </a:p>
          <a:p>
            <a:pPr indent="-393700" lvl="1" marL="914400" marR="0" rtl="0" algn="l">
              <a:lnSpc>
                <a:spcPct val="140019"/>
              </a:lnSpc>
              <a:spcBef>
                <a:spcPts val="0"/>
              </a:spcBef>
              <a:spcAft>
                <a:spcPts val="0"/>
              </a:spcAft>
              <a:buClr>
                <a:srgbClr val="131416"/>
              </a:buClr>
              <a:buSzPts val="2600"/>
              <a:buFont typeface="Arial"/>
              <a:buChar char="○"/>
            </a:pPr>
            <a:r>
              <a:rPr b="0" i="0" lang="en-US" sz="2600" u="none" cap="none" strike="noStrike">
                <a:solidFill>
                  <a:srgbClr val="131416"/>
                </a:solidFill>
                <a:latin typeface="Arial"/>
                <a:ea typeface="Arial"/>
                <a:cs typeface="Arial"/>
                <a:sym typeface="Arial"/>
              </a:rPr>
              <a:t>Cada nodo contiene tres partes: el dato, un puntero al nodo anterior (prev) y un puntero al nodo siguiente (next).</a:t>
            </a:r>
            <a:endParaRPr b="0" i="0" sz="2600" u="none" cap="none" strike="noStrike">
              <a:solidFill>
                <a:srgbClr val="131416"/>
              </a:solidFill>
              <a:latin typeface="Arial"/>
              <a:ea typeface="Arial"/>
              <a:cs typeface="Arial"/>
              <a:sym typeface="Arial"/>
            </a:endParaRPr>
          </a:p>
          <a:p>
            <a:pPr indent="-393700" lvl="1" marL="914400" marR="0" rtl="0" algn="l">
              <a:lnSpc>
                <a:spcPct val="140019"/>
              </a:lnSpc>
              <a:spcBef>
                <a:spcPts val="0"/>
              </a:spcBef>
              <a:spcAft>
                <a:spcPts val="0"/>
              </a:spcAft>
              <a:buClr>
                <a:srgbClr val="131416"/>
              </a:buClr>
              <a:buSzPts val="2600"/>
              <a:buFont typeface="Arial"/>
              <a:buChar char="○"/>
            </a:pPr>
            <a:r>
              <a:rPr b="0" i="0" lang="en-US" sz="2600" u="none" cap="none" strike="noStrike">
                <a:solidFill>
                  <a:srgbClr val="131416"/>
                </a:solidFill>
                <a:latin typeface="Arial"/>
                <a:ea typeface="Arial"/>
                <a:cs typeface="Arial"/>
                <a:sym typeface="Arial"/>
              </a:rPr>
              <a:t>El último nodo apunta al primero y el primero apunta al último, formando una estructura circular.</a:t>
            </a:r>
            <a:endParaRPr b="0" i="0" sz="2600" u="none" cap="none" strike="noStrike">
              <a:solidFill>
                <a:srgbClr val="131416"/>
              </a:solidFill>
              <a:latin typeface="Arial"/>
              <a:ea typeface="Arial"/>
              <a:cs typeface="Arial"/>
              <a:sym typeface="Arial"/>
            </a:endParaRPr>
          </a:p>
          <a:p>
            <a:pPr indent="-393700" lvl="0" marL="457200" marR="0" rtl="0" algn="l">
              <a:lnSpc>
                <a:spcPct val="140019"/>
              </a:lnSpc>
              <a:spcBef>
                <a:spcPts val="0"/>
              </a:spcBef>
              <a:spcAft>
                <a:spcPts val="0"/>
              </a:spcAft>
              <a:buClr>
                <a:srgbClr val="131416"/>
              </a:buClr>
              <a:buSzPts val="2600"/>
              <a:buFont typeface="Arial"/>
              <a:buChar char="●"/>
            </a:pPr>
            <a:r>
              <a:rPr b="1" i="0" lang="en-US" sz="2600" u="none" cap="none" strike="noStrike">
                <a:solidFill>
                  <a:srgbClr val="131416"/>
                </a:solidFill>
                <a:latin typeface="Arial"/>
                <a:ea typeface="Arial"/>
                <a:cs typeface="Arial"/>
                <a:sym typeface="Arial"/>
              </a:rPr>
              <a:t>Graphviz</a:t>
            </a:r>
            <a:endParaRPr b="1" i="0" sz="2600" u="none" cap="none" strike="noStrike">
              <a:solidFill>
                <a:srgbClr val="131416"/>
              </a:solidFill>
              <a:latin typeface="Arial"/>
              <a:ea typeface="Arial"/>
              <a:cs typeface="Arial"/>
              <a:sym typeface="Arial"/>
            </a:endParaRPr>
          </a:p>
          <a:p>
            <a:pPr indent="-393700" lvl="1" marL="914400" marR="0" rtl="0" algn="l">
              <a:lnSpc>
                <a:spcPct val="140019"/>
              </a:lnSpc>
              <a:spcBef>
                <a:spcPts val="0"/>
              </a:spcBef>
              <a:spcAft>
                <a:spcPts val="0"/>
              </a:spcAft>
              <a:buClr>
                <a:srgbClr val="131416"/>
              </a:buClr>
              <a:buSzPts val="2600"/>
              <a:buFont typeface="Arial"/>
              <a:buChar char="○"/>
            </a:pPr>
            <a:r>
              <a:rPr b="0" i="0" lang="en-US" sz="2600" u="none" cap="none" strike="noStrike">
                <a:solidFill>
                  <a:srgbClr val="131416"/>
                </a:solidFill>
                <a:latin typeface="Arial"/>
                <a:ea typeface="Arial"/>
                <a:cs typeface="Arial"/>
                <a:sym typeface="Arial"/>
              </a:rPr>
              <a:t>Utiliza un lenguaje de descripción llamado DOT, donde se definen nodos y aristas (enlaces).</a:t>
            </a:r>
            <a:endParaRPr b="0" i="0" sz="2600" u="none" cap="none" strike="noStrike">
              <a:solidFill>
                <a:srgbClr val="131416"/>
              </a:solidFill>
              <a:latin typeface="Arial"/>
              <a:ea typeface="Arial"/>
              <a:cs typeface="Arial"/>
              <a:sym typeface="Arial"/>
            </a:endParaRPr>
          </a:p>
          <a:p>
            <a:pPr indent="-393700" lvl="1" marL="914400" marR="0" rtl="0" algn="l">
              <a:lnSpc>
                <a:spcPct val="140019"/>
              </a:lnSpc>
              <a:spcBef>
                <a:spcPts val="0"/>
              </a:spcBef>
              <a:spcAft>
                <a:spcPts val="0"/>
              </a:spcAft>
              <a:buClr>
                <a:srgbClr val="131416"/>
              </a:buClr>
              <a:buSzPts val="2600"/>
              <a:buFont typeface="Arial"/>
              <a:buChar char="○"/>
            </a:pPr>
            <a:r>
              <a:rPr b="0" i="0" lang="en-US" sz="2600" u="none" cap="none" strike="noStrike">
                <a:solidFill>
                  <a:srgbClr val="131416"/>
                </a:solidFill>
                <a:latin typeface="Arial"/>
                <a:ea typeface="Arial"/>
                <a:cs typeface="Arial"/>
                <a:sym typeface="Arial"/>
              </a:rPr>
              <a:t>Permite representar estructuras como listas, árboles y grafos de forma clara y automática.</a:t>
            </a:r>
            <a:endParaRPr b="0" i="0" sz="2600" u="none" cap="none" strike="noStrike">
              <a:solidFill>
                <a:srgbClr val="131416"/>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9"/>
          <p:cNvSpPr/>
          <p:nvPr/>
        </p:nvSpPr>
        <p:spPr>
          <a:xfrm>
            <a:off x="2317017" y="520965"/>
            <a:ext cx="13653966" cy="1873953"/>
          </a:xfrm>
          <a:custGeom>
            <a:rect b="b" l="l" r="r" t="t"/>
            <a:pathLst>
              <a:path extrusionOk="0" h="1873953" w="13653966">
                <a:moveTo>
                  <a:pt x="0" y="0"/>
                </a:moveTo>
                <a:lnTo>
                  <a:pt x="13653966" y="0"/>
                </a:lnTo>
                <a:lnTo>
                  <a:pt x="13653966" y="1873953"/>
                </a:lnTo>
                <a:lnTo>
                  <a:pt x="0" y="1873953"/>
                </a:lnTo>
                <a:lnTo>
                  <a:pt x="0" y="0"/>
                </a:lnTo>
                <a:close/>
              </a:path>
            </a:pathLst>
          </a:custGeom>
          <a:blipFill rotWithShape="1">
            <a:blip r:embed="rId3">
              <a:alphaModFix/>
            </a:blip>
            <a:stretch>
              <a:fillRect b="0" l="0" r="0" t="0"/>
            </a:stretch>
          </a:blipFill>
          <a:ln>
            <a:noFill/>
          </a:ln>
        </p:spPr>
      </p:sp>
      <p:sp>
        <p:nvSpPr>
          <p:cNvPr id="277" name="Google Shape;277;p9"/>
          <p:cNvSpPr/>
          <p:nvPr/>
        </p:nvSpPr>
        <p:spPr>
          <a:xfrm>
            <a:off x="1989089" y="2422796"/>
            <a:ext cx="14309822" cy="6206885"/>
          </a:xfrm>
          <a:custGeom>
            <a:rect b="b" l="l" r="r" t="t"/>
            <a:pathLst>
              <a:path extrusionOk="0" h="6206885" w="14309822">
                <a:moveTo>
                  <a:pt x="0" y="0"/>
                </a:moveTo>
                <a:lnTo>
                  <a:pt x="14309822" y="0"/>
                </a:lnTo>
                <a:lnTo>
                  <a:pt x="14309822" y="6206885"/>
                </a:lnTo>
                <a:lnTo>
                  <a:pt x="0" y="6206885"/>
                </a:lnTo>
                <a:lnTo>
                  <a:pt x="0" y="0"/>
                </a:lnTo>
                <a:close/>
              </a:path>
            </a:pathLst>
          </a:custGeom>
          <a:blipFill rotWithShape="1">
            <a:blip r:embed="rId4">
              <a:alphaModFix/>
            </a:blip>
            <a:stretch>
              <a:fillRect b="0" l="0" r="0" t="0"/>
            </a:stretch>
          </a:blipFill>
          <a:ln>
            <a:noFill/>
          </a:ln>
        </p:spPr>
      </p:sp>
      <p:sp>
        <p:nvSpPr>
          <p:cNvPr id="278" name="Google Shape;278;p9"/>
          <p:cNvSpPr txBox="1"/>
          <p:nvPr/>
        </p:nvSpPr>
        <p:spPr>
          <a:xfrm>
            <a:off x="2656075" y="2936475"/>
            <a:ext cx="12966000" cy="4254900"/>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Clr>
                <a:srgbClr val="000000"/>
              </a:buClr>
              <a:buSzPts val="1600"/>
              <a:buFont typeface="Arial"/>
              <a:buNone/>
            </a:pPr>
            <a:r>
              <a:t/>
            </a:r>
            <a:endParaRPr b="0" i="0" sz="1600" u="none" cap="none" strike="noStrike">
              <a:solidFill>
                <a:srgbClr val="131416"/>
              </a:solidFill>
              <a:latin typeface="Arial"/>
              <a:ea typeface="Arial"/>
              <a:cs typeface="Arial"/>
              <a:sym typeface="Arial"/>
            </a:endParaRPr>
          </a:p>
          <a:p>
            <a:pPr indent="-444500" lvl="0" marL="457200" marR="0" rtl="0" algn="l">
              <a:lnSpc>
                <a:spcPct val="140019"/>
              </a:lnSpc>
              <a:spcBef>
                <a:spcPts val="0"/>
              </a:spcBef>
              <a:spcAft>
                <a:spcPts val="0"/>
              </a:spcAft>
              <a:buClr>
                <a:srgbClr val="131416"/>
              </a:buClr>
              <a:buSzPts val="3400"/>
              <a:buFont typeface="Arial"/>
              <a:buChar char="●"/>
            </a:pPr>
            <a:r>
              <a:rPr b="0" i="0" lang="en-US" sz="3400" u="sng" cap="none" strike="noStrike">
                <a:solidFill>
                  <a:srgbClr val="0000FF"/>
                </a:solidFill>
                <a:latin typeface="Arial"/>
                <a:ea typeface="Arial"/>
                <a:cs typeface="Arial"/>
                <a:sym typeface="Arial"/>
                <a:hlinkClick r:id="rId5">
                  <a:extLst>
                    <a:ext uri="{A12FA001-AC4F-418D-AE19-62706E023703}">
                      <ahyp:hlinkClr val="tx"/>
                    </a:ext>
                  </a:extLst>
                </a:hlinkClick>
              </a:rPr>
              <a:t>https://www.geeksforgeeks.org/dsa/introduction-to-circular-doubly-linked-list/</a:t>
            </a:r>
            <a:endParaRPr b="0" i="0" sz="3400" u="none" cap="none" strike="noStrike">
              <a:solidFill>
                <a:srgbClr val="131416"/>
              </a:solidFill>
              <a:latin typeface="Arial"/>
              <a:ea typeface="Arial"/>
              <a:cs typeface="Arial"/>
              <a:sym typeface="Arial"/>
            </a:endParaRPr>
          </a:p>
          <a:p>
            <a:pPr indent="-444500" lvl="0" marL="457200" marR="0" rtl="0" algn="l">
              <a:lnSpc>
                <a:spcPct val="140019"/>
              </a:lnSpc>
              <a:spcBef>
                <a:spcPts val="0"/>
              </a:spcBef>
              <a:spcAft>
                <a:spcPts val="0"/>
              </a:spcAft>
              <a:buClr>
                <a:srgbClr val="131416"/>
              </a:buClr>
              <a:buSzPts val="3400"/>
              <a:buFont typeface="Arial"/>
              <a:buChar char="●"/>
            </a:pPr>
            <a:r>
              <a:rPr b="0" i="0" lang="en-US" sz="3400" u="sng" cap="none" strike="noStrike">
                <a:solidFill>
                  <a:srgbClr val="0000FF"/>
                </a:solidFill>
                <a:latin typeface="Arial"/>
                <a:ea typeface="Arial"/>
                <a:cs typeface="Arial"/>
                <a:sym typeface="Arial"/>
                <a:hlinkClick r:id="rId6">
                  <a:extLst>
                    <a:ext uri="{A12FA001-AC4F-418D-AE19-62706E023703}">
                      <ahyp:hlinkClr val="tx"/>
                    </a:ext>
                  </a:extLst>
                </a:hlinkClick>
              </a:rPr>
              <a:t>https://www.w3schools.com/dsa/dsa_data_linkedlists_types.php</a:t>
            </a:r>
            <a:endParaRPr b="0" i="0" sz="3400" u="none" cap="none" strike="noStrike">
              <a:solidFill>
                <a:srgbClr val="131416"/>
              </a:solidFill>
              <a:latin typeface="Arial"/>
              <a:ea typeface="Arial"/>
              <a:cs typeface="Arial"/>
              <a:sym typeface="Arial"/>
            </a:endParaRPr>
          </a:p>
          <a:p>
            <a:pPr indent="-444500" lvl="0" marL="457200" marR="0" rtl="0" algn="l">
              <a:lnSpc>
                <a:spcPct val="140019"/>
              </a:lnSpc>
              <a:spcBef>
                <a:spcPts val="0"/>
              </a:spcBef>
              <a:spcAft>
                <a:spcPts val="0"/>
              </a:spcAft>
              <a:buClr>
                <a:srgbClr val="131416"/>
              </a:buClr>
              <a:buSzPts val="3400"/>
              <a:buFont typeface="Arial"/>
              <a:buChar char="●"/>
            </a:pPr>
            <a:r>
              <a:rPr b="0" i="0" lang="en-US" sz="3400" u="sng" cap="none" strike="noStrike">
                <a:solidFill>
                  <a:srgbClr val="0000FF"/>
                </a:solidFill>
                <a:latin typeface="Arial"/>
                <a:ea typeface="Arial"/>
                <a:cs typeface="Arial"/>
                <a:sym typeface="Arial"/>
                <a:hlinkClick r:id="rId7">
                  <a:extLst>
                    <a:ext uri="{A12FA001-AC4F-418D-AE19-62706E023703}">
                      <ahyp:hlinkClr val="tx"/>
                    </a:ext>
                  </a:extLst>
                </a:hlinkClick>
              </a:rPr>
              <a:t>https://graphviz.org/</a:t>
            </a:r>
            <a:endParaRPr b="0" i="0" sz="3400" u="none" cap="none" strike="noStrike">
              <a:solidFill>
                <a:srgbClr val="131416"/>
              </a:solidFill>
              <a:latin typeface="Arial"/>
              <a:ea typeface="Arial"/>
              <a:cs typeface="Arial"/>
              <a:sym typeface="Arial"/>
            </a:endParaRPr>
          </a:p>
          <a:p>
            <a:pPr indent="-444500" lvl="0" marL="457200" marR="0" rtl="0" algn="l">
              <a:lnSpc>
                <a:spcPct val="140019"/>
              </a:lnSpc>
              <a:spcBef>
                <a:spcPts val="0"/>
              </a:spcBef>
              <a:spcAft>
                <a:spcPts val="0"/>
              </a:spcAft>
              <a:buClr>
                <a:srgbClr val="131416"/>
              </a:buClr>
              <a:buSzPts val="3400"/>
              <a:buFont typeface="Arial"/>
              <a:buChar char="●"/>
            </a:pPr>
            <a:r>
              <a:rPr b="0" i="0" lang="en-US" sz="3400" u="sng" cap="none" strike="noStrike">
                <a:solidFill>
                  <a:srgbClr val="0000FF"/>
                </a:solidFill>
                <a:latin typeface="Arial"/>
                <a:ea typeface="Arial"/>
                <a:cs typeface="Arial"/>
                <a:sym typeface="Arial"/>
                <a:hlinkClick r:id="rId8">
                  <a:extLst>
                    <a:ext uri="{A12FA001-AC4F-418D-AE19-62706E023703}">
                      <ahyp:hlinkClr val="tx"/>
                    </a:ext>
                  </a:extLst>
                </a:hlinkClick>
              </a:rPr>
              <a:t>https://graphviz.readthedocs.io/en/stable/</a:t>
            </a:r>
            <a:r>
              <a:rPr b="0" i="0" lang="en-US" sz="3400" u="none" cap="none" strike="noStrike">
                <a:solidFill>
                  <a:srgbClr val="131416"/>
                </a:solidFill>
                <a:latin typeface="Arial"/>
                <a:ea typeface="Arial"/>
                <a:cs typeface="Arial"/>
                <a:sym typeface="Arial"/>
              </a:rPr>
              <a:t>  </a:t>
            </a:r>
            <a:endParaRPr b="0" i="0" sz="3400" u="none" cap="none" strike="noStrike">
              <a:solidFill>
                <a:srgbClr val="131416"/>
              </a:solidFill>
              <a:latin typeface="Arial"/>
              <a:ea typeface="Arial"/>
              <a:cs typeface="Arial"/>
              <a:sym typeface="Arial"/>
            </a:endParaRPr>
          </a:p>
          <a:p>
            <a:pPr indent="0" lvl="0" marL="0" marR="0" rtl="0" algn="l">
              <a:lnSpc>
                <a:spcPct val="140019"/>
              </a:lnSpc>
              <a:spcBef>
                <a:spcPts val="0"/>
              </a:spcBef>
              <a:spcAft>
                <a:spcPts val="0"/>
              </a:spcAft>
              <a:buClr>
                <a:srgbClr val="000000"/>
              </a:buClr>
              <a:buSzPts val="1600"/>
              <a:buFont typeface="Arial"/>
              <a:buNone/>
            </a:pPr>
            <a:r>
              <a:t/>
            </a:r>
            <a:endParaRPr b="0" i="0" sz="1600" u="none" cap="none" strike="noStrike">
              <a:solidFill>
                <a:srgbClr val="131416"/>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10"/>
          <p:cNvSpPr/>
          <p:nvPr/>
        </p:nvSpPr>
        <p:spPr>
          <a:xfrm>
            <a:off x="0" y="0"/>
            <a:ext cx="18288000" cy="7292340"/>
          </a:xfrm>
          <a:custGeom>
            <a:rect b="b" l="l" r="r" t="t"/>
            <a:pathLst>
              <a:path extrusionOk="0" h="7292340" w="18288000">
                <a:moveTo>
                  <a:pt x="0" y="0"/>
                </a:moveTo>
                <a:lnTo>
                  <a:pt x="18288000" y="0"/>
                </a:lnTo>
                <a:lnTo>
                  <a:pt x="18288000" y="7292340"/>
                </a:lnTo>
                <a:lnTo>
                  <a:pt x="0" y="7292340"/>
                </a:lnTo>
                <a:lnTo>
                  <a:pt x="0" y="0"/>
                </a:lnTo>
                <a:close/>
              </a:path>
            </a:pathLst>
          </a:custGeom>
          <a:blipFill rotWithShape="1">
            <a:blip r:embed="rId3">
              <a:alphaModFix/>
            </a:blip>
            <a:stretch>
              <a:fillRect b="0" l="0" r="0" t="0"/>
            </a:stretch>
          </a:blipFill>
          <a:ln>
            <a:noFill/>
          </a:ln>
        </p:spPr>
      </p:sp>
      <p:grpSp>
        <p:nvGrpSpPr>
          <p:cNvPr id="284" name="Google Shape;284;p10"/>
          <p:cNvGrpSpPr/>
          <p:nvPr/>
        </p:nvGrpSpPr>
        <p:grpSpPr>
          <a:xfrm>
            <a:off x="15318704" y="7531093"/>
            <a:ext cx="2286000" cy="2307431"/>
            <a:chOff x="0" y="-28575"/>
            <a:chExt cx="3048000" cy="3076575"/>
          </a:xfrm>
        </p:grpSpPr>
        <p:sp>
          <p:nvSpPr>
            <p:cNvPr id="285" name="Google Shape;285;p10"/>
            <p:cNvSpPr/>
            <p:nvPr/>
          </p:nvSpPr>
          <p:spPr>
            <a:xfrm>
              <a:off x="0" y="0"/>
              <a:ext cx="3048000" cy="2946400"/>
            </a:xfrm>
            <a:custGeom>
              <a:rect b="b" l="l" r="r" t="t"/>
              <a:pathLst>
                <a:path extrusionOk="0" h="2946400" w="3048000">
                  <a:moveTo>
                    <a:pt x="0" y="0"/>
                  </a:moveTo>
                  <a:lnTo>
                    <a:pt x="3048000" y="0"/>
                  </a:lnTo>
                  <a:lnTo>
                    <a:pt x="3048000" y="2946400"/>
                  </a:lnTo>
                  <a:lnTo>
                    <a:pt x="0" y="2946400"/>
                  </a:lnTo>
                  <a:close/>
                </a:path>
              </a:pathLst>
            </a:custGeom>
            <a:solidFill>
              <a:srgbClr val="FF5757"/>
            </a:solidFill>
            <a:ln>
              <a:noFill/>
            </a:ln>
          </p:spPr>
        </p:sp>
        <p:sp>
          <p:nvSpPr>
            <p:cNvPr id="286" name="Google Shape;286;p10"/>
            <p:cNvSpPr/>
            <p:nvPr/>
          </p:nvSpPr>
          <p:spPr>
            <a:xfrm>
              <a:off x="0" y="0"/>
              <a:ext cx="3048000" cy="3048000"/>
            </a:xfrm>
            <a:custGeom>
              <a:rect b="b" l="l" r="r" t="t"/>
              <a:pathLst>
                <a:path extrusionOk="0" h="3048000" w="3048000">
                  <a:moveTo>
                    <a:pt x="0" y="2946400"/>
                  </a:moveTo>
                  <a:lnTo>
                    <a:pt x="3048000" y="2946400"/>
                  </a:lnTo>
                  <a:lnTo>
                    <a:pt x="2921000" y="3048000"/>
                  </a:lnTo>
                  <a:cubicBezTo>
                    <a:pt x="2921000" y="3048000"/>
                    <a:pt x="1930400" y="2971800"/>
                    <a:pt x="1828800" y="2971800"/>
                  </a:cubicBezTo>
                  <a:lnTo>
                    <a:pt x="1219200" y="2971800"/>
                  </a:lnTo>
                  <a:cubicBezTo>
                    <a:pt x="1117600" y="2971800"/>
                    <a:pt x="127000" y="3048000"/>
                    <a:pt x="127000" y="3048000"/>
                  </a:cubicBezTo>
                  <a:lnTo>
                    <a:pt x="0" y="2946400"/>
                  </a:lnTo>
                  <a:lnTo>
                    <a:pt x="0" y="0"/>
                  </a:lnTo>
                  <a:lnTo>
                    <a:pt x="3048000" y="0"/>
                  </a:lnTo>
                  <a:lnTo>
                    <a:pt x="3048000" y="2946400"/>
                  </a:lnTo>
                  <a:lnTo>
                    <a:pt x="12700" y="2946400"/>
                  </a:lnTo>
                  <a:lnTo>
                    <a:pt x="12700" y="2933700"/>
                  </a:lnTo>
                  <a:lnTo>
                    <a:pt x="3035300" y="2933700"/>
                  </a:lnTo>
                  <a:lnTo>
                    <a:pt x="3035300" y="12700"/>
                  </a:lnTo>
                  <a:lnTo>
                    <a:pt x="12700" y="12700"/>
                  </a:lnTo>
                  <a:lnTo>
                    <a:pt x="12700" y="2946400"/>
                  </a:lnTo>
                </a:path>
              </a:pathLst>
            </a:custGeom>
            <a:solidFill>
              <a:srgbClr val="394C60">
                <a:alpha val="78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 name="Google Shape;287;p10"/>
            <p:cNvSpPr txBox="1"/>
            <p:nvPr/>
          </p:nvSpPr>
          <p:spPr>
            <a:xfrm>
              <a:off x="0" y="-28575"/>
              <a:ext cx="3048000" cy="2517775"/>
            </a:xfrm>
            <a:prstGeom prst="rect">
              <a:avLst/>
            </a:prstGeom>
            <a:noFill/>
            <a:ln>
              <a:noFill/>
            </a:ln>
          </p:spPr>
          <p:txBody>
            <a:bodyPr anchorCtr="0" anchor="t" bIns="203200" lIns="203200" spcFirstLastPara="1" rIns="203200" wrap="square" tIns="203200">
              <a:noAutofit/>
            </a:bodyPr>
            <a:lstStyle/>
            <a:p>
              <a:pPr indent="0" lvl="0" marL="0" marR="0" rtl="0" algn="l">
                <a:lnSpc>
                  <a:spcPct val="140000"/>
                </a:lnSpc>
                <a:spcBef>
                  <a:spcPts val="0"/>
                </a:spcBef>
                <a:spcAft>
                  <a:spcPts val="0"/>
                </a:spcAft>
                <a:buClr>
                  <a:srgbClr val="000000"/>
                </a:buClr>
                <a:buSzPts val="1400"/>
                <a:buFont typeface="Arial"/>
                <a:buNone/>
              </a:pPr>
              <a:r>
                <a:rPr b="0" i="0" lang="en-US" sz="1400" u="none" cap="none" strike="noStrike">
                  <a:solidFill>
                    <a:srgbClr val="000000"/>
                  </a:solidFill>
                  <a:latin typeface="Open Sans"/>
                  <a:ea typeface="Open Sans"/>
                  <a:cs typeface="Open Sans"/>
                  <a:sym typeface="Open Sans"/>
                </a:rPr>
                <a:t>Crearas el ejemplo práctico que tu impartirás en la clase como refuerzo de la teoria dada. </a:t>
              </a:r>
              <a:endParaRPr b="0" i="0" sz="14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11"/>
          <p:cNvSpPr/>
          <p:nvPr/>
        </p:nvSpPr>
        <p:spPr>
          <a:xfrm>
            <a:off x="0" y="0"/>
            <a:ext cx="18288000" cy="6217920"/>
          </a:xfrm>
          <a:custGeom>
            <a:rect b="b" l="l" r="r" t="t"/>
            <a:pathLst>
              <a:path extrusionOk="0" h="6217920" w="18288000">
                <a:moveTo>
                  <a:pt x="0" y="0"/>
                </a:moveTo>
                <a:lnTo>
                  <a:pt x="18288000" y="0"/>
                </a:lnTo>
                <a:lnTo>
                  <a:pt x="18288000" y="6217920"/>
                </a:lnTo>
                <a:lnTo>
                  <a:pt x="0" y="6217920"/>
                </a:lnTo>
                <a:lnTo>
                  <a:pt x="0" y="0"/>
                </a:lnTo>
                <a:close/>
              </a:path>
            </a:pathLst>
          </a:custGeom>
          <a:blipFill rotWithShape="1">
            <a:blip r:embed="rId3">
              <a:alphaModFix/>
            </a:blip>
            <a:stretch>
              <a:fillRect b="0" l="0" r="0" t="0"/>
            </a:stretch>
          </a:blipFill>
          <a:ln>
            <a:noFill/>
          </a:ln>
        </p:spPr>
      </p:sp>
      <p:grpSp>
        <p:nvGrpSpPr>
          <p:cNvPr id="293" name="Google Shape;293;p11"/>
          <p:cNvGrpSpPr/>
          <p:nvPr/>
        </p:nvGrpSpPr>
        <p:grpSpPr>
          <a:xfrm>
            <a:off x="14677737" y="6943540"/>
            <a:ext cx="2286000" cy="2521890"/>
            <a:chOff x="0" y="-28575"/>
            <a:chExt cx="3048000" cy="3362520"/>
          </a:xfrm>
        </p:grpSpPr>
        <p:sp>
          <p:nvSpPr>
            <p:cNvPr id="294" name="Google Shape;294;p11"/>
            <p:cNvSpPr/>
            <p:nvPr/>
          </p:nvSpPr>
          <p:spPr>
            <a:xfrm>
              <a:off x="0" y="0"/>
              <a:ext cx="3048000" cy="3232345"/>
            </a:xfrm>
            <a:custGeom>
              <a:rect b="b" l="l" r="r" t="t"/>
              <a:pathLst>
                <a:path extrusionOk="0" h="3232345" w="3048000">
                  <a:moveTo>
                    <a:pt x="0" y="0"/>
                  </a:moveTo>
                  <a:lnTo>
                    <a:pt x="3048000" y="0"/>
                  </a:lnTo>
                  <a:lnTo>
                    <a:pt x="3048000" y="3232345"/>
                  </a:lnTo>
                  <a:lnTo>
                    <a:pt x="0" y="3232345"/>
                  </a:lnTo>
                  <a:close/>
                </a:path>
              </a:pathLst>
            </a:custGeom>
            <a:solidFill>
              <a:srgbClr val="FF5757"/>
            </a:solidFill>
            <a:ln>
              <a:noFill/>
            </a:ln>
          </p:spPr>
        </p:sp>
        <p:sp>
          <p:nvSpPr>
            <p:cNvPr id="295" name="Google Shape;295;p11"/>
            <p:cNvSpPr/>
            <p:nvPr/>
          </p:nvSpPr>
          <p:spPr>
            <a:xfrm>
              <a:off x="0" y="0"/>
              <a:ext cx="3048000" cy="3333945"/>
            </a:xfrm>
            <a:custGeom>
              <a:rect b="b" l="l" r="r" t="t"/>
              <a:pathLst>
                <a:path extrusionOk="0" h="3333945" w="3048000">
                  <a:moveTo>
                    <a:pt x="0" y="3232345"/>
                  </a:moveTo>
                  <a:lnTo>
                    <a:pt x="3048000" y="3232345"/>
                  </a:lnTo>
                  <a:lnTo>
                    <a:pt x="2921000" y="3333945"/>
                  </a:lnTo>
                  <a:cubicBezTo>
                    <a:pt x="2921000" y="3333945"/>
                    <a:pt x="1930400" y="3257745"/>
                    <a:pt x="1828800" y="3257745"/>
                  </a:cubicBezTo>
                  <a:lnTo>
                    <a:pt x="1219200" y="3257745"/>
                  </a:lnTo>
                  <a:cubicBezTo>
                    <a:pt x="1117600" y="3257745"/>
                    <a:pt x="127000" y="3333945"/>
                    <a:pt x="127000" y="3333945"/>
                  </a:cubicBezTo>
                  <a:lnTo>
                    <a:pt x="0" y="3232345"/>
                  </a:lnTo>
                  <a:lnTo>
                    <a:pt x="0" y="0"/>
                  </a:lnTo>
                  <a:lnTo>
                    <a:pt x="3048000" y="0"/>
                  </a:lnTo>
                  <a:lnTo>
                    <a:pt x="3048000" y="3232345"/>
                  </a:lnTo>
                  <a:lnTo>
                    <a:pt x="12700" y="3232345"/>
                  </a:lnTo>
                  <a:lnTo>
                    <a:pt x="12700" y="3219645"/>
                  </a:lnTo>
                  <a:lnTo>
                    <a:pt x="3035300" y="3219645"/>
                  </a:lnTo>
                  <a:lnTo>
                    <a:pt x="3035300" y="12700"/>
                  </a:lnTo>
                  <a:lnTo>
                    <a:pt x="12700" y="12700"/>
                  </a:lnTo>
                  <a:lnTo>
                    <a:pt x="12700" y="3232345"/>
                  </a:lnTo>
                </a:path>
              </a:pathLst>
            </a:custGeom>
            <a:solidFill>
              <a:srgbClr val="394C60">
                <a:alpha val="784"/>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 name="Google Shape;296;p11"/>
            <p:cNvSpPr txBox="1"/>
            <p:nvPr/>
          </p:nvSpPr>
          <p:spPr>
            <a:xfrm>
              <a:off x="0" y="-28575"/>
              <a:ext cx="3048000" cy="2803720"/>
            </a:xfrm>
            <a:prstGeom prst="rect">
              <a:avLst/>
            </a:prstGeom>
            <a:noFill/>
            <a:ln>
              <a:noFill/>
            </a:ln>
          </p:spPr>
          <p:txBody>
            <a:bodyPr anchorCtr="0" anchor="t" bIns="203200" lIns="203200" spcFirstLastPara="1" rIns="203200" wrap="square" tIns="203200">
              <a:noAutofit/>
            </a:bodyPr>
            <a:lstStyle/>
            <a:p>
              <a:pPr indent="0" lvl="0" marL="0" marR="0" rtl="0" algn="l">
                <a:lnSpc>
                  <a:spcPct val="140000"/>
                </a:lnSpc>
                <a:spcBef>
                  <a:spcPts val="0"/>
                </a:spcBef>
                <a:spcAft>
                  <a:spcPts val="0"/>
                </a:spcAft>
                <a:buClr>
                  <a:srgbClr val="000000"/>
                </a:buClr>
                <a:buSzPts val="1400"/>
                <a:buFont typeface="Arial"/>
                <a:buNone/>
              </a:pPr>
              <a:r>
                <a:rPr b="0" i="0" lang="en-US" sz="1400" u="none" cap="none" strike="noStrike">
                  <a:solidFill>
                    <a:srgbClr val="000000"/>
                  </a:solidFill>
                  <a:latin typeface="Open Sans"/>
                  <a:ea typeface="Open Sans"/>
                  <a:cs typeface="Open Sans"/>
                  <a:sym typeface="Open Sans"/>
                </a:rPr>
                <a:t>Crearas la actividad donde los alumnos practicarán por sí solos los conocimientos abordados en esta sesión.</a:t>
              </a:r>
              <a:endParaRPr b="0" i="0" sz="14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1400"/>
                <a:buFont typeface="Arial"/>
                <a:buNone/>
              </a:pPr>
              <a:r>
                <a:t/>
              </a:r>
              <a:endParaRPr b="0" i="0" sz="1400" u="none" cap="none" strike="noStrike">
                <a:solidFill>
                  <a:srgbClr val="000000"/>
                </a:solidFill>
                <a:latin typeface="Open Sans"/>
                <a:ea typeface="Open Sans"/>
                <a:cs typeface="Open Sans"/>
                <a:sym typeface="Open Sans"/>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12"/>
          <p:cNvSpPr/>
          <p:nvPr/>
        </p:nvSpPr>
        <p:spPr>
          <a:xfrm>
            <a:off x="0" y="0"/>
            <a:ext cx="18288000" cy="10264140"/>
          </a:xfrm>
          <a:custGeom>
            <a:rect b="b" l="l" r="r" t="t"/>
            <a:pathLst>
              <a:path extrusionOk="0" h="10264140" w="18288000">
                <a:moveTo>
                  <a:pt x="0" y="0"/>
                </a:moveTo>
                <a:lnTo>
                  <a:pt x="18288000" y="0"/>
                </a:lnTo>
                <a:lnTo>
                  <a:pt x="18288000" y="10264140"/>
                </a:lnTo>
                <a:lnTo>
                  <a:pt x="0" y="10264140"/>
                </a:lnTo>
                <a:lnTo>
                  <a:pt x="0" y="0"/>
                </a:lnTo>
                <a:close/>
              </a:path>
            </a:pathLst>
          </a:custGeom>
          <a:blipFill rotWithShape="1">
            <a:blip r:embed="rId3">
              <a:alphaModFix/>
            </a:blip>
            <a:stretch>
              <a:fillRect b="0" l="0" r="0" t="0"/>
            </a:stretch>
          </a:blipFill>
          <a:ln>
            <a:noFill/>
          </a:ln>
        </p:spPr>
      </p:sp>
      <p:sp>
        <p:nvSpPr>
          <p:cNvPr id="302" name="Google Shape;302;p12"/>
          <p:cNvSpPr txBox="1"/>
          <p:nvPr/>
        </p:nvSpPr>
        <p:spPr>
          <a:xfrm>
            <a:off x="5655069" y="1667078"/>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303" name="Google Shape;303;p12"/>
          <p:cNvSpPr txBox="1"/>
          <p:nvPr/>
        </p:nvSpPr>
        <p:spPr>
          <a:xfrm>
            <a:off x="5655069" y="2460445"/>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304" name="Google Shape;304;p12"/>
          <p:cNvSpPr txBox="1"/>
          <p:nvPr/>
        </p:nvSpPr>
        <p:spPr>
          <a:xfrm>
            <a:off x="5655069" y="3475309"/>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305" name="Google Shape;305;p12"/>
          <p:cNvSpPr txBox="1"/>
          <p:nvPr/>
        </p:nvSpPr>
        <p:spPr>
          <a:xfrm>
            <a:off x="13953088" y="2091258"/>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306" name="Google Shape;306;p12"/>
          <p:cNvSpPr txBox="1"/>
          <p:nvPr/>
        </p:nvSpPr>
        <p:spPr>
          <a:xfrm>
            <a:off x="13953088" y="2884625"/>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307" name="Google Shape;307;p12"/>
          <p:cNvSpPr txBox="1"/>
          <p:nvPr/>
        </p:nvSpPr>
        <p:spPr>
          <a:xfrm>
            <a:off x="13953088" y="3680280"/>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308" name="Google Shape;308;p12"/>
          <p:cNvSpPr txBox="1"/>
          <p:nvPr/>
        </p:nvSpPr>
        <p:spPr>
          <a:xfrm>
            <a:off x="277231" y="5086350"/>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309" name="Google Shape;309;p12"/>
          <p:cNvSpPr txBox="1"/>
          <p:nvPr/>
        </p:nvSpPr>
        <p:spPr>
          <a:xfrm>
            <a:off x="277231" y="5853010"/>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310" name="Google Shape;310;p12"/>
          <p:cNvSpPr txBox="1"/>
          <p:nvPr/>
        </p:nvSpPr>
        <p:spPr>
          <a:xfrm>
            <a:off x="277231" y="6620090"/>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311" name="Google Shape;311;p12"/>
          <p:cNvSpPr txBox="1"/>
          <p:nvPr/>
        </p:nvSpPr>
        <p:spPr>
          <a:xfrm>
            <a:off x="277231" y="7600405"/>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312" name="Google Shape;312;p12"/>
          <p:cNvSpPr txBox="1"/>
          <p:nvPr/>
        </p:nvSpPr>
        <p:spPr>
          <a:xfrm>
            <a:off x="277231" y="8367485"/>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313" name="Google Shape;313;p12"/>
          <p:cNvSpPr txBox="1"/>
          <p:nvPr/>
        </p:nvSpPr>
        <p:spPr>
          <a:xfrm>
            <a:off x="277231" y="9201150"/>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314" name="Google Shape;314;p12"/>
          <p:cNvSpPr txBox="1"/>
          <p:nvPr/>
        </p:nvSpPr>
        <p:spPr>
          <a:xfrm>
            <a:off x="6406538" y="5074920"/>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315" name="Google Shape;315;p12"/>
          <p:cNvSpPr txBox="1"/>
          <p:nvPr/>
        </p:nvSpPr>
        <p:spPr>
          <a:xfrm>
            <a:off x="6406538" y="5853010"/>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316" name="Google Shape;316;p12"/>
          <p:cNvSpPr txBox="1"/>
          <p:nvPr/>
        </p:nvSpPr>
        <p:spPr>
          <a:xfrm>
            <a:off x="6406538" y="6648665"/>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317" name="Google Shape;317;p12"/>
          <p:cNvSpPr txBox="1"/>
          <p:nvPr/>
        </p:nvSpPr>
        <p:spPr>
          <a:xfrm>
            <a:off x="6406538" y="7444320"/>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318" name="Google Shape;318;p12"/>
          <p:cNvSpPr txBox="1"/>
          <p:nvPr/>
        </p:nvSpPr>
        <p:spPr>
          <a:xfrm>
            <a:off x="6406538" y="8367485"/>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319" name="Google Shape;319;p12"/>
          <p:cNvSpPr txBox="1"/>
          <p:nvPr/>
        </p:nvSpPr>
        <p:spPr>
          <a:xfrm>
            <a:off x="6406538" y="9201150"/>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320" name="Google Shape;320;p12"/>
          <p:cNvSpPr txBox="1"/>
          <p:nvPr/>
        </p:nvSpPr>
        <p:spPr>
          <a:xfrm>
            <a:off x="12538626" y="5074920"/>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321" name="Google Shape;321;p12"/>
          <p:cNvSpPr txBox="1"/>
          <p:nvPr/>
        </p:nvSpPr>
        <p:spPr>
          <a:xfrm>
            <a:off x="12538626" y="5853010"/>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322" name="Google Shape;322;p12"/>
          <p:cNvSpPr txBox="1"/>
          <p:nvPr/>
        </p:nvSpPr>
        <p:spPr>
          <a:xfrm>
            <a:off x="12538626" y="6648665"/>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323" name="Google Shape;323;p12"/>
          <p:cNvSpPr txBox="1"/>
          <p:nvPr/>
        </p:nvSpPr>
        <p:spPr>
          <a:xfrm>
            <a:off x="12538626" y="7444320"/>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324" name="Google Shape;324;p12"/>
          <p:cNvSpPr txBox="1"/>
          <p:nvPr/>
        </p:nvSpPr>
        <p:spPr>
          <a:xfrm>
            <a:off x="12538626" y="8367485"/>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
        <p:nvSpPr>
          <p:cNvPr id="325" name="Google Shape;325;p12"/>
          <p:cNvSpPr txBox="1"/>
          <p:nvPr/>
        </p:nvSpPr>
        <p:spPr>
          <a:xfrm>
            <a:off x="12538626" y="9163140"/>
            <a:ext cx="1502938" cy="48133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Clr>
                <a:srgbClr val="000000"/>
              </a:buClr>
              <a:buSzPts val="2799"/>
              <a:buFont typeface="Arial"/>
              <a:buNone/>
            </a:pPr>
            <a:r>
              <a:rPr b="0" i="0" lang="en-US" sz="2799" u="none" cap="none" strike="noStrike">
                <a:solidFill>
                  <a:srgbClr val="000000"/>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14"/>
          <p:cNvSpPr/>
          <p:nvPr/>
        </p:nvSpPr>
        <p:spPr>
          <a:xfrm>
            <a:off x="3861682" y="595298"/>
            <a:ext cx="10564636" cy="8663002"/>
          </a:xfrm>
          <a:custGeom>
            <a:rect b="b" l="l" r="r" t="t"/>
            <a:pathLst>
              <a:path extrusionOk="0" h="8663002" w="10564636">
                <a:moveTo>
                  <a:pt x="0" y="0"/>
                </a:moveTo>
                <a:lnTo>
                  <a:pt x="10564636" y="0"/>
                </a:lnTo>
                <a:lnTo>
                  <a:pt x="10564636" y="8663002"/>
                </a:lnTo>
                <a:lnTo>
                  <a:pt x="0" y="8663002"/>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15"/>
          <p:cNvSpPr/>
          <p:nvPr/>
        </p:nvSpPr>
        <p:spPr>
          <a:xfrm>
            <a:off x="814445" y="0"/>
            <a:ext cx="16659109" cy="10287000"/>
          </a:xfrm>
          <a:custGeom>
            <a:rect b="b" l="l" r="r" t="t"/>
            <a:pathLst>
              <a:path extrusionOk="0" h="10287000" w="16659109">
                <a:moveTo>
                  <a:pt x="0" y="0"/>
                </a:moveTo>
                <a:lnTo>
                  <a:pt x="16659110" y="0"/>
                </a:lnTo>
                <a:lnTo>
                  <a:pt x="16659110" y="10287000"/>
                </a:lnTo>
                <a:lnTo>
                  <a:pt x="0" y="10287000"/>
                </a:lnTo>
                <a:lnTo>
                  <a:pt x="0" y="0"/>
                </a:lnTo>
                <a:close/>
              </a:path>
            </a:pathLst>
          </a:custGeom>
          <a:blipFill rotWithShape="1">
            <a:blip r:embed="rId3">
              <a:alphaModFix/>
            </a:blip>
            <a:stretch>
              <a:fillRect b="0" l="0" r="0" t="0"/>
            </a:stretch>
          </a:blipFill>
          <a:ln>
            <a:noFill/>
          </a:ln>
        </p:spPr>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