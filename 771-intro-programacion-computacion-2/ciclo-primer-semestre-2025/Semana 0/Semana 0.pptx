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10287000" cx="18288000"/>
  <p:notesSz cx="6858000" cy="9144000"/>
  <p:embeddedFontLst>
    <p:embeddedFont>
      <p:font typeface="Play"/>
      <p:regular r:id="rId15"/>
      <p:bold r:id="rId16"/>
    </p:embeddedFont>
    <p:embeddedFont>
      <p:font typeface="Poppins"/>
      <p:regular r:id="rId17"/>
      <p:bold r:id="rId18"/>
      <p:italic r:id="rId19"/>
      <p:boldItalic r:id="rId20"/>
    </p:embeddedFont>
    <p:embeddedFont>
      <p:font typeface="Pacifico"/>
      <p:regular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jtkrDoW9YNMzFASP8GqvgmmUNL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acifico-regular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lay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regular.fntdata"/><Relationship Id="rId16" Type="http://schemas.openxmlformats.org/officeDocument/2006/relationships/font" Target="fonts/Play-bold.fntdata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30T12:05:38.411">
    <p:pos x="5910" y="564"/>
    <p:text>Hola, gracias por el avance, Favor indicar el link o las preguntas a realizar. Para que todos realicen la misma evaluacion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kf9AkoM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hyperlink" Target="https://quizizz.com/admin/quiz/683b5f1bc7c883738e43f86e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708863" y="2971033"/>
            <a:ext cx="16870275" cy="3235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la Programación y Computación 2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496029" y="9002119"/>
            <a:ext cx="1274721" cy="45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1832446" y="616001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493262" y="7308562"/>
            <a:ext cx="9061887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Escuela de Ingeniería en Ciencias y Sistemas</a:t>
            </a:r>
            <a:endParaRPr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Facultad de Ingeniería</a:t>
            </a:r>
            <a:endParaRPr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Universidad de San Carlos de Guatemala</a:t>
            </a:r>
            <a:endParaRPr/>
          </a:p>
          <a:p>
            <a:pPr indent="0" lvl="0" marL="0" marR="0" rtl="0" algn="just">
              <a:lnSpc>
                <a:spcPct val="1496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96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803986" y="4285689"/>
            <a:ext cx="8083225" cy="5548018"/>
            <a:chOff x="0" y="-66675"/>
            <a:chExt cx="2128915" cy="1461206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2128915" cy="1394531"/>
            </a:xfrm>
            <a:custGeom>
              <a:rect b="b" l="l" r="r" t="t"/>
              <a:pathLst>
                <a:path extrusionOk="0" h="1394531" w="2128915">
                  <a:moveTo>
                    <a:pt x="53635" y="0"/>
                  </a:moveTo>
                  <a:lnTo>
                    <a:pt x="2075280" y="0"/>
                  </a:lnTo>
                  <a:cubicBezTo>
                    <a:pt x="2104902" y="0"/>
                    <a:pt x="2128915" y="24013"/>
                    <a:pt x="2128915" y="53635"/>
                  </a:cubicBezTo>
                  <a:lnTo>
                    <a:pt x="2128915" y="1340896"/>
                  </a:lnTo>
                  <a:cubicBezTo>
                    <a:pt x="2128915" y="1355121"/>
                    <a:pt x="2123264" y="1368763"/>
                    <a:pt x="2113206" y="1378822"/>
                  </a:cubicBezTo>
                  <a:cubicBezTo>
                    <a:pt x="2103147" y="1388881"/>
                    <a:pt x="2089505" y="1394531"/>
                    <a:pt x="2075280" y="1394531"/>
                  </a:cubicBezTo>
                  <a:lnTo>
                    <a:pt x="53635" y="1394531"/>
                  </a:lnTo>
                  <a:cubicBezTo>
                    <a:pt x="39410" y="1394531"/>
                    <a:pt x="25768" y="1388881"/>
                    <a:pt x="15709" y="1378822"/>
                  </a:cubicBezTo>
                  <a:cubicBezTo>
                    <a:pt x="5651" y="1368763"/>
                    <a:pt x="0" y="1355121"/>
                    <a:pt x="0" y="1340896"/>
                  </a:cubicBezTo>
                  <a:lnTo>
                    <a:pt x="0" y="53635"/>
                  </a:lnTo>
                  <a:cubicBezTo>
                    <a:pt x="0" y="39410"/>
                    <a:pt x="5651" y="25768"/>
                    <a:pt x="15709" y="15709"/>
                  </a:cubicBezTo>
                  <a:cubicBezTo>
                    <a:pt x="25768" y="5651"/>
                    <a:pt x="39410" y="0"/>
                    <a:pt x="53635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-66675"/>
              <a:ext cx="2128915" cy="1461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1362522" y="775543"/>
            <a:ext cx="7524688" cy="2984640"/>
            <a:chOff x="0" y="-66675"/>
            <a:chExt cx="1981811" cy="78607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981811" cy="719403"/>
            </a:xfrm>
            <a:custGeom>
              <a:rect b="b" l="l" r="r" t="t"/>
              <a:pathLst>
                <a:path extrusionOk="0" h="719403" w="1981811">
                  <a:moveTo>
                    <a:pt x="57617" y="0"/>
                  </a:moveTo>
                  <a:lnTo>
                    <a:pt x="1924194" y="0"/>
                  </a:lnTo>
                  <a:cubicBezTo>
                    <a:pt x="1939475" y="0"/>
                    <a:pt x="1954130" y="6070"/>
                    <a:pt x="1964935" y="16876"/>
                  </a:cubicBezTo>
                  <a:cubicBezTo>
                    <a:pt x="1975740" y="27681"/>
                    <a:pt x="1981811" y="42336"/>
                    <a:pt x="1981811" y="57617"/>
                  </a:cubicBezTo>
                  <a:lnTo>
                    <a:pt x="1981811" y="661786"/>
                  </a:lnTo>
                  <a:cubicBezTo>
                    <a:pt x="1981811" y="677067"/>
                    <a:pt x="1975740" y="691722"/>
                    <a:pt x="1964935" y="702528"/>
                  </a:cubicBezTo>
                  <a:cubicBezTo>
                    <a:pt x="1954130" y="713333"/>
                    <a:pt x="1939475" y="719403"/>
                    <a:pt x="1924194" y="719403"/>
                  </a:cubicBezTo>
                  <a:lnTo>
                    <a:pt x="57617" y="719403"/>
                  </a:lnTo>
                  <a:cubicBezTo>
                    <a:pt x="42336" y="719403"/>
                    <a:pt x="27681" y="713333"/>
                    <a:pt x="16876" y="702528"/>
                  </a:cubicBezTo>
                  <a:cubicBezTo>
                    <a:pt x="6070" y="691722"/>
                    <a:pt x="0" y="677067"/>
                    <a:pt x="0" y="661786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66675"/>
              <a:ext cx="1981811" cy="786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1828069" y="514350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1828069" y="612750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828069" y="711574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828069" y="810398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1828069" y="89832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10019062" y="3760183"/>
            <a:ext cx="7240238" cy="4073841"/>
          </a:xfrm>
          <a:custGeom>
            <a:rect b="b" l="l" r="r" t="t"/>
            <a:pathLst>
              <a:path extrusionOk="0" h="4073841" w="7240238">
                <a:moveTo>
                  <a:pt x="0" y="0"/>
                </a:moveTo>
                <a:lnTo>
                  <a:pt x="7240238" y="0"/>
                </a:lnTo>
                <a:lnTo>
                  <a:pt x="7240238" y="4073841"/>
                </a:lnTo>
                <a:lnTo>
                  <a:pt x="0" y="4073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2670630" y="5155022"/>
            <a:ext cx="245423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 presento</a:t>
            </a:r>
            <a:endParaRPr/>
          </a:p>
        </p:txBody>
      </p:sp>
      <p:grpSp>
        <p:nvGrpSpPr>
          <p:cNvPr id="108" name="Google Shape;108;p2"/>
          <p:cNvGrpSpPr/>
          <p:nvPr/>
        </p:nvGrpSpPr>
        <p:grpSpPr>
          <a:xfrm>
            <a:off x="2054748" y="707903"/>
            <a:ext cx="6832578" cy="3120472"/>
            <a:chOff x="0" y="-95250"/>
            <a:chExt cx="9110103" cy="4160630"/>
          </a:xfrm>
        </p:grpSpPr>
        <p:sp>
          <p:nvSpPr>
            <p:cNvPr id="109" name="Google Shape;109;p2"/>
            <p:cNvSpPr txBox="1"/>
            <p:nvPr/>
          </p:nvSpPr>
          <p:spPr>
            <a:xfrm>
              <a:off x="3" y="986780"/>
              <a:ext cx="91101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EFDFD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2670630" y="6153720"/>
            <a:ext cx="552435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Presentación de estudiantes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670630" y="7110077"/>
            <a:ext cx="552435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 de Laboratorio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670630" y="8130208"/>
            <a:ext cx="583235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Evaluación de Conocimientos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2670630" y="9009472"/>
            <a:ext cx="552435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Despedida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3"/>
          <p:cNvGrpSpPr/>
          <p:nvPr/>
        </p:nvGrpSpPr>
        <p:grpSpPr>
          <a:xfrm>
            <a:off x="6700921" y="1733123"/>
            <a:ext cx="10876417" cy="7721111"/>
            <a:chOff x="0" y="-66675"/>
            <a:chExt cx="2864571" cy="2033544"/>
          </a:xfrm>
        </p:grpSpPr>
        <p:sp>
          <p:nvSpPr>
            <p:cNvPr id="120" name="Google Shape;120;p3"/>
            <p:cNvSpPr/>
            <p:nvPr/>
          </p:nvSpPr>
          <p:spPr>
            <a:xfrm>
              <a:off x="0" y="0"/>
              <a:ext cx="2864571" cy="1966869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0" y="-66675"/>
              <a:ext cx="2864571" cy="20335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803986" y="1733123"/>
            <a:ext cx="5264882" cy="7721111"/>
            <a:chOff x="0" y="-66675"/>
            <a:chExt cx="1386636" cy="2033544"/>
          </a:xfrm>
        </p:grpSpPr>
        <p:sp>
          <p:nvSpPr>
            <p:cNvPr id="123" name="Google Shape;123;p3"/>
            <p:cNvSpPr/>
            <p:nvPr/>
          </p:nvSpPr>
          <p:spPr>
            <a:xfrm>
              <a:off x="0" y="0"/>
              <a:ext cx="1386636" cy="1966869"/>
            </a:xfrm>
            <a:custGeom>
              <a:rect b="b" l="l" r="r" t="t"/>
              <a:pathLst>
                <a:path extrusionOk="0"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0" y="-66675"/>
              <a:ext cx="1386636" cy="20335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3"/>
          <p:cNvSpPr/>
          <p:nvPr/>
        </p:nvSpPr>
        <p:spPr>
          <a:xfrm>
            <a:off x="1363845" y="5143500"/>
            <a:ext cx="3995023" cy="3995023"/>
          </a:xfrm>
          <a:custGeom>
            <a:rect b="b" l="l" r="r" t="t"/>
            <a:pathLst>
              <a:path extrusionOk="0" h="3995023" w="3995023">
                <a:moveTo>
                  <a:pt x="0" y="0"/>
                </a:moveTo>
                <a:lnTo>
                  <a:pt x="3995023" y="0"/>
                </a:lnTo>
                <a:lnTo>
                  <a:pt x="3995023" y="3995023"/>
                </a:lnTo>
                <a:lnTo>
                  <a:pt x="0" y="3995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3"/>
          <p:cNvSpPr txBox="1"/>
          <p:nvPr/>
        </p:nvSpPr>
        <p:spPr>
          <a:xfrm>
            <a:off x="1363845" y="2439110"/>
            <a:ext cx="3472079" cy="1694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Conociendo al Auxiliar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7655160" y="2566685"/>
            <a:ext cx="9315752" cy="2156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Pues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7655160" y="4723553"/>
            <a:ext cx="7353298" cy="1241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Quien soy. . 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8861132" y="5662456"/>
            <a:ext cx="8982402" cy="4193344"/>
            <a:chOff x="0" y="-66675"/>
            <a:chExt cx="2365736" cy="1104420"/>
          </a:xfrm>
        </p:grpSpPr>
        <p:sp>
          <p:nvSpPr>
            <p:cNvPr id="134" name="Google Shape;134;p4"/>
            <p:cNvSpPr/>
            <p:nvPr/>
          </p:nvSpPr>
          <p:spPr>
            <a:xfrm>
              <a:off x="0" y="0"/>
              <a:ext cx="2365736" cy="1037745"/>
            </a:xfrm>
            <a:custGeom>
              <a:rect b="b" l="l" r="r" t="t"/>
              <a:pathLst>
                <a:path extrusionOk="0" h="1037745" w="2365736">
                  <a:moveTo>
                    <a:pt x="48266" y="0"/>
                  </a:moveTo>
                  <a:lnTo>
                    <a:pt x="2317469" y="0"/>
                  </a:lnTo>
                  <a:cubicBezTo>
                    <a:pt x="2344126" y="0"/>
                    <a:pt x="2365736" y="21610"/>
                    <a:pt x="2365736" y="48266"/>
                  </a:cubicBezTo>
                  <a:lnTo>
                    <a:pt x="2365736" y="989478"/>
                  </a:lnTo>
                  <a:cubicBezTo>
                    <a:pt x="2365736" y="1016135"/>
                    <a:pt x="2344126" y="1037745"/>
                    <a:pt x="2317469" y="1037745"/>
                  </a:cubicBezTo>
                  <a:lnTo>
                    <a:pt x="48266" y="1037745"/>
                  </a:lnTo>
                  <a:cubicBezTo>
                    <a:pt x="21610" y="1037745"/>
                    <a:pt x="0" y="1016135"/>
                    <a:pt x="0" y="989478"/>
                  </a:cubicBezTo>
                  <a:lnTo>
                    <a:pt x="0" y="48266"/>
                  </a:lnTo>
                  <a:cubicBezTo>
                    <a:pt x="0" y="21610"/>
                    <a:pt x="21610" y="0"/>
                    <a:pt x="48266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0" y="-66675"/>
              <a:ext cx="2365736" cy="1104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4"/>
          <p:cNvSpPr/>
          <p:nvPr/>
        </p:nvSpPr>
        <p:spPr>
          <a:xfrm>
            <a:off x="465185" y="263964"/>
            <a:ext cx="10905591" cy="5329595"/>
          </a:xfrm>
          <a:custGeom>
            <a:rect b="b" l="l" r="r" t="t"/>
            <a:pathLst>
              <a:path extrusionOk="0" h="5329595" w="10905591">
                <a:moveTo>
                  <a:pt x="0" y="0"/>
                </a:moveTo>
                <a:lnTo>
                  <a:pt x="10905591" y="0"/>
                </a:lnTo>
                <a:lnTo>
                  <a:pt x="10905591" y="5329595"/>
                </a:lnTo>
                <a:lnTo>
                  <a:pt x="0" y="53295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54" l="0" r="0" t="-1154"/>
            </a:stretch>
          </a:blipFill>
          <a:ln>
            <a:noFill/>
          </a:ln>
        </p:spPr>
      </p:sp>
      <p:sp>
        <p:nvSpPr>
          <p:cNvPr id="137" name="Google Shape;137;p4"/>
          <p:cNvSpPr txBox="1"/>
          <p:nvPr/>
        </p:nvSpPr>
        <p:spPr>
          <a:xfrm>
            <a:off x="9187106" y="7089197"/>
            <a:ext cx="8656428" cy="2162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5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143" name="Google Shape;143;p5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5"/>
          <p:cNvGrpSpPr/>
          <p:nvPr/>
        </p:nvGrpSpPr>
        <p:grpSpPr>
          <a:xfrm>
            <a:off x="819952" y="543116"/>
            <a:ext cx="16648096" cy="2700564"/>
            <a:chOff x="0" y="-38100"/>
            <a:chExt cx="4384684" cy="711260"/>
          </a:xfrm>
        </p:grpSpPr>
        <p:sp>
          <p:nvSpPr>
            <p:cNvPr id="146" name="Google Shape;146;p5"/>
            <p:cNvSpPr/>
            <p:nvPr/>
          </p:nvSpPr>
          <p:spPr>
            <a:xfrm>
              <a:off x="0" y="0"/>
              <a:ext cx="4384684" cy="673160"/>
            </a:xfrm>
            <a:custGeom>
              <a:rect b="b" l="l" r="r" t="t"/>
              <a:pathLst>
                <a:path extrusionOk="0" h="673160" w="4384684">
                  <a:moveTo>
                    <a:pt x="26042" y="0"/>
                  </a:moveTo>
                  <a:lnTo>
                    <a:pt x="4358642" y="0"/>
                  </a:lnTo>
                  <a:cubicBezTo>
                    <a:pt x="4365548" y="0"/>
                    <a:pt x="4372172" y="2744"/>
                    <a:pt x="4377056" y="7627"/>
                  </a:cubicBezTo>
                  <a:cubicBezTo>
                    <a:pt x="4381940" y="12511"/>
                    <a:pt x="4384684" y="19135"/>
                    <a:pt x="4384684" y="26042"/>
                  </a:cubicBezTo>
                  <a:lnTo>
                    <a:pt x="4384684" y="647118"/>
                  </a:lnTo>
                  <a:cubicBezTo>
                    <a:pt x="4384684" y="654024"/>
                    <a:pt x="4381940" y="660648"/>
                    <a:pt x="4377056" y="665532"/>
                  </a:cubicBezTo>
                  <a:cubicBezTo>
                    <a:pt x="4372172" y="670416"/>
                    <a:pt x="4365548" y="673160"/>
                    <a:pt x="4358642" y="673160"/>
                  </a:cubicBezTo>
                  <a:lnTo>
                    <a:pt x="26042" y="673160"/>
                  </a:lnTo>
                  <a:cubicBezTo>
                    <a:pt x="19135" y="673160"/>
                    <a:pt x="12511" y="670416"/>
                    <a:pt x="7627" y="665532"/>
                  </a:cubicBezTo>
                  <a:cubicBezTo>
                    <a:pt x="2744" y="660648"/>
                    <a:pt x="0" y="654024"/>
                    <a:pt x="0" y="647118"/>
                  </a:cubicBezTo>
                  <a:lnTo>
                    <a:pt x="0" y="26042"/>
                  </a:lnTo>
                  <a:cubicBezTo>
                    <a:pt x="0" y="19135"/>
                    <a:pt x="2744" y="12511"/>
                    <a:pt x="7627" y="7627"/>
                  </a:cubicBezTo>
                  <a:cubicBezTo>
                    <a:pt x="12511" y="2744"/>
                    <a:pt x="19135" y="0"/>
                    <a:pt x="26042" y="0"/>
                  </a:cubicBez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0" y="-38100"/>
              <a:ext cx="4384684" cy="71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5"/>
          <p:cNvSpPr/>
          <p:nvPr/>
        </p:nvSpPr>
        <p:spPr>
          <a:xfrm>
            <a:off x="12807428" y="6535300"/>
            <a:ext cx="4644653" cy="3110185"/>
          </a:xfrm>
          <a:custGeom>
            <a:rect b="b" l="l" r="r" t="t"/>
            <a:pathLst>
              <a:path extrusionOk="0" h="3110185" w="4644653">
                <a:moveTo>
                  <a:pt x="0" y="0"/>
                </a:moveTo>
                <a:lnTo>
                  <a:pt x="4644653" y="0"/>
                </a:lnTo>
                <a:lnTo>
                  <a:pt x="4644653" y="3110185"/>
                </a:lnTo>
                <a:lnTo>
                  <a:pt x="0" y="3110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687" r="-9687" t="0"/>
            </a:stretch>
          </a:blipFill>
          <a:ln>
            <a:noFill/>
          </a:ln>
        </p:spPr>
      </p:sp>
      <p:sp>
        <p:nvSpPr>
          <p:cNvPr id="149" name="Google Shape;149;p5"/>
          <p:cNvSpPr txBox="1"/>
          <p:nvPr/>
        </p:nvSpPr>
        <p:spPr>
          <a:xfrm>
            <a:off x="692575" y="880901"/>
            <a:ext cx="166482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1405200" y="3789800"/>
            <a:ext cx="15854100" cy="31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https://create.kahoot.it/share/ripasso-java-1/ca31c163-252b-4234-802c-fc1725bbf1d2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1405193" y="7308562"/>
            <a:ext cx="9061887" cy="51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Acá esta el kahoot por si lo quieren modificar.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6"/>
          <p:cNvGrpSpPr/>
          <p:nvPr/>
        </p:nvGrpSpPr>
        <p:grpSpPr>
          <a:xfrm>
            <a:off x="501071" y="559943"/>
            <a:ext cx="7145508" cy="4053091"/>
            <a:chOff x="0" y="-66675"/>
            <a:chExt cx="1881944" cy="1067481"/>
          </a:xfrm>
        </p:grpSpPr>
        <p:sp>
          <p:nvSpPr>
            <p:cNvPr id="157" name="Google Shape;157;p6"/>
            <p:cNvSpPr/>
            <p:nvPr/>
          </p:nvSpPr>
          <p:spPr>
            <a:xfrm>
              <a:off x="0" y="0"/>
              <a:ext cx="1881944" cy="1000806"/>
            </a:xfrm>
            <a:custGeom>
              <a:rect b="b" l="l" r="r" t="t"/>
              <a:pathLst>
                <a:path extrusionOk="0" h="1000806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940132"/>
                  </a:lnTo>
                  <a:cubicBezTo>
                    <a:pt x="1881944" y="956223"/>
                    <a:pt x="1875552" y="971656"/>
                    <a:pt x="1864173" y="983035"/>
                  </a:cubicBezTo>
                  <a:cubicBezTo>
                    <a:pt x="1852795" y="994413"/>
                    <a:pt x="1837362" y="1000806"/>
                    <a:pt x="1821270" y="1000806"/>
                  </a:cubicBezTo>
                  <a:lnTo>
                    <a:pt x="60674" y="1000806"/>
                  </a:lnTo>
                  <a:cubicBezTo>
                    <a:pt x="27165" y="1000806"/>
                    <a:pt x="0" y="973641"/>
                    <a:pt x="0" y="940132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6"/>
            <p:cNvSpPr txBox="1"/>
            <p:nvPr/>
          </p:nvSpPr>
          <p:spPr>
            <a:xfrm>
              <a:off x="0" y="-66675"/>
              <a:ext cx="1881944" cy="1067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6"/>
          <p:cNvGrpSpPr/>
          <p:nvPr/>
        </p:nvGrpSpPr>
        <p:grpSpPr>
          <a:xfrm>
            <a:off x="9304794" y="869097"/>
            <a:ext cx="7145508" cy="3434783"/>
            <a:chOff x="0" y="-66675"/>
            <a:chExt cx="1881944" cy="904634"/>
          </a:xfrm>
        </p:grpSpPr>
        <p:sp>
          <p:nvSpPr>
            <p:cNvPr id="160" name="Google Shape;160;p6"/>
            <p:cNvSpPr/>
            <p:nvPr/>
          </p:nvSpPr>
          <p:spPr>
            <a:xfrm>
              <a:off x="0" y="0"/>
              <a:ext cx="1881944" cy="837959"/>
            </a:xfrm>
            <a:custGeom>
              <a:rect b="b" l="l" r="r" t="t"/>
              <a:pathLst>
                <a:path extrusionOk="0" h="837959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777285"/>
                  </a:lnTo>
                  <a:cubicBezTo>
                    <a:pt x="1881944" y="810795"/>
                    <a:pt x="1854780" y="837959"/>
                    <a:pt x="1821270" y="837959"/>
                  </a:cubicBezTo>
                  <a:lnTo>
                    <a:pt x="60674" y="837959"/>
                  </a:lnTo>
                  <a:cubicBezTo>
                    <a:pt x="27165" y="837959"/>
                    <a:pt x="0" y="810795"/>
                    <a:pt x="0" y="777285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0" y="-66675"/>
              <a:ext cx="1881944" cy="904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6"/>
          <p:cNvSpPr/>
          <p:nvPr/>
        </p:nvSpPr>
        <p:spPr>
          <a:xfrm>
            <a:off x="6020142" y="1469903"/>
            <a:ext cx="1626436" cy="1626436"/>
          </a:xfrm>
          <a:custGeom>
            <a:rect b="b" l="l" r="r" t="t"/>
            <a:pathLst>
              <a:path extrusionOk="0" h="1626436" w="1626436">
                <a:moveTo>
                  <a:pt x="0" y="0"/>
                </a:moveTo>
                <a:lnTo>
                  <a:pt x="1626436" y="0"/>
                </a:lnTo>
                <a:lnTo>
                  <a:pt x="1626436" y="1626436"/>
                </a:lnTo>
                <a:lnTo>
                  <a:pt x="0" y="1626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6"/>
          <p:cNvSpPr txBox="1"/>
          <p:nvPr/>
        </p:nvSpPr>
        <p:spPr>
          <a:xfrm>
            <a:off x="803974" y="1361375"/>
            <a:ext cx="56415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1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9568609" y="1298453"/>
            <a:ext cx="661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FEFDFD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/>
          </a:p>
          <a:p>
            <a:pPr indent="0" lvl="0" marL="0" marR="0" rtl="0" algn="ctr">
              <a:lnSpc>
                <a:spcPct val="17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FEFDFD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6"/>
          <p:cNvSpPr txBox="1"/>
          <p:nvPr/>
        </p:nvSpPr>
        <p:spPr>
          <a:xfrm>
            <a:off x="14141311" y="6461503"/>
            <a:ext cx="3238236" cy="218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/>
          </a:p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56614" y="4488814"/>
            <a:ext cx="5365079" cy="5306551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6"/>
          <p:cNvSpPr txBox="1"/>
          <p:nvPr/>
        </p:nvSpPr>
        <p:spPr>
          <a:xfrm>
            <a:off x="1143435" y="5685306"/>
            <a:ext cx="4171064" cy="370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7"/>
          <p:cNvGrpSpPr/>
          <p:nvPr/>
        </p:nvGrpSpPr>
        <p:grpSpPr>
          <a:xfrm>
            <a:off x="803986" y="1641567"/>
            <a:ext cx="7145508" cy="7980397"/>
            <a:chOff x="0" y="-66675"/>
            <a:chExt cx="1881944" cy="2101833"/>
          </a:xfrm>
        </p:grpSpPr>
        <p:sp>
          <p:nvSpPr>
            <p:cNvPr id="174" name="Google Shape;174;p7"/>
            <p:cNvSpPr/>
            <p:nvPr/>
          </p:nvSpPr>
          <p:spPr>
            <a:xfrm>
              <a:off x="0" y="0"/>
              <a:ext cx="1881944" cy="2035158"/>
            </a:xfrm>
            <a:custGeom>
              <a:rect b="b" l="l" r="r" t="t"/>
              <a:pathLst>
                <a:path extrusionOk="0" h="2035158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1974484"/>
                  </a:lnTo>
                  <a:cubicBezTo>
                    <a:pt x="1881944" y="1990575"/>
                    <a:pt x="1875552" y="2006008"/>
                    <a:pt x="1864173" y="2017387"/>
                  </a:cubicBezTo>
                  <a:cubicBezTo>
                    <a:pt x="1852795" y="2028765"/>
                    <a:pt x="1837362" y="2035158"/>
                    <a:pt x="1821270" y="2035158"/>
                  </a:cubicBezTo>
                  <a:lnTo>
                    <a:pt x="60674" y="2035158"/>
                  </a:lnTo>
                  <a:cubicBezTo>
                    <a:pt x="27165" y="2035158"/>
                    <a:pt x="0" y="2007993"/>
                    <a:pt x="0" y="1974484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 txBox="1"/>
            <p:nvPr/>
          </p:nvSpPr>
          <p:spPr>
            <a:xfrm>
              <a:off x="0" y="-66675"/>
              <a:ext cx="1881944" cy="2101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7"/>
          <p:cNvGrpSpPr/>
          <p:nvPr/>
        </p:nvGrpSpPr>
        <p:grpSpPr>
          <a:xfrm>
            <a:off x="8661704" y="4933170"/>
            <a:ext cx="8825903" cy="3519092"/>
            <a:chOff x="0" y="-66675"/>
            <a:chExt cx="2324518" cy="926839"/>
          </a:xfrm>
        </p:grpSpPr>
        <p:sp>
          <p:nvSpPr>
            <p:cNvPr id="177" name="Google Shape;177;p7"/>
            <p:cNvSpPr/>
            <p:nvPr/>
          </p:nvSpPr>
          <p:spPr>
            <a:xfrm>
              <a:off x="0" y="0"/>
              <a:ext cx="2324518" cy="860164"/>
            </a:xfrm>
            <a:custGeom>
              <a:rect b="b" l="l" r="r" t="t"/>
              <a:pathLst>
                <a:path extrusionOk="0" h="860164" w="2324518">
                  <a:moveTo>
                    <a:pt x="36842" y="0"/>
                  </a:moveTo>
                  <a:lnTo>
                    <a:pt x="2287676" y="0"/>
                  </a:lnTo>
                  <a:cubicBezTo>
                    <a:pt x="2308023" y="0"/>
                    <a:pt x="2324518" y="16495"/>
                    <a:pt x="2324518" y="36842"/>
                  </a:cubicBezTo>
                  <a:lnTo>
                    <a:pt x="2324518" y="823322"/>
                  </a:lnTo>
                  <a:cubicBezTo>
                    <a:pt x="2324518" y="843670"/>
                    <a:pt x="2308023" y="860164"/>
                    <a:pt x="2287676" y="860164"/>
                  </a:cubicBezTo>
                  <a:lnTo>
                    <a:pt x="36842" y="860164"/>
                  </a:lnTo>
                  <a:cubicBezTo>
                    <a:pt x="16495" y="860164"/>
                    <a:pt x="0" y="843670"/>
                    <a:pt x="0" y="823322"/>
                  </a:cubicBezTo>
                  <a:lnTo>
                    <a:pt x="0" y="36842"/>
                  </a:lnTo>
                  <a:cubicBezTo>
                    <a:pt x="0" y="16495"/>
                    <a:pt x="16495" y="0"/>
                    <a:pt x="36842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7"/>
            <p:cNvSpPr txBox="1"/>
            <p:nvPr/>
          </p:nvSpPr>
          <p:spPr>
            <a:xfrm>
              <a:off x="0" y="-66675"/>
              <a:ext cx="2324518" cy="9268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u="sng">
                  <a:solidFill>
                    <a:srgbClr val="FFF2CC"/>
                  </a:solidFill>
                  <a:latin typeface="Pacifico"/>
                  <a:ea typeface="Pacifico"/>
                  <a:cs typeface="Pacifico"/>
                  <a:sym typeface="Pacifico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Quizz</a:t>
              </a:r>
              <a:endParaRPr i="0" sz="6000" u="sng" cap="none" strike="noStrike">
                <a:solidFill>
                  <a:srgbClr val="FFF2CC"/>
                </a:solidFill>
                <a:latin typeface="Pacifico"/>
                <a:ea typeface="Pacifico"/>
                <a:cs typeface="Pacifico"/>
                <a:sym typeface="Pacifico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8690739" y="297566"/>
            <a:ext cx="8825903" cy="4076286"/>
            <a:chOff x="0" y="-66675"/>
            <a:chExt cx="2324518" cy="1073590"/>
          </a:xfrm>
        </p:grpSpPr>
        <p:sp>
          <p:nvSpPr>
            <p:cNvPr id="180" name="Google Shape;180;p7"/>
            <p:cNvSpPr/>
            <p:nvPr/>
          </p:nvSpPr>
          <p:spPr>
            <a:xfrm>
              <a:off x="0" y="0"/>
              <a:ext cx="2324518" cy="1006915"/>
            </a:xfrm>
            <a:custGeom>
              <a:rect b="b" l="l" r="r" t="t"/>
              <a:pathLst>
                <a:path extrusionOk="0" h="1006915" w="2324518">
                  <a:moveTo>
                    <a:pt x="49122" y="0"/>
                  </a:moveTo>
                  <a:lnTo>
                    <a:pt x="2275395" y="0"/>
                  </a:lnTo>
                  <a:cubicBezTo>
                    <a:pt x="2288423" y="0"/>
                    <a:pt x="2300918" y="5175"/>
                    <a:pt x="2310130" y="14388"/>
                  </a:cubicBezTo>
                  <a:cubicBezTo>
                    <a:pt x="2319342" y="23600"/>
                    <a:pt x="2324518" y="36094"/>
                    <a:pt x="2324518" y="49122"/>
                  </a:cubicBezTo>
                  <a:lnTo>
                    <a:pt x="2324518" y="957793"/>
                  </a:lnTo>
                  <a:cubicBezTo>
                    <a:pt x="2324518" y="970821"/>
                    <a:pt x="2319342" y="983315"/>
                    <a:pt x="2310130" y="992527"/>
                  </a:cubicBezTo>
                  <a:cubicBezTo>
                    <a:pt x="2300918" y="1001739"/>
                    <a:pt x="2288423" y="1006915"/>
                    <a:pt x="2275395" y="1006915"/>
                  </a:cubicBezTo>
                  <a:lnTo>
                    <a:pt x="49122" y="1006915"/>
                  </a:lnTo>
                  <a:cubicBezTo>
                    <a:pt x="36094" y="1006915"/>
                    <a:pt x="23600" y="1001739"/>
                    <a:pt x="14388" y="992527"/>
                  </a:cubicBezTo>
                  <a:cubicBezTo>
                    <a:pt x="5175" y="983315"/>
                    <a:pt x="0" y="970821"/>
                    <a:pt x="0" y="957793"/>
                  </a:cubicBezTo>
                  <a:lnTo>
                    <a:pt x="0" y="49122"/>
                  </a:lnTo>
                  <a:cubicBezTo>
                    <a:pt x="0" y="36094"/>
                    <a:pt x="5175" y="23600"/>
                    <a:pt x="14388" y="14388"/>
                  </a:cubicBezTo>
                  <a:cubicBezTo>
                    <a:pt x="23600" y="5175"/>
                    <a:pt x="36094" y="0"/>
                    <a:pt x="491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0" y="-66675"/>
              <a:ext cx="2324518" cy="10735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7"/>
          <p:cNvSpPr/>
          <p:nvPr/>
        </p:nvSpPr>
        <p:spPr>
          <a:xfrm>
            <a:off x="15809561" y="6819295"/>
            <a:ext cx="1169701" cy="1169701"/>
          </a:xfrm>
          <a:custGeom>
            <a:rect b="b" l="l" r="r" t="t"/>
            <a:pathLst>
              <a:path extrusionOk="0" h="1169701" w="1169701">
                <a:moveTo>
                  <a:pt x="0" y="0"/>
                </a:moveTo>
                <a:lnTo>
                  <a:pt x="1169701" y="0"/>
                </a:lnTo>
                <a:lnTo>
                  <a:pt x="1169701" y="1169701"/>
                </a:lnTo>
                <a:lnTo>
                  <a:pt x="0" y="1169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7"/>
          <p:cNvSpPr/>
          <p:nvPr/>
        </p:nvSpPr>
        <p:spPr>
          <a:xfrm>
            <a:off x="1198260" y="2579865"/>
            <a:ext cx="6356958" cy="6356958"/>
          </a:xfrm>
          <a:custGeom>
            <a:rect b="b" l="l" r="r" t="t"/>
            <a:pathLst>
              <a:path extrusionOk="0"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7"/>
          <p:cNvSpPr txBox="1"/>
          <p:nvPr/>
        </p:nvSpPr>
        <p:spPr>
          <a:xfrm>
            <a:off x="9382479" y="896561"/>
            <a:ext cx="73845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</a:t>
            </a: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Conocimientos</a:t>
            </a: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del nuevo curso</a:t>
            </a:r>
            <a:endParaRPr sz="6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8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190" name="Google Shape;190;p8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8"/>
          <p:cNvSpPr txBox="1"/>
          <p:nvPr/>
        </p:nvSpPr>
        <p:spPr>
          <a:xfrm>
            <a:off x="3043801" y="3332378"/>
            <a:ext cx="12179177" cy="3833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8496029" y="9002119"/>
            <a:ext cx="1274721" cy="45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5222978" y="349538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69"/>
                </a:lnTo>
                <a:lnTo>
                  <a:pt x="0" y="3770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8"/>
          <p:cNvSpPr txBox="1"/>
          <p:nvPr/>
        </p:nvSpPr>
        <p:spPr>
          <a:xfrm>
            <a:off x="5780894" y="7204079"/>
            <a:ext cx="6704991" cy="961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