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Play"/>
      <p:regular r:id="rId16"/>
      <p:bold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Pacifico"/>
      <p:regular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aufAhctZN4cymnSO1t8zZSuK9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acific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a55ec31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6a55ec3121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a55ec3121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6a55ec3121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a55ec312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6a55ec3121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quizizz.com/admin/quiz/683b5f1bc7c883738e43f86e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 txBox="1"/>
          <p:nvPr/>
        </p:nvSpPr>
        <p:spPr>
          <a:xfrm>
            <a:off x="708863" y="2971033"/>
            <a:ext cx="16870275" cy="3235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29"/>
              <a:buFont typeface="Arial"/>
              <a:buNone/>
            </a:pPr>
            <a:r>
              <a:rPr b="1" i="0" lang="en-US" sz="90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la Programación y Computación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2"/>
              <a:buFont typeface="Arial"/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1832446" y="616001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493262" y="7308562"/>
            <a:ext cx="9061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Escuela de Ingeniería en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Facultad de Ingeniería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96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t/>
            </a:r>
            <a:endParaRPr b="0" i="0" sz="28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96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t/>
            </a:r>
            <a:endParaRPr b="0" i="0" sz="28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803986" y="4285689"/>
            <a:ext cx="8083225" cy="5548018"/>
            <a:chOff x="0" y="-66675"/>
            <a:chExt cx="2128915" cy="1461206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2128915" cy="1394531"/>
            </a:xfrm>
            <a:custGeom>
              <a:rect b="b" l="l" r="r" t="t"/>
              <a:pathLst>
                <a:path extrusionOk="0" h="1394531" w="2128915">
                  <a:moveTo>
                    <a:pt x="53635" y="0"/>
                  </a:moveTo>
                  <a:lnTo>
                    <a:pt x="2075280" y="0"/>
                  </a:lnTo>
                  <a:cubicBezTo>
                    <a:pt x="2104902" y="0"/>
                    <a:pt x="2128915" y="24013"/>
                    <a:pt x="2128915" y="53635"/>
                  </a:cubicBezTo>
                  <a:lnTo>
                    <a:pt x="2128915" y="1340896"/>
                  </a:lnTo>
                  <a:cubicBezTo>
                    <a:pt x="2128915" y="1355121"/>
                    <a:pt x="2123264" y="1368763"/>
                    <a:pt x="2113206" y="1378822"/>
                  </a:cubicBezTo>
                  <a:cubicBezTo>
                    <a:pt x="2103147" y="1388881"/>
                    <a:pt x="2089505" y="1394531"/>
                    <a:pt x="2075280" y="1394531"/>
                  </a:cubicBezTo>
                  <a:lnTo>
                    <a:pt x="53635" y="1394531"/>
                  </a:lnTo>
                  <a:cubicBezTo>
                    <a:pt x="39410" y="1394531"/>
                    <a:pt x="25768" y="1388881"/>
                    <a:pt x="15709" y="1378822"/>
                  </a:cubicBezTo>
                  <a:cubicBezTo>
                    <a:pt x="5651" y="1368763"/>
                    <a:pt x="0" y="1355121"/>
                    <a:pt x="0" y="1340896"/>
                  </a:cubicBezTo>
                  <a:lnTo>
                    <a:pt x="0" y="53635"/>
                  </a:lnTo>
                  <a:cubicBezTo>
                    <a:pt x="0" y="39410"/>
                    <a:pt x="5651" y="25768"/>
                    <a:pt x="15709" y="15709"/>
                  </a:cubicBezTo>
                  <a:cubicBezTo>
                    <a:pt x="25768" y="5651"/>
                    <a:pt x="39410" y="0"/>
                    <a:pt x="53635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-66675"/>
              <a:ext cx="2128915" cy="1461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1362522" y="775543"/>
            <a:ext cx="7524688" cy="2984640"/>
            <a:chOff x="0" y="-66675"/>
            <a:chExt cx="1981811" cy="78607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981811" cy="719403"/>
            </a:xfrm>
            <a:custGeom>
              <a:rect b="b" l="l" r="r" t="t"/>
              <a:pathLst>
                <a:path extrusionOk="0" h="719403" w="1981811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1828069" y="514350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1828069" y="612750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828069" y="711574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/>
          <p:nvPr/>
        </p:nvSpPr>
        <p:spPr>
          <a:xfrm>
            <a:off x="1828069" y="810398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1828069" y="89832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10019062" y="3760183"/>
            <a:ext cx="7240238" cy="4073841"/>
          </a:xfrm>
          <a:custGeom>
            <a:rect b="b" l="l" r="r" t="t"/>
            <a:pathLst>
              <a:path extrusionOk="0" h="4073841" w="7240238">
                <a:moveTo>
                  <a:pt x="0" y="0"/>
                </a:moveTo>
                <a:lnTo>
                  <a:pt x="7240238" y="0"/>
                </a:lnTo>
                <a:lnTo>
                  <a:pt x="7240238" y="4073841"/>
                </a:lnTo>
                <a:lnTo>
                  <a:pt x="0" y="4073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2670630" y="5155022"/>
            <a:ext cx="245423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 presento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2054748" y="707903"/>
            <a:ext cx="6832578" cy="3120472"/>
            <a:chOff x="0" y="-95250"/>
            <a:chExt cx="9110103" cy="4160630"/>
          </a:xfrm>
        </p:grpSpPr>
        <p:sp>
          <p:nvSpPr>
            <p:cNvPr id="109" name="Google Shape;109;p2"/>
            <p:cNvSpPr txBox="1"/>
            <p:nvPr/>
          </p:nvSpPr>
          <p:spPr>
            <a:xfrm>
              <a:off x="3" y="986780"/>
              <a:ext cx="91101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FEFDFD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2670630" y="6153720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670630" y="7110077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Programa de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2670630" y="8130208"/>
            <a:ext cx="583235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Evaluación de Conocimientos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2670630" y="9009472"/>
            <a:ext cx="552435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Despedida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36a55ec3121_1_0"/>
          <p:cNvGrpSpPr/>
          <p:nvPr/>
        </p:nvGrpSpPr>
        <p:grpSpPr>
          <a:xfrm>
            <a:off x="6700921" y="1733121"/>
            <a:ext cx="10876979" cy="7721163"/>
            <a:chOff x="0" y="-66675"/>
            <a:chExt cx="2864700" cy="2033544"/>
          </a:xfrm>
        </p:grpSpPr>
        <p:sp>
          <p:nvSpPr>
            <p:cNvPr id="120" name="Google Shape;120;g36a55ec3121_1_0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6a55ec3121_1_0"/>
            <p:cNvSpPr txBox="1"/>
            <p:nvPr/>
          </p:nvSpPr>
          <p:spPr>
            <a:xfrm>
              <a:off x="0" y="-66675"/>
              <a:ext cx="28647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g36a55ec3121_1_0"/>
          <p:cNvGrpSpPr/>
          <p:nvPr/>
        </p:nvGrpSpPr>
        <p:grpSpPr>
          <a:xfrm>
            <a:off x="803986" y="1733121"/>
            <a:ext cx="5264918" cy="7721163"/>
            <a:chOff x="0" y="-66675"/>
            <a:chExt cx="1386636" cy="2033544"/>
          </a:xfrm>
        </p:grpSpPr>
        <p:sp>
          <p:nvSpPr>
            <p:cNvPr id="123" name="Google Shape;123;g36a55ec3121_1_0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6a55ec3121_1_0"/>
            <p:cNvSpPr txBox="1"/>
            <p:nvPr/>
          </p:nvSpPr>
          <p:spPr>
            <a:xfrm>
              <a:off x="0" y="-66675"/>
              <a:ext cx="13866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g36a55ec3121_1_0"/>
          <p:cNvSpPr/>
          <p:nvPr/>
        </p:nvSpPr>
        <p:spPr>
          <a:xfrm>
            <a:off x="1363845" y="5143500"/>
            <a:ext cx="3995023" cy="3995023"/>
          </a:xfrm>
          <a:custGeom>
            <a:rect b="b" l="l" r="r" t="t"/>
            <a:pathLst>
              <a:path extrusionOk="0" h="3995023" w="3995023">
                <a:moveTo>
                  <a:pt x="0" y="0"/>
                </a:moveTo>
                <a:lnTo>
                  <a:pt x="3995023" y="0"/>
                </a:lnTo>
                <a:lnTo>
                  <a:pt x="3995023" y="3995023"/>
                </a:lnTo>
                <a:lnTo>
                  <a:pt x="0" y="3995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g36a55ec3121_1_0"/>
          <p:cNvSpPr txBox="1"/>
          <p:nvPr/>
        </p:nvSpPr>
        <p:spPr>
          <a:xfrm>
            <a:off x="1363845" y="2439110"/>
            <a:ext cx="34722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4"/>
              <a:buFont typeface="Arial"/>
              <a:buNone/>
            </a:pPr>
            <a:r>
              <a:rPr b="0" i="0" lang="en-US" sz="49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6a55ec3121_1_0"/>
          <p:cNvSpPr txBox="1"/>
          <p:nvPr/>
        </p:nvSpPr>
        <p:spPr>
          <a:xfrm>
            <a:off x="7406325" y="852803"/>
            <a:ext cx="93159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77"/>
              <a:buFont typeface="Arial"/>
              <a:buNone/>
            </a:pPr>
            <a:r>
              <a:rPr b="1" lang="en-US" sz="12777">
                <a:solidFill>
                  <a:srgbClr val="FFFFFF"/>
                </a:solidFill>
              </a:rPr>
              <a:t>Diego Huite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6a55ec3121_1_0"/>
          <p:cNvSpPr txBox="1"/>
          <p:nvPr/>
        </p:nvSpPr>
        <p:spPr>
          <a:xfrm>
            <a:off x="7327725" y="3243350"/>
            <a:ext cx="9455700" cy="74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chemeClr val="lt1"/>
                </a:solidFill>
              </a:rPr>
              <a:t>¿Quién soy?</a:t>
            </a:r>
            <a:endParaRPr b="1" sz="41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</a:rPr>
              <a:t>Formación académica.</a:t>
            </a:r>
            <a:endParaRPr b="1" sz="27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Estudiante de 9no semestre de la carrera</a:t>
            </a:r>
            <a:endParaRPr sz="30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Hice un Intercambio estudiantil Erasmus</a:t>
            </a:r>
            <a:endParaRPr sz="30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</a:rPr>
              <a:t>Experiencia docente y profesional.</a:t>
            </a:r>
            <a:endParaRPr b="1" sz="27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Char char="●"/>
            </a:pPr>
            <a:r>
              <a:rPr lang="en-US" sz="2700">
                <a:solidFill>
                  <a:schemeClr val="lt1"/>
                </a:solidFill>
              </a:rPr>
              <a:t>Ponente en la conferencia sobre “Aplicaciones avanzadas en Python para ciencias agrícolas y</a:t>
            </a:r>
            <a:endParaRPr sz="27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</a:rPr>
              <a:t>ambientales.”</a:t>
            </a:r>
            <a:endParaRPr sz="2700">
              <a:solidFill>
                <a:schemeClr val="lt1"/>
              </a:solidFill>
            </a:endParaRPr>
          </a:p>
          <a:p>
            <a:pPr indent="-400050" lvl="0" marL="91440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Char char="●"/>
            </a:pPr>
            <a:r>
              <a:rPr lang="en-US" sz="2700">
                <a:solidFill>
                  <a:schemeClr val="lt1"/>
                </a:solidFill>
              </a:rPr>
              <a:t>Actualmente soy trainee para desarrollador web</a:t>
            </a:r>
            <a:endParaRPr sz="27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6a55ec3121_1_17"/>
          <p:cNvGrpSpPr/>
          <p:nvPr/>
        </p:nvGrpSpPr>
        <p:grpSpPr>
          <a:xfrm>
            <a:off x="6700921" y="1733121"/>
            <a:ext cx="10876979" cy="7721163"/>
            <a:chOff x="0" y="-66675"/>
            <a:chExt cx="2864700" cy="2033544"/>
          </a:xfrm>
        </p:grpSpPr>
        <p:sp>
          <p:nvSpPr>
            <p:cNvPr id="134" name="Google Shape;134;g36a55ec3121_1_17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6a55ec3121_1_17"/>
            <p:cNvSpPr txBox="1"/>
            <p:nvPr/>
          </p:nvSpPr>
          <p:spPr>
            <a:xfrm>
              <a:off x="0" y="-66675"/>
              <a:ext cx="28647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g36a55ec3121_1_17"/>
          <p:cNvGrpSpPr/>
          <p:nvPr/>
        </p:nvGrpSpPr>
        <p:grpSpPr>
          <a:xfrm>
            <a:off x="803986" y="1733121"/>
            <a:ext cx="5264918" cy="7721163"/>
            <a:chOff x="0" y="-66675"/>
            <a:chExt cx="1386636" cy="2033544"/>
          </a:xfrm>
        </p:grpSpPr>
        <p:sp>
          <p:nvSpPr>
            <p:cNvPr id="137" name="Google Shape;137;g36a55ec3121_1_17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6a55ec3121_1_17"/>
            <p:cNvSpPr txBox="1"/>
            <p:nvPr/>
          </p:nvSpPr>
          <p:spPr>
            <a:xfrm>
              <a:off x="0" y="-66675"/>
              <a:ext cx="13866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g36a55ec3121_1_17"/>
          <p:cNvSpPr/>
          <p:nvPr/>
        </p:nvSpPr>
        <p:spPr>
          <a:xfrm>
            <a:off x="1363845" y="5143500"/>
            <a:ext cx="3995023" cy="3995023"/>
          </a:xfrm>
          <a:custGeom>
            <a:rect b="b" l="l" r="r" t="t"/>
            <a:pathLst>
              <a:path extrusionOk="0" h="3995023" w="3995023">
                <a:moveTo>
                  <a:pt x="0" y="0"/>
                </a:moveTo>
                <a:lnTo>
                  <a:pt x="3995023" y="0"/>
                </a:lnTo>
                <a:lnTo>
                  <a:pt x="3995023" y="3995023"/>
                </a:lnTo>
                <a:lnTo>
                  <a:pt x="0" y="3995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g36a55ec3121_1_17"/>
          <p:cNvSpPr txBox="1"/>
          <p:nvPr/>
        </p:nvSpPr>
        <p:spPr>
          <a:xfrm>
            <a:off x="1363845" y="2439110"/>
            <a:ext cx="34722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4"/>
              <a:buFont typeface="Arial"/>
              <a:buNone/>
            </a:pPr>
            <a:r>
              <a:rPr b="0" i="0" lang="en-US" sz="49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6a55ec3121_1_17"/>
          <p:cNvSpPr txBox="1"/>
          <p:nvPr/>
        </p:nvSpPr>
        <p:spPr>
          <a:xfrm>
            <a:off x="7406325" y="852803"/>
            <a:ext cx="93159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77"/>
              <a:buFont typeface="Arial"/>
              <a:buNone/>
            </a:pPr>
            <a:r>
              <a:rPr b="1" lang="en-US" sz="12777">
                <a:solidFill>
                  <a:srgbClr val="FFFFFF"/>
                </a:solidFill>
              </a:rPr>
              <a:t>Diego Huite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6a55ec3121_1_17"/>
          <p:cNvSpPr txBox="1"/>
          <p:nvPr/>
        </p:nvSpPr>
        <p:spPr>
          <a:xfrm>
            <a:off x="7327725" y="3243350"/>
            <a:ext cx="9836100" cy="6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chemeClr val="lt1"/>
                </a:solidFill>
              </a:rPr>
              <a:t>¿Quién soy?</a:t>
            </a:r>
            <a:endParaRPr b="1" sz="41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</a:rPr>
              <a:t>Mi rol como auxiliar en el curso</a:t>
            </a:r>
            <a:endParaRPr b="1" sz="27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Impartirles los conocimientos necesarios fundamentales para los cursos posteriores</a:t>
            </a:r>
            <a:endParaRPr sz="30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Apoyarlos con sus dudas e inquietudes</a:t>
            </a:r>
            <a:endParaRPr sz="30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Realizar actividades que serán de apoyo para su aprendizaje y su formación profesional</a:t>
            </a:r>
            <a:endParaRPr sz="3000">
              <a:solidFill>
                <a:schemeClr val="lt1"/>
              </a:solidFill>
            </a:endParaRPr>
          </a:p>
          <a:p>
            <a:pPr indent="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6a55ec3121_1_30"/>
          <p:cNvGrpSpPr/>
          <p:nvPr/>
        </p:nvGrpSpPr>
        <p:grpSpPr>
          <a:xfrm>
            <a:off x="6700921" y="1733121"/>
            <a:ext cx="10876979" cy="7721163"/>
            <a:chOff x="0" y="-66675"/>
            <a:chExt cx="2864700" cy="2033544"/>
          </a:xfrm>
        </p:grpSpPr>
        <p:sp>
          <p:nvSpPr>
            <p:cNvPr id="148" name="Google Shape;148;g36a55ec3121_1_30"/>
            <p:cNvSpPr/>
            <p:nvPr/>
          </p:nvSpPr>
          <p:spPr>
            <a:xfrm>
              <a:off x="0" y="0"/>
              <a:ext cx="2864571" cy="1966869"/>
            </a:xfrm>
            <a:custGeom>
              <a:rect b="b" l="l" r="r" t="t"/>
              <a:pathLst>
                <a:path extrusionOk="0" h="1966869" w="2864571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g36a55ec3121_1_30"/>
            <p:cNvSpPr txBox="1"/>
            <p:nvPr/>
          </p:nvSpPr>
          <p:spPr>
            <a:xfrm>
              <a:off x="0" y="-66675"/>
              <a:ext cx="28647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g36a55ec3121_1_30"/>
          <p:cNvGrpSpPr/>
          <p:nvPr/>
        </p:nvGrpSpPr>
        <p:grpSpPr>
          <a:xfrm>
            <a:off x="803986" y="1733121"/>
            <a:ext cx="5264918" cy="7721163"/>
            <a:chOff x="0" y="-66675"/>
            <a:chExt cx="1386636" cy="2033544"/>
          </a:xfrm>
        </p:grpSpPr>
        <p:sp>
          <p:nvSpPr>
            <p:cNvPr id="151" name="Google Shape;151;g36a55ec3121_1_30"/>
            <p:cNvSpPr/>
            <p:nvPr/>
          </p:nvSpPr>
          <p:spPr>
            <a:xfrm>
              <a:off x="0" y="0"/>
              <a:ext cx="1386636" cy="1966869"/>
            </a:xfrm>
            <a:custGeom>
              <a:rect b="b" l="l" r="r" t="t"/>
              <a:pathLst>
                <a:path extrusionOk="0" h="1966869" w="1386636">
                  <a:moveTo>
                    <a:pt x="82347" y="0"/>
                  </a:moveTo>
                  <a:lnTo>
                    <a:pt x="1304289" y="0"/>
                  </a:lnTo>
                  <a:cubicBezTo>
                    <a:pt x="1349768" y="0"/>
                    <a:pt x="1386636" y="36868"/>
                    <a:pt x="1386636" y="82347"/>
                  </a:cubicBezTo>
                  <a:lnTo>
                    <a:pt x="1386636" y="1884521"/>
                  </a:lnTo>
                  <a:cubicBezTo>
                    <a:pt x="1386636" y="1906361"/>
                    <a:pt x="1377960" y="1927307"/>
                    <a:pt x="1362517" y="1942750"/>
                  </a:cubicBezTo>
                  <a:cubicBezTo>
                    <a:pt x="1347074" y="1958193"/>
                    <a:pt x="1326128" y="1966869"/>
                    <a:pt x="1304289" y="1966869"/>
                  </a:cubicBezTo>
                  <a:lnTo>
                    <a:pt x="82347" y="1966869"/>
                  </a:lnTo>
                  <a:cubicBezTo>
                    <a:pt x="60507" y="1966869"/>
                    <a:pt x="39562" y="1958193"/>
                    <a:pt x="24119" y="1942750"/>
                  </a:cubicBezTo>
                  <a:cubicBezTo>
                    <a:pt x="8676" y="1927307"/>
                    <a:pt x="0" y="1906361"/>
                    <a:pt x="0" y="1884521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6a55ec3121_1_30"/>
            <p:cNvSpPr txBox="1"/>
            <p:nvPr/>
          </p:nvSpPr>
          <p:spPr>
            <a:xfrm>
              <a:off x="0" y="-66675"/>
              <a:ext cx="1386600" cy="20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g36a55ec3121_1_30"/>
          <p:cNvSpPr/>
          <p:nvPr/>
        </p:nvSpPr>
        <p:spPr>
          <a:xfrm>
            <a:off x="1363845" y="5143500"/>
            <a:ext cx="3995023" cy="3995023"/>
          </a:xfrm>
          <a:custGeom>
            <a:rect b="b" l="l" r="r" t="t"/>
            <a:pathLst>
              <a:path extrusionOk="0" h="3995023" w="3995023">
                <a:moveTo>
                  <a:pt x="0" y="0"/>
                </a:moveTo>
                <a:lnTo>
                  <a:pt x="3995023" y="0"/>
                </a:lnTo>
                <a:lnTo>
                  <a:pt x="3995023" y="3995023"/>
                </a:lnTo>
                <a:lnTo>
                  <a:pt x="0" y="3995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g36a55ec3121_1_30"/>
          <p:cNvSpPr txBox="1"/>
          <p:nvPr/>
        </p:nvSpPr>
        <p:spPr>
          <a:xfrm>
            <a:off x="1363845" y="2439110"/>
            <a:ext cx="34722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4"/>
              <a:buFont typeface="Arial"/>
              <a:buNone/>
            </a:pPr>
            <a:r>
              <a:rPr b="0" i="0" lang="en-US" sz="490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6a55ec3121_1_30"/>
          <p:cNvSpPr txBox="1"/>
          <p:nvPr/>
        </p:nvSpPr>
        <p:spPr>
          <a:xfrm>
            <a:off x="7406325" y="852803"/>
            <a:ext cx="93159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77"/>
              <a:buFont typeface="Arial"/>
              <a:buNone/>
            </a:pPr>
            <a:r>
              <a:rPr b="1" lang="en-US" sz="12777">
                <a:solidFill>
                  <a:srgbClr val="FFFFFF"/>
                </a:solidFill>
              </a:rPr>
              <a:t>Diego Huite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6a55ec3121_1_30"/>
          <p:cNvSpPr txBox="1"/>
          <p:nvPr/>
        </p:nvSpPr>
        <p:spPr>
          <a:xfrm>
            <a:off x="7327725" y="3243350"/>
            <a:ext cx="9836100" cy="68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chemeClr val="lt1"/>
                </a:solidFill>
              </a:rPr>
              <a:t>¿Quién soy?</a:t>
            </a:r>
            <a:endParaRPr b="1" sz="41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</a:rPr>
              <a:t>Expectativas sobre la dinámica del curso.</a:t>
            </a:r>
            <a:endParaRPr b="1" sz="2700">
              <a:solidFill>
                <a:schemeClr val="lt1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Que todos aprendamos (incluyendo a mi persona)</a:t>
            </a:r>
            <a:endParaRPr sz="30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Que todos participemos activamente</a:t>
            </a:r>
            <a:endParaRPr sz="30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Que nadie tema a preguntar, todas las preguntas son bienvenidas</a:t>
            </a:r>
            <a:endParaRPr sz="3000">
              <a:solidFill>
                <a:schemeClr val="lt1"/>
              </a:solidFill>
            </a:endParaRPr>
          </a:p>
          <a:p>
            <a:pPr indent="-41910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</a:pPr>
            <a:r>
              <a:rPr lang="en-US" sz="3000">
                <a:solidFill>
                  <a:schemeClr val="lt1"/>
                </a:solidFill>
              </a:rPr>
              <a:t>Que salgamos de este laboratorio preparados para los siguientes retos de la carrera.</a:t>
            </a:r>
            <a:endParaRPr sz="3000">
              <a:solidFill>
                <a:schemeClr val="lt1"/>
              </a:solidFill>
            </a:endParaRPr>
          </a:p>
          <a:p>
            <a:pPr indent="0" lvl="0" marL="9144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45720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4"/>
          <p:cNvGrpSpPr/>
          <p:nvPr/>
        </p:nvGrpSpPr>
        <p:grpSpPr>
          <a:xfrm>
            <a:off x="8861132" y="5662456"/>
            <a:ext cx="8982402" cy="4193344"/>
            <a:chOff x="0" y="-66675"/>
            <a:chExt cx="2365736" cy="1104420"/>
          </a:xfrm>
        </p:grpSpPr>
        <p:sp>
          <p:nvSpPr>
            <p:cNvPr id="162" name="Google Shape;162;p4"/>
            <p:cNvSpPr/>
            <p:nvPr/>
          </p:nvSpPr>
          <p:spPr>
            <a:xfrm>
              <a:off x="0" y="0"/>
              <a:ext cx="2365736" cy="1037745"/>
            </a:xfrm>
            <a:custGeom>
              <a:rect b="b" l="l" r="r" t="t"/>
              <a:pathLst>
                <a:path extrusionOk="0" h="1037745" w="2365736">
                  <a:moveTo>
                    <a:pt x="48266" y="0"/>
                  </a:moveTo>
                  <a:lnTo>
                    <a:pt x="2317469" y="0"/>
                  </a:lnTo>
                  <a:cubicBezTo>
                    <a:pt x="2344126" y="0"/>
                    <a:pt x="2365736" y="21610"/>
                    <a:pt x="2365736" y="48266"/>
                  </a:cubicBezTo>
                  <a:lnTo>
                    <a:pt x="2365736" y="989478"/>
                  </a:lnTo>
                  <a:cubicBezTo>
                    <a:pt x="2365736" y="1016135"/>
                    <a:pt x="2344126" y="1037745"/>
                    <a:pt x="2317469" y="1037745"/>
                  </a:cubicBezTo>
                  <a:lnTo>
                    <a:pt x="48266" y="1037745"/>
                  </a:lnTo>
                  <a:cubicBezTo>
                    <a:pt x="21610" y="1037745"/>
                    <a:pt x="0" y="1016135"/>
                    <a:pt x="0" y="989478"/>
                  </a:cubicBezTo>
                  <a:lnTo>
                    <a:pt x="0" y="48266"/>
                  </a:lnTo>
                  <a:cubicBezTo>
                    <a:pt x="0" y="21610"/>
                    <a:pt x="21610" y="0"/>
                    <a:pt x="48266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0" y="-66675"/>
              <a:ext cx="2365736" cy="1104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4"/>
          <p:cNvSpPr/>
          <p:nvPr/>
        </p:nvSpPr>
        <p:spPr>
          <a:xfrm>
            <a:off x="465185" y="263964"/>
            <a:ext cx="10905591" cy="5329595"/>
          </a:xfrm>
          <a:custGeom>
            <a:rect b="b" l="l" r="r" t="t"/>
            <a:pathLst>
              <a:path extrusionOk="0" h="5329595" w="10905591">
                <a:moveTo>
                  <a:pt x="0" y="0"/>
                </a:moveTo>
                <a:lnTo>
                  <a:pt x="10905591" y="0"/>
                </a:lnTo>
                <a:lnTo>
                  <a:pt x="10905591" y="5329595"/>
                </a:lnTo>
                <a:lnTo>
                  <a:pt x="0" y="53295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51" l="0" r="0" t="-1152"/>
            </a:stretch>
          </a:blipFill>
          <a:ln>
            <a:noFill/>
          </a:ln>
        </p:spPr>
      </p:sp>
      <p:sp>
        <p:nvSpPr>
          <p:cNvPr id="165" name="Google Shape;165;p4"/>
          <p:cNvSpPr txBox="1"/>
          <p:nvPr/>
        </p:nvSpPr>
        <p:spPr>
          <a:xfrm>
            <a:off x="9187106" y="7089197"/>
            <a:ext cx="8656428" cy="2162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19"/>
              <a:buFont typeface="Arial"/>
              <a:buNone/>
            </a:pPr>
            <a:r>
              <a:rPr b="1" i="0" lang="en-US" sz="79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5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171" name="Google Shape;171;p5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5"/>
          <p:cNvGrpSpPr/>
          <p:nvPr/>
        </p:nvGrpSpPr>
        <p:grpSpPr>
          <a:xfrm>
            <a:off x="819952" y="543116"/>
            <a:ext cx="16648096" cy="2700564"/>
            <a:chOff x="0" y="-38100"/>
            <a:chExt cx="4384684" cy="711260"/>
          </a:xfrm>
        </p:grpSpPr>
        <p:sp>
          <p:nvSpPr>
            <p:cNvPr id="174" name="Google Shape;174;p5"/>
            <p:cNvSpPr/>
            <p:nvPr/>
          </p:nvSpPr>
          <p:spPr>
            <a:xfrm>
              <a:off x="0" y="0"/>
              <a:ext cx="4384684" cy="673160"/>
            </a:xfrm>
            <a:custGeom>
              <a:rect b="b" l="l" r="r" t="t"/>
              <a:pathLst>
                <a:path extrusionOk="0" h="673160" w="4384684">
                  <a:moveTo>
                    <a:pt x="26042" y="0"/>
                  </a:moveTo>
                  <a:lnTo>
                    <a:pt x="4358642" y="0"/>
                  </a:lnTo>
                  <a:cubicBezTo>
                    <a:pt x="4365548" y="0"/>
                    <a:pt x="4372172" y="2744"/>
                    <a:pt x="4377056" y="7627"/>
                  </a:cubicBezTo>
                  <a:cubicBezTo>
                    <a:pt x="4381940" y="12511"/>
                    <a:pt x="4384684" y="19135"/>
                    <a:pt x="4384684" y="26042"/>
                  </a:cubicBezTo>
                  <a:lnTo>
                    <a:pt x="4384684" y="647118"/>
                  </a:lnTo>
                  <a:cubicBezTo>
                    <a:pt x="4384684" y="654024"/>
                    <a:pt x="4381940" y="660648"/>
                    <a:pt x="4377056" y="665532"/>
                  </a:cubicBezTo>
                  <a:cubicBezTo>
                    <a:pt x="4372172" y="670416"/>
                    <a:pt x="4365548" y="673160"/>
                    <a:pt x="4358642" y="673160"/>
                  </a:cubicBezTo>
                  <a:lnTo>
                    <a:pt x="26042" y="673160"/>
                  </a:lnTo>
                  <a:cubicBezTo>
                    <a:pt x="19135" y="673160"/>
                    <a:pt x="12511" y="670416"/>
                    <a:pt x="7627" y="665532"/>
                  </a:cubicBezTo>
                  <a:cubicBezTo>
                    <a:pt x="2744" y="660648"/>
                    <a:pt x="0" y="654024"/>
                    <a:pt x="0" y="647118"/>
                  </a:cubicBezTo>
                  <a:lnTo>
                    <a:pt x="0" y="26042"/>
                  </a:lnTo>
                  <a:cubicBezTo>
                    <a:pt x="0" y="19135"/>
                    <a:pt x="2744" y="12511"/>
                    <a:pt x="7627" y="7627"/>
                  </a:cubicBezTo>
                  <a:cubicBezTo>
                    <a:pt x="12511" y="2744"/>
                    <a:pt x="19135" y="0"/>
                    <a:pt x="26042" y="0"/>
                  </a:cubicBezTo>
                  <a:close/>
                </a:path>
              </a:pathLst>
            </a:custGeom>
            <a:solidFill>
              <a:srgbClr val="FFFFFF">
                <a:alpha val="2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0" y="-38100"/>
              <a:ext cx="4384684" cy="7112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5"/>
          <p:cNvSpPr/>
          <p:nvPr/>
        </p:nvSpPr>
        <p:spPr>
          <a:xfrm>
            <a:off x="12807428" y="6535300"/>
            <a:ext cx="4644653" cy="3110185"/>
          </a:xfrm>
          <a:custGeom>
            <a:rect b="b" l="l" r="r" t="t"/>
            <a:pathLst>
              <a:path extrusionOk="0" h="3110185" w="4644653">
                <a:moveTo>
                  <a:pt x="0" y="0"/>
                </a:moveTo>
                <a:lnTo>
                  <a:pt x="4644653" y="0"/>
                </a:lnTo>
                <a:lnTo>
                  <a:pt x="4644653" y="3110185"/>
                </a:lnTo>
                <a:lnTo>
                  <a:pt x="0" y="31101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685" r="-9684" t="0"/>
            </a:stretch>
          </a:blipFill>
          <a:ln>
            <a:noFill/>
          </a:ln>
        </p:spPr>
      </p:sp>
      <p:sp>
        <p:nvSpPr>
          <p:cNvPr id="177" name="Google Shape;177;p5"/>
          <p:cNvSpPr txBox="1"/>
          <p:nvPr/>
        </p:nvSpPr>
        <p:spPr>
          <a:xfrm>
            <a:off x="692575" y="880901"/>
            <a:ext cx="166482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99"/>
              <a:buFont typeface="Arial"/>
              <a:buNone/>
            </a:pPr>
            <a:r>
              <a:rPr b="1" i="0" lang="en-US" sz="75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405200" y="3789800"/>
            <a:ext cx="15854100" cy="31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7"/>
              <a:buFont typeface="Arial"/>
              <a:buNone/>
            </a:pPr>
            <a:r>
              <a:rPr b="0" i="0" lang="en-US" sz="67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https://create.kahoot.it/share/ripasso-java-1/ca31c163-252b-4234-802c-fc1725bbf1d2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1405193" y="7308562"/>
            <a:ext cx="9061887" cy="51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99"/>
              <a:buFont typeface="Arial"/>
              <a:buNone/>
            </a:pPr>
            <a:r>
              <a:rPr b="0" i="0" lang="en-US" sz="28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Acá esta el kahoot por si lo quieren modificar.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6"/>
          <p:cNvGrpSpPr/>
          <p:nvPr/>
        </p:nvGrpSpPr>
        <p:grpSpPr>
          <a:xfrm>
            <a:off x="501071" y="559943"/>
            <a:ext cx="7145508" cy="4053091"/>
            <a:chOff x="0" y="-66675"/>
            <a:chExt cx="1881944" cy="1067481"/>
          </a:xfrm>
        </p:grpSpPr>
        <p:sp>
          <p:nvSpPr>
            <p:cNvPr id="185" name="Google Shape;185;p6"/>
            <p:cNvSpPr/>
            <p:nvPr/>
          </p:nvSpPr>
          <p:spPr>
            <a:xfrm>
              <a:off x="0" y="0"/>
              <a:ext cx="1881944" cy="1000806"/>
            </a:xfrm>
            <a:custGeom>
              <a:rect b="b" l="l" r="r" t="t"/>
              <a:pathLst>
                <a:path extrusionOk="0" h="1000806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940132"/>
                  </a:lnTo>
                  <a:cubicBezTo>
                    <a:pt x="1881944" y="956223"/>
                    <a:pt x="1875552" y="971656"/>
                    <a:pt x="1864173" y="983035"/>
                  </a:cubicBezTo>
                  <a:cubicBezTo>
                    <a:pt x="1852795" y="994413"/>
                    <a:pt x="1837362" y="1000806"/>
                    <a:pt x="1821270" y="1000806"/>
                  </a:cubicBezTo>
                  <a:lnTo>
                    <a:pt x="60674" y="1000806"/>
                  </a:lnTo>
                  <a:cubicBezTo>
                    <a:pt x="27165" y="1000806"/>
                    <a:pt x="0" y="973641"/>
                    <a:pt x="0" y="940132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0" y="-66675"/>
              <a:ext cx="1881944" cy="1067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6"/>
          <p:cNvGrpSpPr/>
          <p:nvPr/>
        </p:nvGrpSpPr>
        <p:grpSpPr>
          <a:xfrm>
            <a:off x="9304800" y="869099"/>
            <a:ext cx="7145553" cy="3992602"/>
            <a:chOff x="0" y="-66675"/>
            <a:chExt cx="1881944" cy="904634"/>
          </a:xfrm>
        </p:grpSpPr>
        <p:sp>
          <p:nvSpPr>
            <p:cNvPr id="188" name="Google Shape;188;p6"/>
            <p:cNvSpPr/>
            <p:nvPr/>
          </p:nvSpPr>
          <p:spPr>
            <a:xfrm>
              <a:off x="0" y="0"/>
              <a:ext cx="1881944" cy="837959"/>
            </a:xfrm>
            <a:custGeom>
              <a:rect b="b" l="l" r="r" t="t"/>
              <a:pathLst>
                <a:path extrusionOk="0" h="837959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777285"/>
                  </a:lnTo>
                  <a:cubicBezTo>
                    <a:pt x="1881944" y="810795"/>
                    <a:pt x="1854780" y="837959"/>
                    <a:pt x="1821270" y="837959"/>
                  </a:cubicBezTo>
                  <a:lnTo>
                    <a:pt x="60674" y="837959"/>
                  </a:lnTo>
                  <a:cubicBezTo>
                    <a:pt x="27165" y="837959"/>
                    <a:pt x="0" y="810795"/>
                    <a:pt x="0" y="777285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6"/>
            <p:cNvSpPr txBox="1"/>
            <p:nvPr/>
          </p:nvSpPr>
          <p:spPr>
            <a:xfrm>
              <a:off x="0" y="-66675"/>
              <a:ext cx="1881944" cy="904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6"/>
          <p:cNvSpPr/>
          <p:nvPr/>
        </p:nvSpPr>
        <p:spPr>
          <a:xfrm>
            <a:off x="6020142" y="1469903"/>
            <a:ext cx="1626436" cy="1626436"/>
          </a:xfrm>
          <a:custGeom>
            <a:rect b="b" l="l" r="r" t="t"/>
            <a:pathLst>
              <a:path extrusionOk="0" h="1626436" w="1626436">
                <a:moveTo>
                  <a:pt x="0" y="0"/>
                </a:moveTo>
                <a:lnTo>
                  <a:pt x="1626436" y="0"/>
                </a:lnTo>
                <a:lnTo>
                  <a:pt x="1626436" y="1626436"/>
                </a:lnTo>
                <a:lnTo>
                  <a:pt x="0" y="1626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6"/>
          <p:cNvSpPr txBox="1"/>
          <p:nvPr/>
        </p:nvSpPr>
        <p:spPr>
          <a:xfrm>
            <a:off x="803974" y="1361375"/>
            <a:ext cx="56415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12"/>
              <a:buFont typeface="Arial"/>
              <a:buNone/>
            </a:pPr>
            <a:r>
              <a:rPr b="1" i="0" lang="en-US" sz="631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9568609" y="1298453"/>
            <a:ext cx="661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FEFDFD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30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5"/>
              <a:buFont typeface="Arial"/>
              <a:buNone/>
            </a:pPr>
            <a:r>
              <a:rPr b="0" i="0" lang="en-US" sz="3425" u="none" cap="none" strike="noStrike">
                <a:solidFill>
                  <a:srgbClr val="FEFDFD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6"/>
          <p:cNvSpPr txBox="1"/>
          <p:nvPr/>
        </p:nvSpPr>
        <p:spPr>
          <a:xfrm>
            <a:off x="14141311" y="6461503"/>
            <a:ext cx="3238236" cy="218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56614" y="4488814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7"/>
          <p:cNvGrpSpPr/>
          <p:nvPr/>
        </p:nvGrpSpPr>
        <p:grpSpPr>
          <a:xfrm>
            <a:off x="803986" y="1641567"/>
            <a:ext cx="7145508" cy="7980397"/>
            <a:chOff x="0" y="-66675"/>
            <a:chExt cx="1881944" cy="2101833"/>
          </a:xfrm>
        </p:grpSpPr>
        <p:sp>
          <p:nvSpPr>
            <p:cNvPr id="202" name="Google Shape;202;p7"/>
            <p:cNvSpPr/>
            <p:nvPr/>
          </p:nvSpPr>
          <p:spPr>
            <a:xfrm>
              <a:off x="0" y="0"/>
              <a:ext cx="1881944" cy="2035158"/>
            </a:xfrm>
            <a:custGeom>
              <a:rect b="b" l="l" r="r" t="t"/>
              <a:pathLst>
                <a:path extrusionOk="0" h="2035158" w="1881944">
                  <a:moveTo>
                    <a:pt x="60674" y="0"/>
                  </a:moveTo>
                  <a:lnTo>
                    <a:pt x="1821270" y="0"/>
                  </a:lnTo>
                  <a:cubicBezTo>
                    <a:pt x="1854780" y="0"/>
                    <a:pt x="1881944" y="27165"/>
                    <a:pt x="1881944" y="60674"/>
                  </a:cubicBezTo>
                  <a:lnTo>
                    <a:pt x="1881944" y="1974484"/>
                  </a:lnTo>
                  <a:cubicBezTo>
                    <a:pt x="1881944" y="1990575"/>
                    <a:pt x="1875552" y="2006008"/>
                    <a:pt x="1864173" y="2017387"/>
                  </a:cubicBezTo>
                  <a:cubicBezTo>
                    <a:pt x="1852795" y="2028765"/>
                    <a:pt x="1837362" y="2035158"/>
                    <a:pt x="1821270" y="2035158"/>
                  </a:cubicBezTo>
                  <a:lnTo>
                    <a:pt x="60674" y="2035158"/>
                  </a:lnTo>
                  <a:cubicBezTo>
                    <a:pt x="27165" y="2035158"/>
                    <a:pt x="0" y="2007993"/>
                    <a:pt x="0" y="1974484"/>
                  </a:cubicBezTo>
                  <a:lnTo>
                    <a:pt x="0" y="60674"/>
                  </a:lnTo>
                  <a:cubicBezTo>
                    <a:pt x="0" y="27165"/>
                    <a:pt x="27165" y="0"/>
                    <a:pt x="60674" y="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77254"/>
                  </a:srgbClr>
                </a:gs>
                <a:gs pos="100000">
                  <a:srgbClr val="DDDDDD">
                    <a:alpha val="1411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 txBox="1"/>
            <p:nvPr/>
          </p:nvSpPr>
          <p:spPr>
            <a:xfrm>
              <a:off x="0" y="-66675"/>
              <a:ext cx="1881944" cy="2101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7"/>
          <p:cNvGrpSpPr/>
          <p:nvPr/>
        </p:nvGrpSpPr>
        <p:grpSpPr>
          <a:xfrm>
            <a:off x="8661704" y="4933170"/>
            <a:ext cx="8825903" cy="3519092"/>
            <a:chOff x="0" y="-66675"/>
            <a:chExt cx="2324518" cy="926839"/>
          </a:xfrm>
        </p:grpSpPr>
        <p:sp>
          <p:nvSpPr>
            <p:cNvPr id="205" name="Google Shape;205;p7"/>
            <p:cNvSpPr/>
            <p:nvPr/>
          </p:nvSpPr>
          <p:spPr>
            <a:xfrm>
              <a:off x="0" y="0"/>
              <a:ext cx="2324518" cy="860164"/>
            </a:xfrm>
            <a:custGeom>
              <a:rect b="b" l="l" r="r" t="t"/>
              <a:pathLst>
                <a:path extrusionOk="0" h="860164" w="2324518">
                  <a:moveTo>
                    <a:pt x="36842" y="0"/>
                  </a:moveTo>
                  <a:lnTo>
                    <a:pt x="2287676" y="0"/>
                  </a:lnTo>
                  <a:cubicBezTo>
                    <a:pt x="2308023" y="0"/>
                    <a:pt x="2324518" y="16495"/>
                    <a:pt x="2324518" y="36842"/>
                  </a:cubicBezTo>
                  <a:lnTo>
                    <a:pt x="2324518" y="823322"/>
                  </a:lnTo>
                  <a:cubicBezTo>
                    <a:pt x="2324518" y="843670"/>
                    <a:pt x="2308023" y="860164"/>
                    <a:pt x="2287676" y="860164"/>
                  </a:cubicBezTo>
                  <a:lnTo>
                    <a:pt x="36842" y="860164"/>
                  </a:lnTo>
                  <a:cubicBezTo>
                    <a:pt x="16495" y="860164"/>
                    <a:pt x="0" y="843670"/>
                    <a:pt x="0" y="823322"/>
                  </a:cubicBezTo>
                  <a:lnTo>
                    <a:pt x="0" y="36842"/>
                  </a:lnTo>
                  <a:cubicBezTo>
                    <a:pt x="0" y="16495"/>
                    <a:pt x="16495" y="0"/>
                    <a:pt x="36842" y="0"/>
                  </a:cubicBezTo>
                  <a:close/>
                </a:path>
              </a:pathLst>
            </a:custGeom>
            <a:gradFill>
              <a:gsLst>
                <a:gs pos="0">
                  <a:srgbClr val="000F9B"/>
                </a:gs>
                <a:gs pos="50000">
                  <a:srgbClr val="EB0000"/>
                </a:gs>
                <a:gs pos="100000">
                  <a:srgbClr val="A000EB"/>
                </a:gs>
              </a:gsLst>
              <a:path path="circle">
                <a:fillToRect b="100%" r="100%"/>
              </a:path>
              <a:tileRect l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0" y="-66675"/>
              <a:ext cx="2324518" cy="9268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0" i="0" lang="en-US" sz="6000" u="sng" cap="none" strike="noStrike">
                  <a:solidFill>
                    <a:srgbClr val="FFF2CC"/>
                  </a:solidFill>
                  <a:latin typeface="Pacifico"/>
                  <a:ea typeface="Pacifico"/>
                  <a:cs typeface="Pacifico"/>
                  <a:sym typeface="Pacifico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Quizz</a:t>
              </a:r>
              <a:endParaRPr b="0" i="0" sz="6000" u="sng" cap="none" strike="noStrike">
                <a:solidFill>
                  <a:srgbClr val="FFF2CC"/>
                </a:solidFill>
                <a:latin typeface="Pacifico"/>
                <a:ea typeface="Pacifico"/>
                <a:cs typeface="Pacifico"/>
                <a:sym typeface="Pacifico"/>
              </a:endParaRPr>
            </a:p>
          </p:txBody>
        </p:sp>
      </p:grpSp>
      <p:grpSp>
        <p:nvGrpSpPr>
          <p:cNvPr id="207" name="Google Shape;207;p7"/>
          <p:cNvGrpSpPr/>
          <p:nvPr/>
        </p:nvGrpSpPr>
        <p:grpSpPr>
          <a:xfrm>
            <a:off x="8690739" y="297566"/>
            <a:ext cx="8825903" cy="4076286"/>
            <a:chOff x="0" y="-66675"/>
            <a:chExt cx="2324518" cy="1073590"/>
          </a:xfrm>
        </p:grpSpPr>
        <p:sp>
          <p:nvSpPr>
            <p:cNvPr id="208" name="Google Shape;208;p7"/>
            <p:cNvSpPr/>
            <p:nvPr/>
          </p:nvSpPr>
          <p:spPr>
            <a:xfrm>
              <a:off x="0" y="0"/>
              <a:ext cx="2324518" cy="1006915"/>
            </a:xfrm>
            <a:custGeom>
              <a:rect b="b" l="l" r="r" t="t"/>
              <a:pathLst>
                <a:path extrusionOk="0" h="1006915" w="2324518">
                  <a:moveTo>
                    <a:pt x="49122" y="0"/>
                  </a:moveTo>
                  <a:lnTo>
                    <a:pt x="2275395" y="0"/>
                  </a:lnTo>
                  <a:cubicBezTo>
                    <a:pt x="2288423" y="0"/>
                    <a:pt x="2300918" y="5175"/>
                    <a:pt x="2310130" y="14388"/>
                  </a:cubicBezTo>
                  <a:cubicBezTo>
                    <a:pt x="2319342" y="23600"/>
                    <a:pt x="2324518" y="36094"/>
                    <a:pt x="2324518" y="49122"/>
                  </a:cubicBezTo>
                  <a:lnTo>
                    <a:pt x="2324518" y="957793"/>
                  </a:lnTo>
                  <a:cubicBezTo>
                    <a:pt x="2324518" y="970821"/>
                    <a:pt x="2319342" y="983315"/>
                    <a:pt x="2310130" y="992527"/>
                  </a:cubicBezTo>
                  <a:cubicBezTo>
                    <a:pt x="2300918" y="1001739"/>
                    <a:pt x="2288423" y="1006915"/>
                    <a:pt x="2275395" y="1006915"/>
                  </a:cubicBezTo>
                  <a:lnTo>
                    <a:pt x="49122" y="1006915"/>
                  </a:lnTo>
                  <a:cubicBezTo>
                    <a:pt x="36094" y="1006915"/>
                    <a:pt x="23600" y="1001739"/>
                    <a:pt x="14388" y="992527"/>
                  </a:cubicBezTo>
                  <a:cubicBezTo>
                    <a:pt x="5175" y="983315"/>
                    <a:pt x="0" y="970821"/>
                    <a:pt x="0" y="957793"/>
                  </a:cubicBezTo>
                  <a:lnTo>
                    <a:pt x="0" y="49122"/>
                  </a:lnTo>
                  <a:cubicBezTo>
                    <a:pt x="0" y="36094"/>
                    <a:pt x="5175" y="23600"/>
                    <a:pt x="14388" y="14388"/>
                  </a:cubicBezTo>
                  <a:cubicBezTo>
                    <a:pt x="23600" y="5175"/>
                    <a:pt x="36094" y="0"/>
                    <a:pt x="491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 txBox="1"/>
            <p:nvPr/>
          </p:nvSpPr>
          <p:spPr>
            <a:xfrm>
              <a:off x="0" y="-66675"/>
              <a:ext cx="2324518" cy="10735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50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7"/>
          <p:cNvSpPr/>
          <p:nvPr/>
        </p:nvSpPr>
        <p:spPr>
          <a:xfrm>
            <a:off x="15809561" y="6819295"/>
            <a:ext cx="1169701" cy="1169701"/>
          </a:xfrm>
          <a:custGeom>
            <a:rect b="b" l="l" r="r" t="t"/>
            <a:pathLst>
              <a:path extrusionOk="0" h="1169701" w="1169701">
                <a:moveTo>
                  <a:pt x="0" y="0"/>
                </a:moveTo>
                <a:lnTo>
                  <a:pt x="1169701" y="0"/>
                </a:lnTo>
                <a:lnTo>
                  <a:pt x="1169701" y="1169701"/>
                </a:lnTo>
                <a:lnTo>
                  <a:pt x="0" y="1169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7"/>
          <p:cNvSpPr/>
          <p:nvPr/>
        </p:nvSpPr>
        <p:spPr>
          <a:xfrm>
            <a:off x="1198260" y="2579865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7"/>
          <p:cNvSpPr txBox="1"/>
          <p:nvPr/>
        </p:nvSpPr>
        <p:spPr>
          <a:xfrm>
            <a:off x="9382479" y="896561"/>
            <a:ext cx="73845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Conocimientos</a:t>
            </a: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del nuevo curso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9033D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8"/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218" name="Google Shape;218;p8"/>
            <p:cNvSpPr/>
            <p:nvPr/>
          </p:nvSpPr>
          <p:spPr>
            <a:xfrm>
              <a:off x="0" y="0"/>
              <a:ext cx="4660616" cy="2525215"/>
            </a:xfrm>
            <a:custGeom>
              <a:rect b="b" l="l" r="r" t="t"/>
              <a:pathLst>
                <a:path extrusionOk="0" h="2525215" w="4660616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FFFFFF">
                <a:alpha val="21568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8"/>
          <p:cNvSpPr txBox="1"/>
          <p:nvPr/>
        </p:nvSpPr>
        <p:spPr>
          <a:xfrm>
            <a:off x="3043801" y="3332378"/>
            <a:ext cx="12179177" cy="3833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8"/>
              <a:buFont typeface="Arial"/>
              <a:buNone/>
            </a:pPr>
            <a:r>
              <a:rPr b="1" i="0" lang="en-US" sz="106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8496029" y="9002119"/>
            <a:ext cx="1274721" cy="451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2"/>
              <a:buFont typeface="Arial"/>
              <a:buNone/>
            </a:pPr>
            <a:r>
              <a:rPr b="0" i="0" lang="en-US" sz="2472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5222978" y="349538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69"/>
                </a:lnTo>
                <a:lnTo>
                  <a:pt x="0" y="37709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8"/>
          <p:cNvSpPr txBox="1"/>
          <p:nvPr/>
        </p:nvSpPr>
        <p:spPr>
          <a:xfrm>
            <a:off x="5780894" y="7204079"/>
            <a:ext cx="6704991" cy="961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