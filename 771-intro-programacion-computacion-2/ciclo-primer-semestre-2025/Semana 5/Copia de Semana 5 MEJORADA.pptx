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59" r:id="rId7"/>
    <p:sldId id="260" r:id="rId8"/>
    <p:sldId id="261" r:id="rId9"/>
    <p:sldId id="262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714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5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32" y="4573688"/>
            <a:ext cx="4138929" cy="5713730"/>
          </a:xfrm>
          <a:custGeom>
            <a:avLst/>
            <a:gdLst/>
            <a:ahLst/>
            <a:cxnLst/>
            <a:rect l="l" t="t" r="r" b="b"/>
            <a:pathLst>
              <a:path w="4138929" h="5713730">
                <a:moveTo>
                  <a:pt x="4138549" y="5713311"/>
                </a:moveTo>
                <a:lnTo>
                  <a:pt x="0" y="5713311"/>
                </a:lnTo>
                <a:lnTo>
                  <a:pt x="31" y="0"/>
                </a:lnTo>
                <a:lnTo>
                  <a:pt x="38539" y="34069"/>
                </a:lnTo>
                <a:lnTo>
                  <a:pt x="76459" y="68628"/>
                </a:lnTo>
                <a:lnTo>
                  <a:pt x="113827" y="103737"/>
                </a:lnTo>
                <a:lnTo>
                  <a:pt x="150584" y="139455"/>
                </a:lnTo>
                <a:lnTo>
                  <a:pt x="186670" y="175843"/>
                </a:lnTo>
                <a:lnTo>
                  <a:pt x="222027" y="212963"/>
                </a:lnTo>
                <a:lnTo>
                  <a:pt x="256596" y="250873"/>
                </a:lnTo>
                <a:lnTo>
                  <a:pt x="290317" y="289635"/>
                </a:lnTo>
                <a:lnTo>
                  <a:pt x="323131" y="329309"/>
                </a:lnTo>
                <a:lnTo>
                  <a:pt x="354980" y="369955"/>
                </a:lnTo>
                <a:lnTo>
                  <a:pt x="385804" y="411634"/>
                </a:lnTo>
                <a:lnTo>
                  <a:pt x="415544" y="454406"/>
                </a:lnTo>
                <a:lnTo>
                  <a:pt x="442690" y="496075"/>
                </a:lnTo>
                <a:lnTo>
                  <a:pt x="468522" y="538377"/>
                </a:lnTo>
                <a:lnTo>
                  <a:pt x="493069" y="581289"/>
                </a:lnTo>
                <a:lnTo>
                  <a:pt x="516362" y="624785"/>
                </a:lnTo>
                <a:lnTo>
                  <a:pt x="538428" y="668841"/>
                </a:lnTo>
                <a:lnTo>
                  <a:pt x="559299" y="713434"/>
                </a:lnTo>
                <a:lnTo>
                  <a:pt x="579002" y="758537"/>
                </a:lnTo>
                <a:lnTo>
                  <a:pt x="597568" y="804129"/>
                </a:lnTo>
                <a:lnTo>
                  <a:pt x="615026" y="850183"/>
                </a:lnTo>
                <a:lnTo>
                  <a:pt x="631405" y="896675"/>
                </a:lnTo>
                <a:lnTo>
                  <a:pt x="646735" y="943581"/>
                </a:lnTo>
                <a:lnTo>
                  <a:pt x="661046" y="990878"/>
                </a:lnTo>
                <a:lnTo>
                  <a:pt x="674366" y="1038539"/>
                </a:lnTo>
                <a:lnTo>
                  <a:pt x="686725" y="1086542"/>
                </a:lnTo>
                <a:lnTo>
                  <a:pt x="698153" y="1134861"/>
                </a:lnTo>
                <a:lnTo>
                  <a:pt x="708679" y="1183473"/>
                </a:lnTo>
                <a:lnTo>
                  <a:pt x="718332" y="1232353"/>
                </a:lnTo>
                <a:lnTo>
                  <a:pt x="727142" y="1281476"/>
                </a:lnTo>
                <a:lnTo>
                  <a:pt x="735138" y="1330818"/>
                </a:lnTo>
                <a:lnTo>
                  <a:pt x="742351" y="1380355"/>
                </a:lnTo>
                <a:lnTo>
                  <a:pt x="748808" y="1430063"/>
                </a:lnTo>
                <a:lnTo>
                  <a:pt x="754540" y="1479917"/>
                </a:lnTo>
                <a:lnTo>
                  <a:pt x="759575" y="1529892"/>
                </a:lnTo>
                <a:lnTo>
                  <a:pt x="763945" y="1579965"/>
                </a:lnTo>
                <a:lnTo>
                  <a:pt x="767677" y="1630111"/>
                </a:lnTo>
                <a:lnTo>
                  <a:pt x="770801" y="1680306"/>
                </a:lnTo>
                <a:lnTo>
                  <a:pt x="773347" y="1730524"/>
                </a:lnTo>
                <a:lnTo>
                  <a:pt x="775344" y="1780743"/>
                </a:lnTo>
                <a:lnTo>
                  <a:pt x="776822" y="1830938"/>
                </a:lnTo>
                <a:lnTo>
                  <a:pt x="777810" y="1881083"/>
                </a:lnTo>
                <a:lnTo>
                  <a:pt x="778338" y="1931156"/>
                </a:lnTo>
                <a:lnTo>
                  <a:pt x="778434" y="1981131"/>
                </a:lnTo>
                <a:lnTo>
                  <a:pt x="778128" y="2030984"/>
                </a:lnTo>
                <a:lnTo>
                  <a:pt x="777475" y="2080785"/>
                </a:lnTo>
                <a:lnTo>
                  <a:pt x="775334" y="2180478"/>
                </a:lnTo>
                <a:lnTo>
                  <a:pt x="772320" y="2280271"/>
                </a:lnTo>
                <a:lnTo>
                  <a:pt x="766795" y="2430087"/>
                </a:lnTo>
                <a:lnTo>
                  <a:pt x="759063" y="2629940"/>
                </a:lnTo>
                <a:lnTo>
                  <a:pt x="755689" y="2729846"/>
                </a:lnTo>
                <a:lnTo>
                  <a:pt x="753027" y="2829704"/>
                </a:lnTo>
                <a:lnTo>
                  <a:pt x="752053" y="2879607"/>
                </a:lnTo>
                <a:lnTo>
                  <a:pt x="751365" y="2929486"/>
                </a:lnTo>
                <a:lnTo>
                  <a:pt x="750999" y="2979341"/>
                </a:lnTo>
                <a:lnTo>
                  <a:pt x="750991" y="3029166"/>
                </a:lnTo>
                <a:lnTo>
                  <a:pt x="751377" y="3078958"/>
                </a:lnTo>
                <a:lnTo>
                  <a:pt x="752192" y="3128715"/>
                </a:lnTo>
                <a:lnTo>
                  <a:pt x="753474" y="3178433"/>
                </a:lnTo>
                <a:lnTo>
                  <a:pt x="755258" y="3228108"/>
                </a:lnTo>
                <a:lnTo>
                  <a:pt x="757580" y="3277737"/>
                </a:lnTo>
                <a:lnTo>
                  <a:pt x="760476" y="3327317"/>
                </a:lnTo>
                <a:lnTo>
                  <a:pt x="763983" y="3376844"/>
                </a:lnTo>
                <a:lnTo>
                  <a:pt x="768135" y="3426316"/>
                </a:lnTo>
                <a:lnTo>
                  <a:pt x="772969" y="3475727"/>
                </a:lnTo>
                <a:lnTo>
                  <a:pt x="778521" y="3525076"/>
                </a:lnTo>
                <a:lnTo>
                  <a:pt x="784827" y="3574359"/>
                </a:lnTo>
                <a:lnTo>
                  <a:pt x="791923" y="3623572"/>
                </a:lnTo>
                <a:lnTo>
                  <a:pt x="799846" y="3672713"/>
                </a:lnTo>
                <a:lnTo>
                  <a:pt x="808347" y="3720579"/>
                </a:lnTo>
                <a:lnTo>
                  <a:pt x="817830" y="3768405"/>
                </a:lnTo>
                <a:lnTo>
                  <a:pt x="828298" y="3816144"/>
                </a:lnTo>
                <a:lnTo>
                  <a:pt x="839757" y="3863748"/>
                </a:lnTo>
                <a:lnTo>
                  <a:pt x="852210" y="3911171"/>
                </a:lnTo>
                <a:lnTo>
                  <a:pt x="865662" y="3958366"/>
                </a:lnTo>
                <a:lnTo>
                  <a:pt x="880118" y="4005286"/>
                </a:lnTo>
                <a:lnTo>
                  <a:pt x="895581" y="4051886"/>
                </a:lnTo>
                <a:lnTo>
                  <a:pt x="912057" y="4098117"/>
                </a:lnTo>
                <a:lnTo>
                  <a:pt x="929549" y="4143934"/>
                </a:lnTo>
                <a:lnTo>
                  <a:pt x="948062" y="4189289"/>
                </a:lnTo>
                <a:lnTo>
                  <a:pt x="967601" y="4234136"/>
                </a:lnTo>
                <a:lnTo>
                  <a:pt x="988170" y="4278428"/>
                </a:lnTo>
                <a:lnTo>
                  <a:pt x="1009773" y="4322118"/>
                </a:lnTo>
                <a:lnTo>
                  <a:pt x="1032415" y="4365160"/>
                </a:lnTo>
                <a:lnTo>
                  <a:pt x="1056100" y="4407507"/>
                </a:lnTo>
                <a:lnTo>
                  <a:pt x="1080833" y="4449111"/>
                </a:lnTo>
                <a:lnTo>
                  <a:pt x="1106618" y="4489927"/>
                </a:lnTo>
                <a:lnTo>
                  <a:pt x="1133459" y="4529908"/>
                </a:lnTo>
                <a:lnTo>
                  <a:pt x="1161361" y="4569006"/>
                </a:lnTo>
                <a:lnTo>
                  <a:pt x="1190329" y="4607175"/>
                </a:lnTo>
                <a:lnTo>
                  <a:pt x="1220366" y="4644369"/>
                </a:lnTo>
                <a:lnTo>
                  <a:pt x="1251477" y="4680540"/>
                </a:lnTo>
                <a:lnTo>
                  <a:pt x="1283667" y="4715642"/>
                </a:lnTo>
                <a:lnTo>
                  <a:pt x="1316940" y="4749629"/>
                </a:lnTo>
                <a:lnTo>
                  <a:pt x="1351300" y="4782452"/>
                </a:lnTo>
                <a:lnTo>
                  <a:pt x="1386752" y="4814067"/>
                </a:lnTo>
                <a:lnTo>
                  <a:pt x="1423301" y="4844425"/>
                </a:lnTo>
                <a:lnTo>
                  <a:pt x="1460949" y="4873480"/>
                </a:lnTo>
                <a:lnTo>
                  <a:pt x="1499703" y="4901186"/>
                </a:lnTo>
                <a:lnTo>
                  <a:pt x="1539567" y="4927495"/>
                </a:lnTo>
                <a:lnTo>
                  <a:pt x="1580544" y="4952361"/>
                </a:lnTo>
                <a:lnTo>
                  <a:pt x="1622640" y="4975737"/>
                </a:lnTo>
                <a:lnTo>
                  <a:pt x="1665859" y="4997577"/>
                </a:lnTo>
                <a:lnTo>
                  <a:pt x="1710653" y="5017896"/>
                </a:lnTo>
                <a:lnTo>
                  <a:pt x="1755987" y="5036442"/>
                </a:lnTo>
                <a:lnTo>
                  <a:pt x="1801828" y="5053323"/>
                </a:lnTo>
                <a:lnTo>
                  <a:pt x="1848143" y="5068647"/>
                </a:lnTo>
                <a:lnTo>
                  <a:pt x="1894899" y="5082521"/>
                </a:lnTo>
                <a:lnTo>
                  <a:pt x="1942062" y="5095053"/>
                </a:lnTo>
                <a:lnTo>
                  <a:pt x="1989600" y="5106350"/>
                </a:lnTo>
                <a:lnTo>
                  <a:pt x="2037479" y="5116519"/>
                </a:lnTo>
                <a:lnTo>
                  <a:pt x="2085668" y="5125669"/>
                </a:lnTo>
                <a:lnTo>
                  <a:pt x="2134132" y="5133905"/>
                </a:lnTo>
                <a:lnTo>
                  <a:pt x="2182838" y="5141337"/>
                </a:lnTo>
                <a:lnTo>
                  <a:pt x="2231755" y="5148072"/>
                </a:lnTo>
                <a:lnTo>
                  <a:pt x="2280848" y="5154216"/>
                </a:lnTo>
                <a:lnTo>
                  <a:pt x="2330084" y="5159878"/>
                </a:lnTo>
                <a:lnTo>
                  <a:pt x="2725183" y="5200700"/>
                </a:lnTo>
                <a:lnTo>
                  <a:pt x="2774226" y="5206856"/>
                </a:lnTo>
                <a:lnTo>
                  <a:pt x="2823082" y="5213604"/>
                </a:lnTo>
                <a:lnTo>
                  <a:pt x="2873234" y="5221226"/>
                </a:lnTo>
                <a:lnTo>
                  <a:pt x="2923234" y="5229665"/>
                </a:lnTo>
                <a:lnTo>
                  <a:pt x="2973072" y="5238913"/>
                </a:lnTo>
                <a:lnTo>
                  <a:pt x="3022740" y="5248964"/>
                </a:lnTo>
                <a:lnTo>
                  <a:pt x="3072228" y="5259811"/>
                </a:lnTo>
                <a:lnTo>
                  <a:pt x="3121526" y="5271448"/>
                </a:lnTo>
                <a:lnTo>
                  <a:pt x="3170624" y="5283866"/>
                </a:lnTo>
                <a:lnTo>
                  <a:pt x="3219513" y="5297061"/>
                </a:lnTo>
                <a:lnTo>
                  <a:pt x="3268183" y="5311024"/>
                </a:lnTo>
                <a:lnTo>
                  <a:pt x="3316624" y="5325749"/>
                </a:lnTo>
                <a:lnTo>
                  <a:pt x="3364828" y="5341229"/>
                </a:lnTo>
                <a:lnTo>
                  <a:pt x="3412784" y="5357458"/>
                </a:lnTo>
                <a:lnTo>
                  <a:pt x="3460482" y="5374429"/>
                </a:lnTo>
                <a:lnTo>
                  <a:pt x="3507914" y="5392134"/>
                </a:lnTo>
                <a:lnTo>
                  <a:pt x="3555069" y="5410567"/>
                </a:lnTo>
                <a:lnTo>
                  <a:pt x="3601938" y="5429721"/>
                </a:lnTo>
                <a:lnTo>
                  <a:pt x="3648512" y="5449590"/>
                </a:lnTo>
                <a:lnTo>
                  <a:pt x="3694780" y="5470166"/>
                </a:lnTo>
                <a:lnTo>
                  <a:pt x="3740733" y="5491443"/>
                </a:lnTo>
                <a:lnTo>
                  <a:pt x="3786361" y="5513414"/>
                </a:lnTo>
                <a:lnTo>
                  <a:pt x="3831655" y="5536073"/>
                </a:lnTo>
                <a:lnTo>
                  <a:pt x="3876605" y="5559411"/>
                </a:lnTo>
                <a:lnTo>
                  <a:pt x="3921202" y="5583423"/>
                </a:lnTo>
                <a:lnTo>
                  <a:pt x="3965436" y="5608102"/>
                </a:lnTo>
                <a:lnTo>
                  <a:pt x="4009297" y="5633441"/>
                </a:lnTo>
                <a:lnTo>
                  <a:pt x="4052776" y="5659433"/>
                </a:lnTo>
                <a:lnTo>
                  <a:pt x="4095863" y="5686071"/>
                </a:lnTo>
                <a:lnTo>
                  <a:pt x="4138549" y="5713311"/>
                </a:lnTo>
                <a:close/>
              </a:path>
            </a:pathLst>
          </a:custGeom>
          <a:solidFill>
            <a:srgbClr val="D97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9671" y="4527460"/>
            <a:ext cx="152654" cy="15265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9671" y="5184685"/>
            <a:ext cx="152654" cy="152653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9461738" y="-32"/>
            <a:ext cx="8826500" cy="2707640"/>
          </a:xfrm>
          <a:custGeom>
            <a:avLst/>
            <a:gdLst/>
            <a:ahLst/>
            <a:cxnLst/>
            <a:rect l="l" t="t" r="r" b="b"/>
            <a:pathLst>
              <a:path w="8826500" h="2707640">
                <a:moveTo>
                  <a:pt x="2270251" y="918971"/>
                </a:moveTo>
                <a:lnTo>
                  <a:pt x="2220386" y="918605"/>
                </a:lnTo>
                <a:lnTo>
                  <a:pt x="2170535" y="917507"/>
                </a:lnTo>
                <a:lnTo>
                  <a:pt x="2120710" y="915676"/>
                </a:lnTo>
                <a:lnTo>
                  <a:pt x="2070921" y="913111"/>
                </a:lnTo>
                <a:lnTo>
                  <a:pt x="2021245" y="909817"/>
                </a:lnTo>
                <a:lnTo>
                  <a:pt x="1971665" y="905792"/>
                </a:lnTo>
                <a:lnTo>
                  <a:pt x="1922183" y="901038"/>
                </a:lnTo>
                <a:lnTo>
                  <a:pt x="1872810" y="895555"/>
                </a:lnTo>
                <a:lnTo>
                  <a:pt x="1823556" y="889343"/>
                </a:lnTo>
                <a:lnTo>
                  <a:pt x="1774433" y="882403"/>
                </a:lnTo>
                <a:lnTo>
                  <a:pt x="1724376" y="874567"/>
                </a:lnTo>
                <a:lnTo>
                  <a:pt x="1675286" y="866112"/>
                </a:lnTo>
                <a:lnTo>
                  <a:pt x="1626334" y="856917"/>
                </a:lnTo>
                <a:lnTo>
                  <a:pt x="1577531" y="846983"/>
                </a:lnTo>
                <a:lnTo>
                  <a:pt x="1528889" y="836308"/>
                </a:lnTo>
                <a:lnTo>
                  <a:pt x="1480418" y="824893"/>
                </a:lnTo>
                <a:lnTo>
                  <a:pt x="1432130" y="812736"/>
                </a:lnTo>
                <a:lnTo>
                  <a:pt x="1384036" y="799836"/>
                </a:lnTo>
                <a:lnTo>
                  <a:pt x="1336147" y="786194"/>
                </a:lnTo>
                <a:lnTo>
                  <a:pt x="1288474" y="771808"/>
                </a:lnTo>
                <a:lnTo>
                  <a:pt x="1241029" y="756678"/>
                </a:lnTo>
                <a:lnTo>
                  <a:pt x="1193823" y="740804"/>
                </a:lnTo>
                <a:lnTo>
                  <a:pt x="1146867" y="724184"/>
                </a:lnTo>
                <a:lnTo>
                  <a:pt x="1100173" y="706819"/>
                </a:lnTo>
                <a:lnTo>
                  <a:pt x="1053751" y="688706"/>
                </a:lnTo>
                <a:lnTo>
                  <a:pt x="1007613" y="669847"/>
                </a:lnTo>
                <a:lnTo>
                  <a:pt x="961770" y="650240"/>
                </a:lnTo>
                <a:lnTo>
                  <a:pt x="915416" y="629535"/>
                </a:lnTo>
                <a:lnTo>
                  <a:pt x="869422" y="608077"/>
                </a:lnTo>
                <a:lnTo>
                  <a:pt x="823796" y="585876"/>
                </a:lnTo>
                <a:lnTo>
                  <a:pt x="778546" y="562940"/>
                </a:lnTo>
                <a:lnTo>
                  <a:pt x="733678" y="539280"/>
                </a:lnTo>
                <a:lnTo>
                  <a:pt x="689200" y="514904"/>
                </a:lnTo>
                <a:lnTo>
                  <a:pt x="645120" y="489822"/>
                </a:lnTo>
                <a:lnTo>
                  <a:pt x="601445" y="464042"/>
                </a:lnTo>
                <a:lnTo>
                  <a:pt x="558183" y="437575"/>
                </a:lnTo>
                <a:lnTo>
                  <a:pt x="515341" y="410429"/>
                </a:lnTo>
                <a:lnTo>
                  <a:pt x="472926" y="382614"/>
                </a:lnTo>
                <a:lnTo>
                  <a:pt x="430946" y="354139"/>
                </a:lnTo>
                <a:lnTo>
                  <a:pt x="389408" y="325013"/>
                </a:lnTo>
                <a:lnTo>
                  <a:pt x="348320" y="295245"/>
                </a:lnTo>
                <a:lnTo>
                  <a:pt x="307689" y="264846"/>
                </a:lnTo>
                <a:lnTo>
                  <a:pt x="267523" y="233823"/>
                </a:lnTo>
                <a:lnTo>
                  <a:pt x="227830" y="202187"/>
                </a:lnTo>
                <a:lnTo>
                  <a:pt x="188615" y="169946"/>
                </a:lnTo>
                <a:lnTo>
                  <a:pt x="149888" y="137110"/>
                </a:lnTo>
                <a:lnTo>
                  <a:pt x="111656" y="103688"/>
                </a:lnTo>
                <a:lnTo>
                  <a:pt x="73925" y="69689"/>
                </a:lnTo>
                <a:lnTo>
                  <a:pt x="36704" y="35123"/>
                </a:lnTo>
                <a:lnTo>
                  <a:pt x="0" y="0"/>
                </a:lnTo>
                <a:lnTo>
                  <a:pt x="4742813" y="0"/>
                </a:lnTo>
                <a:lnTo>
                  <a:pt x="4695930" y="20737"/>
                </a:lnTo>
                <a:lnTo>
                  <a:pt x="4649569" y="42778"/>
                </a:lnTo>
                <a:lnTo>
                  <a:pt x="4603681" y="66003"/>
                </a:lnTo>
                <a:lnTo>
                  <a:pt x="4558218" y="90290"/>
                </a:lnTo>
                <a:lnTo>
                  <a:pt x="4513132" y="115518"/>
                </a:lnTo>
                <a:lnTo>
                  <a:pt x="4468376" y="141567"/>
                </a:lnTo>
                <a:lnTo>
                  <a:pt x="4423901" y="168315"/>
                </a:lnTo>
                <a:lnTo>
                  <a:pt x="4379660" y="195641"/>
                </a:lnTo>
                <a:lnTo>
                  <a:pt x="4335604" y="223424"/>
                </a:lnTo>
                <a:lnTo>
                  <a:pt x="4072481" y="392953"/>
                </a:lnTo>
                <a:lnTo>
                  <a:pt x="4028381" y="420550"/>
                </a:lnTo>
                <a:lnTo>
                  <a:pt x="3984084" y="447636"/>
                </a:lnTo>
                <a:lnTo>
                  <a:pt x="3939540" y="474090"/>
                </a:lnTo>
                <a:lnTo>
                  <a:pt x="3896185" y="499033"/>
                </a:lnTo>
                <a:lnTo>
                  <a:pt x="3852451" y="523262"/>
                </a:lnTo>
                <a:lnTo>
                  <a:pt x="3808349" y="546778"/>
                </a:lnTo>
                <a:lnTo>
                  <a:pt x="3763892" y="569580"/>
                </a:lnTo>
                <a:lnTo>
                  <a:pt x="3719089" y="591667"/>
                </a:lnTo>
                <a:lnTo>
                  <a:pt x="3673952" y="613039"/>
                </a:lnTo>
                <a:lnTo>
                  <a:pt x="3628493" y="633695"/>
                </a:lnTo>
                <a:lnTo>
                  <a:pt x="3582722" y="653634"/>
                </a:lnTo>
                <a:lnTo>
                  <a:pt x="3536651" y="672857"/>
                </a:lnTo>
                <a:lnTo>
                  <a:pt x="3490291" y="691362"/>
                </a:lnTo>
                <a:lnTo>
                  <a:pt x="3443654" y="709148"/>
                </a:lnTo>
                <a:lnTo>
                  <a:pt x="3396750" y="726216"/>
                </a:lnTo>
                <a:lnTo>
                  <a:pt x="3349591" y="742564"/>
                </a:lnTo>
                <a:lnTo>
                  <a:pt x="3302188" y="758192"/>
                </a:lnTo>
                <a:lnTo>
                  <a:pt x="3254552" y="773100"/>
                </a:lnTo>
                <a:lnTo>
                  <a:pt x="3206694" y="787286"/>
                </a:lnTo>
                <a:lnTo>
                  <a:pt x="3158627" y="800750"/>
                </a:lnTo>
                <a:lnTo>
                  <a:pt x="3110360" y="813492"/>
                </a:lnTo>
                <a:lnTo>
                  <a:pt x="3061905" y="825511"/>
                </a:lnTo>
                <a:lnTo>
                  <a:pt x="3013274" y="836805"/>
                </a:lnTo>
                <a:lnTo>
                  <a:pt x="2964477" y="847376"/>
                </a:lnTo>
                <a:lnTo>
                  <a:pt x="2915527" y="857222"/>
                </a:lnTo>
                <a:lnTo>
                  <a:pt x="2866433" y="866342"/>
                </a:lnTo>
                <a:lnTo>
                  <a:pt x="2817208" y="874736"/>
                </a:lnTo>
                <a:lnTo>
                  <a:pt x="2767862" y="882403"/>
                </a:lnTo>
                <a:lnTo>
                  <a:pt x="2718407" y="889343"/>
                </a:lnTo>
                <a:lnTo>
                  <a:pt x="2668854" y="895555"/>
                </a:lnTo>
                <a:lnTo>
                  <a:pt x="2619214" y="901038"/>
                </a:lnTo>
                <a:lnTo>
                  <a:pt x="2569499" y="905792"/>
                </a:lnTo>
                <a:lnTo>
                  <a:pt x="2519720" y="909817"/>
                </a:lnTo>
                <a:lnTo>
                  <a:pt x="2469876" y="913111"/>
                </a:lnTo>
                <a:lnTo>
                  <a:pt x="2419954" y="915676"/>
                </a:lnTo>
                <a:lnTo>
                  <a:pt x="2370027" y="917507"/>
                </a:lnTo>
                <a:lnTo>
                  <a:pt x="2320095" y="918605"/>
                </a:lnTo>
                <a:lnTo>
                  <a:pt x="2270251" y="918971"/>
                </a:lnTo>
                <a:close/>
              </a:path>
              <a:path w="8826500" h="2707640">
                <a:moveTo>
                  <a:pt x="8826246" y="2707132"/>
                </a:moveTo>
                <a:lnTo>
                  <a:pt x="8788271" y="2695574"/>
                </a:lnTo>
                <a:lnTo>
                  <a:pt x="8741080" y="2679918"/>
                </a:lnTo>
                <a:lnTo>
                  <a:pt x="8694520" y="2662946"/>
                </a:lnTo>
                <a:lnTo>
                  <a:pt x="8648585" y="2644695"/>
                </a:lnTo>
                <a:lnTo>
                  <a:pt x="8603266" y="2625204"/>
                </a:lnTo>
                <a:lnTo>
                  <a:pt x="8558556" y="2604509"/>
                </a:lnTo>
                <a:lnTo>
                  <a:pt x="8514446" y="2582648"/>
                </a:lnTo>
                <a:lnTo>
                  <a:pt x="8470930" y="2559659"/>
                </a:lnTo>
                <a:lnTo>
                  <a:pt x="8427998" y="2535579"/>
                </a:lnTo>
                <a:lnTo>
                  <a:pt x="8385644" y="2510445"/>
                </a:lnTo>
                <a:lnTo>
                  <a:pt x="8343860" y="2484296"/>
                </a:lnTo>
                <a:lnTo>
                  <a:pt x="8302637" y="2457167"/>
                </a:lnTo>
                <a:lnTo>
                  <a:pt x="8261969" y="2429098"/>
                </a:lnTo>
                <a:lnTo>
                  <a:pt x="8221847" y="2400125"/>
                </a:lnTo>
                <a:lnTo>
                  <a:pt x="8182264" y="2370285"/>
                </a:lnTo>
                <a:lnTo>
                  <a:pt x="8143212" y="2339617"/>
                </a:lnTo>
                <a:lnTo>
                  <a:pt x="8104683" y="2308158"/>
                </a:lnTo>
                <a:lnTo>
                  <a:pt x="8066669" y="2275945"/>
                </a:lnTo>
                <a:lnTo>
                  <a:pt x="8029163" y="2243015"/>
                </a:lnTo>
                <a:lnTo>
                  <a:pt x="7992157" y="2209407"/>
                </a:lnTo>
                <a:lnTo>
                  <a:pt x="7955643" y="2175157"/>
                </a:lnTo>
                <a:lnTo>
                  <a:pt x="7919613" y="2140303"/>
                </a:lnTo>
                <a:lnTo>
                  <a:pt x="7884060" y="2104883"/>
                </a:lnTo>
                <a:lnTo>
                  <a:pt x="7848975" y="2068934"/>
                </a:lnTo>
                <a:lnTo>
                  <a:pt x="7814352" y="2032494"/>
                </a:lnTo>
                <a:lnTo>
                  <a:pt x="7780182" y="1995599"/>
                </a:lnTo>
                <a:lnTo>
                  <a:pt x="7746457" y="1958288"/>
                </a:lnTo>
                <a:lnTo>
                  <a:pt x="7713170" y="1920597"/>
                </a:lnTo>
                <a:lnTo>
                  <a:pt x="7680313" y="1882565"/>
                </a:lnTo>
                <a:lnTo>
                  <a:pt x="7647879" y="1844229"/>
                </a:lnTo>
                <a:lnTo>
                  <a:pt x="7615859" y="1805626"/>
                </a:lnTo>
                <a:lnTo>
                  <a:pt x="7584245" y="1766794"/>
                </a:lnTo>
                <a:lnTo>
                  <a:pt x="7553031" y="1727770"/>
                </a:lnTo>
                <a:lnTo>
                  <a:pt x="7522208" y="1688591"/>
                </a:lnTo>
                <a:lnTo>
                  <a:pt x="7491690" y="1649237"/>
                </a:lnTo>
                <a:lnTo>
                  <a:pt x="7461378" y="1609678"/>
                </a:lnTo>
                <a:lnTo>
                  <a:pt x="7431246" y="1569939"/>
                </a:lnTo>
                <a:lnTo>
                  <a:pt x="7401269" y="1530045"/>
                </a:lnTo>
                <a:lnTo>
                  <a:pt x="7341674" y="1449891"/>
                </a:lnTo>
                <a:lnTo>
                  <a:pt x="7134129" y="1168149"/>
                </a:lnTo>
                <a:lnTo>
                  <a:pt x="7074269" y="1088134"/>
                </a:lnTo>
                <a:lnTo>
                  <a:pt x="7044116" y="1048332"/>
                </a:lnTo>
                <a:lnTo>
                  <a:pt x="7013779" y="1008700"/>
                </a:lnTo>
                <a:lnTo>
                  <a:pt x="6983233" y="969264"/>
                </a:lnTo>
                <a:lnTo>
                  <a:pt x="6952451" y="930049"/>
                </a:lnTo>
                <a:lnTo>
                  <a:pt x="6921407" y="891079"/>
                </a:lnTo>
                <a:lnTo>
                  <a:pt x="6890076" y="852379"/>
                </a:lnTo>
                <a:lnTo>
                  <a:pt x="6858431" y="813976"/>
                </a:lnTo>
                <a:lnTo>
                  <a:pt x="6826447" y="775893"/>
                </a:lnTo>
                <a:lnTo>
                  <a:pt x="6794097" y="738155"/>
                </a:lnTo>
                <a:lnTo>
                  <a:pt x="6761355" y="700789"/>
                </a:lnTo>
                <a:lnTo>
                  <a:pt x="6728196" y="663818"/>
                </a:lnTo>
                <a:lnTo>
                  <a:pt x="6694593" y="627268"/>
                </a:lnTo>
                <a:lnTo>
                  <a:pt x="6660521" y="591165"/>
                </a:lnTo>
                <a:lnTo>
                  <a:pt x="6625953" y="555532"/>
                </a:lnTo>
                <a:lnTo>
                  <a:pt x="6590863" y="520395"/>
                </a:lnTo>
                <a:lnTo>
                  <a:pt x="6555226" y="485779"/>
                </a:lnTo>
                <a:lnTo>
                  <a:pt x="6519016" y="451709"/>
                </a:lnTo>
                <a:lnTo>
                  <a:pt x="6482206" y="418211"/>
                </a:lnTo>
                <a:lnTo>
                  <a:pt x="6445289" y="385712"/>
                </a:lnTo>
                <a:lnTo>
                  <a:pt x="6407613" y="353870"/>
                </a:lnTo>
                <a:lnTo>
                  <a:pt x="6369204" y="322726"/>
                </a:lnTo>
                <a:lnTo>
                  <a:pt x="6330089" y="292322"/>
                </a:lnTo>
                <a:lnTo>
                  <a:pt x="6290295" y="262697"/>
                </a:lnTo>
                <a:lnTo>
                  <a:pt x="6249848" y="233893"/>
                </a:lnTo>
                <a:lnTo>
                  <a:pt x="6208775" y="205950"/>
                </a:lnTo>
                <a:lnTo>
                  <a:pt x="6167103" y="178911"/>
                </a:lnTo>
                <a:lnTo>
                  <a:pt x="6124857" y="152815"/>
                </a:lnTo>
                <a:lnTo>
                  <a:pt x="6082065" y="127703"/>
                </a:lnTo>
                <a:lnTo>
                  <a:pt x="6038753" y="103617"/>
                </a:lnTo>
                <a:lnTo>
                  <a:pt x="5994948" y="80597"/>
                </a:lnTo>
                <a:lnTo>
                  <a:pt x="5950677" y="58684"/>
                </a:lnTo>
                <a:lnTo>
                  <a:pt x="5905965" y="37920"/>
                </a:lnTo>
                <a:lnTo>
                  <a:pt x="5860840" y="18345"/>
                </a:lnTo>
                <a:lnTo>
                  <a:pt x="5815328" y="0"/>
                </a:lnTo>
                <a:lnTo>
                  <a:pt x="8826246" y="0"/>
                </a:lnTo>
                <a:lnTo>
                  <a:pt x="8826246" y="2707132"/>
                </a:lnTo>
                <a:close/>
              </a:path>
            </a:pathLst>
          </a:custGeom>
          <a:solidFill>
            <a:srgbClr val="8286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99127" y="1355871"/>
            <a:ext cx="14475460" cy="1197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6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6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6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5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27" y="4573694"/>
            <a:ext cx="4138929" cy="5713730"/>
          </a:xfrm>
          <a:custGeom>
            <a:avLst/>
            <a:gdLst/>
            <a:ahLst/>
            <a:cxnLst/>
            <a:rect l="l" t="t" r="r" b="b"/>
            <a:pathLst>
              <a:path w="4138929" h="5713730">
                <a:moveTo>
                  <a:pt x="4138550" y="5713305"/>
                </a:moveTo>
                <a:lnTo>
                  <a:pt x="0" y="5713305"/>
                </a:lnTo>
                <a:lnTo>
                  <a:pt x="27" y="0"/>
                </a:lnTo>
                <a:lnTo>
                  <a:pt x="38539" y="34069"/>
                </a:lnTo>
                <a:lnTo>
                  <a:pt x="76459" y="68628"/>
                </a:lnTo>
                <a:lnTo>
                  <a:pt x="113827" y="103736"/>
                </a:lnTo>
                <a:lnTo>
                  <a:pt x="150584" y="139455"/>
                </a:lnTo>
                <a:lnTo>
                  <a:pt x="186670" y="175843"/>
                </a:lnTo>
                <a:lnTo>
                  <a:pt x="222027" y="212962"/>
                </a:lnTo>
                <a:lnTo>
                  <a:pt x="256596" y="250873"/>
                </a:lnTo>
                <a:lnTo>
                  <a:pt x="290317" y="289635"/>
                </a:lnTo>
                <a:lnTo>
                  <a:pt x="323131" y="329309"/>
                </a:lnTo>
                <a:lnTo>
                  <a:pt x="354980" y="369955"/>
                </a:lnTo>
                <a:lnTo>
                  <a:pt x="385803" y="411634"/>
                </a:lnTo>
                <a:lnTo>
                  <a:pt x="415543" y="454406"/>
                </a:lnTo>
                <a:lnTo>
                  <a:pt x="442689" y="496075"/>
                </a:lnTo>
                <a:lnTo>
                  <a:pt x="468522" y="538377"/>
                </a:lnTo>
                <a:lnTo>
                  <a:pt x="493069" y="581289"/>
                </a:lnTo>
                <a:lnTo>
                  <a:pt x="516361" y="624785"/>
                </a:lnTo>
                <a:lnTo>
                  <a:pt x="538428" y="668841"/>
                </a:lnTo>
                <a:lnTo>
                  <a:pt x="559298" y="713434"/>
                </a:lnTo>
                <a:lnTo>
                  <a:pt x="579002" y="758538"/>
                </a:lnTo>
                <a:lnTo>
                  <a:pt x="597568" y="804129"/>
                </a:lnTo>
                <a:lnTo>
                  <a:pt x="615025" y="850183"/>
                </a:lnTo>
                <a:lnTo>
                  <a:pt x="631405" y="896675"/>
                </a:lnTo>
                <a:lnTo>
                  <a:pt x="646735" y="943582"/>
                </a:lnTo>
                <a:lnTo>
                  <a:pt x="661045" y="990878"/>
                </a:lnTo>
                <a:lnTo>
                  <a:pt x="674366" y="1038539"/>
                </a:lnTo>
                <a:lnTo>
                  <a:pt x="686725" y="1086542"/>
                </a:lnTo>
                <a:lnTo>
                  <a:pt x="698153" y="1134861"/>
                </a:lnTo>
                <a:lnTo>
                  <a:pt x="708678" y="1183473"/>
                </a:lnTo>
                <a:lnTo>
                  <a:pt x="718332" y="1232353"/>
                </a:lnTo>
                <a:lnTo>
                  <a:pt x="727142" y="1281476"/>
                </a:lnTo>
                <a:lnTo>
                  <a:pt x="735138" y="1330818"/>
                </a:lnTo>
                <a:lnTo>
                  <a:pt x="742350" y="1380355"/>
                </a:lnTo>
                <a:lnTo>
                  <a:pt x="748807" y="1430063"/>
                </a:lnTo>
                <a:lnTo>
                  <a:pt x="754539" y="1479917"/>
                </a:lnTo>
                <a:lnTo>
                  <a:pt x="759575" y="1529892"/>
                </a:lnTo>
                <a:lnTo>
                  <a:pt x="763944" y="1579965"/>
                </a:lnTo>
                <a:lnTo>
                  <a:pt x="767676" y="1630111"/>
                </a:lnTo>
                <a:lnTo>
                  <a:pt x="770801" y="1680306"/>
                </a:lnTo>
                <a:lnTo>
                  <a:pt x="773347" y="1730525"/>
                </a:lnTo>
                <a:lnTo>
                  <a:pt x="775344" y="1780743"/>
                </a:lnTo>
                <a:lnTo>
                  <a:pt x="776822" y="1830938"/>
                </a:lnTo>
                <a:lnTo>
                  <a:pt x="777810" y="1881083"/>
                </a:lnTo>
                <a:lnTo>
                  <a:pt x="778337" y="1931156"/>
                </a:lnTo>
                <a:lnTo>
                  <a:pt x="778434" y="1981131"/>
                </a:lnTo>
                <a:lnTo>
                  <a:pt x="778128" y="2030984"/>
                </a:lnTo>
                <a:lnTo>
                  <a:pt x="777475" y="2080785"/>
                </a:lnTo>
                <a:lnTo>
                  <a:pt x="776531" y="2130618"/>
                </a:lnTo>
                <a:lnTo>
                  <a:pt x="775334" y="2180478"/>
                </a:lnTo>
                <a:lnTo>
                  <a:pt x="773918" y="2230364"/>
                </a:lnTo>
                <a:lnTo>
                  <a:pt x="772320" y="2280271"/>
                </a:lnTo>
                <a:lnTo>
                  <a:pt x="770577" y="2330196"/>
                </a:lnTo>
                <a:lnTo>
                  <a:pt x="768723" y="2380137"/>
                </a:lnTo>
                <a:lnTo>
                  <a:pt x="766795" y="2430088"/>
                </a:lnTo>
                <a:lnTo>
                  <a:pt x="762861" y="2530011"/>
                </a:lnTo>
                <a:lnTo>
                  <a:pt x="760927" y="2579977"/>
                </a:lnTo>
                <a:lnTo>
                  <a:pt x="759063" y="2629940"/>
                </a:lnTo>
                <a:lnTo>
                  <a:pt x="757305" y="2679898"/>
                </a:lnTo>
                <a:lnTo>
                  <a:pt x="755689" y="2729847"/>
                </a:lnTo>
                <a:lnTo>
                  <a:pt x="754251" y="2779784"/>
                </a:lnTo>
                <a:lnTo>
                  <a:pt x="753027" y="2829705"/>
                </a:lnTo>
                <a:lnTo>
                  <a:pt x="752053" y="2879607"/>
                </a:lnTo>
                <a:lnTo>
                  <a:pt x="751365" y="2929487"/>
                </a:lnTo>
                <a:lnTo>
                  <a:pt x="750999" y="2979341"/>
                </a:lnTo>
                <a:lnTo>
                  <a:pt x="750991" y="3029166"/>
                </a:lnTo>
                <a:lnTo>
                  <a:pt x="751376" y="3078959"/>
                </a:lnTo>
                <a:lnTo>
                  <a:pt x="752192" y="3128716"/>
                </a:lnTo>
                <a:lnTo>
                  <a:pt x="753474" y="3178433"/>
                </a:lnTo>
                <a:lnTo>
                  <a:pt x="755258" y="3228109"/>
                </a:lnTo>
                <a:lnTo>
                  <a:pt x="757580" y="3277738"/>
                </a:lnTo>
                <a:lnTo>
                  <a:pt x="760476" y="3327318"/>
                </a:lnTo>
                <a:lnTo>
                  <a:pt x="763982" y="3376845"/>
                </a:lnTo>
                <a:lnTo>
                  <a:pt x="768135" y="3426316"/>
                </a:lnTo>
                <a:lnTo>
                  <a:pt x="772969" y="3475728"/>
                </a:lnTo>
                <a:lnTo>
                  <a:pt x="778521" y="3525077"/>
                </a:lnTo>
                <a:lnTo>
                  <a:pt x="784827" y="3574360"/>
                </a:lnTo>
                <a:lnTo>
                  <a:pt x="791923" y="3623573"/>
                </a:lnTo>
                <a:lnTo>
                  <a:pt x="799846" y="3672714"/>
                </a:lnTo>
                <a:lnTo>
                  <a:pt x="808347" y="3720580"/>
                </a:lnTo>
                <a:lnTo>
                  <a:pt x="817830" y="3768406"/>
                </a:lnTo>
                <a:lnTo>
                  <a:pt x="828298" y="3816145"/>
                </a:lnTo>
                <a:lnTo>
                  <a:pt x="839757" y="3863749"/>
                </a:lnTo>
                <a:lnTo>
                  <a:pt x="852210" y="3911172"/>
                </a:lnTo>
                <a:lnTo>
                  <a:pt x="865662" y="3958367"/>
                </a:lnTo>
                <a:lnTo>
                  <a:pt x="880118" y="4005288"/>
                </a:lnTo>
                <a:lnTo>
                  <a:pt x="895581" y="4051887"/>
                </a:lnTo>
                <a:lnTo>
                  <a:pt x="912057" y="4098118"/>
                </a:lnTo>
                <a:lnTo>
                  <a:pt x="929549" y="4143935"/>
                </a:lnTo>
                <a:lnTo>
                  <a:pt x="948062" y="4189290"/>
                </a:lnTo>
                <a:lnTo>
                  <a:pt x="967601" y="4234137"/>
                </a:lnTo>
                <a:lnTo>
                  <a:pt x="988170" y="4278429"/>
                </a:lnTo>
                <a:lnTo>
                  <a:pt x="1009773" y="4322119"/>
                </a:lnTo>
                <a:lnTo>
                  <a:pt x="1032415" y="4365161"/>
                </a:lnTo>
                <a:lnTo>
                  <a:pt x="1056100" y="4407508"/>
                </a:lnTo>
                <a:lnTo>
                  <a:pt x="1080833" y="4449112"/>
                </a:lnTo>
                <a:lnTo>
                  <a:pt x="1106618" y="4489928"/>
                </a:lnTo>
                <a:lnTo>
                  <a:pt x="1133459" y="4529909"/>
                </a:lnTo>
                <a:lnTo>
                  <a:pt x="1161361" y="4569007"/>
                </a:lnTo>
                <a:lnTo>
                  <a:pt x="1190329" y="4607176"/>
                </a:lnTo>
                <a:lnTo>
                  <a:pt x="1220366" y="4644370"/>
                </a:lnTo>
                <a:lnTo>
                  <a:pt x="1251477" y="4680541"/>
                </a:lnTo>
                <a:lnTo>
                  <a:pt x="1283667" y="4715644"/>
                </a:lnTo>
                <a:lnTo>
                  <a:pt x="1316940" y="4749630"/>
                </a:lnTo>
                <a:lnTo>
                  <a:pt x="1351300" y="4782453"/>
                </a:lnTo>
                <a:lnTo>
                  <a:pt x="1386752" y="4814068"/>
                </a:lnTo>
                <a:lnTo>
                  <a:pt x="1423301" y="4844426"/>
                </a:lnTo>
                <a:lnTo>
                  <a:pt x="1460950" y="4873481"/>
                </a:lnTo>
                <a:lnTo>
                  <a:pt x="1499704" y="4901187"/>
                </a:lnTo>
                <a:lnTo>
                  <a:pt x="1539567" y="4927496"/>
                </a:lnTo>
                <a:lnTo>
                  <a:pt x="1580545" y="4952362"/>
                </a:lnTo>
                <a:lnTo>
                  <a:pt x="1622640" y="4975738"/>
                </a:lnTo>
                <a:lnTo>
                  <a:pt x="1665859" y="4997578"/>
                </a:lnTo>
                <a:lnTo>
                  <a:pt x="1710653" y="5017897"/>
                </a:lnTo>
                <a:lnTo>
                  <a:pt x="1755988" y="5036443"/>
                </a:lnTo>
                <a:lnTo>
                  <a:pt x="1801829" y="5053324"/>
                </a:lnTo>
                <a:lnTo>
                  <a:pt x="1848143" y="5068649"/>
                </a:lnTo>
                <a:lnTo>
                  <a:pt x="1894899" y="5082523"/>
                </a:lnTo>
                <a:lnTo>
                  <a:pt x="1942062" y="5095054"/>
                </a:lnTo>
                <a:lnTo>
                  <a:pt x="1989600" y="5106351"/>
                </a:lnTo>
                <a:lnTo>
                  <a:pt x="2037480" y="5116520"/>
                </a:lnTo>
                <a:lnTo>
                  <a:pt x="2085668" y="5125670"/>
                </a:lnTo>
                <a:lnTo>
                  <a:pt x="2134132" y="5133907"/>
                </a:lnTo>
                <a:lnTo>
                  <a:pt x="2182839" y="5141339"/>
                </a:lnTo>
                <a:lnTo>
                  <a:pt x="2231755" y="5148073"/>
                </a:lnTo>
                <a:lnTo>
                  <a:pt x="2280848" y="5154217"/>
                </a:lnTo>
                <a:lnTo>
                  <a:pt x="2330084" y="5159879"/>
                </a:lnTo>
                <a:lnTo>
                  <a:pt x="2725183" y="5200701"/>
                </a:lnTo>
                <a:lnTo>
                  <a:pt x="2774226" y="5206857"/>
                </a:lnTo>
                <a:lnTo>
                  <a:pt x="2823083" y="5213605"/>
                </a:lnTo>
                <a:lnTo>
                  <a:pt x="2873234" y="5221227"/>
                </a:lnTo>
                <a:lnTo>
                  <a:pt x="2923234" y="5229666"/>
                </a:lnTo>
                <a:lnTo>
                  <a:pt x="2973073" y="5238914"/>
                </a:lnTo>
                <a:lnTo>
                  <a:pt x="3022741" y="5248965"/>
                </a:lnTo>
                <a:lnTo>
                  <a:pt x="3072229" y="5259813"/>
                </a:lnTo>
                <a:lnTo>
                  <a:pt x="3121526" y="5271449"/>
                </a:lnTo>
                <a:lnTo>
                  <a:pt x="3170624" y="5283868"/>
                </a:lnTo>
                <a:lnTo>
                  <a:pt x="3219513" y="5297062"/>
                </a:lnTo>
                <a:lnTo>
                  <a:pt x="3268183" y="5311025"/>
                </a:lnTo>
                <a:lnTo>
                  <a:pt x="3316625" y="5325751"/>
                </a:lnTo>
                <a:lnTo>
                  <a:pt x="3364828" y="5341231"/>
                </a:lnTo>
                <a:lnTo>
                  <a:pt x="3412784" y="5357460"/>
                </a:lnTo>
                <a:lnTo>
                  <a:pt x="3460483" y="5374430"/>
                </a:lnTo>
                <a:lnTo>
                  <a:pt x="3507915" y="5392135"/>
                </a:lnTo>
                <a:lnTo>
                  <a:pt x="3555070" y="5410568"/>
                </a:lnTo>
                <a:lnTo>
                  <a:pt x="3601939" y="5429723"/>
                </a:lnTo>
                <a:lnTo>
                  <a:pt x="3648512" y="5449591"/>
                </a:lnTo>
                <a:lnTo>
                  <a:pt x="3694780" y="5470168"/>
                </a:lnTo>
                <a:lnTo>
                  <a:pt x="3740733" y="5491445"/>
                </a:lnTo>
                <a:lnTo>
                  <a:pt x="3786362" y="5513416"/>
                </a:lnTo>
                <a:lnTo>
                  <a:pt x="3831656" y="5536074"/>
                </a:lnTo>
                <a:lnTo>
                  <a:pt x="3876606" y="5559412"/>
                </a:lnTo>
                <a:lnTo>
                  <a:pt x="3921203" y="5583425"/>
                </a:lnTo>
                <a:lnTo>
                  <a:pt x="3965437" y="5608103"/>
                </a:lnTo>
                <a:lnTo>
                  <a:pt x="4009298" y="5633442"/>
                </a:lnTo>
                <a:lnTo>
                  <a:pt x="4052777" y="5659434"/>
                </a:lnTo>
                <a:lnTo>
                  <a:pt x="4095864" y="5686072"/>
                </a:lnTo>
                <a:lnTo>
                  <a:pt x="4138550" y="5713305"/>
                </a:lnTo>
                <a:close/>
              </a:path>
            </a:pathLst>
          </a:custGeom>
          <a:solidFill>
            <a:srgbClr val="D97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461738" y="-32"/>
            <a:ext cx="8826500" cy="2707640"/>
          </a:xfrm>
          <a:custGeom>
            <a:avLst/>
            <a:gdLst/>
            <a:ahLst/>
            <a:cxnLst/>
            <a:rect l="l" t="t" r="r" b="b"/>
            <a:pathLst>
              <a:path w="8826500" h="2707640">
                <a:moveTo>
                  <a:pt x="2270251" y="918971"/>
                </a:moveTo>
                <a:lnTo>
                  <a:pt x="2220386" y="918605"/>
                </a:lnTo>
                <a:lnTo>
                  <a:pt x="2170535" y="917507"/>
                </a:lnTo>
                <a:lnTo>
                  <a:pt x="2120710" y="915676"/>
                </a:lnTo>
                <a:lnTo>
                  <a:pt x="2070921" y="913111"/>
                </a:lnTo>
                <a:lnTo>
                  <a:pt x="2021245" y="909817"/>
                </a:lnTo>
                <a:lnTo>
                  <a:pt x="1971665" y="905792"/>
                </a:lnTo>
                <a:lnTo>
                  <a:pt x="1922183" y="901038"/>
                </a:lnTo>
                <a:lnTo>
                  <a:pt x="1872810" y="895555"/>
                </a:lnTo>
                <a:lnTo>
                  <a:pt x="1823556" y="889343"/>
                </a:lnTo>
                <a:lnTo>
                  <a:pt x="1774433" y="882403"/>
                </a:lnTo>
                <a:lnTo>
                  <a:pt x="1724376" y="874567"/>
                </a:lnTo>
                <a:lnTo>
                  <a:pt x="1675286" y="866112"/>
                </a:lnTo>
                <a:lnTo>
                  <a:pt x="1626334" y="856917"/>
                </a:lnTo>
                <a:lnTo>
                  <a:pt x="1577531" y="846983"/>
                </a:lnTo>
                <a:lnTo>
                  <a:pt x="1528889" y="836308"/>
                </a:lnTo>
                <a:lnTo>
                  <a:pt x="1480418" y="824893"/>
                </a:lnTo>
                <a:lnTo>
                  <a:pt x="1432130" y="812736"/>
                </a:lnTo>
                <a:lnTo>
                  <a:pt x="1384036" y="799836"/>
                </a:lnTo>
                <a:lnTo>
                  <a:pt x="1336147" y="786194"/>
                </a:lnTo>
                <a:lnTo>
                  <a:pt x="1288474" y="771808"/>
                </a:lnTo>
                <a:lnTo>
                  <a:pt x="1241029" y="756678"/>
                </a:lnTo>
                <a:lnTo>
                  <a:pt x="1193823" y="740804"/>
                </a:lnTo>
                <a:lnTo>
                  <a:pt x="1146867" y="724184"/>
                </a:lnTo>
                <a:lnTo>
                  <a:pt x="1100173" y="706819"/>
                </a:lnTo>
                <a:lnTo>
                  <a:pt x="1053751" y="688706"/>
                </a:lnTo>
                <a:lnTo>
                  <a:pt x="1007613" y="669847"/>
                </a:lnTo>
                <a:lnTo>
                  <a:pt x="961770" y="650240"/>
                </a:lnTo>
                <a:lnTo>
                  <a:pt x="915416" y="629535"/>
                </a:lnTo>
                <a:lnTo>
                  <a:pt x="869422" y="608077"/>
                </a:lnTo>
                <a:lnTo>
                  <a:pt x="823796" y="585876"/>
                </a:lnTo>
                <a:lnTo>
                  <a:pt x="778546" y="562940"/>
                </a:lnTo>
                <a:lnTo>
                  <a:pt x="733678" y="539280"/>
                </a:lnTo>
                <a:lnTo>
                  <a:pt x="689200" y="514904"/>
                </a:lnTo>
                <a:lnTo>
                  <a:pt x="645120" y="489822"/>
                </a:lnTo>
                <a:lnTo>
                  <a:pt x="601445" y="464042"/>
                </a:lnTo>
                <a:lnTo>
                  <a:pt x="558183" y="437575"/>
                </a:lnTo>
                <a:lnTo>
                  <a:pt x="515341" y="410429"/>
                </a:lnTo>
                <a:lnTo>
                  <a:pt x="472926" y="382614"/>
                </a:lnTo>
                <a:lnTo>
                  <a:pt x="430946" y="354139"/>
                </a:lnTo>
                <a:lnTo>
                  <a:pt x="389408" y="325013"/>
                </a:lnTo>
                <a:lnTo>
                  <a:pt x="348320" y="295245"/>
                </a:lnTo>
                <a:lnTo>
                  <a:pt x="307689" y="264846"/>
                </a:lnTo>
                <a:lnTo>
                  <a:pt x="267523" y="233823"/>
                </a:lnTo>
                <a:lnTo>
                  <a:pt x="227830" y="202187"/>
                </a:lnTo>
                <a:lnTo>
                  <a:pt x="188615" y="169946"/>
                </a:lnTo>
                <a:lnTo>
                  <a:pt x="149888" y="137110"/>
                </a:lnTo>
                <a:lnTo>
                  <a:pt x="111656" y="103688"/>
                </a:lnTo>
                <a:lnTo>
                  <a:pt x="73925" y="69689"/>
                </a:lnTo>
                <a:lnTo>
                  <a:pt x="36704" y="35123"/>
                </a:lnTo>
                <a:lnTo>
                  <a:pt x="0" y="0"/>
                </a:lnTo>
                <a:lnTo>
                  <a:pt x="4742813" y="0"/>
                </a:lnTo>
                <a:lnTo>
                  <a:pt x="4695930" y="20737"/>
                </a:lnTo>
                <a:lnTo>
                  <a:pt x="4649569" y="42778"/>
                </a:lnTo>
                <a:lnTo>
                  <a:pt x="4603681" y="66003"/>
                </a:lnTo>
                <a:lnTo>
                  <a:pt x="4558218" y="90290"/>
                </a:lnTo>
                <a:lnTo>
                  <a:pt x="4513132" y="115518"/>
                </a:lnTo>
                <a:lnTo>
                  <a:pt x="4468376" y="141567"/>
                </a:lnTo>
                <a:lnTo>
                  <a:pt x="4423901" y="168315"/>
                </a:lnTo>
                <a:lnTo>
                  <a:pt x="4379660" y="195641"/>
                </a:lnTo>
                <a:lnTo>
                  <a:pt x="4335604" y="223424"/>
                </a:lnTo>
                <a:lnTo>
                  <a:pt x="4072481" y="392953"/>
                </a:lnTo>
                <a:lnTo>
                  <a:pt x="4028381" y="420550"/>
                </a:lnTo>
                <a:lnTo>
                  <a:pt x="3984084" y="447636"/>
                </a:lnTo>
                <a:lnTo>
                  <a:pt x="3939540" y="474090"/>
                </a:lnTo>
                <a:lnTo>
                  <a:pt x="3896185" y="499033"/>
                </a:lnTo>
                <a:lnTo>
                  <a:pt x="3852451" y="523262"/>
                </a:lnTo>
                <a:lnTo>
                  <a:pt x="3808349" y="546778"/>
                </a:lnTo>
                <a:lnTo>
                  <a:pt x="3763892" y="569580"/>
                </a:lnTo>
                <a:lnTo>
                  <a:pt x="3719089" y="591667"/>
                </a:lnTo>
                <a:lnTo>
                  <a:pt x="3673952" y="613039"/>
                </a:lnTo>
                <a:lnTo>
                  <a:pt x="3628493" y="633695"/>
                </a:lnTo>
                <a:lnTo>
                  <a:pt x="3582722" y="653634"/>
                </a:lnTo>
                <a:lnTo>
                  <a:pt x="3536651" y="672857"/>
                </a:lnTo>
                <a:lnTo>
                  <a:pt x="3490291" y="691362"/>
                </a:lnTo>
                <a:lnTo>
                  <a:pt x="3443654" y="709148"/>
                </a:lnTo>
                <a:lnTo>
                  <a:pt x="3396750" y="726216"/>
                </a:lnTo>
                <a:lnTo>
                  <a:pt x="3349591" y="742564"/>
                </a:lnTo>
                <a:lnTo>
                  <a:pt x="3302188" y="758192"/>
                </a:lnTo>
                <a:lnTo>
                  <a:pt x="3254552" y="773100"/>
                </a:lnTo>
                <a:lnTo>
                  <a:pt x="3206694" y="787286"/>
                </a:lnTo>
                <a:lnTo>
                  <a:pt x="3158627" y="800750"/>
                </a:lnTo>
                <a:lnTo>
                  <a:pt x="3110360" y="813492"/>
                </a:lnTo>
                <a:lnTo>
                  <a:pt x="3061905" y="825511"/>
                </a:lnTo>
                <a:lnTo>
                  <a:pt x="3013274" y="836805"/>
                </a:lnTo>
                <a:lnTo>
                  <a:pt x="2964477" y="847376"/>
                </a:lnTo>
                <a:lnTo>
                  <a:pt x="2915527" y="857222"/>
                </a:lnTo>
                <a:lnTo>
                  <a:pt x="2866433" y="866342"/>
                </a:lnTo>
                <a:lnTo>
                  <a:pt x="2817208" y="874736"/>
                </a:lnTo>
                <a:lnTo>
                  <a:pt x="2767862" y="882403"/>
                </a:lnTo>
                <a:lnTo>
                  <a:pt x="2718407" y="889343"/>
                </a:lnTo>
                <a:lnTo>
                  <a:pt x="2668854" y="895555"/>
                </a:lnTo>
                <a:lnTo>
                  <a:pt x="2619214" y="901038"/>
                </a:lnTo>
                <a:lnTo>
                  <a:pt x="2569499" y="905792"/>
                </a:lnTo>
                <a:lnTo>
                  <a:pt x="2519720" y="909817"/>
                </a:lnTo>
                <a:lnTo>
                  <a:pt x="2469876" y="913111"/>
                </a:lnTo>
                <a:lnTo>
                  <a:pt x="2419954" y="915676"/>
                </a:lnTo>
                <a:lnTo>
                  <a:pt x="2370027" y="917507"/>
                </a:lnTo>
                <a:lnTo>
                  <a:pt x="2320095" y="918605"/>
                </a:lnTo>
                <a:lnTo>
                  <a:pt x="2270251" y="918971"/>
                </a:lnTo>
                <a:close/>
              </a:path>
              <a:path w="8826500" h="2707640">
                <a:moveTo>
                  <a:pt x="8826246" y="2707132"/>
                </a:moveTo>
                <a:lnTo>
                  <a:pt x="8788271" y="2695574"/>
                </a:lnTo>
                <a:lnTo>
                  <a:pt x="8741080" y="2679918"/>
                </a:lnTo>
                <a:lnTo>
                  <a:pt x="8694520" y="2662946"/>
                </a:lnTo>
                <a:lnTo>
                  <a:pt x="8648585" y="2644695"/>
                </a:lnTo>
                <a:lnTo>
                  <a:pt x="8603266" y="2625204"/>
                </a:lnTo>
                <a:lnTo>
                  <a:pt x="8558556" y="2604509"/>
                </a:lnTo>
                <a:lnTo>
                  <a:pt x="8514446" y="2582648"/>
                </a:lnTo>
                <a:lnTo>
                  <a:pt x="8470930" y="2559659"/>
                </a:lnTo>
                <a:lnTo>
                  <a:pt x="8427998" y="2535579"/>
                </a:lnTo>
                <a:lnTo>
                  <a:pt x="8385644" y="2510445"/>
                </a:lnTo>
                <a:lnTo>
                  <a:pt x="8343860" y="2484296"/>
                </a:lnTo>
                <a:lnTo>
                  <a:pt x="8302637" y="2457167"/>
                </a:lnTo>
                <a:lnTo>
                  <a:pt x="8261969" y="2429098"/>
                </a:lnTo>
                <a:lnTo>
                  <a:pt x="8221847" y="2400125"/>
                </a:lnTo>
                <a:lnTo>
                  <a:pt x="8182264" y="2370285"/>
                </a:lnTo>
                <a:lnTo>
                  <a:pt x="8143212" y="2339617"/>
                </a:lnTo>
                <a:lnTo>
                  <a:pt x="8104683" y="2308158"/>
                </a:lnTo>
                <a:lnTo>
                  <a:pt x="8066669" y="2275945"/>
                </a:lnTo>
                <a:lnTo>
                  <a:pt x="8029163" y="2243015"/>
                </a:lnTo>
                <a:lnTo>
                  <a:pt x="7992157" y="2209407"/>
                </a:lnTo>
                <a:lnTo>
                  <a:pt x="7955643" y="2175157"/>
                </a:lnTo>
                <a:lnTo>
                  <a:pt x="7919613" y="2140303"/>
                </a:lnTo>
                <a:lnTo>
                  <a:pt x="7884060" y="2104883"/>
                </a:lnTo>
                <a:lnTo>
                  <a:pt x="7848975" y="2068934"/>
                </a:lnTo>
                <a:lnTo>
                  <a:pt x="7814352" y="2032494"/>
                </a:lnTo>
                <a:lnTo>
                  <a:pt x="7780182" y="1995599"/>
                </a:lnTo>
                <a:lnTo>
                  <a:pt x="7746457" y="1958288"/>
                </a:lnTo>
                <a:lnTo>
                  <a:pt x="7713170" y="1920597"/>
                </a:lnTo>
                <a:lnTo>
                  <a:pt x="7680313" y="1882565"/>
                </a:lnTo>
                <a:lnTo>
                  <a:pt x="7647879" y="1844229"/>
                </a:lnTo>
                <a:lnTo>
                  <a:pt x="7615859" y="1805626"/>
                </a:lnTo>
                <a:lnTo>
                  <a:pt x="7584245" y="1766794"/>
                </a:lnTo>
                <a:lnTo>
                  <a:pt x="7553031" y="1727770"/>
                </a:lnTo>
                <a:lnTo>
                  <a:pt x="7522208" y="1688591"/>
                </a:lnTo>
                <a:lnTo>
                  <a:pt x="7491690" y="1649237"/>
                </a:lnTo>
                <a:lnTo>
                  <a:pt x="7461378" y="1609678"/>
                </a:lnTo>
                <a:lnTo>
                  <a:pt x="7431246" y="1569939"/>
                </a:lnTo>
                <a:lnTo>
                  <a:pt x="7401269" y="1530045"/>
                </a:lnTo>
                <a:lnTo>
                  <a:pt x="7341674" y="1449891"/>
                </a:lnTo>
                <a:lnTo>
                  <a:pt x="7134129" y="1168149"/>
                </a:lnTo>
                <a:lnTo>
                  <a:pt x="7074269" y="1088134"/>
                </a:lnTo>
                <a:lnTo>
                  <a:pt x="7044116" y="1048332"/>
                </a:lnTo>
                <a:lnTo>
                  <a:pt x="7013779" y="1008700"/>
                </a:lnTo>
                <a:lnTo>
                  <a:pt x="6983233" y="969264"/>
                </a:lnTo>
                <a:lnTo>
                  <a:pt x="6952451" y="930049"/>
                </a:lnTo>
                <a:lnTo>
                  <a:pt x="6921407" y="891079"/>
                </a:lnTo>
                <a:lnTo>
                  <a:pt x="6890076" y="852379"/>
                </a:lnTo>
                <a:lnTo>
                  <a:pt x="6858431" y="813976"/>
                </a:lnTo>
                <a:lnTo>
                  <a:pt x="6826447" y="775893"/>
                </a:lnTo>
                <a:lnTo>
                  <a:pt x="6794097" y="738155"/>
                </a:lnTo>
                <a:lnTo>
                  <a:pt x="6761355" y="700789"/>
                </a:lnTo>
                <a:lnTo>
                  <a:pt x="6728196" y="663818"/>
                </a:lnTo>
                <a:lnTo>
                  <a:pt x="6694593" y="627268"/>
                </a:lnTo>
                <a:lnTo>
                  <a:pt x="6660521" y="591165"/>
                </a:lnTo>
                <a:lnTo>
                  <a:pt x="6625953" y="555532"/>
                </a:lnTo>
                <a:lnTo>
                  <a:pt x="6590863" y="520395"/>
                </a:lnTo>
                <a:lnTo>
                  <a:pt x="6555226" y="485779"/>
                </a:lnTo>
                <a:lnTo>
                  <a:pt x="6519016" y="451709"/>
                </a:lnTo>
                <a:lnTo>
                  <a:pt x="6482206" y="418211"/>
                </a:lnTo>
                <a:lnTo>
                  <a:pt x="6445289" y="385712"/>
                </a:lnTo>
                <a:lnTo>
                  <a:pt x="6407613" y="353870"/>
                </a:lnTo>
                <a:lnTo>
                  <a:pt x="6369204" y="322726"/>
                </a:lnTo>
                <a:lnTo>
                  <a:pt x="6330089" y="292322"/>
                </a:lnTo>
                <a:lnTo>
                  <a:pt x="6290295" y="262697"/>
                </a:lnTo>
                <a:lnTo>
                  <a:pt x="6249848" y="233893"/>
                </a:lnTo>
                <a:lnTo>
                  <a:pt x="6208775" y="205950"/>
                </a:lnTo>
                <a:lnTo>
                  <a:pt x="6167103" y="178911"/>
                </a:lnTo>
                <a:lnTo>
                  <a:pt x="6124857" y="152815"/>
                </a:lnTo>
                <a:lnTo>
                  <a:pt x="6082065" y="127703"/>
                </a:lnTo>
                <a:lnTo>
                  <a:pt x="6038753" y="103617"/>
                </a:lnTo>
                <a:lnTo>
                  <a:pt x="5994948" y="80597"/>
                </a:lnTo>
                <a:lnTo>
                  <a:pt x="5950677" y="58684"/>
                </a:lnTo>
                <a:lnTo>
                  <a:pt x="5905965" y="37920"/>
                </a:lnTo>
                <a:lnTo>
                  <a:pt x="5860840" y="18345"/>
                </a:lnTo>
                <a:lnTo>
                  <a:pt x="5815328" y="0"/>
                </a:lnTo>
                <a:lnTo>
                  <a:pt x="8826246" y="0"/>
                </a:lnTo>
                <a:lnTo>
                  <a:pt x="8826246" y="2707132"/>
                </a:lnTo>
                <a:close/>
              </a:path>
            </a:pathLst>
          </a:custGeom>
          <a:solidFill>
            <a:srgbClr val="8286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6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5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5626" y="1139258"/>
            <a:ext cx="16356965" cy="4706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6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39056" y="4435877"/>
            <a:ext cx="12628244" cy="2635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raphviz.org/download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0126" y="4379753"/>
            <a:ext cx="6174105" cy="15786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150" spc="745" dirty="0"/>
              <a:t>Graphviz</a:t>
            </a:r>
            <a:endParaRPr sz="10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27" y="4573694"/>
            <a:ext cx="4138929" cy="5713730"/>
          </a:xfrm>
          <a:custGeom>
            <a:avLst/>
            <a:gdLst/>
            <a:ahLst/>
            <a:cxnLst/>
            <a:rect l="l" t="t" r="r" b="b"/>
            <a:pathLst>
              <a:path w="4138929" h="5713730">
                <a:moveTo>
                  <a:pt x="4138550" y="5713305"/>
                </a:moveTo>
                <a:lnTo>
                  <a:pt x="0" y="5713305"/>
                </a:lnTo>
                <a:lnTo>
                  <a:pt x="27" y="0"/>
                </a:lnTo>
                <a:lnTo>
                  <a:pt x="38539" y="34069"/>
                </a:lnTo>
                <a:lnTo>
                  <a:pt x="76459" y="68628"/>
                </a:lnTo>
                <a:lnTo>
                  <a:pt x="113827" y="103736"/>
                </a:lnTo>
                <a:lnTo>
                  <a:pt x="150584" y="139455"/>
                </a:lnTo>
                <a:lnTo>
                  <a:pt x="186670" y="175843"/>
                </a:lnTo>
                <a:lnTo>
                  <a:pt x="222027" y="212962"/>
                </a:lnTo>
                <a:lnTo>
                  <a:pt x="256596" y="250873"/>
                </a:lnTo>
                <a:lnTo>
                  <a:pt x="290317" y="289635"/>
                </a:lnTo>
                <a:lnTo>
                  <a:pt x="323131" y="329309"/>
                </a:lnTo>
                <a:lnTo>
                  <a:pt x="354980" y="369955"/>
                </a:lnTo>
                <a:lnTo>
                  <a:pt x="385803" y="411634"/>
                </a:lnTo>
                <a:lnTo>
                  <a:pt x="415543" y="454406"/>
                </a:lnTo>
                <a:lnTo>
                  <a:pt x="442689" y="496075"/>
                </a:lnTo>
                <a:lnTo>
                  <a:pt x="468522" y="538377"/>
                </a:lnTo>
                <a:lnTo>
                  <a:pt x="493069" y="581289"/>
                </a:lnTo>
                <a:lnTo>
                  <a:pt x="516361" y="624785"/>
                </a:lnTo>
                <a:lnTo>
                  <a:pt x="538428" y="668841"/>
                </a:lnTo>
                <a:lnTo>
                  <a:pt x="559298" y="713434"/>
                </a:lnTo>
                <a:lnTo>
                  <a:pt x="579002" y="758538"/>
                </a:lnTo>
                <a:lnTo>
                  <a:pt x="597568" y="804129"/>
                </a:lnTo>
                <a:lnTo>
                  <a:pt x="615025" y="850183"/>
                </a:lnTo>
                <a:lnTo>
                  <a:pt x="631405" y="896675"/>
                </a:lnTo>
                <a:lnTo>
                  <a:pt x="646735" y="943582"/>
                </a:lnTo>
                <a:lnTo>
                  <a:pt x="661045" y="990878"/>
                </a:lnTo>
                <a:lnTo>
                  <a:pt x="674366" y="1038539"/>
                </a:lnTo>
                <a:lnTo>
                  <a:pt x="686725" y="1086542"/>
                </a:lnTo>
                <a:lnTo>
                  <a:pt x="698153" y="1134861"/>
                </a:lnTo>
                <a:lnTo>
                  <a:pt x="708678" y="1183473"/>
                </a:lnTo>
                <a:lnTo>
                  <a:pt x="718332" y="1232353"/>
                </a:lnTo>
                <a:lnTo>
                  <a:pt x="727142" y="1281476"/>
                </a:lnTo>
                <a:lnTo>
                  <a:pt x="735138" y="1330818"/>
                </a:lnTo>
                <a:lnTo>
                  <a:pt x="742350" y="1380355"/>
                </a:lnTo>
                <a:lnTo>
                  <a:pt x="748807" y="1430063"/>
                </a:lnTo>
                <a:lnTo>
                  <a:pt x="754539" y="1479917"/>
                </a:lnTo>
                <a:lnTo>
                  <a:pt x="759575" y="1529892"/>
                </a:lnTo>
                <a:lnTo>
                  <a:pt x="763944" y="1579965"/>
                </a:lnTo>
                <a:lnTo>
                  <a:pt x="767676" y="1630111"/>
                </a:lnTo>
                <a:lnTo>
                  <a:pt x="770801" y="1680306"/>
                </a:lnTo>
                <a:lnTo>
                  <a:pt x="773347" y="1730525"/>
                </a:lnTo>
                <a:lnTo>
                  <a:pt x="775344" y="1780743"/>
                </a:lnTo>
                <a:lnTo>
                  <a:pt x="776822" y="1830938"/>
                </a:lnTo>
                <a:lnTo>
                  <a:pt x="777810" y="1881083"/>
                </a:lnTo>
                <a:lnTo>
                  <a:pt x="778337" y="1931156"/>
                </a:lnTo>
                <a:lnTo>
                  <a:pt x="778434" y="1981131"/>
                </a:lnTo>
                <a:lnTo>
                  <a:pt x="778128" y="2030984"/>
                </a:lnTo>
                <a:lnTo>
                  <a:pt x="777475" y="2080785"/>
                </a:lnTo>
                <a:lnTo>
                  <a:pt x="776531" y="2130618"/>
                </a:lnTo>
                <a:lnTo>
                  <a:pt x="775334" y="2180478"/>
                </a:lnTo>
                <a:lnTo>
                  <a:pt x="773918" y="2230364"/>
                </a:lnTo>
                <a:lnTo>
                  <a:pt x="772320" y="2280271"/>
                </a:lnTo>
                <a:lnTo>
                  <a:pt x="770577" y="2330196"/>
                </a:lnTo>
                <a:lnTo>
                  <a:pt x="768723" y="2380137"/>
                </a:lnTo>
                <a:lnTo>
                  <a:pt x="766795" y="2430088"/>
                </a:lnTo>
                <a:lnTo>
                  <a:pt x="762861" y="2530011"/>
                </a:lnTo>
                <a:lnTo>
                  <a:pt x="760927" y="2579977"/>
                </a:lnTo>
                <a:lnTo>
                  <a:pt x="759063" y="2629940"/>
                </a:lnTo>
                <a:lnTo>
                  <a:pt x="757305" y="2679898"/>
                </a:lnTo>
                <a:lnTo>
                  <a:pt x="755689" y="2729847"/>
                </a:lnTo>
                <a:lnTo>
                  <a:pt x="754251" y="2779784"/>
                </a:lnTo>
                <a:lnTo>
                  <a:pt x="753027" y="2829705"/>
                </a:lnTo>
                <a:lnTo>
                  <a:pt x="752053" y="2879607"/>
                </a:lnTo>
                <a:lnTo>
                  <a:pt x="751365" y="2929487"/>
                </a:lnTo>
                <a:lnTo>
                  <a:pt x="750999" y="2979341"/>
                </a:lnTo>
                <a:lnTo>
                  <a:pt x="750991" y="3029166"/>
                </a:lnTo>
                <a:lnTo>
                  <a:pt x="751376" y="3078959"/>
                </a:lnTo>
                <a:lnTo>
                  <a:pt x="752192" y="3128716"/>
                </a:lnTo>
                <a:lnTo>
                  <a:pt x="753474" y="3178433"/>
                </a:lnTo>
                <a:lnTo>
                  <a:pt x="755258" y="3228109"/>
                </a:lnTo>
                <a:lnTo>
                  <a:pt x="757580" y="3277738"/>
                </a:lnTo>
                <a:lnTo>
                  <a:pt x="760476" y="3327318"/>
                </a:lnTo>
                <a:lnTo>
                  <a:pt x="763982" y="3376845"/>
                </a:lnTo>
                <a:lnTo>
                  <a:pt x="768135" y="3426316"/>
                </a:lnTo>
                <a:lnTo>
                  <a:pt x="772969" y="3475728"/>
                </a:lnTo>
                <a:lnTo>
                  <a:pt x="778521" y="3525077"/>
                </a:lnTo>
                <a:lnTo>
                  <a:pt x="784827" y="3574360"/>
                </a:lnTo>
                <a:lnTo>
                  <a:pt x="791923" y="3623573"/>
                </a:lnTo>
                <a:lnTo>
                  <a:pt x="799846" y="3672714"/>
                </a:lnTo>
                <a:lnTo>
                  <a:pt x="808347" y="3720580"/>
                </a:lnTo>
                <a:lnTo>
                  <a:pt x="817830" y="3768406"/>
                </a:lnTo>
                <a:lnTo>
                  <a:pt x="828298" y="3816145"/>
                </a:lnTo>
                <a:lnTo>
                  <a:pt x="839757" y="3863749"/>
                </a:lnTo>
                <a:lnTo>
                  <a:pt x="852210" y="3911172"/>
                </a:lnTo>
                <a:lnTo>
                  <a:pt x="865662" y="3958367"/>
                </a:lnTo>
                <a:lnTo>
                  <a:pt x="880118" y="4005288"/>
                </a:lnTo>
                <a:lnTo>
                  <a:pt x="895581" y="4051887"/>
                </a:lnTo>
                <a:lnTo>
                  <a:pt x="912057" y="4098118"/>
                </a:lnTo>
                <a:lnTo>
                  <a:pt x="929549" y="4143935"/>
                </a:lnTo>
                <a:lnTo>
                  <a:pt x="948062" y="4189290"/>
                </a:lnTo>
                <a:lnTo>
                  <a:pt x="967601" y="4234137"/>
                </a:lnTo>
                <a:lnTo>
                  <a:pt x="988170" y="4278429"/>
                </a:lnTo>
                <a:lnTo>
                  <a:pt x="1009773" y="4322119"/>
                </a:lnTo>
                <a:lnTo>
                  <a:pt x="1032415" y="4365161"/>
                </a:lnTo>
                <a:lnTo>
                  <a:pt x="1056100" y="4407508"/>
                </a:lnTo>
                <a:lnTo>
                  <a:pt x="1080833" y="4449112"/>
                </a:lnTo>
                <a:lnTo>
                  <a:pt x="1106618" y="4489928"/>
                </a:lnTo>
                <a:lnTo>
                  <a:pt x="1133459" y="4529909"/>
                </a:lnTo>
                <a:lnTo>
                  <a:pt x="1161361" y="4569007"/>
                </a:lnTo>
                <a:lnTo>
                  <a:pt x="1190329" y="4607176"/>
                </a:lnTo>
                <a:lnTo>
                  <a:pt x="1220366" y="4644370"/>
                </a:lnTo>
                <a:lnTo>
                  <a:pt x="1251477" y="4680541"/>
                </a:lnTo>
                <a:lnTo>
                  <a:pt x="1283667" y="4715644"/>
                </a:lnTo>
                <a:lnTo>
                  <a:pt x="1316940" y="4749630"/>
                </a:lnTo>
                <a:lnTo>
                  <a:pt x="1351300" y="4782453"/>
                </a:lnTo>
                <a:lnTo>
                  <a:pt x="1386752" y="4814068"/>
                </a:lnTo>
                <a:lnTo>
                  <a:pt x="1423301" y="4844426"/>
                </a:lnTo>
                <a:lnTo>
                  <a:pt x="1460950" y="4873481"/>
                </a:lnTo>
                <a:lnTo>
                  <a:pt x="1499704" y="4901187"/>
                </a:lnTo>
                <a:lnTo>
                  <a:pt x="1539567" y="4927496"/>
                </a:lnTo>
                <a:lnTo>
                  <a:pt x="1580545" y="4952362"/>
                </a:lnTo>
                <a:lnTo>
                  <a:pt x="1622640" y="4975738"/>
                </a:lnTo>
                <a:lnTo>
                  <a:pt x="1665859" y="4997578"/>
                </a:lnTo>
                <a:lnTo>
                  <a:pt x="1710653" y="5017897"/>
                </a:lnTo>
                <a:lnTo>
                  <a:pt x="1755988" y="5036443"/>
                </a:lnTo>
                <a:lnTo>
                  <a:pt x="1801829" y="5053324"/>
                </a:lnTo>
                <a:lnTo>
                  <a:pt x="1848143" y="5068649"/>
                </a:lnTo>
                <a:lnTo>
                  <a:pt x="1894899" y="5082523"/>
                </a:lnTo>
                <a:lnTo>
                  <a:pt x="1942062" y="5095054"/>
                </a:lnTo>
                <a:lnTo>
                  <a:pt x="1989600" y="5106351"/>
                </a:lnTo>
                <a:lnTo>
                  <a:pt x="2037480" y="5116520"/>
                </a:lnTo>
                <a:lnTo>
                  <a:pt x="2085668" y="5125670"/>
                </a:lnTo>
                <a:lnTo>
                  <a:pt x="2134132" y="5133907"/>
                </a:lnTo>
                <a:lnTo>
                  <a:pt x="2182839" y="5141339"/>
                </a:lnTo>
                <a:lnTo>
                  <a:pt x="2231755" y="5148073"/>
                </a:lnTo>
                <a:lnTo>
                  <a:pt x="2280848" y="5154217"/>
                </a:lnTo>
                <a:lnTo>
                  <a:pt x="2330084" y="5159879"/>
                </a:lnTo>
                <a:lnTo>
                  <a:pt x="2725183" y="5200701"/>
                </a:lnTo>
                <a:lnTo>
                  <a:pt x="2774226" y="5206857"/>
                </a:lnTo>
                <a:lnTo>
                  <a:pt x="2823083" y="5213605"/>
                </a:lnTo>
                <a:lnTo>
                  <a:pt x="2873234" y="5221227"/>
                </a:lnTo>
                <a:lnTo>
                  <a:pt x="2923234" y="5229666"/>
                </a:lnTo>
                <a:lnTo>
                  <a:pt x="2973073" y="5238914"/>
                </a:lnTo>
                <a:lnTo>
                  <a:pt x="3022741" y="5248965"/>
                </a:lnTo>
                <a:lnTo>
                  <a:pt x="3072229" y="5259813"/>
                </a:lnTo>
                <a:lnTo>
                  <a:pt x="3121526" y="5271449"/>
                </a:lnTo>
                <a:lnTo>
                  <a:pt x="3170624" y="5283868"/>
                </a:lnTo>
                <a:lnTo>
                  <a:pt x="3219513" y="5297062"/>
                </a:lnTo>
                <a:lnTo>
                  <a:pt x="3268183" y="5311025"/>
                </a:lnTo>
                <a:lnTo>
                  <a:pt x="3316625" y="5325751"/>
                </a:lnTo>
                <a:lnTo>
                  <a:pt x="3364828" y="5341231"/>
                </a:lnTo>
                <a:lnTo>
                  <a:pt x="3412784" y="5357460"/>
                </a:lnTo>
                <a:lnTo>
                  <a:pt x="3460483" y="5374430"/>
                </a:lnTo>
                <a:lnTo>
                  <a:pt x="3507915" y="5392135"/>
                </a:lnTo>
                <a:lnTo>
                  <a:pt x="3555070" y="5410568"/>
                </a:lnTo>
                <a:lnTo>
                  <a:pt x="3601939" y="5429723"/>
                </a:lnTo>
                <a:lnTo>
                  <a:pt x="3648512" y="5449591"/>
                </a:lnTo>
                <a:lnTo>
                  <a:pt x="3694780" y="5470168"/>
                </a:lnTo>
                <a:lnTo>
                  <a:pt x="3740733" y="5491445"/>
                </a:lnTo>
                <a:lnTo>
                  <a:pt x="3786362" y="5513416"/>
                </a:lnTo>
                <a:lnTo>
                  <a:pt x="3831656" y="5536074"/>
                </a:lnTo>
                <a:lnTo>
                  <a:pt x="3876606" y="5559412"/>
                </a:lnTo>
                <a:lnTo>
                  <a:pt x="3921203" y="5583425"/>
                </a:lnTo>
                <a:lnTo>
                  <a:pt x="3965437" y="5608103"/>
                </a:lnTo>
                <a:lnTo>
                  <a:pt x="4009298" y="5633442"/>
                </a:lnTo>
                <a:lnTo>
                  <a:pt x="4052777" y="5659434"/>
                </a:lnTo>
                <a:lnTo>
                  <a:pt x="4095864" y="5686072"/>
                </a:lnTo>
                <a:lnTo>
                  <a:pt x="4138550" y="5713305"/>
                </a:lnTo>
                <a:close/>
              </a:path>
            </a:pathLst>
          </a:custGeom>
          <a:solidFill>
            <a:srgbClr val="D97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461738" y="-32"/>
            <a:ext cx="8826500" cy="2707640"/>
          </a:xfrm>
          <a:custGeom>
            <a:avLst/>
            <a:gdLst/>
            <a:ahLst/>
            <a:cxnLst/>
            <a:rect l="l" t="t" r="r" b="b"/>
            <a:pathLst>
              <a:path w="8826500" h="2707640">
                <a:moveTo>
                  <a:pt x="2270251" y="918971"/>
                </a:moveTo>
                <a:lnTo>
                  <a:pt x="2220386" y="918605"/>
                </a:lnTo>
                <a:lnTo>
                  <a:pt x="2170535" y="917507"/>
                </a:lnTo>
                <a:lnTo>
                  <a:pt x="2120710" y="915676"/>
                </a:lnTo>
                <a:lnTo>
                  <a:pt x="2070921" y="913111"/>
                </a:lnTo>
                <a:lnTo>
                  <a:pt x="2021245" y="909817"/>
                </a:lnTo>
                <a:lnTo>
                  <a:pt x="1971665" y="905792"/>
                </a:lnTo>
                <a:lnTo>
                  <a:pt x="1922183" y="901038"/>
                </a:lnTo>
                <a:lnTo>
                  <a:pt x="1872810" y="895555"/>
                </a:lnTo>
                <a:lnTo>
                  <a:pt x="1823556" y="889343"/>
                </a:lnTo>
                <a:lnTo>
                  <a:pt x="1774433" y="882403"/>
                </a:lnTo>
                <a:lnTo>
                  <a:pt x="1724376" y="874567"/>
                </a:lnTo>
                <a:lnTo>
                  <a:pt x="1675286" y="866112"/>
                </a:lnTo>
                <a:lnTo>
                  <a:pt x="1626334" y="856917"/>
                </a:lnTo>
                <a:lnTo>
                  <a:pt x="1577531" y="846983"/>
                </a:lnTo>
                <a:lnTo>
                  <a:pt x="1528889" y="836308"/>
                </a:lnTo>
                <a:lnTo>
                  <a:pt x="1480418" y="824893"/>
                </a:lnTo>
                <a:lnTo>
                  <a:pt x="1432130" y="812736"/>
                </a:lnTo>
                <a:lnTo>
                  <a:pt x="1384036" y="799836"/>
                </a:lnTo>
                <a:lnTo>
                  <a:pt x="1336147" y="786194"/>
                </a:lnTo>
                <a:lnTo>
                  <a:pt x="1288474" y="771808"/>
                </a:lnTo>
                <a:lnTo>
                  <a:pt x="1241029" y="756678"/>
                </a:lnTo>
                <a:lnTo>
                  <a:pt x="1193823" y="740804"/>
                </a:lnTo>
                <a:lnTo>
                  <a:pt x="1146867" y="724184"/>
                </a:lnTo>
                <a:lnTo>
                  <a:pt x="1100173" y="706819"/>
                </a:lnTo>
                <a:lnTo>
                  <a:pt x="1053751" y="688706"/>
                </a:lnTo>
                <a:lnTo>
                  <a:pt x="1007613" y="669847"/>
                </a:lnTo>
                <a:lnTo>
                  <a:pt x="961770" y="650240"/>
                </a:lnTo>
                <a:lnTo>
                  <a:pt x="915416" y="629535"/>
                </a:lnTo>
                <a:lnTo>
                  <a:pt x="869422" y="608077"/>
                </a:lnTo>
                <a:lnTo>
                  <a:pt x="823796" y="585876"/>
                </a:lnTo>
                <a:lnTo>
                  <a:pt x="778546" y="562940"/>
                </a:lnTo>
                <a:lnTo>
                  <a:pt x="733678" y="539280"/>
                </a:lnTo>
                <a:lnTo>
                  <a:pt x="689200" y="514904"/>
                </a:lnTo>
                <a:lnTo>
                  <a:pt x="645120" y="489822"/>
                </a:lnTo>
                <a:lnTo>
                  <a:pt x="601445" y="464042"/>
                </a:lnTo>
                <a:lnTo>
                  <a:pt x="558183" y="437575"/>
                </a:lnTo>
                <a:lnTo>
                  <a:pt x="515341" y="410429"/>
                </a:lnTo>
                <a:lnTo>
                  <a:pt x="472926" y="382614"/>
                </a:lnTo>
                <a:lnTo>
                  <a:pt x="430946" y="354139"/>
                </a:lnTo>
                <a:lnTo>
                  <a:pt x="389408" y="325013"/>
                </a:lnTo>
                <a:lnTo>
                  <a:pt x="348320" y="295245"/>
                </a:lnTo>
                <a:lnTo>
                  <a:pt x="307689" y="264846"/>
                </a:lnTo>
                <a:lnTo>
                  <a:pt x="267523" y="233823"/>
                </a:lnTo>
                <a:lnTo>
                  <a:pt x="227830" y="202187"/>
                </a:lnTo>
                <a:lnTo>
                  <a:pt x="188615" y="169946"/>
                </a:lnTo>
                <a:lnTo>
                  <a:pt x="149888" y="137110"/>
                </a:lnTo>
                <a:lnTo>
                  <a:pt x="111656" y="103688"/>
                </a:lnTo>
                <a:lnTo>
                  <a:pt x="73925" y="69689"/>
                </a:lnTo>
                <a:lnTo>
                  <a:pt x="36704" y="35123"/>
                </a:lnTo>
                <a:lnTo>
                  <a:pt x="0" y="0"/>
                </a:lnTo>
                <a:lnTo>
                  <a:pt x="4742813" y="0"/>
                </a:lnTo>
                <a:lnTo>
                  <a:pt x="4695930" y="20737"/>
                </a:lnTo>
                <a:lnTo>
                  <a:pt x="4649569" y="42778"/>
                </a:lnTo>
                <a:lnTo>
                  <a:pt x="4603681" y="66003"/>
                </a:lnTo>
                <a:lnTo>
                  <a:pt x="4558218" y="90290"/>
                </a:lnTo>
                <a:lnTo>
                  <a:pt x="4513132" y="115518"/>
                </a:lnTo>
                <a:lnTo>
                  <a:pt x="4468376" y="141567"/>
                </a:lnTo>
                <a:lnTo>
                  <a:pt x="4423901" y="168315"/>
                </a:lnTo>
                <a:lnTo>
                  <a:pt x="4379660" y="195641"/>
                </a:lnTo>
                <a:lnTo>
                  <a:pt x="4335604" y="223424"/>
                </a:lnTo>
                <a:lnTo>
                  <a:pt x="4072481" y="392953"/>
                </a:lnTo>
                <a:lnTo>
                  <a:pt x="4028381" y="420550"/>
                </a:lnTo>
                <a:lnTo>
                  <a:pt x="3984084" y="447636"/>
                </a:lnTo>
                <a:lnTo>
                  <a:pt x="3939540" y="474090"/>
                </a:lnTo>
                <a:lnTo>
                  <a:pt x="3896185" y="499033"/>
                </a:lnTo>
                <a:lnTo>
                  <a:pt x="3852451" y="523262"/>
                </a:lnTo>
                <a:lnTo>
                  <a:pt x="3808349" y="546778"/>
                </a:lnTo>
                <a:lnTo>
                  <a:pt x="3763892" y="569580"/>
                </a:lnTo>
                <a:lnTo>
                  <a:pt x="3719089" y="591667"/>
                </a:lnTo>
                <a:lnTo>
                  <a:pt x="3673952" y="613039"/>
                </a:lnTo>
                <a:lnTo>
                  <a:pt x="3628493" y="633695"/>
                </a:lnTo>
                <a:lnTo>
                  <a:pt x="3582722" y="653634"/>
                </a:lnTo>
                <a:lnTo>
                  <a:pt x="3536651" y="672857"/>
                </a:lnTo>
                <a:lnTo>
                  <a:pt x="3490291" y="691362"/>
                </a:lnTo>
                <a:lnTo>
                  <a:pt x="3443654" y="709148"/>
                </a:lnTo>
                <a:lnTo>
                  <a:pt x="3396750" y="726216"/>
                </a:lnTo>
                <a:lnTo>
                  <a:pt x="3349591" y="742564"/>
                </a:lnTo>
                <a:lnTo>
                  <a:pt x="3302188" y="758192"/>
                </a:lnTo>
                <a:lnTo>
                  <a:pt x="3254552" y="773100"/>
                </a:lnTo>
                <a:lnTo>
                  <a:pt x="3206694" y="787286"/>
                </a:lnTo>
                <a:lnTo>
                  <a:pt x="3158627" y="800750"/>
                </a:lnTo>
                <a:lnTo>
                  <a:pt x="3110360" y="813492"/>
                </a:lnTo>
                <a:lnTo>
                  <a:pt x="3061905" y="825511"/>
                </a:lnTo>
                <a:lnTo>
                  <a:pt x="3013274" y="836805"/>
                </a:lnTo>
                <a:lnTo>
                  <a:pt x="2964477" y="847376"/>
                </a:lnTo>
                <a:lnTo>
                  <a:pt x="2915527" y="857222"/>
                </a:lnTo>
                <a:lnTo>
                  <a:pt x="2866433" y="866342"/>
                </a:lnTo>
                <a:lnTo>
                  <a:pt x="2817208" y="874736"/>
                </a:lnTo>
                <a:lnTo>
                  <a:pt x="2767862" y="882403"/>
                </a:lnTo>
                <a:lnTo>
                  <a:pt x="2718407" y="889343"/>
                </a:lnTo>
                <a:lnTo>
                  <a:pt x="2668854" y="895555"/>
                </a:lnTo>
                <a:lnTo>
                  <a:pt x="2619214" y="901038"/>
                </a:lnTo>
                <a:lnTo>
                  <a:pt x="2569499" y="905792"/>
                </a:lnTo>
                <a:lnTo>
                  <a:pt x="2519720" y="909817"/>
                </a:lnTo>
                <a:lnTo>
                  <a:pt x="2469876" y="913111"/>
                </a:lnTo>
                <a:lnTo>
                  <a:pt x="2419954" y="915676"/>
                </a:lnTo>
                <a:lnTo>
                  <a:pt x="2370027" y="917507"/>
                </a:lnTo>
                <a:lnTo>
                  <a:pt x="2320095" y="918605"/>
                </a:lnTo>
                <a:lnTo>
                  <a:pt x="2270251" y="918971"/>
                </a:lnTo>
                <a:close/>
              </a:path>
              <a:path w="8826500" h="2707640">
                <a:moveTo>
                  <a:pt x="8826246" y="2707132"/>
                </a:moveTo>
                <a:lnTo>
                  <a:pt x="8788271" y="2695574"/>
                </a:lnTo>
                <a:lnTo>
                  <a:pt x="8741080" y="2679918"/>
                </a:lnTo>
                <a:lnTo>
                  <a:pt x="8694520" y="2662946"/>
                </a:lnTo>
                <a:lnTo>
                  <a:pt x="8648585" y="2644695"/>
                </a:lnTo>
                <a:lnTo>
                  <a:pt x="8603266" y="2625204"/>
                </a:lnTo>
                <a:lnTo>
                  <a:pt x="8558556" y="2604509"/>
                </a:lnTo>
                <a:lnTo>
                  <a:pt x="8514446" y="2582648"/>
                </a:lnTo>
                <a:lnTo>
                  <a:pt x="8470930" y="2559659"/>
                </a:lnTo>
                <a:lnTo>
                  <a:pt x="8427998" y="2535579"/>
                </a:lnTo>
                <a:lnTo>
                  <a:pt x="8385644" y="2510445"/>
                </a:lnTo>
                <a:lnTo>
                  <a:pt x="8343860" y="2484296"/>
                </a:lnTo>
                <a:lnTo>
                  <a:pt x="8302637" y="2457167"/>
                </a:lnTo>
                <a:lnTo>
                  <a:pt x="8261969" y="2429098"/>
                </a:lnTo>
                <a:lnTo>
                  <a:pt x="8221847" y="2400125"/>
                </a:lnTo>
                <a:lnTo>
                  <a:pt x="8182264" y="2370285"/>
                </a:lnTo>
                <a:lnTo>
                  <a:pt x="8143212" y="2339617"/>
                </a:lnTo>
                <a:lnTo>
                  <a:pt x="8104683" y="2308158"/>
                </a:lnTo>
                <a:lnTo>
                  <a:pt x="8066669" y="2275945"/>
                </a:lnTo>
                <a:lnTo>
                  <a:pt x="8029163" y="2243015"/>
                </a:lnTo>
                <a:lnTo>
                  <a:pt x="7992157" y="2209407"/>
                </a:lnTo>
                <a:lnTo>
                  <a:pt x="7955643" y="2175157"/>
                </a:lnTo>
                <a:lnTo>
                  <a:pt x="7919613" y="2140303"/>
                </a:lnTo>
                <a:lnTo>
                  <a:pt x="7884060" y="2104883"/>
                </a:lnTo>
                <a:lnTo>
                  <a:pt x="7848975" y="2068934"/>
                </a:lnTo>
                <a:lnTo>
                  <a:pt x="7814352" y="2032494"/>
                </a:lnTo>
                <a:lnTo>
                  <a:pt x="7780182" y="1995599"/>
                </a:lnTo>
                <a:lnTo>
                  <a:pt x="7746457" y="1958288"/>
                </a:lnTo>
                <a:lnTo>
                  <a:pt x="7713170" y="1920597"/>
                </a:lnTo>
                <a:lnTo>
                  <a:pt x="7680313" y="1882565"/>
                </a:lnTo>
                <a:lnTo>
                  <a:pt x="7647879" y="1844229"/>
                </a:lnTo>
                <a:lnTo>
                  <a:pt x="7615859" y="1805626"/>
                </a:lnTo>
                <a:lnTo>
                  <a:pt x="7584245" y="1766794"/>
                </a:lnTo>
                <a:lnTo>
                  <a:pt x="7553031" y="1727770"/>
                </a:lnTo>
                <a:lnTo>
                  <a:pt x="7522208" y="1688591"/>
                </a:lnTo>
                <a:lnTo>
                  <a:pt x="7491690" y="1649237"/>
                </a:lnTo>
                <a:lnTo>
                  <a:pt x="7461378" y="1609678"/>
                </a:lnTo>
                <a:lnTo>
                  <a:pt x="7431246" y="1569939"/>
                </a:lnTo>
                <a:lnTo>
                  <a:pt x="7401269" y="1530045"/>
                </a:lnTo>
                <a:lnTo>
                  <a:pt x="7341674" y="1449891"/>
                </a:lnTo>
                <a:lnTo>
                  <a:pt x="7134129" y="1168149"/>
                </a:lnTo>
                <a:lnTo>
                  <a:pt x="7074269" y="1088134"/>
                </a:lnTo>
                <a:lnTo>
                  <a:pt x="7044116" y="1048332"/>
                </a:lnTo>
                <a:lnTo>
                  <a:pt x="7013779" y="1008700"/>
                </a:lnTo>
                <a:lnTo>
                  <a:pt x="6983233" y="969264"/>
                </a:lnTo>
                <a:lnTo>
                  <a:pt x="6952451" y="930049"/>
                </a:lnTo>
                <a:lnTo>
                  <a:pt x="6921407" y="891079"/>
                </a:lnTo>
                <a:lnTo>
                  <a:pt x="6890076" y="852379"/>
                </a:lnTo>
                <a:lnTo>
                  <a:pt x="6858431" y="813976"/>
                </a:lnTo>
                <a:lnTo>
                  <a:pt x="6826447" y="775893"/>
                </a:lnTo>
                <a:lnTo>
                  <a:pt x="6794097" y="738155"/>
                </a:lnTo>
                <a:lnTo>
                  <a:pt x="6761355" y="700789"/>
                </a:lnTo>
                <a:lnTo>
                  <a:pt x="6728196" y="663818"/>
                </a:lnTo>
                <a:lnTo>
                  <a:pt x="6694593" y="627268"/>
                </a:lnTo>
                <a:lnTo>
                  <a:pt x="6660521" y="591165"/>
                </a:lnTo>
                <a:lnTo>
                  <a:pt x="6625953" y="555532"/>
                </a:lnTo>
                <a:lnTo>
                  <a:pt x="6590863" y="520395"/>
                </a:lnTo>
                <a:lnTo>
                  <a:pt x="6555226" y="485779"/>
                </a:lnTo>
                <a:lnTo>
                  <a:pt x="6519016" y="451709"/>
                </a:lnTo>
                <a:lnTo>
                  <a:pt x="6482206" y="418211"/>
                </a:lnTo>
                <a:lnTo>
                  <a:pt x="6445289" y="385712"/>
                </a:lnTo>
                <a:lnTo>
                  <a:pt x="6407613" y="353870"/>
                </a:lnTo>
                <a:lnTo>
                  <a:pt x="6369204" y="322726"/>
                </a:lnTo>
                <a:lnTo>
                  <a:pt x="6330089" y="292322"/>
                </a:lnTo>
                <a:lnTo>
                  <a:pt x="6290295" y="262697"/>
                </a:lnTo>
                <a:lnTo>
                  <a:pt x="6249848" y="233893"/>
                </a:lnTo>
                <a:lnTo>
                  <a:pt x="6208775" y="205950"/>
                </a:lnTo>
                <a:lnTo>
                  <a:pt x="6167103" y="178911"/>
                </a:lnTo>
                <a:lnTo>
                  <a:pt x="6124857" y="152815"/>
                </a:lnTo>
                <a:lnTo>
                  <a:pt x="6082065" y="127703"/>
                </a:lnTo>
                <a:lnTo>
                  <a:pt x="6038753" y="103617"/>
                </a:lnTo>
                <a:lnTo>
                  <a:pt x="5994948" y="80597"/>
                </a:lnTo>
                <a:lnTo>
                  <a:pt x="5950677" y="58684"/>
                </a:lnTo>
                <a:lnTo>
                  <a:pt x="5905965" y="37920"/>
                </a:lnTo>
                <a:lnTo>
                  <a:pt x="5860840" y="18345"/>
                </a:lnTo>
                <a:lnTo>
                  <a:pt x="5815328" y="0"/>
                </a:lnTo>
                <a:lnTo>
                  <a:pt x="8826246" y="0"/>
                </a:lnTo>
                <a:lnTo>
                  <a:pt x="8826246" y="2707132"/>
                </a:lnTo>
                <a:close/>
              </a:path>
            </a:pathLst>
          </a:custGeom>
          <a:solidFill>
            <a:srgbClr val="8286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99127" y="1355871"/>
            <a:ext cx="4665980" cy="11976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555" dirty="0"/>
              <a:t>Graphviz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99127" y="2541314"/>
            <a:ext cx="11887200" cy="19685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14900"/>
              </a:lnSpc>
              <a:spcBef>
                <a:spcPts val="90"/>
              </a:spcBef>
            </a:pPr>
            <a:r>
              <a:rPr sz="3700" spc="-30" dirty="0">
                <a:latin typeface="Verdana"/>
                <a:cs typeface="Verdana"/>
              </a:rPr>
              <a:t>Es</a:t>
            </a:r>
            <a:r>
              <a:rPr sz="3700" spc="-295" dirty="0">
                <a:latin typeface="Verdana"/>
                <a:cs typeface="Verdana"/>
              </a:rPr>
              <a:t> </a:t>
            </a:r>
            <a:r>
              <a:rPr sz="3700" spc="65" dirty="0">
                <a:latin typeface="Verdana"/>
                <a:cs typeface="Verdana"/>
              </a:rPr>
              <a:t>una</a:t>
            </a:r>
            <a:r>
              <a:rPr sz="3700" spc="-265" dirty="0">
                <a:latin typeface="Verdana"/>
                <a:cs typeface="Verdana"/>
              </a:rPr>
              <a:t> </a:t>
            </a:r>
            <a:r>
              <a:rPr sz="3700" dirty="0">
                <a:latin typeface="Verdana"/>
                <a:cs typeface="Verdana"/>
              </a:rPr>
              <a:t>herramienta</a:t>
            </a:r>
            <a:r>
              <a:rPr sz="3700" spc="-245" dirty="0">
                <a:latin typeface="Verdana"/>
                <a:cs typeface="Verdana"/>
              </a:rPr>
              <a:t> </a:t>
            </a:r>
            <a:r>
              <a:rPr sz="3700" spc="100" dirty="0">
                <a:latin typeface="Verdana"/>
                <a:cs typeface="Verdana"/>
              </a:rPr>
              <a:t>de</a:t>
            </a:r>
            <a:r>
              <a:rPr sz="3700" spc="-245" dirty="0">
                <a:latin typeface="Verdana"/>
                <a:cs typeface="Verdana"/>
              </a:rPr>
              <a:t> </a:t>
            </a:r>
            <a:r>
              <a:rPr sz="3700" spc="-35" dirty="0">
                <a:latin typeface="Verdana"/>
                <a:cs typeface="Verdana"/>
              </a:rPr>
              <a:t>software</a:t>
            </a:r>
            <a:r>
              <a:rPr sz="3700" spc="-240" dirty="0">
                <a:latin typeface="Verdana"/>
                <a:cs typeface="Verdana"/>
              </a:rPr>
              <a:t> </a:t>
            </a:r>
            <a:r>
              <a:rPr sz="3700" spc="114" dirty="0">
                <a:latin typeface="Verdana"/>
                <a:cs typeface="Verdana"/>
              </a:rPr>
              <a:t>que</a:t>
            </a:r>
            <a:r>
              <a:rPr sz="3700" spc="-245" dirty="0">
                <a:latin typeface="Verdana"/>
                <a:cs typeface="Verdana"/>
              </a:rPr>
              <a:t> </a:t>
            </a:r>
            <a:r>
              <a:rPr sz="3700" spc="-155" dirty="0">
                <a:latin typeface="Verdana"/>
                <a:cs typeface="Verdana"/>
              </a:rPr>
              <a:t>se</a:t>
            </a:r>
            <a:r>
              <a:rPr sz="3700" spc="-170" dirty="0">
                <a:latin typeface="Verdana"/>
                <a:cs typeface="Verdana"/>
              </a:rPr>
              <a:t> </a:t>
            </a:r>
            <a:r>
              <a:rPr sz="3700" spc="-35" dirty="0">
                <a:latin typeface="Verdana"/>
                <a:cs typeface="Verdana"/>
              </a:rPr>
              <a:t>utiliza</a:t>
            </a:r>
            <a:r>
              <a:rPr sz="3700" spc="-240" dirty="0">
                <a:latin typeface="Verdana"/>
                <a:cs typeface="Verdana"/>
              </a:rPr>
              <a:t> </a:t>
            </a:r>
            <a:r>
              <a:rPr sz="3700" spc="-20" dirty="0">
                <a:latin typeface="Verdana"/>
                <a:cs typeface="Verdana"/>
              </a:rPr>
              <a:t>para </a:t>
            </a:r>
            <a:r>
              <a:rPr sz="3700" dirty="0">
                <a:latin typeface="Verdana"/>
                <a:cs typeface="Verdana"/>
              </a:rPr>
              <a:t>la</a:t>
            </a:r>
            <a:r>
              <a:rPr sz="3700" spc="625" dirty="0">
                <a:latin typeface="Verdana"/>
                <a:cs typeface="Verdana"/>
              </a:rPr>
              <a:t>  </a:t>
            </a:r>
            <a:r>
              <a:rPr sz="3700" dirty="0">
                <a:latin typeface="Verdana"/>
                <a:cs typeface="Verdana"/>
              </a:rPr>
              <a:t>visualización</a:t>
            </a:r>
            <a:r>
              <a:rPr sz="3700" spc="625" dirty="0">
                <a:latin typeface="Verdana"/>
                <a:cs typeface="Verdana"/>
              </a:rPr>
              <a:t>  </a:t>
            </a:r>
            <a:r>
              <a:rPr sz="3700" dirty="0">
                <a:latin typeface="Verdana"/>
                <a:cs typeface="Verdana"/>
              </a:rPr>
              <a:t>y</a:t>
            </a:r>
            <a:r>
              <a:rPr sz="3700" spc="625" dirty="0">
                <a:latin typeface="Verdana"/>
                <a:cs typeface="Verdana"/>
              </a:rPr>
              <a:t>  </a:t>
            </a:r>
            <a:r>
              <a:rPr sz="3700" dirty="0">
                <a:latin typeface="Verdana"/>
                <a:cs typeface="Verdana"/>
              </a:rPr>
              <a:t>representación</a:t>
            </a:r>
            <a:r>
              <a:rPr sz="3700" spc="630" dirty="0">
                <a:latin typeface="Verdana"/>
                <a:cs typeface="Verdana"/>
              </a:rPr>
              <a:t>  </a:t>
            </a:r>
            <a:r>
              <a:rPr sz="3700" dirty="0">
                <a:latin typeface="Verdana"/>
                <a:cs typeface="Verdana"/>
              </a:rPr>
              <a:t>gráfica</a:t>
            </a:r>
            <a:r>
              <a:rPr sz="3700" spc="625" dirty="0">
                <a:latin typeface="Verdana"/>
                <a:cs typeface="Verdana"/>
              </a:rPr>
              <a:t>  </a:t>
            </a:r>
            <a:r>
              <a:rPr sz="3700" spc="85" dirty="0">
                <a:latin typeface="Verdana"/>
                <a:cs typeface="Verdana"/>
              </a:rPr>
              <a:t>de </a:t>
            </a:r>
            <a:r>
              <a:rPr sz="3700" spc="-25" dirty="0">
                <a:latin typeface="Verdana"/>
                <a:cs typeface="Verdana"/>
              </a:rPr>
              <a:t>estructuras</a:t>
            </a:r>
            <a:r>
              <a:rPr sz="3700" spc="-295" dirty="0">
                <a:latin typeface="Verdana"/>
                <a:cs typeface="Verdana"/>
              </a:rPr>
              <a:t> </a:t>
            </a:r>
            <a:r>
              <a:rPr sz="3700" spc="110" dirty="0">
                <a:latin typeface="Verdana"/>
                <a:cs typeface="Verdana"/>
              </a:rPr>
              <a:t>de</a:t>
            </a:r>
            <a:r>
              <a:rPr sz="3700" spc="-295" dirty="0">
                <a:latin typeface="Verdana"/>
                <a:cs typeface="Verdana"/>
              </a:rPr>
              <a:t> </a:t>
            </a:r>
            <a:r>
              <a:rPr sz="3700" spc="-10" dirty="0">
                <a:latin typeface="Verdana"/>
                <a:cs typeface="Verdana"/>
              </a:rPr>
              <a:t>datos.</a:t>
            </a:r>
            <a:endParaRPr sz="37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95546" y="5953420"/>
            <a:ext cx="10455275" cy="2640965"/>
          </a:xfrm>
          <a:prstGeom prst="rect">
            <a:avLst/>
          </a:prstGeom>
        </p:spPr>
        <p:txBody>
          <a:bodyPr vert="horz" wrap="square" lIns="0" tIns="481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95"/>
              </a:spcBef>
            </a:pPr>
            <a:r>
              <a:rPr sz="7650" b="1" spc="930" dirty="0">
                <a:latin typeface="Trebuchet MS"/>
                <a:cs typeface="Trebuchet MS"/>
              </a:rPr>
              <a:t>Descargar</a:t>
            </a:r>
            <a:r>
              <a:rPr sz="7650" b="1" spc="-365" dirty="0">
                <a:latin typeface="Trebuchet MS"/>
                <a:cs typeface="Trebuchet MS"/>
              </a:rPr>
              <a:t> </a:t>
            </a:r>
            <a:r>
              <a:rPr sz="7650" b="1" spc="555" dirty="0">
                <a:latin typeface="Trebuchet MS"/>
                <a:cs typeface="Trebuchet MS"/>
              </a:rPr>
              <a:t>Graphviz</a:t>
            </a:r>
            <a:endParaRPr sz="7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95"/>
              </a:spcBef>
            </a:pPr>
            <a:r>
              <a:rPr sz="46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https://graphviz.org/download/</a:t>
            </a:r>
            <a:endParaRPr sz="4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2" y="4573688"/>
            <a:ext cx="4138929" cy="5713730"/>
          </a:xfrm>
          <a:custGeom>
            <a:avLst/>
            <a:gdLst/>
            <a:ahLst/>
            <a:cxnLst/>
            <a:rect l="l" t="t" r="r" b="b"/>
            <a:pathLst>
              <a:path w="4138929" h="5713730">
                <a:moveTo>
                  <a:pt x="4138549" y="5713311"/>
                </a:moveTo>
                <a:lnTo>
                  <a:pt x="0" y="5713311"/>
                </a:lnTo>
                <a:lnTo>
                  <a:pt x="31" y="0"/>
                </a:lnTo>
                <a:lnTo>
                  <a:pt x="38539" y="34069"/>
                </a:lnTo>
                <a:lnTo>
                  <a:pt x="76459" y="68628"/>
                </a:lnTo>
                <a:lnTo>
                  <a:pt x="113827" y="103737"/>
                </a:lnTo>
                <a:lnTo>
                  <a:pt x="150584" y="139455"/>
                </a:lnTo>
                <a:lnTo>
                  <a:pt x="186670" y="175843"/>
                </a:lnTo>
                <a:lnTo>
                  <a:pt x="222027" y="212963"/>
                </a:lnTo>
                <a:lnTo>
                  <a:pt x="256596" y="250873"/>
                </a:lnTo>
                <a:lnTo>
                  <a:pt x="290317" y="289635"/>
                </a:lnTo>
                <a:lnTo>
                  <a:pt x="323131" y="329309"/>
                </a:lnTo>
                <a:lnTo>
                  <a:pt x="354980" y="369955"/>
                </a:lnTo>
                <a:lnTo>
                  <a:pt x="385804" y="411634"/>
                </a:lnTo>
                <a:lnTo>
                  <a:pt x="415544" y="454406"/>
                </a:lnTo>
                <a:lnTo>
                  <a:pt x="442690" y="496075"/>
                </a:lnTo>
                <a:lnTo>
                  <a:pt x="468522" y="538377"/>
                </a:lnTo>
                <a:lnTo>
                  <a:pt x="493069" y="581289"/>
                </a:lnTo>
                <a:lnTo>
                  <a:pt x="516362" y="624785"/>
                </a:lnTo>
                <a:lnTo>
                  <a:pt x="538428" y="668841"/>
                </a:lnTo>
                <a:lnTo>
                  <a:pt x="559299" y="713434"/>
                </a:lnTo>
                <a:lnTo>
                  <a:pt x="579002" y="758537"/>
                </a:lnTo>
                <a:lnTo>
                  <a:pt x="597568" y="804129"/>
                </a:lnTo>
                <a:lnTo>
                  <a:pt x="615026" y="850183"/>
                </a:lnTo>
                <a:lnTo>
                  <a:pt x="631405" y="896675"/>
                </a:lnTo>
                <a:lnTo>
                  <a:pt x="646735" y="943581"/>
                </a:lnTo>
                <a:lnTo>
                  <a:pt x="661046" y="990878"/>
                </a:lnTo>
                <a:lnTo>
                  <a:pt x="674366" y="1038539"/>
                </a:lnTo>
                <a:lnTo>
                  <a:pt x="686725" y="1086542"/>
                </a:lnTo>
                <a:lnTo>
                  <a:pt x="698153" y="1134861"/>
                </a:lnTo>
                <a:lnTo>
                  <a:pt x="708679" y="1183473"/>
                </a:lnTo>
                <a:lnTo>
                  <a:pt x="718332" y="1232353"/>
                </a:lnTo>
                <a:lnTo>
                  <a:pt x="727142" y="1281476"/>
                </a:lnTo>
                <a:lnTo>
                  <a:pt x="735138" y="1330818"/>
                </a:lnTo>
                <a:lnTo>
                  <a:pt x="742351" y="1380355"/>
                </a:lnTo>
                <a:lnTo>
                  <a:pt x="748808" y="1430063"/>
                </a:lnTo>
                <a:lnTo>
                  <a:pt x="754540" y="1479917"/>
                </a:lnTo>
                <a:lnTo>
                  <a:pt x="759575" y="1529892"/>
                </a:lnTo>
                <a:lnTo>
                  <a:pt x="763945" y="1579965"/>
                </a:lnTo>
                <a:lnTo>
                  <a:pt x="767677" y="1630111"/>
                </a:lnTo>
                <a:lnTo>
                  <a:pt x="770801" y="1680306"/>
                </a:lnTo>
                <a:lnTo>
                  <a:pt x="773347" y="1730524"/>
                </a:lnTo>
                <a:lnTo>
                  <a:pt x="775344" y="1780743"/>
                </a:lnTo>
                <a:lnTo>
                  <a:pt x="776822" y="1830938"/>
                </a:lnTo>
                <a:lnTo>
                  <a:pt x="777810" y="1881083"/>
                </a:lnTo>
                <a:lnTo>
                  <a:pt x="778338" y="1931156"/>
                </a:lnTo>
                <a:lnTo>
                  <a:pt x="778434" y="1981131"/>
                </a:lnTo>
                <a:lnTo>
                  <a:pt x="778128" y="2030984"/>
                </a:lnTo>
                <a:lnTo>
                  <a:pt x="777475" y="2080785"/>
                </a:lnTo>
                <a:lnTo>
                  <a:pt x="775334" y="2180478"/>
                </a:lnTo>
                <a:lnTo>
                  <a:pt x="772320" y="2280271"/>
                </a:lnTo>
                <a:lnTo>
                  <a:pt x="766795" y="2430087"/>
                </a:lnTo>
                <a:lnTo>
                  <a:pt x="759063" y="2629940"/>
                </a:lnTo>
                <a:lnTo>
                  <a:pt x="755689" y="2729846"/>
                </a:lnTo>
                <a:lnTo>
                  <a:pt x="753027" y="2829704"/>
                </a:lnTo>
                <a:lnTo>
                  <a:pt x="752053" y="2879607"/>
                </a:lnTo>
                <a:lnTo>
                  <a:pt x="751365" y="2929486"/>
                </a:lnTo>
                <a:lnTo>
                  <a:pt x="750999" y="2979341"/>
                </a:lnTo>
                <a:lnTo>
                  <a:pt x="750991" y="3029166"/>
                </a:lnTo>
                <a:lnTo>
                  <a:pt x="751377" y="3078958"/>
                </a:lnTo>
                <a:lnTo>
                  <a:pt x="752192" y="3128715"/>
                </a:lnTo>
                <a:lnTo>
                  <a:pt x="753474" y="3178433"/>
                </a:lnTo>
                <a:lnTo>
                  <a:pt x="755258" y="3228108"/>
                </a:lnTo>
                <a:lnTo>
                  <a:pt x="757580" y="3277737"/>
                </a:lnTo>
                <a:lnTo>
                  <a:pt x="760476" y="3327317"/>
                </a:lnTo>
                <a:lnTo>
                  <a:pt x="763983" y="3376844"/>
                </a:lnTo>
                <a:lnTo>
                  <a:pt x="768135" y="3426316"/>
                </a:lnTo>
                <a:lnTo>
                  <a:pt x="772969" y="3475727"/>
                </a:lnTo>
                <a:lnTo>
                  <a:pt x="778521" y="3525076"/>
                </a:lnTo>
                <a:lnTo>
                  <a:pt x="784827" y="3574359"/>
                </a:lnTo>
                <a:lnTo>
                  <a:pt x="791923" y="3623572"/>
                </a:lnTo>
                <a:lnTo>
                  <a:pt x="799846" y="3672713"/>
                </a:lnTo>
                <a:lnTo>
                  <a:pt x="808347" y="3720579"/>
                </a:lnTo>
                <a:lnTo>
                  <a:pt x="817830" y="3768405"/>
                </a:lnTo>
                <a:lnTo>
                  <a:pt x="828298" y="3816144"/>
                </a:lnTo>
                <a:lnTo>
                  <a:pt x="839757" y="3863748"/>
                </a:lnTo>
                <a:lnTo>
                  <a:pt x="852210" y="3911171"/>
                </a:lnTo>
                <a:lnTo>
                  <a:pt x="865662" y="3958366"/>
                </a:lnTo>
                <a:lnTo>
                  <a:pt x="880118" y="4005286"/>
                </a:lnTo>
                <a:lnTo>
                  <a:pt x="895581" y="4051886"/>
                </a:lnTo>
                <a:lnTo>
                  <a:pt x="912057" y="4098117"/>
                </a:lnTo>
                <a:lnTo>
                  <a:pt x="929549" y="4143934"/>
                </a:lnTo>
                <a:lnTo>
                  <a:pt x="948062" y="4189289"/>
                </a:lnTo>
                <a:lnTo>
                  <a:pt x="967601" y="4234136"/>
                </a:lnTo>
                <a:lnTo>
                  <a:pt x="988170" y="4278428"/>
                </a:lnTo>
                <a:lnTo>
                  <a:pt x="1009773" y="4322118"/>
                </a:lnTo>
                <a:lnTo>
                  <a:pt x="1032415" y="4365160"/>
                </a:lnTo>
                <a:lnTo>
                  <a:pt x="1056100" y="4407507"/>
                </a:lnTo>
                <a:lnTo>
                  <a:pt x="1080833" y="4449111"/>
                </a:lnTo>
                <a:lnTo>
                  <a:pt x="1106618" y="4489927"/>
                </a:lnTo>
                <a:lnTo>
                  <a:pt x="1133459" y="4529908"/>
                </a:lnTo>
                <a:lnTo>
                  <a:pt x="1161361" y="4569006"/>
                </a:lnTo>
                <a:lnTo>
                  <a:pt x="1190329" y="4607175"/>
                </a:lnTo>
                <a:lnTo>
                  <a:pt x="1220366" y="4644369"/>
                </a:lnTo>
                <a:lnTo>
                  <a:pt x="1251477" y="4680540"/>
                </a:lnTo>
                <a:lnTo>
                  <a:pt x="1283667" y="4715642"/>
                </a:lnTo>
                <a:lnTo>
                  <a:pt x="1316940" y="4749629"/>
                </a:lnTo>
                <a:lnTo>
                  <a:pt x="1351300" y="4782452"/>
                </a:lnTo>
                <a:lnTo>
                  <a:pt x="1386752" y="4814067"/>
                </a:lnTo>
                <a:lnTo>
                  <a:pt x="1423301" y="4844425"/>
                </a:lnTo>
                <a:lnTo>
                  <a:pt x="1460949" y="4873480"/>
                </a:lnTo>
                <a:lnTo>
                  <a:pt x="1499703" y="4901186"/>
                </a:lnTo>
                <a:lnTo>
                  <a:pt x="1539567" y="4927495"/>
                </a:lnTo>
                <a:lnTo>
                  <a:pt x="1580544" y="4952361"/>
                </a:lnTo>
                <a:lnTo>
                  <a:pt x="1622640" y="4975737"/>
                </a:lnTo>
                <a:lnTo>
                  <a:pt x="1665859" y="4997577"/>
                </a:lnTo>
                <a:lnTo>
                  <a:pt x="1710653" y="5017896"/>
                </a:lnTo>
                <a:lnTo>
                  <a:pt x="1755987" y="5036442"/>
                </a:lnTo>
                <a:lnTo>
                  <a:pt x="1801828" y="5053323"/>
                </a:lnTo>
                <a:lnTo>
                  <a:pt x="1848143" y="5068647"/>
                </a:lnTo>
                <a:lnTo>
                  <a:pt x="1894899" y="5082521"/>
                </a:lnTo>
                <a:lnTo>
                  <a:pt x="1942062" y="5095053"/>
                </a:lnTo>
                <a:lnTo>
                  <a:pt x="1989600" y="5106350"/>
                </a:lnTo>
                <a:lnTo>
                  <a:pt x="2037479" y="5116519"/>
                </a:lnTo>
                <a:lnTo>
                  <a:pt x="2085668" y="5125669"/>
                </a:lnTo>
                <a:lnTo>
                  <a:pt x="2134132" y="5133905"/>
                </a:lnTo>
                <a:lnTo>
                  <a:pt x="2182838" y="5141337"/>
                </a:lnTo>
                <a:lnTo>
                  <a:pt x="2231755" y="5148072"/>
                </a:lnTo>
                <a:lnTo>
                  <a:pt x="2280848" y="5154216"/>
                </a:lnTo>
                <a:lnTo>
                  <a:pt x="2330084" y="5159878"/>
                </a:lnTo>
                <a:lnTo>
                  <a:pt x="2725183" y="5200700"/>
                </a:lnTo>
                <a:lnTo>
                  <a:pt x="2774226" y="5206856"/>
                </a:lnTo>
                <a:lnTo>
                  <a:pt x="2823082" y="5213604"/>
                </a:lnTo>
                <a:lnTo>
                  <a:pt x="2873234" y="5221226"/>
                </a:lnTo>
                <a:lnTo>
                  <a:pt x="2923234" y="5229665"/>
                </a:lnTo>
                <a:lnTo>
                  <a:pt x="2973072" y="5238913"/>
                </a:lnTo>
                <a:lnTo>
                  <a:pt x="3022740" y="5248964"/>
                </a:lnTo>
                <a:lnTo>
                  <a:pt x="3072228" y="5259811"/>
                </a:lnTo>
                <a:lnTo>
                  <a:pt x="3121526" y="5271448"/>
                </a:lnTo>
                <a:lnTo>
                  <a:pt x="3170624" y="5283866"/>
                </a:lnTo>
                <a:lnTo>
                  <a:pt x="3219513" y="5297061"/>
                </a:lnTo>
                <a:lnTo>
                  <a:pt x="3268183" y="5311024"/>
                </a:lnTo>
                <a:lnTo>
                  <a:pt x="3316624" y="5325749"/>
                </a:lnTo>
                <a:lnTo>
                  <a:pt x="3364828" y="5341229"/>
                </a:lnTo>
                <a:lnTo>
                  <a:pt x="3412784" y="5357458"/>
                </a:lnTo>
                <a:lnTo>
                  <a:pt x="3460482" y="5374429"/>
                </a:lnTo>
                <a:lnTo>
                  <a:pt x="3507914" y="5392134"/>
                </a:lnTo>
                <a:lnTo>
                  <a:pt x="3555069" y="5410567"/>
                </a:lnTo>
                <a:lnTo>
                  <a:pt x="3601938" y="5429721"/>
                </a:lnTo>
                <a:lnTo>
                  <a:pt x="3648512" y="5449590"/>
                </a:lnTo>
                <a:lnTo>
                  <a:pt x="3694780" y="5470166"/>
                </a:lnTo>
                <a:lnTo>
                  <a:pt x="3740733" y="5491443"/>
                </a:lnTo>
                <a:lnTo>
                  <a:pt x="3786361" y="5513414"/>
                </a:lnTo>
                <a:lnTo>
                  <a:pt x="3831655" y="5536073"/>
                </a:lnTo>
                <a:lnTo>
                  <a:pt x="3876605" y="5559411"/>
                </a:lnTo>
                <a:lnTo>
                  <a:pt x="3921202" y="5583423"/>
                </a:lnTo>
                <a:lnTo>
                  <a:pt x="3965436" y="5608102"/>
                </a:lnTo>
                <a:lnTo>
                  <a:pt x="4009297" y="5633441"/>
                </a:lnTo>
                <a:lnTo>
                  <a:pt x="4052776" y="5659433"/>
                </a:lnTo>
                <a:lnTo>
                  <a:pt x="4095863" y="5686071"/>
                </a:lnTo>
                <a:lnTo>
                  <a:pt x="4138549" y="5713311"/>
                </a:lnTo>
                <a:close/>
              </a:path>
            </a:pathLst>
          </a:custGeom>
          <a:solidFill>
            <a:srgbClr val="D97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9671" y="7156360"/>
            <a:ext cx="152654" cy="15265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9671" y="7813585"/>
            <a:ext cx="152654" cy="15265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461738" y="-32"/>
            <a:ext cx="8826500" cy="2707640"/>
          </a:xfrm>
          <a:custGeom>
            <a:avLst/>
            <a:gdLst/>
            <a:ahLst/>
            <a:cxnLst/>
            <a:rect l="l" t="t" r="r" b="b"/>
            <a:pathLst>
              <a:path w="8826500" h="2707640">
                <a:moveTo>
                  <a:pt x="2270251" y="918971"/>
                </a:moveTo>
                <a:lnTo>
                  <a:pt x="2220386" y="918605"/>
                </a:lnTo>
                <a:lnTo>
                  <a:pt x="2170535" y="917507"/>
                </a:lnTo>
                <a:lnTo>
                  <a:pt x="2120710" y="915676"/>
                </a:lnTo>
                <a:lnTo>
                  <a:pt x="2070921" y="913111"/>
                </a:lnTo>
                <a:lnTo>
                  <a:pt x="2021245" y="909817"/>
                </a:lnTo>
                <a:lnTo>
                  <a:pt x="1971665" y="905792"/>
                </a:lnTo>
                <a:lnTo>
                  <a:pt x="1922183" y="901038"/>
                </a:lnTo>
                <a:lnTo>
                  <a:pt x="1872810" y="895555"/>
                </a:lnTo>
                <a:lnTo>
                  <a:pt x="1823556" y="889343"/>
                </a:lnTo>
                <a:lnTo>
                  <a:pt x="1774433" y="882403"/>
                </a:lnTo>
                <a:lnTo>
                  <a:pt x="1724376" y="874567"/>
                </a:lnTo>
                <a:lnTo>
                  <a:pt x="1675286" y="866112"/>
                </a:lnTo>
                <a:lnTo>
                  <a:pt x="1626334" y="856917"/>
                </a:lnTo>
                <a:lnTo>
                  <a:pt x="1577531" y="846983"/>
                </a:lnTo>
                <a:lnTo>
                  <a:pt x="1528889" y="836308"/>
                </a:lnTo>
                <a:lnTo>
                  <a:pt x="1480418" y="824893"/>
                </a:lnTo>
                <a:lnTo>
                  <a:pt x="1432130" y="812736"/>
                </a:lnTo>
                <a:lnTo>
                  <a:pt x="1384036" y="799836"/>
                </a:lnTo>
                <a:lnTo>
                  <a:pt x="1336147" y="786194"/>
                </a:lnTo>
                <a:lnTo>
                  <a:pt x="1288474" y="771808"/>
                </a:lnTo>
                <a:lnTo>
                  <a:pt x="1241029" y="756678"/>
                </a:lnTo>
                <a:lnTo>
                  <a:pt x="1193823" y="740804"/>
                </a:lnTo>
                <a:lnTo>
                  <a:pt x="1146867" y="724184"/>
                </a:lnTo>
                <a:lnTo>
                  <a:pt x="1100173" y="706819"/>
                </a:lnTo>
                <a:lnTo>
                  <a:pt x="1053751" y="688706"/>
                </a:lnTo>
                <a:lnTo>
                  <a:pt x="1007613" y="669847"/>
                </a:lnTo>
                <a:lnTo>
                  <a:pt x="961770" y="650240"/>
                </a:lnTo>
                <a:lnTo>
                  <a:pt x="915416" y="629535"/>
                </a:lnTo>
                <a:lnTo>
                  <a:pt x="869422" y="608077"/>
                </a:lnTo>
                <a:lnTo>
                  <a:pt x="823796" y="585876"/>
                </a:lnTo>
                <a:lnTo>
                  <a:pt x="778546" y="562940"/>
                </a:lnTo>
                <a:lnTo>
                  <a:pt x="733678" y="539280"/>
                </a:lnTo>
                <a:lnTo>
                  <a:pt x="689200" y="514904"/>
                </a:lnTo>
                <a:lnTo>
                  <a:pt x="645120" y="489822"/>
                </a:lnTo>
                <a:lnTo>
                  <a:pt x="601445" y="464042"/>
                </a:lnTo>
                <a:lnTo>
                  <a:pt x="558183" y="437575"/>
                </a:lnTo>
                <a:lnTo>
                  <a:pt x="515341" y="410429"/>
                </a:lnTo>
                <a:lnTo>
                  <a:pt x="472926" y="382614"/>
                </a:lnTo>
                <a:lnTo>
                  <a:pt x="430946" y="354139"/>
                </a:lnTo>
                <a:lnTo>
                  <a:pt x="389408" y="325013"/>
                </a:lnTo>
                <a:lnTo>
                  <a:pt x="348320" y="295245"/>
                </a:lnTo>
                <a:lnTo>
                  <a:pt x="307689" y="264846"/>
                </a:lnTo>
                <a:lnTo>
                  <a:pt x="267523" y="233823"/>
                </a:lnTo>
                <a:lnTo>
                  <a:pt x="227830" y="202187"/>
                </a:lnTo>
                <a:lnTo>
                  <a:pt x="188615" y="169946"/>
                </a:lnTo>
                <a:lnTo>
                  <a:pt x="149888" y="137110"/>
                </a:lnTo>
                <a:lnTo>
                  <a:pt x="111656" y="103688"/>
                </a:lnTo>
                <a:lnTo>
                  <a:pt x="73925" y="69689"/>
                </a:lnTo>
                <a:lnTo>
                  <a:pt x="36704" y="35123"/>
                </a:lnTo>
                <a:lnTo>
                  <a:pt x="0" y="0"/>
                </a:lnTo>
                <a:lnTo>
                  <a:pt x="4742813" y="0"/>
                </a:lnTo>
                <a:lnTo>
                  <a:pt x="4695930" y="20737"/>
                </a:lnTo>
                <a:lnTo>
                  <a:pt x="4649569" y="42778"/>
                </a:lnTo>
                <a:lnTo>
                  <a:pt x="4603681" y="66003"/>
                </a:lnTo>
                <a:lnTo>
                  <a:pt x="4558218" y="90290"/>
                </a:lnTo>
                <a:lnTo>
                  <a:pt x="4513132" y="115518"/>
                </a:lnTo>
                <a:lnTo>
                  <a:pt x="4468376" y="141567"/>
                </a:lnTo>
                <a:lnTo>
                  <a:pt x="4423901" y="168315"/>
                </a:lnTo>
                <a:lnTo>
                  <a:pt x="4379660" y="195641"/>
                </a:lnTo>
                <a:lnTo>
                  <a:pt x="4335604" y="223424"/>
                </a:lnTo>
                <a:lnTo>
                  <a:pt x="4072481" y="392953"/>
                </a:lnTo>
                <a:lnTo>
                  <a:pt x="4028381" y="420550"/>
                </a:lnTo>
                <a:lnTo>
                  <a:pt x="3984084" y="447636"/>
                </a:lnTo>
                <a:lnTo>
                  <a:pt x="3939540" y="474090"/>
                </a:lnTo>
                <a:lnTo>
                  <a:pt x="3896185" y="499033"/>
                </a:lnTo>
                <a:lnTo>
                  <a:pt x="3852451" y="523262"/>
                </a:lnTo>
                <a:lnTo>
                  <a:pt x="3808349" y="546778"/>
                </a:lnTo>
                <a:lnTo>
                  <a:pt x="3763892" y="569580"/>
                </a:lnTo>
                <a:lnTo>
                  <a:pt x="3719089" y="591667"/>
                </a:lnTo>
                <a:lnTo>
                  <a:pt x="3673952" y="613039"/>
                </a:lnTo>
                <a:lnTo>
                  <a:pt x="3628493" y="633695"/>
                </a:lnTo>
                <a:lnTo>
                  <a:pt x="3582722" y="653634"/>
                </a:lnTo>
                <a:lnTo>
                  <a:pt x="3536651" y="672857"/>
                </a:lnTo>
                <a:lnTo>
                  <a:pt x="3490291" y="691362"/>
                </a:lnTo>
                <a:lnTo>
                  <a:pt x="3443654" y="709148"/>
                </a:lnTo>
                <a:lnTo>
                  <a:pt x="3396750" y="726216"/>
                </a:lnTo>
                <a:lnTo>
                  <a:pt x="3349591" y="742564"/>
                </a:lnTo>
                <a:lnTo>
                  <a:pt x="3302188" y="758192"/>
                </a:lnTo>
                <a:lnTo>
                  <a:pt x="3254552" y="773100"/>
                </a:lnTo>
                <a:lnTo>
                  <a:pt x="3206694" y="787286"/>
                </a:lnTo>
                <a:lnTo>
                  <a:pt x="3158627" y="800750"/>
                </a:lnTo>
                <a:lnTo>
                  <a:pt x="3110360" y="813492"/>
                </a:lnTo>
                <a:lnTo>
                  <a:pt x="3061905" y="825511"/>
                </a:lnTo>
                <a:lnTo>
                  <a:pt x="3013274" y="836805"/>
                </a:lnTo>
                <a:lnTo>
                  <a:pt x="2964477" y="847376"/>
                </a:lnTo>
                <a:lnTo>
                  <a:pt x="2915527" y="857222"/>
                </a:lnTo>
                <a:lnTo>
                  <a:pt x="2866433" y="866342"/>
                </a:lnTo>
                <a:lnTo>
                  <a:pt x="2817208" y="874736"/>
                </a:lnTo>
                <a:lnTo>
                  <a:pt x="2767862" y="882403"/>
                </a:lnTo>
                <a:lnTo>
                  <a:pt x="2718407" y="889343"/>
                </a:lnTo>
                <a:lnTo>
                  <a:pt x="2668854" y="895555"/>
                </a:lnTo>
                <a:lnTo>
                  <a:pt x="2619214" y="901038"/>
                </a:lnTo>
                <a:lnTo>
                  <a:pt x="2569499" y="905792"/>
                </a:lnTo>
                <a:lnTo>
                  <a:pt x="2519720" y="909817"/>
                </a:lnTo>
                <a:lnTo>
                  <a:pt x="2469876" y="913111"/>
                </a:lnTo>
                <a:lnTo>
                  <a:pt x="2419954" y="915676"/>
                </a:lnTo>
                <a:lnTo>
                  <a:pt x="2370027" y="917507"/>
                </a:lnTo>
                <a:lnTo>
                  <a:pt x="2320095" y="918605"/>
                </a:lnTo>
                <a:lnTo>
                  <a:pt x="2270251" y="918971"/>
                </a:lnTo>
                <a:close/>
              </a:path>
              <a:path w="8826500" h="2707640">
                <a:moveTo>
                  <a:pt x="8826246" y="2707132"/>
                </a:moveTo>
                <a:lnTo>
                  <a:pt x="8788271" y="2695574"/>
                </a:lnTo>
                <a:lnTo>
                  <a:pt x="8741080" y="2679918"/>
                </a:lnTo>
                <a:lnTo>
                  <a:pt x="8694520" y="2662946"/>
                </a:lnTo>
                <a:lnTo>
                  <a:pt x="8648585" y="2644695"/>
                </a:lnTo>
                <a:lnTo>
                  <a:pt x="8603266" y="2625204"/>
                </a:lnTo>
                <a:lnTo>
                  <a:pt x="8558556" y="2604509"/>
                </a:lnTo>
                <a:lnTo>
                  <a:pt x="8514446" y="2582648"/>
                </a:lnTo>
                <a:lnTo>
                  <a:pt x="8470930" y="2559659"/>
                </a:lnTo>
                <a:lnTo>
                  <a:pt x="8427998" y="2535579"/>
                </a:lnTo>
                <a:lnTo>
                  <a:pt x="8385644" y="2510445"/>
                </a:lnTo>
                <a:lnTo>
                  <a:pt x="8343860" y="2484296"/>
                </a:lnTo>
                <a:lnTo>
                  <a:pt x="8302637" y="2457167"/>
                </a:lnTo>
                <a:lnTo>
                  <a:pt x="8261969" y="2429098"/>
                </a:lnTo>
                <a:lnTo>
                  <a:pt x="8221847" y="2400125"/>
                </a:lnTo>
                <a:lnTo>
                  <a:pt x="8182264" y="2370285"/>
                </a:lnTo>
                <a:lnTo>
                  <a:pt x="8143212" y="2339617"/>
                </a:lnTo>
                <a:lnTo>
                  <a:pt x="8104683" y="2308158"/>
                </a:lnTo>
                <a:lnTo>
                  <a:pt x="8066669" y="2275945"/>
                </a:lnTo>
                <a:lnTo>
                  <a:pt x="8029163" y="2243015"/>
                </a:lnTo>
                <a:lnTo>
                  <a:pt x="7992157" y="2209407"/>
                </a:lnTo>
                <a:lnTo>
                  <a:pt x="7955643" y="2175157"/>
                </a:lnTo>
                <a:lnTo>
                  <a:pt x="7919613" y="2140303"/>
                </a:lnTo>
                <a:lnTo>
                  <a:pt x="7884060" y="2104883"/>
                </a:lnTo>
                <a:lnTo>
                  <a:pt x="7848975" y="2068934"/>
                </a:lnTo>
                <a:lnTo>
                  <a:pt x="7814352" y="2032494"/>
                </a:lnTo>
                <a:lnTo>
                  <a:pt x="7780182" y="1995599"/>
                </a:lnTo>
                <a:lnTo>
                  <a:pt x="7746457" y="1958288"/>
                </a:lnTo>
                <a:lnTo>
                  <a:pt x="7713170" y="1920597"/>
                </a:lnTo>
                <a:lnTo>
                  <a:pt x="7680313" y="1882565"/>
                </a:lnTo>
                <a:lnTo>
                  <a:pt x="7647879" y="1844229"/>
                </a:lnTo>
                <a:lnTo>
                  <a:pt x="7615859" y="1805626"/>
                </a:lnTo>
                <a:lnTo>
                  <a:pt x="7584245" y="1766794"/>
                </a:lnTo>
                <a:lnTo>
                  <a:pt x="7553031" y="1727770"/>
                </a:lnTo>
                <a:lnTo>
                  <a:pt x="7522208" y="1688591"/>
                </a:lnTo>
                <a:lnTo>
                  <a:pt x="7491690" y="1649237"/>
                </a:lnTo>
                <a:lnTo>
                  <a:pt x="7461378" y="1609678"/>
                </a:lnTo>
                <a:lnTo>
                  <a:pt x="7431246" y="1569939"/>
                </a:lnTo>
                <a:lnTo>
                  <a:pt x="7401269" y="1530045"/>
                </a:lnTo>
                <a:lnTo>
                  <a:pt x="7341674" y="1449891"/>
                </a:lnTo>
                <a:lnTo>
                  <a:pt x="7134129" y="1168149"/>
                </a:lnTo>
                <a:lnTo>
                  <a:pt x="7074269" y="1088134"/>
                </a:lnTo>
                <a:lnTo>
                  <a:pt x="7044116" y="1048332"/>
                </a:lnTo>
                <a:lnTo>
                  <a:pt x="7013779" y="1008700"/>
                </a:lnTo>
                <a:lnTo>
                  <a:pt x="6983233" y="969264"/>
                </a:lnTo>
                <a:lnTo>
                  <a:pt x="6952451" y="930049"/>
                </a:lnTo>
                <a:lnTo>
                  <a:pt x="6921407" y="891079"/>
                </a:lnTo>
                <a:lnTo>
                  <a:pt x="6890076" y="852379"/>
                </a:lnTo>
                <a:lnTo>
                  <a:pt x="6858431" y="813976"/>
                </a:lnTo>
                <a:lnTo>
                  <a:pt x="6826447" y="775893"/>
                </a:lnTo>
                <a:lnTo>
                  <a:pt x="6794097" y="738155"/>
                </a:lnTo>
                <a:lnTo>
                  <a:pt x="6761355" y="700789"/>
                </a:lnTo>
                <a:lnTo>
                  <a:pt x="6728196" y="663818"/>
                </a:lnTo>
                <a:lnTo>
                  <a:pt x="6694593" y="627268"/>
                </a:lnTo>
                <a:lnTo>
                  <a:pt x="6660521" y="591165"/>
                </a:lnTo>
                <a:lnTo>
                  <a:pt x="6625953" y="555532"/>
                </a:lnTo>
                <a:lnTo>
                  <a:pt x="6590863" y="520395"/>
                </a:lnTo>
                <a:lnTo>
                  <a:pt x="6555226" y="485779"/>
                </a:lnTo>
                <a:lnTo>
                  <a:pt x="6519016" y="451709"/>
                </a:lnTo>
                <a:lnTo>
                  <a:pt x="6482206" y="418211"/>
                </a:lnTo>
                <a:lnTo>
                  <a:pt x="6445289" y="385712"/>
                </a:lnTo>
                <a:lnTo>
                  <a:pt x="6407613" y="353870"/>
                </a:lnTo>
                <a:lnTo>
                  <a:pt x="6369204" y="322726"/>
                </a:lnTo>
                <a:lnTo>
                  <a:pt x="6330089" y="292322"/>
                </a:lnTo>
                <a:lnTo>
                  <a:pt x="6290295" y="262697"/>
                </a:lnTo>
                <a:lnTo>
                  <a:pt x="6249848" y="233893"/>
                </a:lnTo>
                <a:lnTo>
                  <a:pt x="6208775" y="205950"/>
                </a:lnTo>
                <a:lnTo>
                  <a:pt x="6167103" y="178911"/>
                </a:lnTo>
                <a:lnTo>
                  <a:pt x="6124857" y="152815"/>
                </a:lnTo>
                <a:lnTo>
                  <a:pt x="6082065" y="127703"/>
                </a:lnTo>
                <a:lnTo>
                  <a:pt x="6038753" y="103617"/>
                </a:lnTo>
                <a:lnTo>
                  <a:pt x="5994948" y="80597"/>
                </a:lnTo>
                <a:lnTo>
                  <a:pt x="5950677" y="58684"/>
                </a:lnTo>
                <a:lnTo>
                  <a:pt x="5905965" y="37920"/>
                </a:lnTo>
                <a:lnTo>
                  <a:pt x="5860840" y="18345"/>
                </a:lnTo>
                <a:lnTo>
                  <a:pt x="5815328" y="0"/>
                </a:lnTo>
                <a:lnTo>
                  <a:pt x="8826246" y="0"/>
                </a:lnTo>
                <a:lnTo>
                  <a:pt x="8826246" y="2707132"/>
                </a:lnTo>
                <a:close/>
              </a:path>
            </a:pathLst>
          </a:custGeom>
          <a:solidFill>
            <a:srgbClr val="8286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99"/>
              </a:lnSpc>
              <a:spcBef>
                <a:spcPts val="95"/>
              </a:spcBef>
            </a:pPr>
            <a:r>
              <a:rPr spc="610" dirty="0"/>
              <a:t>Instalación</a:t>
            </a:r>
            <a:r>
              <a:rPr spc="990" dirty="0"/>
              <a:t>  </a:t>
            </a:r>
            <a:r>
              <a:rPr spc="790" dirty="0"/>
              <a:t>e</a:t>
            </a:r>
            <a:r>
              <a:rPr spc="1005" dirty="0"/>
              <a:t>  </a:t>
            </a:r>
            <a:r>
              <a:rPr spc="640" dirty="0"/>
              <a:t>Introducción</a:t>
            </a:r>
            <a:r>
              <a:rPr spc="1000" dirty="0"/>
              <a:t>  </a:t>
            </a:r>
            <a:r>
              <a:rPr spc="844" dirty="0"/>
              <a:t>a </a:t>
            </a:r>
            <a:r>
              <a:rPr spc="555" dirty="0"/>
              <a:t>Graphviz</a:t>
            </a:r>
          </a:p>
          <a:p>
            <a:pPr marL="12700" marR="6350" algn="just">
              <a:lnSpc>
                <a:spcPct val="114900"/>
              </a:lnSpc>
              <a:spcBef>
                <a:spcPts val="105"/>
              </a:spcBef>
            </a:pPr>
            <a:r>
              <a:rPr sz="3700" b="0" spc="45" dirty="0">
                <a:latin typeface="Verdana"/>
                <a:cs typeface="Verdana"/>
              </a:rPr>
              <a:t>Herramienta</a:t>
            </a:r>
            <a:r>
              <a:rPr sz="3700" b="0" spc="-160" dirty="0">
                <a:latin typeface="Verdana"/>
                <a:cs typeface="Verdana"/>
              </a:rPr>
              <a:t> </a:t>
            </a:r>
            <a:r>
              <a:rPr sz="3700" b="0" spc="114" dirty="0">
                <a:latin typeface="Verdana"/>
                <a:cs typeface="Verdana"/>
              </a:rPr>
              <a:t>de</a:t>
            </a:r>
            <a:r>
              <a:rPr sz="3700" b="0" spc="-155" dirty="0">
                <a:latin typeface="Verdana"/>
                <a:cs typeface="Verdana"/>
              </a:rPr>
              <a:t> </a:t>
            </a:r>
            <a:r>
              <a:rPr sz="3700" b="0" dirty="0">
                <a:latin typeface="Verdana"/>
                <a:cs typeface="Verdana"/>
              </a:rPr>
              <a:t>software</a:t>
            </a:r>
            <a:r>
              <a:rPr sz="3700" b="0" spc="-160" dirty="0">
                <a:latin typeface="Verdana"/>
                <a:cs typeface="Verdana"/>
              </a:rPr>
              <a:t> </a:t>
            </a:r>
            <a:r>
              <a:rPr sz="3700" b="0" dirty="0">
                <a:latin typeface="Verdana"/>
                <a:cs typeface="Verdana"/>
              </a:rPr>
              <a:t>para</a:t>
            </a:r>
            <a:r>
              <a:rPr sz="3700" b="0" spc="-155" dirty="0">
                <a:latin typeface="Verdana"/>
                <a:cs typeface="Verdana"/>
              </a:rPr>
              <a:t> </a:t>
            </a:r>
            <a:r>
              <a:rPr sz="3700" b="0" dirty="0">
                <a:latin typeface="Verdana"/>
                <a:cs typeface="Verdana"/>
              </a:rPr>
              <a:t>la</a:t>
            </a:r>
            <a:r>
              <a:rPr sz="3700" b="0" spc="-160" dirty="0">
                <a:latin typeface="Verdana"/>
                <a:cs typeface="Verdana"/>
              </a:rPr>
              <a:t> </a:t>
            </a:r>
            <a:r>
              <a:rPr sz="3700" b="0" dirty="0">
                <a:latin typeface="Verdana"/>
                <a:cs typeface="Verdana"/>
              </a:rPr>
              <a:t>visualización</a:t>
            </a:r>
            <a:r>
              <a:rPr sz="3700" b="0" spc="-155" dirty="0">
                <a:latin typeface="Verdana"/>
                <a:cs typeface="Verdana"/>
              </a:rPr>
              <a:t> </a:t>
            </a:r>
            <a:r>
              <a:rPr sz="3700" b="0" spc="114" dirty="0">
                <a:latin typeface="Verdana"/>
                <a:cs typeface="Verdana"/>
              </a:rPr>
              <a:t>de</a:t>
            </a:r>
            <a:r>
              <a:rPr sz="3700" b="0" spc="-160" dirty="0">
                <a:latin typeface="Verdana"/>
                <a:cs typeface="Verdana"/>
              </a:rPr>
              <a:t> </a:t>
            </a:r>
            <a:r>
              <a:rPr sz="3700" b="0" dirty="0">
                <a:latin typeface="Verdana"/>
                <a:cs typeface="Verdana"/>
              </a:rPr>
              <a:t>grafos</a:t>
            </a:r>
            <a:r>
              <a:rPr sz="3700" b="0" spc="-155" dirty="0">
                <a:latin typeface="Verdana"/>
                <a:cs typeface="Verdana"/>
              </a:rPr>
              <a:t> </a:t>
            </a:r>
            <a:r>
              <a:rPr sz="3700" b="0" dirty="0">
                <a:latin typeface="Verdana"/>
                <a:cs typeface="Verdana"/>
              </a:rPr>
              <a:t>y</a:t>
            </a:r>
            <a:r>
              <a:rPr sz="3700" b="0" spc="-160" dirty="0">
                <a:latin typeface="Verdana"/>
                <a:cs typeface="Verdana"/>
              </a:rPr>
              <a:t> </a:t>
            </a:r>
            <a:r>
              <a:rPr sz="3700" b="0" spc="-10" dirty="0">
                <a:latin typeface="Verdana"/>
                <a:cs typeface="Verdana"/>
              </a:rPr>
              <a:t>diagramas </a:t>
            </a:r>
            <a:r>
              <a:rPr sz="3700" b="0" spc="114" dirty="0">
                <a:latin typeface="Verdana"/>
                <a:cs typeface="Verdana"/>
              </a:rPr>
              <a:t>de</a:t>
            </a:r>
            <a:r>
              <a:rPr sz="3700" b="0" spc="550" dirty="0">
                <a:latin typeface="Verdana"/>
                <a:cs typeface="Verdana"/>
              </a:rPr>
              <a:t> </a:t>
            </a:r>
            <a:r>
              <a:rPr sz="3700" b="0" dirty="0">
                <a:latin typeface="Verdana"/>
                <a:cs typeface="Verdana"/>
              </a:rPr>
              <a:t>redes.</a:t>
            </a:r>
            <a:r>
              <a:rPr sz="3700" b="0" spc="560" dirty="0">
                <a:latin typeface="Verdana"/>
                <a:cs typeface="Verdana"/>
              </a:rPr>
              <a:t> </a:t>
            </a:r>
            <a:r>
              <a:rPr sz="3700" b="0" dirty="0">
                <a:latin typeface="Verdana"/>
                <a:cs typeface="Verdana"/>
              </a:rPr>
              <a:t>Se</a:t>
            </a:r>
            <a:r>
              <a:rPr sz="3700" b="0" spc="555" dirty="0">
                <a:latin typeface="Verdana"/>
                <a:cs typeface="Verdana"/>
              </a:rPr>
              <a:t> </a:t>
            </a:r>
            <a:r>
              <a:rPr sz="3700" b="0" dirty="0">
                <a:latin typeface="Verdana"/>
                <a:cs typeface="Verdana"/>
              </a:rPr>
              <a:t>usa</a:t>
            </a:r>
            <a:r>
              <a:rPr sz="3700" b="0" spc="555" dirty="0">
                <a:latin typeface="Verdana"/>
                <a:cs typeface="Verdana"/>
              </a:rPr>
              <a:t> </a:t>
            </a:r>
            <a:r>
              <a:rPr sz="3700" b="0" dirty="0">
                <a:latin typeface="Verdana"/>
                <a:cs typeface="Verdana"/>
              </a:rPr>
              <a:t>para</a:t>
            </a:r>
            <a:r>
              <a:rPr sz="3700" b="0" spc="555" dirty="0">
                <a:latin typeface="Verdana"/>
                <a:cs typeface="Verdana"/>
              </a:rPr>
              <a:t> </a:t>
            </a:r>
            <a:r>
              <a:rPr sz="3700" b="0" dirty="0">
                <a:latin typeface="Verdana"/>
                <a:cs typeface="Verdana"/>
              </a:rPr>
              <a:t>representar</a:t>
            </a:r>
            <a:r>
              <a:rPr sz="3700" b="0" spc="555" dirty="0">
                <a:latin typeface="Verdana"/>
                <a:cs typeface="Verdana"/>
              </a:rPr>
              <a:t> </a:t>
            </a:r>
            <a:r>
              <a:rPr sz="3700" b="0" dirty="0">
                <a:latin typeface="Verdana"/>
                <a:cs typeface="Verdana"/>
              </a:rPr>
              <a:t>estructuras</a:t>
            </a:r>
            <a:r>
              <a:rPr sz="3700" b="0" spc="555" dirty="0">
                <a:latin typeface="Verdana"/>
                <a:cs typeface="Verdana"/>
              </a:rPr>
              <a:t> </a:t>
            </a:r>
            <a:r>
              <a:rPr sz="3700" b="0" spc="114" dirty="0">
                <a:latin typeface="Verdana"/>
                <a:cs typeface="Verdana"/>
              </a:rPr>
              <a:t>de</a:t>
            </a:r>
            <a:r>
              <a:rPr sz="3700" b="0" spc="555" dirty="0">
                <a:latin typeface="Verdana"/>
                <a:cs typeface="Verdana"/>
              </a:rPr>
              <a:t> </a:t>
            </a:r>
            <a:r>
              <a:rPr sz="3700" b="0" dirty="0">
                <a:latin typeface="Verdana"/>
                <a:cs typeface="Verdana"/>
              </a:rPr>
              <a:t>datos,</a:t>
            </a:r>
            <a:r>
              <a:rPr sz="3700" b="0" spc="560" dirty="0">
                <a:latin typeface="Verdana"/>
                <a:cs typeface="Verdana"/>
              </a:rPr>
              <a:t> </a:t>
            </a:r>
            <a:r>
              <a:rPr sz="3700" b="0" dirty="0">
                <a:latin typeface="Verdana"/>
                <a:cs typeface="Verdana"/>
              </a:rPr>
              <a:t>flujos</a:t>
            </a:r>
            <a:r>
              <a:rPr sz="3700" b="0" spc="555" dirty="0">
                <a:latin typeface="Verdana"/>
                <a:cs typeface="Verdana"/>
              </a:rPr>
              <a:t> </a:t>
            </a:r>
            <a:r>
              <a:rPr sz="3700" b="0" spc="90" dirty="0">
                <a:latin typeface="Verdana"/>
                <a:cs typeface="Verdana"/>
              </a:rPr>
              <a:t>de </a:t>
            </a:r>
            <a:r>
              <a:rPr sz="3700" b="0" spc="-105" dirty="0">
                <a:latin typeface="Verdana"/>
                <a:cs typeface="Verdana"/>
              </a:rPr>
              <a:t>trabajo,</a:t>
            </a:r>
            <a:r>
              <a:rPr sz="3700" b="0" spc="-210" dirty="0">
                <a:latin typeface="Verdana"/>
                <a:cs typeface="Verdana"/>
              </a:rPr>
              <a:t> </a:t>
            </a:r>
            <a:r>
              <a:rPr sz="3700" b="0" dirty="0">
                <a:latin typeface="Verdana"/>
                <a:cs typeface="Verdana"/>
              </a:rPr>
              <a:t>diagramas</a:t>
            </a:r>
            <a:r>
              <a:rPr sz="3700" b="0" spc="-210" dirty="0">
                <a:latin typeface="Verdana"/>
                <a:cs typeface="Verdana"/>
              </a:rPr>
              <a:t> </a:t>
            </a:r>
            <a:r>
              <a:rPr sz="3700" b="0" spc="114" dirty="0">
                <a:latin typeface="Verdana"/>
                <a:cs typeface="Verdana"/>
              </a:rPr>
              <a:t>de</a:t>
            </a:r>
            <a:r>
              <a:rPr sz="3700" b="0" spc="-215" dirty="0">
                <a:latin typeface="Verdana"/>
                <a:cs typeface="Verdana"/>
              </a:rPr>
              <a:t> </a:t>
            </a:r>
            <a:r>
              <a:rPr sz="3700" b="0" spc="-120" dirty="0">
                <a:latin typeface="Verdana"/>
                <a:cs typeface="Verdana"/>
              </a:rPr>
              <a:t>red.</a:t>
            </a:r>
            <a:r>
              <a:rPr sz="3700" b="0" spc="-210" dirty="0">
                <a:latin typeface="Verdana"/>
                <a:cs typeface="Verdana"/>
              </a:rPr>
              <a:t> </a:t>
            </a:r>
            <a:r>
              <a:rPr sz="3700" b="0" spc="-10" dirty="0">
                <a:latin typeface="Verdana"/>
                <a:cs typeface="Verdana"/>
              </a:rPr>
              <a:t>Instalación:</a:t>
            </a:r>
            <a:endParaRPr sz="37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02951" y="6800971"/>
            <a:ext cx="13993494" cy="1320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90"/>
              </a:spcBef>
            </a:pPr>
            <a:r>
              <a:rPr sz="3700" spc="-30" dirty="0">
                <a:latin typeface="Verdana"/>
                <a:cs typeface="Verdana"/>
              </a:rPr>
              <a:t>Windows:</a:t>
            </a:r>
            <a:r>
              <a:rPr sz="3700" spc="-285" dirty="0">
                <a:latin typeface="Verdana"/>
                <a:cs typeface="Verdana"/>
              </a:rPr>
              <a:t> </a:t>
            </a:r>
            <a:r>
              <a:rPr sz="3700" dirty="0">
                <a:latin typeface="Verdana"/>
                <a:cs typeface="Verdana"/>
              </a:rPr>
              <a:t>Descarga</a:t>
            </a:r>
            <a:r>
              <a:rPr sz="3700" spc="-285" dirty="0">
                <a:latin typeface="Verdana"/>
                <a:cs typeface="Verdana"/>
              </a:rPr>
              <a:t> </a:t>
            </a:r>
            <a:r>
              <a:rPr sz="3700" spc="55" dirty="0">
                <a:latin typeface="Verdana"/>
                <a:cs typeface="Verdana"/>
              </a:rPr>
              <a:t>desde</a:t>
            </a:r>
            <a:r>
              <a:rPr sz="3700" spc="-280" dirty="0">
                <a:latin typeface="Verdana"/>
                <a:cs typeface="Verdana"/>
              </a:rPr>
              <a:t> </a:t>
            </a:r>
            <a:r>
              <a:rPr sz="3700" spc="-70" dirty="0">
                <a:latin typeface="Verdana"/>
                <a:cs typeface="Verdana"/>
              </a:rPr>
              <a:t>la</a:t>
            </a:r>
            <a:r>
              <a:rPr sz="3700" spc="-285" dirty="0">
                <a:latin typeface="Verdana"/>
                <a:cs typeface="Verdana"/>
              </a:rPr>
              <a:t> </a:t>
            </a:r>
            <a:r>
              <a:rPr sz="3700" spc="65" dirty="0">
                <a:latin typeface="Verdana"/>
                <a:cs typeface="Verdana"/>
              </a:rPr>
              <a:t>página</a:t>
            </a:r>
            <a:r>
              <a:rPr sz="3700" spc="-280" dirty="0">
                <a:latin typeface="Verdana"/>
                <a:cs typeface="Verdana"/>
              </a:rPr>
              <a:t> </a:t>
            </a:r>
            <a:r>
              <a:rPr sz="3700" spc="-30" dirty="0">
                <a:latin typeface="Verdana"/>
                <a:cs typeface="Verdana"/>
              </a:rPr>
              <a:t>oficial</a:t>
            </a:r>
            <a:r>
              <a:rPr sz="3700" spc="-285" dirty="0">
                <a:latin typeface="Verdana"/>
                <a:cs typeface="Verdana"/>
              </a:rPr>
              <a:t> </a:t>
            </a:r>
            <a:r>
              <a:rPr sz="3700" spc="-250" dirty="0">
                <a:latin typeface="Verdana"/>
                <a:cs typeface="Verdana"/>
              </a:rPr>
              <a:t>y</a:t>
            </a:r>
            <a:r>
              <a:rPr sz="3700" spc="-280" dirty="0">
                <a:latin typeface="Verdana"/>
                <a:cs typeface="Verdana"/>
              </a:rPr>
              <a:t> </a:t>
            </a:r>
            <a:r>
              <a:rPr sz="3700" dirty="0">
                <a:latin typeface="Verdana"/>
                <a:cs typeface="Verdana"/>
              </a:rPr>
              <a:t>añade</a:t>
            </a:r>
            <a:r>
              <a:rPr sz="3700" spc="-285" dirty="0">
                <a:latin typeface="Verdana"/>
                <a:cs typeface="Verdana"/>
              </a:rPr>
              <a:t> </a:t>
            </a:r>
            <a:r>
              <a:rPr sz="3700" spc="-70" dirty="0">
                <a:latin typeface="Verdana"/>
                <a:cs typeface="Verdana"/>
              </a:rPr>
              <a:t>al</a:t>
            </a:r>
            <a:r>
              <a:rPr sz="3700" spc="-280" dirty="0">
                <a:latin typeface="Verdana"/>
                <a:cs typeface="Verdana"/>
              </a:rPr>
              <a:t> </a:t>
            </a:r>
            <a:r>
              <a:rPr sz="3700" spc="-20" dirty="0">
                <a:latin typeface="Verdana"/>
                <a:cs typeface="Verdana"/>
              </a:rPr>
              <a:t>PATH. </a:t>
            </a:r>
            <a:r>
              <a:rPr sz="3700" spc="-45" dirty="0">
                <a:latin typeface="Verdana"/>
                <a:cs typeface="Verdana"/>
              </a:rPr>
              <a:t>Instalación</a:t>
            </a:r>
            <a:r>
              <a:rPr sz="3700" spc="-310" dirty="0">
                <a:latin typeface="Verdana"/>
                <a:cs typeface="Verdana"/>
              </a:rPr>
              <a:t> </a:t>
            </a:r>
            <a:r>
              <a:rPr sz="3700" spc="55" dirty="0">
                <a:latin typeface="Verdana"/>
                <a:cs typeface="Verdana"/>
              </a:rPr>
              <a:t>del</a:t>
            </a:r>
            <a:r>
              <a:rPr sz="3700" spc="-305" dirty="0">
                <a:latin typeface="Verdana"/>
                <a:cs typeface="Verdana"/>
              </a:rPr>
              <a:t> </a:t>
            </a:r>
            <a:r>
              <a:rPr sz="3700" spc="70" dirty="0">
                <a:latin typeface="Verdana"/>
                <a:cs typeface="Verdana"/>
              </a:rPr>
              <a:t>paquete</a:t>
            </a:r>
            <a:r>
              <a:rPr sz="3700" spc="-310" dirty="0">
                <a:latin typeface="Verdana"/>
                <a:cs typeface="Verdana"/>
              </a:rPr>
              <a:t> </a:t>
            </a:r>
            <a:r>
              <a:rPr sz="3700" spc="110" dirty="0">
                <a:latin typeface="Verdana"/>
                <a:cs typeface="Verdana"/>
              </a:rPr>
              <a:t>de</a:t>
            </a:r>
            <a:r>
              <a:rPr sz="3700" spc="-305" dirty="0">
                <a:latin typeface="Verdana"/>
                <a:cs typeface="Verdana"/>
              </a:rPr>
              <a:t> </a:t>
            </a:r>
            <a:r>
              <a:rPr sz="3700" spc="-65" dirty="0">
                <a:latin typeface="Verdana"/>
                <a:cs typeface="Verdana"/>
              </a:rPr>
              <a:t>Python:</a:t>
            </a:r>
            <a:r>
              <a:rPr sz="3700" spc="-310" dirty="0">
                <a:latin typeface="Verdana"/>
                <a:cs typeface="Verdana"/>
              </a:rPr>
              <a:t> </a:t>
            </a:r>
            <a:r>
              <a:rPr sz="3700" spc="114" dirty="0">
                <a:latin typeface="Verdana"/>
                <a:cs typeface="Verdana"/>
              </a:rPr>
              <a:t>pip</a:t>
            </a:r>
            <a:r>
              <a:rPr sz="3700" spc="-305" dirty="0">
                <a:latin typeface="Verdana"/>
                <a:cs typeface="Verdana"/>
              </a:rPr>
              <a:t> </a:t>
            </a:r>
            <a:r>
              <a:rPr sz="3700" spc="-40" dirty="0">
                <a:latin typeface="Verdana"/>
                <a:cs typeface="Verdana"/>
              </a:rPr>
              <a:t>install</a:t>
            </a:r>
            <a:r>
              <a:rPr sz="3700" spc="-310" dirty="0">
                <a:latin typeface="Verdana"/>
                <a:cs typeface="Verdana"/>
              </a:rPr>
              <a:t> </a:t>
            </a:r>
            <a:r>
              <a:rPr sz="3700" spc="-10" dirty="0">
                <a:latin typeface="Verdana"/>
                <a:cs typeface="Verdana"/>
              </a:rPr>
              <a:t>graphviz</a:t>
            </a:r>
            <a:endParaRPr sz="3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D27A1-A225-6C9D-12BB-6786046F4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57C18EF-24F6-7D75-C492-4501F53AAF88}"/>
              </a:ext>
            </a:extLst>
          </p:cNvPr>
          <p:cNvSpPr/>
          <p:nvPr/>
        </p:nvSpPr>
        <p:spPr>
          <a:xfrm>
            <a:off x="-32" y="4573688"/>
            <a:ext cx="4138929" cy="5713730"/>
          </a:xfrm>
          <a:custGeom>
            <a:avLst/>
            <a:gdLst/>
            <a:ahLst/>
            <a:cxnLst/>
            <a:rect l="l" t="t" r="r" b="b"/>
            <a:pathLst>
              <a:path w="4138929" h="5713730">
                <a:moveTo>
                  <a:pt x="4138549" y="5713311"/>
                </a:moveTo>
                <a:lnTo>
                  <a:pt x="0" y="5713311"/>
                </a:lnTo>
                <a:lnTo>
                  <a:pt x="31" y="0"/>
                </a:lnTo>
                <a:lnTo>
                  <a:pt x="38539" y="34069"/>
                </a:lnTo>
                <a:lnTo>
                  <a:pt x="76459" y="68628"/>
                </a:lnTo>
                <a:lnTo>
                  <a:pt x="113827" y="103737"/>
                </a:lnTo>
                <a:lnTo>
                  <a:pt x="150584" y="139455"/>
                </a:lnTo>
                <a:lnTo>
                  <a:pt x="186670" y="175843"/>
                </a:lnTo>
                <a:lnTo>
                  <a:pt x="222027" y="212963"/>
                </a:lnTo>
                <a:lnTo>
                  <a:pt x="256596" y="250873"/>
                </a:lnTo>
                <a:lnTo>
                  <a:pt x="290317" y="289635"/>
                </a:lnTo>
                <a:lnTo>
                  <a:pt x="323131" y="329309"/>
                </a:lnTo>
                <a:lnTo>
                  <a:pt x="354980" y="369955"/>
                </a:lnTo>
                <a:lnTo>
                  <a:pt x="385804" y="411634"/>
                </a:lnTo>
                <a:lnTo>
                  <a:pt x="415544" y="454406"/>
                </a:lnTo>
                <a:lnTo>
                  <a:pt x="442690" y="496075"/>
                </a:lnTo>
                <a:lnTo>
                  <a:pt x="468522" y="538377"/>
                </a:lnTo>
                <a:lnTo>
                  <a:pt x="493069" y="581289"/>
                </a:lnTo>
                <a:lnTo>
                  <a:pt x="516362" y="624785"/>
                </a:lnTo>
                <a:lnTo>
                  <a:pt x="538428" y="668841"/>
                </a:lnTo>
                <a:lnTo>
                  <a:pt x="559299" y="713434"/>
                </a:lnTo>
                <a:lnTo>
                  <a:pt x="579002" y="758537"/>
                </a:lnTo>
                <a:lnTo>
                  <a:pt x="597568" y="804129"/>
                </a:lnTo>
                <a:lnTo>
                  <a:pt x="615026" y="850183"/>
                </a:lnTo>
                <a:lnTo>
                  <a:pt x="631405" y="896675"/>
                </a:lnTo>
                <a:lnTo>
                  <a:pt x="646735" y="943581"/>
                </a:lnTo>
                <a:lnTo>
                  <a:pt x="661046" y="990878"/>
                </a:lnTo>
                <a:lnTo>
                  <a:pt x="674366" y="1038539"/>
                </a:lnTo>
                <a:lnTo>
                  <a:pt x="686725" y="1086542"/>
                </a:lnTo>
                <a:lnTo>
                  <a:pt x="698153" y="1134861"/>
                </a:lnTo>
                <a:lnTo>
                  <a:pt x="708679" y="1183473"/>
                </a:lnTo>
                <a:lnTo>
                  <a:pt x="718332" y="1232353"/>
                </a:lnTo>
                <a:lnTo>
                  <a:pt x="727142" y="1281476"/>
                </a:lnTo>
                <a:lnTo>
                  <a:pt x="735138" y="1330818"/>
                </a:lnTo>
                <a:lnTo>
                  <a:pt x="742351" y="1380355"/>
                </a:lnTo>
                <a:lnTo>
                  <a:pt x="748808" y="1430063"/>
                </a:lnTo>
                <a:lnTo>
                  <a:pt x="754540" y="1479917"/>
                </a:lnTo>
                <a:lnTo>
                  <a:pt x="759575" y="1529892"/>
                </a:lnTo>
                <a:lnTo>
                  <a:pt x="763945" y="1579965"/>
                </a:lnTo>
                <a:lnTo>
                  <a:pt x="767677" y="1630111"/>
                </a:lnTo>
                <a:lnTo>
                  <a:pt x="770801" y="1680306"/>
                </a:lnTo>
                <a:lnTo>
                  <a:pt x="773347" y="1730524"/>
                </a:lnTo>
                <a:lnTo>
                  <a:pt x="775344" y="1780743"/>
                </a:lnTo>
                <a:lnTo>
                  <a:pt x="776822" y="1830938"/>
                </a:lnTo>
                <a:lnTo>
                  <a:pt x="777810" y="1881083"/>
                </a:lnTo>
                <a:lnTo>
                  <a:pt x="778338" y="1931156"/>
                </a:lnTo>
                <a:lnTo>
                  <a:pt x="778434" y="1981131"/>
                </a:lnTo>
                <a:lnTo>
                  <a:pt x="778128" y="2030984"/>
                </a:lnTo>
                <a:lnTo>
                  <a:pt x="777475" y="2080785"/>
                </a:lnTo>
                <a:lnTo>
                  <a:pt x="775334" y="2180478"/>
                </a:lnTo>
                <a:lnTo>
                  <a:pt x="772320" y="2280271"/>
                </a:lnTo>
                <a:lnTo>
                  <a:pt x="766795" y="2430087"/>
                </a:lnTo>
                <a:lnTo>
                  <a:pt x="759063" y="2629940"/>
                </a:lnTo>
                <a:lnTo>
                  <a:pt x="755689" y="2729846"/>
                </a:lnTo>
                <a:lnTo>
                  <a:pt x="753027" y="2829704"/>
                </a:lnTo>
                <a:lnTo>
                  <a:pt x="752053" y="2879607"/>
                </a:lnTo>
                <a:lnTo>
                  <a:pt x="751365" y="2929486"/>
                </a:lnTo>
                <a:lnTo>
                  <a:pt x="750999" y="2979341"/>
                </a:lnTo>
                <a:lnTo>
                  <a:pt x="750991" y="3029166"/>
                </a:lnTo>
                <a:lnTo>
                  <a:pt x="751377" y="3078958"/>
                </a:lnTo>
                <a:lnTo>
                  <a:pt x="752192" y="3128715"/>
                </a:lnTo>
                <a:lnTo>
                  <a:pt x="753474" y="3178433"/>
                </a:lnTo>
                <a:lnTo>
                  <a:pt x="755258" y="3228108"/>
                </a:lnTo>
                <a:lnTo>
                  <a:pt x="757580" y="3277737"/>
                </a:lnTo>
                <a:lnTo>
                  <a:pt x="760476" y="3327317"/>
                </a:lnTo>
                <a:lnTo>
                  <a:pt x="763983" y="3376844"/>
                </a:lnTo>
                <a:lnTo>
                  <a:pt x="768135" y="3426316"/>
                </a:lnTo>
                <a:lnTo>
                  <a:pt x="772969" y="3475727"/>
                </a:lnTo>
                <a:lnTo>
                  <a:pt x="778521" y="3525076"/>
                </a:lnTo>
                <a:lnTo>
                  <a:pt x="784827" y="3574359"/>
                </a:lnTo>
                <a:lnTo>
                  <a:pt x="791923" y="3623572"/>
                </a:lnTo>
                <a:lnTo>
                  <a:pt x="799846" y="3672713"/>
                </a:lnTo>
                <a:lnTo>
                  <a:pt x="808347" y="3720579"/>
                </a:lnTo>
                <a:lnTo>
                  <a:pt x="817830" y="3768405"/>
                </a:lnTo>
                <a:lnTo>
                  <a:pt x="828298" y="3816144"/>
                </a:lnTo>
                <a:lnTo>
                  <a:pt x="839757" y="3863748"/>
                </a:lnTo>
                <a:lnTo>
                  <a:pt x="852210" y="3911171"/>
                </a:lnTo>
                <a:lnTo>
                  <a:pt x="865662" y="3958366"/>
                </a:lnTo>
                <a:lnTo>
                  <a:pt x="880118" y="4005286"/>
                </a:lnTo>
                <a:lnTo>
                  <a:pt x="895581" y="4051886"/>
                </a:lnTo>
                <a:lnTo>
                  <a:pt x="912057" y="4098117"/>
                </a:lnTo>
                <a:lnTo>
                  <a:pt x="929549" y="4143934"/>
                </a:lnTo>
                <a:lnTo>
                  <a:pt x="948062" y="4189289"/>
                </a:lnTo>
                <a:lnTo>
                  <a:pt x="967601" y="4234136"/>
                </a:lnTo>
                <a:lnTo>
                  <a:pt x="988170" y="4278428"/>
                </a:lnTo>
                <a:lnTo>
                  <a:pt x="1009773" y="4322118"/>
                </a:lnTo>
                <a:lnTo>
                  <a:pt x="1032415" y="4365160"/>
                </a:lnTo>
                <a:lnTo>
                  <a:pt x="1056100" y="4407507"/>
                </a:lnTo>
                <a:lnTo>
                  <a:pt x="1080833" y="4449111"/>
                </a:lnTo>
                <a:lnTo>
                  <a:pt x="1106618" y="4489927"/>
                </a:lnTo>
                <a:lnTo>
                  <a:pt x="1133459" y="4529908"/>
                </a:lnTo>
                <a:lnTo>
                  <a:pt x="1161361" y="4569006"/>
                </a:lnTo>
                <a:lnTo>
                  <a:pt x="1190329" y="4607175"/>
                </a:lnTo>
                <a:lnTo>
                  <a:pt x="1220366" y="4644369"/>
                </a:lnTo>
                <a:lnTo>
                  <a:pt x="1251477" y="4680540"/>
                </a:lnTo>
                <a:lnTo>
                  <a:pt x="1283667" y="4715642"/>
                </a:lnTo>
                <a:lnTo>
                  <a:pt x="1316940" y="4749629"/>
                </a:lnTo>
                <a:lnTo>
                  <a:pt x="1351300" y="4782452"/>
                </a:lnTo>
                <a:lnTo>
                  <a:pt x="1386752" y="4814067"/>
                </a:lnTo>
                <a:lnTo>
                  <a:pt x="1423301" y="4844425"/>
                </a:lnTo>
                <a:lnTo>
                  <a:pt x="1460949" y="4873480"/>
                </a:lnTo>
                <a:lnTo>
                  <a:pt x="1499703" y="4901186"/>
                </a:lnTo>
                <a:lnTo>
                  <a:pt x="1539567" y="4927495"/>
                </a:lnTo>
                <a:lnTo>
                  <a:pt x="1580544" y="4952361"/>
                </a:lnTo>
                <a:lnTo>
                  <a:pt x="1622640" y="4975737"/>
                </a:lnTo>
                <a:lnTo>
                  <a:pt x="1665859" y="4997577"/>
                </a:lnTo>
                <a:lnTo>
                  <a:pt x="1710653" y="5017896"/>
                </a:lnTo>
                <a:lnTo>
                  <a:pt x="1755987" y="5036442"/>
                </a:lnTo>
                <a:lnTo>
                  <a:pt x="1801828" y="5053323"/>
                </a:lnTo>
                <a:lnTo>
                  <a:pt x="1848143" y="5068647"/>
                </a:lnTo>
                <a:lnTo>
                  <a:pt x="1894899" y="5082521"/>
                </a:lnTo>
                <a:lnTo>
                  <a:pt x="1942062" y="5095053"/>
                </a:lnTo>
                <a:lnTo>
                  <a:pt x="1989600" y="5106350"/>
                </a:lnTo>
                <a:lnTo>
                  <a:pt x="2037479" y="5116519"/>
                </a:lnTo>
                <a:lnTo>
                  <a:pt x="2085668" y="5125669"/>
                </a:lnTo>
                <a:lnTo>
                  <a:pt x="2134132" y="5133905"/>
                </a:lnTo>
                <a:lnTo>
                  <a:pt x="2182838" y="5141337"/>
                </a:lnTo>
                <a:lnTo>
                  <a:pt x="2231755" y="5148072"/>
                </a:lnTo>
                <a:lnTo>
                  <a:pt x="2280848" y="5154216"/>
                </a:lnTo>
                <a:lnTo>
                  <a:pt x="2330084" y="5159878"/>
                </a:lnTo>
                <a:lnTo>
                  <a:pt x="2725183" y="5200700"/>
                </a:lnTo>
                <a:lnTo>
                  <a:pt x="2774226" y="5206856"/>
                </a:lnTo>
                <a:lnTo>
                  <a:pt x="2823082" y="5213604"/>
                </a:lnTo>
                <a:lnTo>
                  <a:pt x="2873234" y="5221226"/>
                </a:lnTo>
                <a:lnTo>
                  <a:pt x="2923234" y="5229665"/>
                </a:lnTo>
                <a:lnTo>
                  <a:pt x="2973072" y="5238913"/>
                </a:lnTo>
                <a:lnTo>
                  <a:pt x="3022740" y="5248964"/>
                </a:lnTo>
                <a:lnTo>
                  <a:pt x="3072228" y="5259811"/>
                </a:lnTo>
                <a:lnTo>
                  <a:pt x="3121526" y="5271448"/>
                </a:lnTo>
                <a:lnTo>
                  <a:pt x="3170624" y="5283866"/>
                </a:lnTo>
                <a:lnTo>
                  <a:pt x="3219513" y="5297061"/>
                </a:lnTo>
                <a:lnTo>
                  <a:pt x="3268183" y="5311024"/>
                </a:lnTo>
                <a:lnTo>
                  <a:pt x="3316624" y="5325749"/>
                </a:lnTo>
                <a:lnTo>
                  <a:pt x="3364828" y="5341229"/>
                </a:lnTo>
                <a:lnTo>
                  <a:pt x="3412784" y="5357458"/>
                </a:lnTo>
                <a:lnTo>
                  <a:pt x="3460482" y="5374429"/>
                </a:lnTo>
                <a:lnTo>
                  <a:pt x="3507914" y="5392134"/>
                </a:lnTo>
                <a:lnTo>
                  <a:pt x="3555069" y="5410567"/>
                </a:lnTo>
                <a:lnTo>
                  <a:pt x="3601938" y="5429721"/>
                </a:lnTo>
                <a:lnTo>
                  <a:pt x="3648512" y="5449590"/>
                </a:lnTo>
                <a:lnTo>
                  <a:pt x="3694780" y="5470166"/>
                </a:lnTo>
                <a:lnTo>
                  <a:pt x="3740733" y="5491443"/>
                </a:lnTo>
                <a:lnTo>
                  <a:pt x="3786361" y="5513414"/>
                </a:lnTo>
                <a:lnTo>
                  <a:pt x="3831655" y="5536073"/>
                </a:lnTo>
                <a:lnTo>
                  <a:pt x="3876605" y="5559411"/>
                </a:lnTo>
                <a:lnTo>
                  <a:pt x="3921202" y="5583423"/>
                </a:lnTo>
                <a:lnTo>
                  <a:pt x="3965436" y="5608102"/>
                </a:lnTo>
                <a:lnTo>
                  <a:pt x="4009297" y="5633441"/>
                </a:lnTo>
                <a:lnTo>
                  <a:pt x="4052776" y="5659433"/>
                </a:lnTo>
                <a:lnTo>
                  <a:pt x="4095863" y="5686071"/>
                </a:lnTo>
                <a:lnTo>
                  <a:pt x="4138549" y="5713311"/>
                </a:lnTo>
                <a:close/>
              </a:path>
            </a:pathLst>
          </a:custGeom>
          <a:solidFill>
            <a:srgbClr val="D97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31AAFDB-0CCD-4236-502E-DC5CCE2A6803}"/>
              </a:ext>
            </a:extLst>
          </p:cNvPr>
          <p:cNvSpPr/>
          <p:nvPr/>
        </p:nvSpPr>
        <p:spPr>
          <a:xfrm>
            <a:off x="9461738" y="-32"/>
            <a:ext cx="8826500" cy="2707640"/>
          </a:xfrm>
          <a:custGeom>
            <a:avLst/>
            <a:gdLst/>
            <a:ahLst/>
            <a:cxnLst/>
            <a:rect l="l" t="t" r="r" b="b"/>
            <a:pathLst>
              <a:path w="8826500" h="2707640">
                <a:moveTo>
                  <a:pt x="2270251" y="918971"/>
                </a:moveTo>
                <a:lnTo>
                  <a:pt x="2220386" y="918605"/>
                </a:lnTo>
                <a:lnTo>
                  <a:pt x="2170535" y="917507"/>
                </a:lnTo>
                <a:lnTo>
                  <a:pt x="2120710" y="915676"/>
                </a:lnTo>
                <a:lnTo>
                  <a:pt x="2070921" y="913111"/>
                </a:lnTo>
                <a:lnTo>
                  <a:pt x="2021245" y="909817"/>
                </a:lnTo>
                <a:lnTo>
                  <a:pt x="1971665" y="905792"/>
                </a:lnTo>
                <a:lnTo>
                  <a:pt x="1922183" y="901038"/>
                </a:lnTo>
                <a:lnTo>
                  <a:pt x="1872810" y="895555"/>
                </a:lnTo>
                <a:lnTo>
                  <a:pt x="1823556" y="889343"/>
                </a:lnTo>
                <a:lnTo>
                  <a:pt x="1774433" y="882403"/>
                </a:lnTo>
                <a:lnTo>
                  <a:pt x="1724376" y="874567"/>
                </a:lnTo>
                <a:lnTo>
                  <a:pt x="1675286" y="866112"/>
                </a:lnTo>
                <a:lnTo>
                  <a:pt x="1626334" y="856917"/>
                </a:lnTo>
                <a:lnTo>
                  <a:pt x="1577531" y="846983"/>
                </a:lnTo>
                <a:lnTo>
                  <a:pt x="1528889" y="836308"/>
                </a:lnTo>
                <a:lnTo>
                  <a:pt x="1480418" y="824893"/>
                </a:lnTo>
                <a:lnTo>
                  <a:pt x="1432130" y="812736"/>
                </a:lnTo>
                <a:lnTo>
                  <a:pt x="1384036" y="799836"/>
                </a:lnTo>
                <a:lnTo>
                  <a:pt x="1336147" y="786194"/>
                </a:lnTo>
                <a:lnTo>
                  <a:pt x="1288474" y="771808"/>
                </a:lnTo>
                <a:lnTo>
                  <a:pt x="1241029" y="756678"/>
                </a:lnTo>
                <a:lnTo>
                  <a:pt x="1193823" y="740804"/>
                </a:lnTo>
                <a:lnTo>
                  <a:pt x="1146867" y="724184"/>
                </a:lnTo>
                <a:lnTo>
                  <a:pt x="1100173" y="706819"/>
                </a:lnTo>
                <a:lnTo>
                  <a:pt x="1053751" y="688706"/>
                </a:lnTo>
                <a:lnTo>
                  <a:pt x="1007613" y="669847"/>
                </a:lnTo>
                <a:lnTo>
                  <a:pt x="961770" y="650240"/>
                </a:lnTo>
                <a:lnTo>
                  <a:pt x="915416" y="629535"/>
                </a:lnTo>
                <a:lnTo>
                  <a:pt x="869422" y="608077"/>
                </a:lnTo>
                <a:lnTo>
                  <a:pt x="823796" y="585876"/>
                </a:lnTo>
                <a:lnTo>
                  <a:pt x="778546" y="562940"/>
                </a:lnTo>
                <a:lnTo>
                  <a:pt x="733678" y="539280"/>
                </a:lnTo>
                <a:lnTo>
                  <a:pt x="689200" y="514904"/>
                </a:lnTo>
                <a:lnTo>
                  <a:pt x="645120" y="489822"/>
                </a:lnTo>
                <a:lnTo>
                  <a:pt x="601445" y="464042"/>
                </a:lnTo>
                <a:lnTo>
                  <a:pt x="558183" y="437575"/>
                </a:lnTo>
                <a:lnTo>
                  <a:pt x="515341" y="410429"/>
                </a:lnTo>
                <a:lnTo>
                  <a:pt x="472926" y="382614"/>
                </a:lnTo>
                <a:lnTo>
                  <a:pt x="430946" y="354139"/>
                </a:lnTo>
                <a:lnTo>
                  <a:pt x="389408" y="325013"/>
                </a:lnTo>
                <a:lnTo>
                  <a:pt x="348320" y="295245"/>
                </a:lnTo>
                <a:lnTo>
                  <a:pt x="307689" y="264846"/>
                </a:lnTo>
                <a:lnTo>
                  <a:pt x="267523" y="233823"/>
                </a:lnTo>
                <a:lnTo>
                  <a:pt x="227830" y="202187"/>
                </a:lnTo>
                <a:lnTo>
                  <a:pt x="188615" y="169946"/>
                </a:lnTo>
                <a:lnTo>
                  <a:pt x="149888" y="137110"/>
                </a:lnTo>
                <a:lnTo>
                  <a:pt x="111656" y="103688"/>
                </a:lnTo>
                <a:lnTo>
                  <a:pt x="73925" y="69689"/>
                </a:lnTo>
                <a:lnTo>
                  <a:pt x="36704" y="35123"/>
                </a:lnTo>
                <a:lnTo>
                  <a:pt x="0" y="0"/>
                </a:lnTo>
                <a:lnTo>
                  <a:pt x="4742813" y="0"/>
                </a:lnTo>
                <a:lnTo>
                  <a:pt x="4695930" y="20737"/>
                </a:lnTo>
                <a:lnTo>
                  <a:pt x="4649569" y="42778"/>
                </a:lnTo>
                <a:lnTo>
                  <a:pt x="4603681" y="66003"/>
                </a:lnTo>
                <a:lnTo>
                  <a:pt x="4558218" y="90290"/>
                </a:lnTo>
                <a:lnTo>
                  <a:pt x="4513132" y="115518"/>
                </a:lnTo>
                <a:lnTo>
                  <a:pt x="4468376" y="141567"/>
                </a:lnTo>
                <a:lnTo>
                  <a:pt x="4423901" y="168315"/>
                </a:lnTo>
                <a:lnTo>
                  <a:pt x="4379660" y="195641"/>
                </a:lnTo>
                <a:lnTo>
                  <a:pt x="4335604" y="223424"/>
                </a:lnTo>
                <a:lnTo>
                  <a:pt x="4072481" y="392953"/>
                </a:lnTo>
                <a:lnTo>
                  <a:pt x="4028381" y="420550"/>
                </a:lnTo>
                <a:lnTo>
                  <a:pt x="3984084" y="447636"/>
                </a:lnTo>
                <a:lnTo>
                  <a:pt x="3939540" y="474090"/>
                </a:lnTo>
                <a:lnTo>
                  <a:pt x="3896185" y="499033"/>
                </a:lnTo>
                <a:lnTo>
                  <a:pt x="3852451" y="523262"/>
                </a:lnTo>
                <a:lnTo>
                  <a:pt x="3808349" y="546778"/>
                </a:lnTo>
                <a:lnTo>
                  <a:pt x="3763892" y="569580"/>
                </a:lnTo>
                <a:lnTo>
                  <a:pt x="3719089" y="591667"/>
                </a:lnTo>
                <a:lnTo>
                  <a:pt x="3673952" y="613039"/>
                </a:lnTo>
                <a:lnTo>
                  <a:pt x="3628493" y="633695"/>
                </a:lnTo>
                <a:lnTo>
                  <a:pt x="3582722" y="653634"/>
                </a:lnTo>
                <a:lnTo>
                  <a:pt x="3536651" y="672857"/>
                </a:lnTo>
                <a:lnTo>
                  <a:pt x="3490291" y="691362"/>
                </a:lnTo>
                <a:lnTo>
                  <a:pt x="3443654" y="709148"/>
                </a:lnTo>
                <a:lnTo>
                  <a:pt x="3396750" y="726216"/>
                </a:lnTo>
                <a:lnTo>
                  <a:pt x="3349591" y="742564"/>
                </a:lnTo>
                <a:lnTo>
                  <a:pt x="3302188" y="758192"/>
                </a:lnTo>
                <a:lnTo>
                  <a:pt x="3254552" y="773100"/>
                </a:lnTo>
                <a:lnTo>
                  <a:pt x="3206694" y="787286"/>
                </a:lnTo>
                <a:lnTo>
                  <a:pt x="3158627" y="800750"/>
                </a:lnTo>
                <a:lnTo>
                  <a:pt x="3110360" y="813492"/>
                </a:lnTo>
                <a:lnTo>
                  <a:pt x="3061905" y="825511"/>
                </a:lnTo>
                <a:lnTo>
                  <a:pt x="3013274" y="836805"/>
                </a:lnTo>
                <a:lnTo>
                  <a:pt x="2964477" y="847376"/>
                </a:lnTo>
                <a:lnTo>
                  <a:pt x="2915527" y="857222"/>
                </a:lnTo>
                <a:lnTo>
                  <a:pt x="2866433" y="866342"/>
                </a:lnTo>
                <a:lnTo>
                  <a:pt x="2817208" y="874736"/>
                </a:lnTo>
                <a:lnTo>
                  <a:pt x="2767862" y="882403"/>
                </a:lnTo>
                <a:lnTo>
                  <a:pt x="2718407" y="889343"/>
                </a:lnTo>
                <a:lnTo>
                  <a:pt x="2668854" y="895555"/>
                </a:lnTo>
                <a:lnTo>
                  <a:pt x="2619214" y="901038"/>
                </a:lnTo>
                <a:lnTo>
                  <a:pt x="2569499" y="905792"/>
                </a:lnTo>
                <a:lnTo>
                  <a:pt x="2519720" y="909817"/>
                </a:lnTo>
                <a:lnTo>
                  <a:pt x="2469876" y="913111"/>
                </a:lnTo>
                <a:lnTo>
                  <a:pt x="2419954" y="915676"/>
                </a:lnTo>
                <a:lnTo>
                  <a:pt x="2370027" y="917507"/>
                </a:lnTo>
                <a:lnTo>
                  <a:pt x="2320095" y="918605"/>
                </a:lnTo>
                <a:lnTo>
                  <a:pt x="2270251" y="918971"/>
                </a:lnTo>
                <a:close/>
              </a:path>
              <a:path w="8826500" h="2707640">
                <a:moveTo>
                  <a:pt x="8826246" y="2707132"/>
                </a:moveTo>
                <a:lnTo>
                  <a:pt x="8788271" y="2695574"/>
                </a:lnTo>
                <a:lnTo>
                  <a:pt x="8741080" y="2679918"/>
                </a:lnTo>
                <a:lnTo>
                  <a:pt x="8694520" y="2662946"/>
                </a:lnTo>
                <a:lnTo>
                  <a:pt x="8648585" y="2644695"/>
                </a:lnTo>
                <a:lnTo>
                  <a:pt x="8603266" y="2625204"/>
                </a:lnTo>
                <a:lnTo>
                  <a:pt x="8558556" y="2604509"/>
                </a:lnTo>
                <a:lnTo>
                  <a:pt x="8514446" y="2582648"/>
                </a:lnTo>
                <a:lnTo>
                  <a:pt x="8470930" y="2559659"/>
                </a:lnTo>
                <a:lnTo>
                  <a:pt x="8427998" y="2535579"/>
                </a:lnTo>
                <a:lnTo>
                  <a:pt x="8385644" y="2510445"/>
                </a:lnTo>
                <a:lnTo>
                  <a:pt x="8343860" y="2484296"/>
                </a:lnTo>
                <a:lnTo>
                  <a:pt x="8302637" y="2457167"/>
                </a:lnTo>
                <a:lnTo>
                  <a:pt x="8261969" y="2429098"/>
                </a:lnTo>
                <a:lnTo>
                  <a:pt x="8221847" y="2400125"/>
                </a:lnTo>
                <a:lnTo>
                  <a:pt x="8182264" y="2370285"/>
                </a:lnTo>
                <a:lnTo>
                  <a:pt x="8143212" y="2339617"/>
                </a:lnTo>
                <a:lnTo>
                  <a:pt x="8104683" y="2308158"/>
                </a:lnTo>
                <a:lnTo>
                  <a:pt x="8066669" y="2275945"/>
                </a:lnTo>
                <a:lnTo>
                  <a:pt x="8029163" y="2243015"/>
                </a:lnTo>
                <a:lnTo>
                  <a:pt x="7992157" y="2209407"/>
                </a:lnTo>
                <a:lnTo>
                  <a:pt x="7955643" y="2175157"/>
                </a:lnTo>
                <a:lnTo>
                  <a:pt x="7919613" y="2140303"/>
                </a:lnTo>
                <a:lnTo>
                  <a:pt x="7884060" y="2104883"/>
                </a:lnTo>
                <a:lnTo>
                  <a:pt x="7848975" y="2068934"/>
                </a:lnTo>
                <a:lnTo>
                  <a:pt x="7814352" y="2032494"/>
                </a:lnTo>
                <a:lnTo>
                  <a:pt x="7780182" y="1995599"/>
                </a:lnTo>
                <a:lnTo>
                  <a:pt x="7746457" y="1958288"/>
                </a:lnTo>
                <a:lnTo>
                  <a:pt x="7713170" y="1920597"/>
                </a:lnTo>
                <a:lnTo>
                  <a:pt x="7680313" y="1882565"/>
                </a:lnTo>
                <a:lnTo>
                  <a:pt x="7647879" y="1844229"/>
                </a:lnTo>
                <a:lnTo>
                  <a:pt x="7615859" y="1805626"/>
                </a:lnTo>
                <a:lnTo>
                  <a:pt x="7584245" y="1766794"/>
                </a:lnTo>
                <a:lnTo>
                  <a:pt x="7553031" y="1727770"/>
                </a:lnTo>
                <a:lnTo>
                  <a:pt x="7522208" y="1688591"/>
                </a:lnTo>
                <a:lnTo>
                  <a:pt x="7491690" y="1649237"/>
                </a:lnTo>
                <a:lnTo>
                  <a:pt x="7461378" y="1609678"/>
                </a:lnTo>
                <a:lnTo>
                  <a:pt x="7431246" y="1569939"/>
                </a:lnTo>
                <a:lnTo>
                  <a:pt x="7401269" y="1530045"/>
                </a:lnTo>
                <a:lnTo>
                  <a:pt x="7341674" y="1449891"/>
                </a:lnTo>
                <a:lnTo>
                  <a:pt x="7134129" y="1168149"/>
                </a:lnTo>
                <a:lnTo>
                  <a:pt x="7074269" y="1088134"/>
                </a:lnTo>
                <a:lnTo>
                  <a:pt x="7044116" y="1048332"/>
                </a:lnTo>
                <a:lnTo>
                  <a:pt x="7013779" y="1008700"/>
                </a:lnTo>
                <a:lnTo>
                  <a:pt x="6983233" y="969264"/>
                </a:lnTo>
                <a:lnTo>
                  <a:pt x="6952451" y="930049"/>
                </a:lnTo>
                <a:lnTo>
                  <a:pt x="6921407" y="891079"/>
                </a:lnTo>
                <a:lnTo>
                  <a:pt x="6890076" y="852379"/>
                </a:lnTo>
                <a:lnTo>
                  <a:pt x="6858431" y="813976"/>
                </a:lnTo>
                <a:lnTo>
                  <a:pt x="6826447" y="775893"/>
                </a:lnTo>
                <a:lnTo>
                  <a:pt x="6794097" y="738155"/>
                </a:lnTo>
                <a:lnTo>
                  <a:pt x="6761355" y="700789"/>
                </a:lnTo>
                <a:lnTo>
                  <a:pt x="6728196" y="663818"/>
                </a:lnTo>
                <a:lnTo>
                  <a:pt x="6694593" y="627268"/>
                </a:lnTo>
                <a:lnTo>
                  <a:pt x="6660521" y="591165"/>
                </a:lnTo>
                <a:lnTo>
                  <a:pt x="6625953" y="555532"/>
                </a:lnTo>
                <a:lnTo>
                  <a:pt x="6590863" y="520395"/>
                </a:lnTo>
                <a:lnTo>
                  <a:pt x="6555226" y="485779"/>
                </a:lnTo>
                <a:lnTo>
                  <a:pt x="6519016" y="451709"/>
                </a:lnTo>
                <a:lnTo>
                  <a:pt x="6482206" y="418211"/>
                </a:lnTo>
                <a:lnTo>
                  <a:pt x="6445289" y="385712"/>
                </a:lnTo>
                <a:lnTo>
                  <a:pt x="6407613" y="353870"/>
                </a:lnTo>
                <a:lnTo>
                  <a:pt x="6369204" y="322726"/>
                </a:lnTo>
                <a:lnTo>
                  <a:pt x="6330089" y="292322"/>
                </a:lnTo>
                <a:lnTo>
                  <a:pt x="6290295" y="262697"/>
                </a:lnTo>
                <a:lnTo>
                  <a:pt x="6249848" y="233893"/>
                </a:lnTo>
                <a:lnTo>
                  <a:pt x="6208775" y="205950"/>
                </a:lnTo>
                <a:lnTo>
                  <a:pt x="6167103" y="178911"/>
                </a:lnTo>
                <a:lnTo>
                  <a:pt x="6124857" y="152815"/>
                </a:lnTo>
                <a:lnTo>
                  <a:pt x="6082065" y="127703"/>
                </a:lnTo>
                <a:lnTo>
                  <a:pt x="6038753" y="103617"/>
                </a:lnTo>
                <a:lnTo>
                  <a:pt x="5994948" y="80597"/>
                </a:lnTo>
                <a:lnTo>
                  <a:pt x="5950677" y="58684"/>
                </a:lnTo>
                <a:lnTo>
                  <a:pt x="5905965" y="37920"/>
                </a:lnTo>
                <a:lnTo>
                  <a:pt x="5860840" y="18345"/>
                </a:lnTo>
                <a:lnTo>
                  <a:pt x="5815328" y="0"/>
                </a:lnTo>
                <a:lnTo>
                  <a:pt x="8826246" y="0"/>
                </a:lnTo>
                <a:lnTo>
                  <a:pt x="8826246" y="2707132"/>
                </a:lnTo>
                <a:close/>
              </a:path>
            </a:pathLst>
          </a:custGeom>
          <a:solidFill>
            <a:srgbClr val="8286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49D832F-33CC-8F23-8778-1AB0836D0F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5626" y="1139258"/>
            <a:ext cx="16356965" cy="264784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99"/>
              </a:lnSpc>
              <a:spcBef>
                <a:spcPts val="95"/>
              </a:spcBef>
            </a:pPr>
            <a:r>
              <a:rPr spc="610" dirty="0"/>
              <a:t>Instalación</a:t>
            </a:r>
            <a:r>
              <a:rPr spc="990" dirty="0"/>
              <a:t>  </a:t>
            </a:r>
            <a:r>
              <a:rPr spc="790" dirty="0"/>
              <a:t>e</a:t>
            </a:r>
            <a:r>
              <a:rPr spc="1005" dirty="0"/>
              <a:t>  </a:t>
            </a:r>
            <a:r>
              <a:rPr spc="640" dirty="0"/>
              <a:t>Introducción</a:t>
            </a:r>
            <a:r>
              <a:rPr spc="1000" dirty="0"/>
              <a:t>  </a:t>
            </a:r>
            <a:r>
              <a:rPr spc="844" dirty="0"/>
              <a:t>a </a:t>
            </a:r>
            <a:r>
              <a:rPr spc="555" dirty="0" err="1"/>
              <a:t>Graphviz</a:t>
            </a:r>
            <a:endParaRPr spc="555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347F034-0393-6659-BA28-616EC4C45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897" y="3846898"/>
            <a:ext cx="9506713" cy="645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322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DFC81-334C-0847-A983-ED543E045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15D5AA1-D29B-159A-52B7-D935D4FC7ED6}"/>
              </a:ext>
            </a:extLst>
          </p:cNvPr>
          <p:cNvSpPr/>
          <p:nvPr/>
        </p:nvSpPr>
        <p:spPr>
          <a:xfrm>
            <a:off x="-32" y="4573688"/>
            <a:ext cx="4138929" cy="5713730"/>
          </a:xfrm>
          <a:custGeom>
            <a:avLst/>
            <a:gdLst/>
            <a:ahLst/>
            <a:cxnLst/>
            <a:rect l="l" t="t" r="r" b="b"/>
            <a:pathLst>
              <a:path w="4138929" h="5713730">
                <a:moveTo>
                  <a:pt x="4138549" y="5713311"/>
                </a:moveTo>
                <a:lnTo>
                  <a:pt x="0" y="5713311"/>
                </a:lnTo>
                <a:lnTo>
                  <a:pt x="31" y="0"/>
                </a:lnTo>
                <a:lnTo>
                  <a:pt x="38539" y="34069"/>
                </a:lnTo>
                <a:lnTo>
                  <a:pt x="76459" y="68628"/>
                </a:lnTo>
                <a:lnTo>
                  <a:pt x="113827" y="103737"/>
                </a:lnTo>
                <a:lnTo>
                  <a:pt x="150584" y="139455"/>
                </a:lnTo>
                <a:lnTo>
                  <a:pt x="186670" y="175843"/>
                </a:lnTo>
                <a:lnTo>
                  <a:pt x="222027" y="212963"/>
                </a:lnTo>
                <a:lnTo>
                  <a:pt x="256596" y="250873"/>
                </a:lnTo>
                <a:lnTo>
                  <a:pt x="290317" y="289635"/>
                </a:lnTo>
                <a:lnTo>
                  <a:pt x="323131" y="329309"/>
                </a:lnTo>
                <a:lnTo>
                  <a:pt x="354980" y="369955"/>
                </a:lnTo>
                <a:lnTo>
                  <a:pt x="385804" y="411634"/>
                </a:lnTo>
                <a:lnTo>
                  <a:pt x="415544" y="454406"/>
                </a:lnTo>
                <a:lnTo>
                  <a:pt x="442690" y="496075"/>
                </a:lnTo>
                <a:lnTo>
                  <a:pt x="468522" y="538377"/>
                </a:lnTo>
                <a:lnTo>
                  <a:pt x="493069" y="581289"/>
                </a:lnTo>
                <a:lnTo>
                  <a:pt x="516362" y="624785"/>
                </a:lnTo>
                <a:lnTo>
                  <a:pt x="538428" y="668841"/>
                </a:lnTo>
                <a:lnTo>
                  <a:pt x="559299" y="713434"/>
                </a:lnTo>
                <a:lnTo>
                  <a:pt x="579002" y="758537"/>
                </a:lnTo>
                <a:lnTo>
                  <a:pt x="597568" y="804129"/>
                </a:lnTo>
                <a:lnTo>
                  <a:pt x="615026" y="850183"/>
                </a:lnTo>
                <a:lnTo>
                  <a:pt x="631405" y="896675"/>
                </a:lnTo>
                <a:lnTo>
                  <a:pt x="646735" y="943581"/>
                </a:lnTo>
                <a:lnTo>
                  <a:pt x="661046" y="990878"/>
                </a:lnTo>
                <a:lnTo>
                  <a:pt x="674366" y="1038539"/>
                </a:lnTo>
                <a:lnTo>
                  <a:pt x="686725" y="1086542"/>
                </a:lnTo>
                <a:lnTo>
                  <a:pt x="698153" y="1134861"/>
                </a:lnTo>
                <a:lnTo>
                  <a:pt x="708679" y="1183473"/>
                </a:lnTo>
                <a:lnTo>
                  <a:pt x="718332" y="1232353"/>
                </a:lnTo>
                <a:lnTo>
                  <a:pt x="727142" y="1281476"/>
                </a:lnTo>
                <a:lnTo>
                  <a:pt x="735138" y="1330818"/>
                </a:lnTo>
                <a:lnTo>
                  <a:pt x="742351" y="1380355"/>
                </a:lnTo>
                <a:lnTo>
                  <a:pt x="748808" y="1430063"/>
                </a:lnTo>
                <a:lnTo>
                  <a:pt x="754540" y="1479917"/>
                </a:lnTo>
                <a:lnTo>
                  <a:pt x="759575" y="1529892"/>
                </a:lnTo>
                <a:lnTo>
                  <a:pt x="763945" y="1579965"/>
                </a:lnTo>
                <a:lnTo>
                  <a:pt x="767677" y="1630111"/>
                </a:lnTo>
                <a:lnTo>
                  <a:pt x="770801" y="1680306"/>
                </a:lnTo>
                <a:lnTo>
                  <a:pt x="773347" y="1730524"/>
                </a:lnTo>
                <a:lnTo>
                  <a:pt x="775344" y="1780743"/>
                </a:lnTo>
                <a:lnTo>
                  <a:pt x="776822" y="1830938"/>
                </a:lnTo>
                <a:lnTo>
                  <a:pt x="777810" y="1881083"/>
                </a:lnTo>
                <a:lnTo>
                  <a:pt x="778338" y="1931156"/>
                </a:lnTo>
                <a:lnTo>
                  <a:pt x="778434" y="1981131"/>
                </a:lnTo>
                <a:lnTo>
                  <a:pt x="778128" y="2030984"/>
                </a:lnTo>
                <a:lnTo>
                  <a:pt x="777475" y="2080785"/>
                </a:lnTo>
                <a:lnTo>
                  <a:pt x="775334" y="2180478"/>
                </a:lnTo>
                <a:lnTo>
                  <a:pt x="772320" y="2280271"/>
                </a:lnTo>
                <a:lnTo>
                  <a:pt x="766795" y="2430087"/>
                </a:lnTo>
                <a:lnTo>
                  <a:pt x="759063" y="2629940"/>
                </a:lnTo>
                <a:lnTo>
                  <a:pt x="755689" y="2729846"/>
                </a:lnTo>
                <a:lnTo>
                  <a:pt x="753027" y="2829704"/>
                </a:lnTo>
                <a:lnTo>
                  <a:pt x="752053" y="2879607"/>
                </a:lnTo>
                <a:lnTo>
                  <a:pt x="751365" y="2929486"/>
                </a:lnTo>
                <a:lnTo>
                  <a:pt x="750999" y="2979341"/>
                </a:lnTo>
                <a:lnTo>
                  <a:pt x="750991" y="3029166"/>
                </a:lnTo>
                <a:lnTo>
                  <a:pt x="751377" y="3078958"/>
                </a:lnTo>
                <a:lnTo>
                  <a:pt x="752192" y="3128715"/>
                </a:lnTo>
                <a:lnTo>
                  <a:pt x="753474" y="3178433"/>
                </a:lnTo>
                <a:lnTo>
                  <a:pt x="755258" y="3228108"/>
                </a:lnTo>
                <a:lnTo>
                  <a:pt x="757580" y="3277737"/>
                </a:lnTo>
                <a:lnTo>
                  <a:pt x="760476" y="3327317"/>
                </a:lnTo>
                <a:lnTo>
                  <a:pt x="763983" y="3376844"/>
                </a:lnTo>
                <a:lnTo>
                  <a:pt x="768135" y="3426316"/>
                </a:lnTo>
                <a:lnTo>
                  <a:pt x="772969" y="3475727"/>
                </a:lnTo>
                <a:lnTo>
                  <a:pt x="778521" y="3525076"/>
                </a:lnTo>
                <a:lnTo>
                  <a:pt x="784827" y="3574359"/>
                </a:lnTo>
                <a:lnTo>
                  <a:pt x="791923" y="3623572"/>
                </a:lnTo>
                <a:lnTo>
                  <a:pt x="799846" y="3672713"/>
                </a:lnTo>
                <a:lnTo>
                  <a:pt x="808347" y="3720579"/>
                </a:lnTo>
                <a:lnTo>
                  <a:pt x="817830" y="3768405"/>
                </a:lnTo>
                <a:lnTo>
                  <a:pt x="828298" y="3816144"/>
                </a:lnTo>
                <a:lnTo>
                  <a:pt x="839757" y="3863748"/>
                </a:lnTo>
                <a:lnTo>
                  <a:pt x="852210" y="3911171"/>
                </a:lnTo>
                <a:lnTo>
                  <a:pt x="865662" y="3958366"/>
                </a:lnTo>
                <a:lnTo>
                  <a:pt x="880118" y="4005286"/>
                </a:lnTo>
                <a:lnTo>
                  <a:pt x="895581" y="4051886"/>
                </a:lnTo>
                <a:lnTo>
                  <a:pt x="912057" y="4098117"/>
                </a:lnTo>
                <a:lnTo>
                  <a:pt x="929549" y="4143934"/>
                </a:lnTo>
                <a:lnTo>
                  <a:pt x="948062" y="4189289"/>
                </a:lnTo>
                <a:lnTo>
                  <a:pt x="967601" y="4234136"/>
                </a:lnTo>
                <a:lnTo>
                  <a:pt x="988170" y="4278428"/>
                </a:lnTo>
                <a:lnTo>
                  <a:pt x="1009773" y="4322118"/>
                </a:lnTo>
                <a:lnTo>
                  <a:pt x="1032415" y="4365160"/>
                </a:lnTo>
                <a:lnTo>
                  <a:pt x="1056100" y="4407507"/>
                </a:lnTo>
                <a:lnTo>
                  <a:pt x="1080833" y="4449111"/>
                </a:lnTo>
                <a:lnTo>
                  <a:pt x="1106618" y="4489927"/>
                </a:lnTo>
                <a:lnTo>
                  <a:pt x="1133459" y="4529908"/>
                </a:lnTo>
                <a:lnTo>
                  <a:pt x="1161361" y="4569006"/>
                </a:lnTo>
                <a:lnTo>
                  <a:pt x="1190329" y="4607175"/>
                </a:lnTo>
                <a:lnTo>
                  <a:pt x="1220366" y="4644369"/>
                </a:lnTo>
                <a:lnTo>
                  <a:pt x="1251477" y="4680540"/>
                </a:lnTo>
                <a:lnTo>
                  <a:pt x="1283667" y="4715642"/>
                </a:lnTo>
                <a:lnTo>
                  <a:pt x="1316940" y="4749629"/>
                </a:lnTo>
                <a:lnTo>
                  <a:pt x="1351300" y="4782452"/>
                </a:lnTo>
                <a:lnTo>
                  <a:pt x="1386752" y="4814067"/>
                </a:lnTo>
                <a:lnTo>
                  <a:pt x="1423301" y="4844425"/>
                </a:lnTo>
                <a:lnTo>
                  <a:pt x="1460949" y="4873480"/>
                </a:lnTo>
                <a:lnTo>
                  <a:pt x="1499703" y="4901186"/>
                </a:lnTo>
                <a:lnTo>
                  <a:pt x="1539567" y="4927495"/>
                </a:lnTo>
                <a:lnTo>
                  <a:pt x="1580544" y="4952361"/>
                </a:lnTo>
                <a:lnTo>
                  <a:pt x="1622640" y="4975737"/>
                </a:lnTo>
                <a:lnTo>
                  <a:pt x="1665859" y="4997577"/>
                </a:lnTo>
                <a:lnTo>
                  <a:pt x="1710653" y="5017896"/>
                </a:lnTo>
                <a:lnTo>
                  <a:pt x="1755987" y="5036442"/>
                </a:lnTo>
                <a:lnTo>
                  <a:pt x="1801828" y="5053323"/>
                </a:lnTo>
                <a:lnTo>
                  <a:pt x="1848143" y="5068647"/>
                </a:lnTo>
                <a:lnTo>
                  <a:pt x="1894899" y="5082521"/>
                </a:lnTo>
                <a:lnTo>
                  <a:pt x="1942062" y="5095053"/>
                </a:lnTo>
                <a:lnTo>
                  <a:pt x="1989600" y="5106350"/>
                </a:lnTo>
                <a:lnTo>
                  <a:pt x="2037479" y="5116519"/>
                </a:lnTo>
                <a:lnTo>
                  <a:pt x="2085668" y="5125669"/>
                </a:lnTo>
                <a:lnTo>
                  <a:pt x="2134132" y="5133905"/>
                </a:lnTo>
                <a:lnTo>
                  <a:pt x="2182838" y="5141337"/>
                </a:lnTo>
                <a:lnTo>
                  <a:pt x="2231755" y="5148072"/>
                </a:lnTo>
                <a:lnTo>
                  <a:pt x="2280848" y="5154216"/>
                </a:lnTo>
                <a:lnTo>
                  <a:pt x="2330084" y="5159878"/>
                </a:lnTo>
                <a:lnTo>
                  <a:pt x="2725183" y="5200700"/>
                </a:lnTo>
                <a:lnTo>
                  <a:pt x="2774226" y="5206856"/>
                </a:lnTo>
                <a:lnTo>
                  <a:pt x="2823082" y="5213604"/>
                </a:lnTo>
                <a:lnTo>
                  <a:pt x="2873234" y="5221226"/>
                </a:lnTo>
                <a:lnTo>
                  <a:pt x="2923234" y="5229665"/>
                </a:lnTo>
                <a:lnTo>
                  <a:pt x="2973072" y="5238913"/>
                </a:lnTo>
                <a:lnTo>
                  <a:pt x="3022740" y="5248964"/>
                </a:lnTo>
                <a:lnTo>
                  <a:pt x="3072228" y="5259811"/>
                </a:lnTo>
                <a:lnTo>
                  <a:pt x="3121526" y="5271448"/>
                </a:lnTo>
                <a:lnTo>
                  <a:pt x="3170624" y="5283866"/>
                </a:lnTo>
                <a:lnTo>
                  <a:pt x="3219513" y="5297061"/>
                </a:lnTo>
                <a:lnTo>
                  <a:pt x="3268183" y="5311024"/>
                </a:lnTo>
                <a:lnTo>
                  <a:pt x="3316624" y="5325749"/>
                </a:lnTo>
                <a:lnTo>
                  <a:pt x="3364828" y="5341229"/>
                </a:lnTo>
                <a:lnTo>
                  <a:pt x="3412784" y="5357458"/>
                </a:lnTo>
                <a:lnTo>
                  <a:pt x="3460482" y="5374429"/>
                </a:lnTo>
                <a:lnTo>
                  <a:pt x="3507914" y="5392134"/>
                </a:lnTo>
                <a:lnTo>
                  <a:pt x="3555069" y="5410567"/>
                </a:lnTo>
                <a:lnTo>
                  <a:pt x="3601938" y="5429721"/>
                </a:lnTo>
                <a:lnTo>
                  <a:pt x="3648512" y="5449590"/>
                </a:lnTo>
                <a:lnTo>
                  <a:pt x="3694780" y="5470166"/>
                </a:lnTo>
                <a:lnTo>
                  <a:pt x="3740733" y="5491443"/>
                </a:lnTo>
                <a:lnTo>
                  <a:pt x="3786361" y="5513414"/>
                </a:lnTo>
                <a:lnTo>
                  <a:pt x="3831655" y="5536073"/>
                </a:lnTo>
                <a:lnTo>
                  <a:pt x="3876605" y="5559411"/>
                </a:lnTo>
                <a:lnTo>
                  <a:pt x="3921202" y="5583423"/>
                </a:lnTo>
                <a:lnTo>
                  <a:pt x="3965436" y="5608102"/>
                </a:lnTo>
                <a:lnTo>
                  <a:pt x="4009297" y="5633441"/>
                </a:lnTo>
                <a:lnTo>
                  <a:pt x="4052776" y="5659433"/>
                </a:lnTo>
                <a:lnTo>
                  <a:pt x="4095863" y="5686071"/>
                </a:lnTo>
                <a:lnTo>
                  <a:pt x="4138549" y="5713311"/>
                </a:lnTo>
                <a:close/>
              </a:path>
            </a:pathLst>
          </a:custGeom>
          <a:solidFill>
            <a:srgbClr val="D97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FE2EBB8-2D76-99EB-639D-0539A21E63B7}"/>
              </a:ext>
            </a:extLst>
          </p:cNvPr>
          <p:cNvSpPr/>
          <p:nvPr/>
        </p:nvSpPr>
        <p:spPr>
          <a:xfrm>
            <a:off x="9461738" y="-32"/>
            <a:ext cx="8826500" cy="2707640"/>
          </a:xfrm>
          <a:custGeom>
            <a:avLst/>
            <a:gdLst/>
            <a:ahLst/>
            <a:cxnLst/>
            <a:rect l="l" t="t" r="r" b="b"/>
            <a:pathLst>
              <a:path w="8826500" h="2707640">
                <a:moveTo>
                  <a:pt x="2270251" y="918971"/>
                </a:moveTo>
                <a:lnTo>
                  <a:pt x="2220386" y="918605"/>
                </a:lnTo>
                <a:lnTo>
                  <a:pt x="2170535" y="917507"/>
                </a:lnTo>
                <a:lnTo>
                  <a:pt x="2120710" y="915676"/>
                </a:lnTo>
                <a:lnTo>
                  <a:pt x="2070921" y="913111"/>
                </a:lnTo>
                <a:lnTo>
                  <a:pt x="2021245" y="909817"/>
                </a:lnTo>
                <a:lnTo>
                  <a:pt x="1971665" y="905792"/>
                </a:lnTo>
                <a:lnTo>
                  <a:pt x="1922183" y="901038"/>
                </a:lnTo>
                <a:lnTo>
                  <a:pt x="1872810" y="895555"/>
                </a:lnTo>
                <a:lnTo>
                  <a:pt x="1823556" y="889343"/>
                </a:lnTo>
                <a:lnTo>
                  <a:pt x="1774433" y="882403"/>
                </a:lnTo>
                <a:lnTo>
                  <a:pt x="1724376" y="874567"/>
                </a:lnTo>
                <a:lnTo>
                  <a:pt x="1675286" y="866112"/>
                </a:lnTo>
                <a:lnTo>
                  <a:pt x="1626334" y="856917"/>
                </a:lnTo>
                <a:lnTo>
                  <a:pt x="1577531" y="846983"/>
                </a:lnTo>
                <a:lnTo>
                  <a:pt x="1528889" y="836308"/>
                </a:lnTo>
                <a:lnTo>
                  <a:pt x="1480418" y="824893"/>
                </a:lnTo>
                <a:lnTo>
                  <a:pt x="1432130" y="812736"/>
                </a:lnTo>
                <a:lnTo>
                  <a:pt x="1384036" y="799836"/>
                </a:lnTo>
                <a:lnTo>
                  <a:pt x="1336147" y="786194"/>
                </a:lnTo>
                <a:lnTo>
                  <a:pt x="1288474" y="771808"/>
                </a:lnTo>
                <a:lnTo>
                  <a:pt x="1241029" y="756678"/>
                </a:lnTo>
                <a:lnTo>
                  <a:pt x="1193823" y="740804"/>
                </a:lnTo>
                <a:lnTo>
                  <a:pt x="1146867" y="724184"/>
                </a:lnTo>
                <a:lnTo>
                  <a:pt x="1100173" y="706819"/>
                </a:lnTo>
                <a:lnTo>
                  <a:pt x="1053751" y="688706"/>
                </a:lnTo>
                <a:lnTo>
                  <a:pt x="1007613" y="669847"/>
                </a:lnTo>
                <a:lnTo>
                  <a:pt x="961770" y="650240"/>
                </a:lnTo>
                <a:lnTo>
                  <a:pt x="915416" y="629535"/>
                </a:lnTo>
                <a:lnTo>
                  <a:pt x="869422" y="608077"/>
                </a:lnTo>
                <a:lnTo>
                  <a:pt x="823796" y="585876"/>
                </a:lnTo>
                <a:lnTo>
                  <a:pt x="778546" y="562940"/>
                </a:lnTo>
                <a:lnTo>
                  <a:pt x="733678" y="539280"/>
                </a:lnTo>
                <a:lnTo>
                  <a:pt x="689200" y="514904"/>
                </a:lnTo>
                <a:lnTo>
                  <a:pt x="645120" y="489822"/>
                </a:lnTo>
                <a:lnTo>
                  <a:pt x="601445" y="464042"/>
                </a:lnTo>
                <a:lnTo>
                  <a:pt x="558183" y="437575"/>
                </a:lnTo>
                <a:lnTo>
                  <a:pt x="515341" y="410429"/>
                </a:lnTo>
                <a:lnTo>
                  <a:pt x="472926" y="382614"/>
                </a:lnTo>
                <a:lnTo>
                  <a:pt x="430946" y="354139"/>
                </a:lnTo>
                <a:lnTo>
                  <a:pt x="389408" y="325013"/>
                </a:lnTo>
                <a:lnTo>
                  <a:pt x="348320" y="295245"/>
                </a:lnTo>
                <a:lnTo>
                  <a:pt x="307689" y="264846"/>
                </a:lnTo>
                <a:lnTo>
                  <a:pt x="267523" y="233823"/>
                </a:lnTo>
                <a:lnTo>
                  <a:pt x="227830" y="202187"/>
                </a:lnTo>
                <a:lnTo>
                  <a:pt x="188615" y="169946"/>
                </a:lnTo>
                <a:lnTo>
                  <a:pt x="149888" y="137110"/>
                </a:lnTo>
                <a:lnTo>
                  <a:pt x="111656" y="103688"/>
                </a:lnTo>
                <a:lnTo>
                  <a:pt x="73925" y="69689"/>
                </a:lnTo>
                <a:lnTo>
                  <a:pt x="36704" y="35123"/>
                </a:lnTo>
                <a:lnTo>
                  <a:pt x="0" y="0"/>
                </a:lnTo>
                <a:lnTo>
                  <a:pt x="4742813" y="0"/>
                </a:lnTo>
                <a:lnTo>
                  <a:pt x="4695930" y="20737"/>
                </a:lnTo>
                <a:lnTo>
                  <a:pt x="4649569" y="42778"/>
                </a:lnTo>
                <a:lnTo>
                  <a:pt x="4603681" y="66003"/>
                </a:lnTo>
                <a:lnTo>
                  <a:pt x="4558218" y="90290"/>
                </a:lnTo>
                <a:lnTo>
                  <a:pt x="4513132" y="115518"/>
                </a:lnTo>
                <a:lnTo>
                  <a:pt x="4468376" y="141567"/>
                </a:lnTo>
                <a:lnTo>
                  <a:pt x="4423901" y="168315"/>
                </a:lnTo>
                <a:lnTo>
                  <a:pt x="4379660" y="195641"/>
                </a:lnTo>
                <a:lnTo>
                  <a:pt x="4335604" y="223424"/>
                </a:lnTo>
                <a:lnTo>
                  <a:pt x="4072481" y="392953"/>
                </a:lnTo>
                <a:lnTo>
                  <a:pt x="4028381" y="420550"/>
                </a:lnTo>
                <a:lnTo>
                  <a:pt x="3984084" y="447636"/>
                </a:lnTo>
                <a:lnTo>
                  <a:pt x="3939540" y="474090"/>
                </a:lnTo>
                <a:lnTo>
                  <a:pt x="3896185" y="499033"/>
                </a:lnTo>
                <a:lnTo>
                  <a:pt x="3852451" y="523262"/>
                </a:lnTo>
                <a:lnTo>
                  <a:pt x="3808349" y="546778"/>
                </a:lnTo>
                <a:lnTo>
                  <a:pt x="3763892" y="569580"/>
                </a:lnTo>
                <a:lnTo>
                  <a:pt x="3719089" y="591667"/>
                </a:lnTo>
                <a:lnTo>
                  <a:pt x="3673952" y="613039"/>
                </a:lnTo>
                <a:lnTo>
                  <a:pt x="3628493" y="633695"/>
                </a:lnTo>
                <a:lnTo>
                  <a:pt x="3582722" y="653634"/>
                </a:lnTo>
                <a:lnTo>
                  <a:pt x="3536651" y="672857"/>
                </a:lnTo>
                <a:lnTo>
                  <a:pt x="3490291" y="691362"/>
                </a:lnTo>
                <a:lnTo>
                  <a:pt x="3443654" y="709148"/>
                </a:lnTo>
                <a:lnTo>
                  <a:pt x="3396750" y="726216"/>
                </a:lnTo>
                <a:lnTo>
                  <a:pt x="3349591" y="742564"/>
                </a:lnTo>
                <a:lnTo>
                  <a:pt x="3302188" y="758192"/>
                </a:lnTo>
                <a:lnTo>
                  <a:pt x="3254552" y="773100"/>
                </a:lnTo>
                <a:lnTo>
                  <a:pt x="3206694" y="787286"/>
                </a:lnTo>
                <a:lnTo>
                  <a:pt x="3158627" y="800750"/>
                </a:lnTo>
                <a:lnTo>
                  <a:pt x="3110360" y="813492"/>
                </a:lnTo>
                <a:lnTo>
                  <a:pt x="3061905" y="825511"/>
                </a:lnTo>
                <a:lnTo>
                  <a:pt x="3013274" y="836805"/>
                </a:lnTo>
                <a:lnTo>
                  <a:pt x="2964477" y="847376"/>
                </a:lnTo>
                <a:lnTo>
                  <a:pt x="2915527" y="857222"/>
                </a:lnTo>
                <a:lnTo>
                  <a:pt x="2866433" y="866342"/>
                </a:lnTo>
                <a:lnTo>
                  <a:pt x="2817208" y="874736"/>
                </a:lnTo>
                <a:lnTo>
                  <a:pt x="2767862" y="882403"/>
                </a:lnTo>
                <a:lnTo>
                  <a:pt x="2718407" y="889343"/>
                </a:lnTo>
                <a:lnTo>
                  <a:pt x="2668854" y="895555"/>
                </a:lnTo>
                <a:lnTo>
                  <a:pt x="2619214" y="901038"/>
                </a:lnTo>
                <a:lnTo>
                  <a:pt x="2569499" y="905792"/>
                </a:lnTo>
                <a:lnTo>
                  <a:pt x="2519720" y="909817"/>
                </a:lnTo>
                <a:lnTo>
                  <a:pt x="2469876" y="913111"/>
                </a:lnTo>
                <a:lnTo>
                  <a:pt x="2419954" y="915676"/>
                </a:lnTo>
                <a:lnTo>
                  <a:pt x="2370027" y="917507"/>
                </a:lnTo>
                <a:lnTo>
                  <a:pt x="2320095" y="918605"/>
                </a:lnTo>
                <a:lnTo>
                  <a:pt x="2270251" y="918971"/>
                </a:lnTo>
                <a:close/>
              </a:path>
              <a:path w="8826500" h="2707640">
                <a:moveTo>
                  <a:pt x="8826246" y="2707132"/>
                </a:moveTo>
                <a:lnTo>
                  <a:pt x="8788271" y="2695574"/>
                </a:lnTo>
                <a:lnTo>
                  <a:pt x="8741080" y="2679918"/>
                </a:lnTo>
                <a:lnTo>
                  <a:pt x="8694520" y="2662946"/>
                </a:lnTo>
                <a:lnTo>
                  <a:pt x="8648585" y="2644695"/>
                </a:lnTo>
                <a:lnTo>
                  <a:pt x="8603266" y="2625204"/>
                </a:lnTo>
                <a:lnTo>
                  <a:pt x="8558556" y="2604509"/>
                </a:lnTo>
                <a:lnTo>
                  <a:pt x="8514446" y="2582648"/>
                </a:lnTo>
                <a:lnTo>
                  <a:pt x="8470930" y="2559659"/>
                </a:lnTo>
                <a:lnTo>
                  <a:pt x="8427998" y="2535579"/>
                </a:lnTo>
                <a:lnTo>
                  <a:pt x="8385644" y="2510445"/>
                </a:lnTo>
                <a:lnTo>
                  <a:pt x="8343860" y="2484296"/>
                </a:lnTo>
                <a:lnTo>
                  <a:pt x="8302637" y="2457167"/>
                </a:lnTo>
                <a:lnTo>
                  <a:pt x="8261969" y="2429098"/>
                </a:lnTo>
                <a:lnTo>
                  <a:pt x="8221847" y="2400125"/>
                </a:lnTo>
                <a:lnTo>
                  <a:pt x="8182264" y="2370285"/>
                </a:lnTo>
                <a:lnTo>
                  <a:pt x="8143212" y="2339617"/>
                </a:lnTo>
                <a:lnTo>
                  <a:pt x="8104683" y="2308158"/>
                </a:lnTo>
                <a:lnTo>
                  <a:pt x="8066669" y="2275945"/>
                </a:lnTo>
                <a:lnTo>
                  <a:pt x="8029163" y="2243015"/>
                </a:lnTo>
                <a:lnTo>
                  <a:pt x="7992157" y="2209407"/>
                </a:lnTo>
                <a:lnTo>
                  <a:pt x="7955643" y="2175157"/>
                </a:lnTo>
                <a:lnTo>
                  <a:pt x="7919613" y="2140303"/>
                </a:lnTo>
                <a:lnTo>
                  <a:pt x="7884060" y="2104883"/>
                </a:lnTo>
                <a:lnTo>
                  <a:pt x="7848975" y="2068934"/>
                </a:lnTo>
                <a:lnTo>
                  <a:pt x="7814352" y="2032494"/>
                </a:lnTo>
                <a:lnTo>
                  <a:pt x="7780182" y="1995599"/>
                </a:lnTo>
                <a:lnTo>
                  <a:pt x="7746457" y="1958288"/>
                </a:lnTo>
                <a:lnTo>
                  <a:pt x="7713170" y="1920597"/>
                </a:lnTo>
                <a:lnTo>
                  <a:pt x="7680313" y="1882565"/>
                </a:lnTo>
                <a:lnTo>
                  <a:pt x="7647879" y="1844229"/>
                </a:lnTo>
                <a:lnTo>
                  <a:pt x="7615859" y="1805626"/>
                </a:lnTo>
                <a:lnTo>
                  <a:pt x="7584245" y="1766794"/>
                </a:lnTo>
                <a:lnTo>
                  <a:pt x="7553031" y="1727770"/>
                </a:lnTo>
                <a:lnTo>
                  <a:pt x="7522208" y="1688591"/>
                </a:lnTo>
                <a:lnTo>
                  <a:pt x="7491690" y="1649237"/>
                </a:lnTo>
                <a:lnTo>
                  <a:pt x="7461378" y="1609678"/>
                </a:lnTo>
                <a:lnTo>
                  <a:pt x="7431246" y="1569939"/>
                </a:lnTo>
                <a:lnTo>
                  <a:pt x="7401269" y="1530045"/>
                </a:lnTo>
                <a:lnTo>
                  <a:pt x="7341674" y="1449891"/>
                </a:lnTo>
                <a:lnTo>
                  <a:pt x="7134129" y="1168149"/>
                </a:lnTo>
                <a:lnTo>
                  <a:pt x="7074269" y="1088134"/>
                </a:lnTo>
                <a:lnTo>
                  <a:pt x="7044116" y="1048332"/>
                </a:lnTo>
                <a:lnTo>
                  <a:pt x="7013779" y="1008700"/>
                </a:lnTo>
                <a:lnTo>
                  <a:pt x="6983233" y="969264"/>
                </a:lnTo>
                <a:lnTo>
                  <a:pt x="6952451" y="930049"/>
                </a:lnTo>
                <a:lnTo>
                  <a:pt x="6921407" y="891079"/>
                </a:lnTo>
                <a:lnTo>
                  <a:pt x="6890076" y="852379"/>
                </a:lnTo>
                <a:lnTo>
                  <a:pt x="6858431" y="813976"/>
                </a:lnTo>
                <a:lnTo>
                  <a:pt x="6826447" y="775893"/>
                </a:lnTo>
                <a:lnTo>
                  <a:pt x="6794097" y="738155"/>
                </a:lnTo>
                <a:lnTo>
                  <a:pt x="6761355" y="700789"/>
                </a:lnTo>
                <a:lnTo>
                  <a:pt x="6728196" y="663818"/>
                </a:lnTo>
                <a:lnTo>
                  <a:pt x="6694593" y="627268"/>
                </a:lnTo>
                <a:lnTo>
                  <a:pt x="6660521" y="591165"/>
                </a:lnTo>
                <a:lnTo>
                  <a:pt x="6625953" y="555532"/>
                </a:lnTo>
                <a:lnTo>
                  <a:pt x="6590863" y="520395"/>
                </a:lnTo>
                <a:lnTo>
                  <a:pt x="6555226" y="485779"/>
                </a:lnTo>
                <a:lnTo>
                  <a:pt x="6519016" y="451709"/>
                </a:lnTo>
                <a:lnTo>
                  <a:pt x="6482206" y="418211"/>
                </a:lnTo>
                <a:lnTo>
                  <a:pt x="6445289" y="385712"/>
                </a:lnTo>
                <a:lnTo>
                  <a:pt x="6407613" y="353870"/>
                </a:lnTo>
                <a:lnTo>
                  <a:pt x="6369204" y="322726"/>
                </a:lnTo>
                <a:lnTo>
                  <a:pt x="6330089" y="292322"/>
                </a:lnTo>
                <a:lnTo>
                  <a:pt x="6290295" y="262697"/>
                </a:lnTo>
                <a:lnTo>
                  <a:pt x="6249848" y="233893"/>
                </a:lnTo>
                <a:lnTo>
                  <a:pt x="6208775" y="205950"/>
                </a:lnTo>
                <a:lnTo>
                  <a:pt x="6167103" y="178911"/>
                </a:lnTo>
                <a:lnTo>
                  <a:pt x="6124857" y="152815"/>
                </a:lnTo>
                <a:lnTo>
                  <a:pt x="6082065" y="127703"/>
                </a:lnTo>
                <a:lnTo>
                  <a:pt x="6038753" y="103617"/>
                </a:lnTo>
                <a:lnTo>
                  <a:pt x="5994948" y="80597"/>
                </a:lnTo>
                <a:lnTo>
                  <a:pt x="5950677" y="58684"/>
                </a:lnTo>
                <a:lnTo>
                  <a:pt x="5905965" y="37920"/>
                </a:lnTo>
                <a:lnTo>
                  <a:pt x="5860840" y="18345"/>
                </a:lnTo>
                <a:lnTo>
                  <a:pt x="5815328" y="0"/>
                </a:lnTo>
                <a:lnTo>
                  <a:pt x="8826246" y="0"/>
                </a:lnTo>
                <a:lnTo>
                  <a:pt x="8826246" y="2707132"/>
                </a:lnTo>
                <a:close/>
              </a:path>
            </a:pathLst>
          </a:custGeom>
          <a:solidFill>
            <a:srgbClr val="8286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99E01D8-681C-B701-4338-5830625B12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5626" y="1139258"/>
            <a:ext cx="16356965" cy="40239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99"/>
              </a:lnSpc>
              <a:spcBef>
                <a:spcPts val="95"/>
              </a:spcBef>
            </a:pPr>
            <a:r>
              <a:rPr spc="610" dirty="0"/>
              <a:t>Instalación</a:t>
            </a:r>
            <a:r>
              <a:rPr spc="990" dirty="0"/>
              <a:t>  </a:t>
            </a:r>
            <a:r>
              <a:rPr spc="790" dirty="0"/>
              <a:t>e</a:t>
            </a:r>
            <a:r>
              <a:rPr spc="1005" dirty="0"/>
              <a:t>  </a:t>
            </a:r>
            <a:r>
              <a:rPr spc="640" dirty="0"/>
              <a:t>Introducción</a:t>
            </a:r>
            <a:r>
              <a:rPr spc="1000" dirty="0"/>
              <a:t>  </a:t>
            </a:r>
            <a:r>
              <a:rPr spc="844" dirty="0"/>
              <a:t>a </a:t>
            </a:r>
            <a:r>
              <a:rPr spc="555" dirty="0"/>
              <a:t>Graphviz</a:t>
            </a:r>
          </a:p>
          <a:p>
            <a:pPr marL="12700" marR="6350" algn="just">
              <a:lnSpc>
                <a:spcPct val="114900"/>
              </a:lnSpc>
              <a:spcBef>
                <a:spcPts val="105"/>
              </a:spcBef>
            </a:pPr>
            <a:r>
              <a:rPr lang="en-US" sz="3700" b="0" spc="45" dirty="0">
                <a:latin typeface="Verdana"/>
                <a:cs typeface="Verdana"/>
              </a:rPr>
              <a:t>IMPORTANTE AGREGAR AL PATH, MARCAR LA OPCION CORRESPONDIENTE</a:t>
            </a:r>
            <a:endParaRPr sz="3700" dirty="0">
              <a:latin typeface="Verdana"/>
              <a:cs typeface="Verdana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7558C9E-7C09-BBF4-C881-43C75C20C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5029653"/>
            <a:ext cx="7023856" cy="539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705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2" y="4573688"/>
            <a:ext cx="4138929" cy="5713730"/>
          </a:xfrm>
          <a:custGeom>
            <a:avLst/>
            <a:gdLst/>
            <a:ahLst/>
            <a:cxnLst/>
            <a:rect l="l" t="t" r="r" b="b"/>
            <a:pathLst>
              <a:path w="4138929" h="5713730">
                <a:moveTo>
                  <a:pt x="4138549" y="5713311"/>
                </a:moveTo>
                <a:lnTo>
                  <a:pt x="0" y="5713311"/>
                </a:lnTo>
                <a:lnTo>
                  <a:pt x="31" y="0"/>
                </a:lnTo>
                <a:lnTo>
                  <a:pt x="38539" y="34069"/>
                </a:lnTo>
                <a:lnTo>
                  <a:pt x="76459" y="68628"/>
                </a:lnTo>
                <a:lnTo>
                  <a:pt x="113827" y="103737"/>
                </a:lnTo>
                <a:lnTo>
                  <a:pt x="150584" y="139455"/>
                </a:lnTo>
                <a:lnTo>
                  <a:pt x="186670" y="175843"/>
                </a:lnTo>
                <a:lnTo>
                  <a:pt x="222027" y="212963"/>
                </a:lnTo>
                <a:lnTo>
                  <a:pt x="256596" y="250873"/>
                </a:lnTo>
                <a:lnTo>
                  <a:pt x="290317" y="289635"/>
                </a:lnTo>
                <a:lnTo>
                  <a:pt x="323131" y="329309"/>
                </a:lnTo>
                <a:lnTo>
                  <a:pt x="354980" y="369955"/>
                </a:lnTo>
                <a:lnTo>
                  <a:pt x="385804" y="411634"/>
                </a:lnTo>
                <a:lnTo>
                  <a:pt x="415544" y="454406"/>
                </a:lnTo>
                <a:lnTo>
                  <a:pt x="442690" y="496075"/>
                </a:lnTo>
                <a:lnTo>
                  <a:pt x="468522" y="538377"/>
                </a:lnTo>
                <a:lnTo>
                  <a:pt x="493069" y="581289"/>
                </a:lnTo>
                <a:lnTo>
                  <a:pt x="516362" y="624785"/>
                </a:lnTo>
                <a:lnTo>
                  <a:pt x="538428" y="668841"/>
                </a:lnTo>
                <a:lnTo>
                  <a:pt x="559299" y="713434"/>
                </a:lnTo>
                <a:lnTo>
                  <a:pt x="579002" y="758537"/>
                </a:lnTo>
                <a:lnTo>
                  <a:pt x="597568" y="804129"/>
                </a:lnTo>
                <a:lnTo>
                  <a:pt x="615026" y="850183"/>
                </a:lnTo>
                <a:lnTo>
                  <a:pt x="631405" y="896675"/>
                </a:lnTo>
                <a:lnTo>
                  <a:pt x="646735" y="943581"/>
                </a:lnTo>
                <a:lnTo>
                  <a:pt x="661046" y="990878"/>
                </a:lnTo>
                <a:lnTo>
                  <a:pt x="674366" y="1038539"/>
                </a:lnTo>
                <a:lnTo>
                  <a:pt x="686725" y="1086542"/>
                </a:lnTo>
                <a:lnTo>
                  <a:pt x="698153" y="1134861"/>
                </a:lnTo>
                <a:lnTo>
                  <a:pt x="708679" y="1183473"/>
                </a:lnTo>
                <a:lnTo>
                  <a:pt x="718332" y="1232353"/>
                </a:lnTo>
                <a:lnTo>
                  <a:pt x="727142" y="1281476"/>
                </a:lnTo>
                <a:lnTo>
                  <a:pt x="735138" y="1330818"/>
                </a:lnTo>
                <a:lnTo>
                  <a:pt x="742351" y="1380355"/>
                </a:lnTo>
                <a:lnTo>
                  <a:pt x="748808" y="1430063"/>
                </a:lnTo>
                <a:lnTo>
                  <a:pt x="754540" y="1479917"/>
                </a:lnTo>
                <a:lnTo>
                  <a:pt x="759575" y="1529892"/>
                </a:lnTo>
                <a:lnTo>
                  <a:pt x="763945" y="1579965"/>
                </a:lnTo>
                <a:lnTo>
                  <a:pt x="767677" y="1630111"/>
                </a:lnTo>
                <a:lnTo>
                  <a:pt x="770801" y="1680306"/>
                </a:lnTo>
                <a:lnTo>
                  <a:pt x="773347" y="1730524"/>
                </a:lnTo>
                <a:lnTo>
                  <a:pt x="775344" y="1780743"/>
                </a:lnTo>
                <a:lnTo>
                  <a:pt x="776822" y="1830938"/>
                </a:lnTo>
                <a:lnTo>
                  <a:pt x="777810" y="1881083"/>
                </a:lnTo>
                <a:lnTo>
                  <a:pt x="778338" y="1931156"/>
                </a:lnTo>
                <a:lnTo>
                  <a:pt x="778434" y="1981131"/>
                </a:lnTo>
                <a:lnTo>
                  <a:pt x="778128" y="2030984"/>
                </a:lnTo>
                <a:lnTo>
                  <a:pt x="777475" y="2080785"/>
                </a:lnTo>
                <a:lnTo>
                  <a:pt x="775334" y="2180478"/>
                </a:lnTo>
                <a:lnTo>
                  <a:pt x="772320" y="2280271"/>
                </a:lnTo>
                <a:lnTo>
                  <a:pt x="766795" y="2430087"/>
                </a:lnTo>
                <a:lnTo>
                  <a:pt x="759063" y="2629940"/>
                </a:lnTo>
                <a:lnTo>
                  <a:pt x="755689" y="2729846"/>
                </a:lnTo>
                <a:lnTo>
                  <a:pt x="753027" y="2829704"/>
                </a:lnTo>
                <a:lnTo>
                  <a:pt x="752053" y="2879607"/>
                </a:lnTo>
                <a:lnTo>
                  <a:pt x="751365" y="2929486"/>
                </a:lnTo>
                <a:lnTo>
                  <a:pt x="750999" y="2979341"/>
                </a:lnTo>
                <a:lnTo>
                  <a:pt x="750991" y="3029166"/>
                </a:lnTo>
                <a:lnTo>
                  <a:pt x="751377" y="3078958"/>
                </a:lnTo>
                <a:lnTo>
                  <a:pt x="752192" y="3128715"/>
                </a:lnTo>
                <a:lnTo>
                  <a:pt x="753474" y="3178433"/>
                </a:lnTo>
                <a:lnTo>
                  <a:pt x="755258" y="3228108"/>
                </a:lnTo>
                <a:lnTo>
                  <a:pt x="757580" y="3277737"/>
                </a:lnTo>
                <a:lnTo>
                  <a:pt x="760476" y="3327317"/>
                </a:lnTo>
                <a:lnTo>
                  <a:pt x="763983" y="3376844"/>
                </a:lnTo>
                <a:lnTo>
                  <a:pt x="768135" y="3426316"/>
                </a:lnTo>
                <a:lnTo>
                  <a:pt x="772969" y="3475727"/>
                </a:lnTo>
                <a:lnTo>
                  <a:pt x="778521" y="3525076"/>
                </a:lnTo>
                <a:lnTo>
                  <a:pt x="784827" y="3574359"/>
                </a:lnTo>
                <a:lnTo>
                  <a:pt x="791923" y="3623572"/>
                </a:lnTo>
                <a:lnTo>
                  <a:pt x="799846" y="3672713"/>
                </a:lnTo>
                <a:lnTo>
                  <a:pt x="808347" y="3720579"/>
                </a:lnTo>
                <a:lnTo>
                  <a:pt x="817830" y="3768405"/>
                </a:lnTo>
                <a:lnTo>
                  <a:pt x="828298" y="3816144"/>
                </a:lnTo>
                <a:lnTo>
                  <a:pt x="839757" y="3863748"/>
                </a:lnTo>
                <a:lnTo>
                  <a:pt x="852210" y="3911171"/>
                </a:lnTo>
                <a:lnTo>
                  <a:pt x="865662" y="3958366"/>
                </a:lnTo>
                <a:lnTo>
                  <a:pt x="880118" y="4005286"/>
                </a:lnTo>
                <a:lnTo>
                  <a:pt x="895581" y="4051886"/>
                </a:lnTo>
                <a:lnTo>
                  <a:pt x="912057" y="4098117"/>
                </a:lnTo>
                <a:lnTo>
                  <a:pt x="929549" y="4143934"/>
                </a:lnTo>
                <a:lnTo>
                  <a:pt x="948062" y="4189289"/>
                </a:lnTo>
                <a:lnTo>
                  <a:pt x="967601" y="4234136"/>
                </a:lnTo>
                <a:lnTo>
                  <a:pt x="988170" y="4278428"/>
                </a:lnTo>
                <a:lnTo>
                  <a:pt x="1009773" y="4322118"/>
                </a:lnTo>
                <a:lnTo>
                  <a:pt x="1032415" y="4365160"/>
                </a:lnTo>
                <a:lnTo>
                  <a:pt x="1056100" y="4407507"/>
                </a:lnTo>
                <a:lnTo>
                  <a:pt x="1080833" y="4449111"/>
                </a:lnTo>
                <a:lnTo>
                  <a:pt x="1106618" y="4489927"/>
                </a:lnTo>
                <a:lnTo>
                  <a:pt x="1133459" y="4529908"/>
                </a:lnTo>
                <a:lnTo>
                  <a:pt x="1161361" y="4569006"/>
                </a:lnTo>
                <a:lnTo>
                  <a:pt x="1190329" y="4607175"/>
                </a:lnTo>
                <a:lnTo>
                  <a:pt x="1220366" y="4644369"/>
                </a:lnTo>
                <a:lnTo>
                  <a:pt x="1251477" y="4680540"/>
                </a:lnTo>
                <a:lnTo>
                  <a:pt x="1283667" y="4715642"/>
                </a:lnTo>
                <a:lnTo>
                  <a:pt x="1316940" y="4749629"/>
                </a:lnTo>
                <a:lnTo>
                  <a:pt x="1351300" y="4782452"/>
                </a:lnTo>
                <a:lnTo>
                  <a:pt x="1386752" y="4814067"/>
                </a:lnTo>
                <a:lnTo>
                  <a:pt x="1423301" y="4844425"/>
                </a:lnTo>
                <a:lnTo>
                  <a:pt x="1460949" y="4873480"/>
                </a:lnTo>
                <a:lnTo>
                  <a:pt x="1499703" y="4901186"/>
                </a:lnTo>
                <a:lnTo>
                  <a:pt x="1539567" y="4927495"/>
                </a:lnTo>
                <a:lnTo>
                  <a:pt x="1580544" y="4952361"/>
                </a:lnTo>
                <a:lnTo>
                  <a:pt x="1622640" y="4975737"/>
                </a:lnTo>
                <a:lnTo>
                  <a:pt x="1665859" y="4997577"/>
                </a:lnTo>
                <a:lnTo>
                  <a:pt x="1710653" y="5017896"/>
                </a:lnTo>
                <a:lnTo>
                  <a:pt x="1755987" y="5036442"/>
                </a:lnTo>
                <a:lnTo>
                  <a:pt x="1801828" y="5053323"/>
                </a:lnTo>
                <a:lnTo>
                  <a:pt x="1848143" y="5068647"/>
                </a:lnTo>
                <a:lnTo>
                  <a:pt x="1894899" y="5082521"/>
                </a:lnTo>
                <a:lnTo>
                  <a:pt x="1942062" y="5095053"/>
                </a:lnTo>
                <a:lnTo>
                  <a:pt x="1989600" y="5106350"/>
                </a:lnTo>
                <a:lnTo>
                  <a:pt x="2037479" y="5116519"/>
                </a:lnTo>
                <a:lnTo>
                  <a:pt x="2085668" y="5125669"/>
                </a:lnTo>
                <a:lnTo>
                  <a:pt x="2134132" y="5133905"/>
                </a:lnTo>
                <a:lnTo>
                  <a:pt x="2182838" y="5141337"/>
                </a:lnTo>
                <a:lnTo>
                  <a:pt x="2231755" y="5148072"/>
                </a:lnTo>
                <a:lnTo>
                  <a:pt x="2280848" y="5154216"/>
                </a:lnTo>
                <a:lnTo>
                  <a:pt x="2330084" y="5159878"/>
                </a:lnTo>
                <a:lnTo>
                  <a:pt x="2725183" y="5200700"/>
                </a:lnTo>
                <a:lnTo>
                  <a:pt x="2774226" y="5206856"/>
                </a:lnTo>
                <a:lnTo>
                  <a:pt x="2823082" y="5213604"/>
                </a:lnTo>
                <a:lnTo>
                  <a:pt x="2873234" y="5221226"/>
                </a:lnTo>
                <a:lnTo>
                  <a:pt x="2923234" y="5229665"/>
                </a:lnTo>
                <a:lnTo>
                  <a:pt x="2973072" y="5238913"/>
                </a:lnTo>
                <a:lnTo>
                  <a:pt x="3022740" y="5248964"/>
                </a:lnTo>
                <a:lnTo>
                  <a:pt x="3072228" y="5259811"/>
                </a:lnTo>
                <a:lnTo>
                  <a:pt x="3121526" y="5271448"/>
                </a:lnTo>
                <a:lnTo>
                  <a:pt x="3170624" y="5283866"/>
                </a:lnTo>
                <a:lnTo>
                  <a:pt x="3219513" y="5297061"/>
                </a:lnTo>
                <a:lnTo>
                  <a:pt x="3268183" y="5311024"/>
                </a:lnTo>
                <a:lnTo>
                  <a:pt x="3316624" y="5325749"/>
                </a:lnTo>
                <a:lnTo>
                  <a:pt x="3364828" y="5341229"/>
                </a:lnTo>
                <a:lnTo>
                  <a:pt x="3412784" y="5357458"/>
                </a:lnTo>
                <a:lnTo>
                  <a:pt x="3460482" y="5374429"/>
                </a:lnTo>
                <a:lnTo>
                  <a:pt x="3507914" y="5392134"/>
                </a:lnTo>
                <a:lnTo>
                  <a:pt x="3555069" y="5410567"/>
                </a:lnTo>
                <a:lnTo>
                  <a:pt x="3601938" y="5429721"/>
                </a:lnTo>
                <a:lnTo>
                  <a:pt x="3648512" y="5449590"/>
                </a:lnTo>
                <a:lnTo>
                  <a:pt x="3694780" y="5470166"/>
                </a:lnTo>
                <a:lnTo>
                  <a:pt x="3740733" y="5491443"/>
                </a:lnTo>
                <a:lnTo>
                  <a:pt x="3786361" y="5513414"/>
                </a:lnTo>
                <a:lnTo>
                  <a:pt x="3831655" y="5536073"/>
                </a:lnTo>
                <a:lnTo>
                  <a:pt x="3876605" y="5559411"/>
                </a:lnTo>
                <a:lnTo>
                  <a:pt x="3921202" y="5583423"/>
                </a:lnTo>
                <a:lnTo>
                  <a:pt x="3965436" y="5608102"/>
                </a:lnTo>
                <a:lnTo>
                  <a:pt x="4009297" y="5633441"/>
                </a:lnTo>
                <a:lnTo>
                  <a:pt x="4052776" y="5659433"/>
                </a:lnTo>
                <a:lnTo>
                  <a:pt x="4095863" y="5686071"/>
                </a:lnTo>
                <a:lnTo>
                  <a:pt x="4138549" y="5713311"/>
                </a:lnTo>
                <a:close/>
              </a:path>
            </a:pathLst>
          </a:custGeom>
          <a:solidFill>
            <a:srgbClr val="D97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9671" y="5841910"/>
            <a:ext cx="152654" cy="1526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9671" y="6499135"/>
            <a:ext cx="152654" cy="15265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49671" y="7156360"/>
            <a:ext cx="152654" cy="15265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461738" y="-32"/>
            <a:ext cx="8826500" cy="2707640"/>
          </a:xfrm>
          <a:custGeom>
            <a:avLst/>
            <a:gdLst/>
            <a:ahLst/>
            <a:cxnLst/>
            <a:rect l="l" t="t" r="r" b="b"/>
            <a:pathLst>
              <a:path w="8826500" h="2707640">
                <a:moveTo>
                  <a:pt x="2270251" y="918971"/>
                </a:moveTo>
                <a:lnTo>
                  <a:pt x="2220386" y="918605"/>
                </a:lnTo>
                <a:lnTo>
                  <a:pt x="2170535" y="917507"/>
                </a:lnTo>
                <a:lnTo>
                  <a:pt x="2120710" y="915676"/>
                </a:lnTo>
                <a:lnTo>
                  <a:pt x="2070921" y="913111"/>
                </a:lnTo>
                <a:lnTo>
                  <a:pt x="2021245" y="909817"/>
                </a:lnTo>
                <a:lnTo>
                  <a:pt x="1971665" y="905792"/>
                </a:lnTo>
                <a:lnTo>
                  <a:pt x="1922183" y="901038"/>
                </a:lnTo>
                <a:lnTo>
                  <a:pt x="1872810" y="895555"/>
                </a:lnTo>
                <a:lnTo>
                  <a:pt x="1823556" y="889343"/>
                </a:lnTo>
                <a:lnTo>
                  <a:pt x="1774433" y="882403"/>
                </a:lnTo>
                <a:lnTo>
                  <a:pt x="1724376" y="874567"/>
                </a:lnTo>
                <a:lnTo>
                  <a:pt x="1675286" y="866112"/>
                </a:lnTo>
                <a:lnTo>
                  <a:pt x="1626334" y="856917"/>
                </a:lnTo>
                <a:lnTo>
                  <a:pt x="1577531" y="846983"/>
                </a:lnTo>
                <a:lnTo>
                  <a:pt x="1528889" y="836308"/>
                </a:lnTo>
                <a:lnTo>
                  <a:pt x="1480418" y="824893"/>
                </a:lnTo>
                <a:lnTo>
                  <a:pt x="1432130" y="812736"/>
                </a:lnTo>
                <a:lnTo>
                  <a:pt x="1384036" y="799836"/>
                </a:lnTo>
                <a:lnTo>
                  <a:pt x="1336147" y="786194"/>
                </a:lnTo>
                <a:lnTo>
                  <a:pt x="1288474" y="771808"/>
                </a:lnTo>
                <a:lnTo>
                  <a:pt x="1241029" y="756678"/>
                </a:lnTo>
                <a:lnTo>
                  <a:pt x="1193823" y="740804"/>
                </a:lnTo>
                <a:lnTo>
                  <a:pt x="1146867" y="724184"/>
                </a:lnTo>
                <a:lnTo>
                  <a:pt x="1100173" y="706819"/>
                </a:lnTo>
                <a:lnTo>
                  <a:pt x="1053751" y="688706"/>
                </a:lnTo>
                <a:lnTo>
                  <a:pt x="1007613" y="669847"/>
                </a:lnTo>
                <a:lnTo>
                  <a:pt x="961770" y="650240"/>
                </a:lnTo>
                <a:lnTo>
                  <a:pt x="915416" y="629535"/>
                </a:lnTo>
                <a:lnTo>
                  <a:pt x="869422" y="608077"/>
                </a:lnTo>
                <a:lnTo>
                  <a:pt x="823796" y="585876"/>
                </a:lnTo>
                <a:lnTo>
                  <a:pt x="778546" y="562940"/>
                </a:lnTo>
                <a:lnTo>
                  <a:pt x="733678" y="539280"/>
                </a:lnTo>
                <a:lnTo>
                  <a:pt x="689200" y="514904"/>
                </a:lnTo>
                <a:lnTo>
                  <a:pt x="645120" y="489822"/>
                </a:lnTo>
                <a:lnTo>
                  <a:pt x="601445" y="464042"/>
                </a:lnTo>
                <a:lnTo>
                  <a:pt x="558183" y="437575"/>
                </a:lnTo>
                <a:lnTo>
                  <a:pt x="515341" y="410429"/>
                </a:lnTo>
                <a:lnTo>
                  <a:pt x="472926" y="382614"/>
                </a:lnTo>
                <a:lnTo>
                  <a:pt x="430946" y="354139"/>
                </a:lnTo>
                <a:lnTo>
                  <a:pt x="389408" y="325013"/>
                </a:lnTo>
                <a:lnTo>
                  <a:pt x="348320" y="295245"/>
                </a:lnTo>
                <a:lnTo>
                  <a:pt x="307689" y="264846"/>
                </a:lnTo>
                <a:lnTo>
                  <a:pt x="267523" y="233823"/>
                </a:lnTo>
                <a:lnTo>
                  <a:pt x="227830" y="202187"/>
                </a:lnTo>
                <a:lnTo>
                  <a:pt x="188615" y="169946"/>
                </a:lnTo>
                <a:lnTo>
                  <a:pt x="149888" y="137110"/>
                </a:lnTo>
                <a:lnTo>
                  <a:pt x="111656" y="103688"/>
                </a:lnTo>
                <a:lnTo>
                  <a:pt x="73925" y="69689"/>
                </a:lnTo>
                <a:lnTo>
                  <a:pt x="36704" y="35123"/>
                </a:lnTo>
                <a:lnTo>
                  <a:pt x="0" y="0"/>
                </a:lnTo>
                <a:lnTo>
                  <a:pt x="4742813" y="0"/>
                </a:lnTo>
                <a:lnTo>
                  <a:pt x="4695930" y="20737"/>
                </a:lnTo>
                <a:lnTo>
                  <a:pt x="4649569" y="42778"/>
                </a:lnTo>
                <a:lnTo>
                  <a:pt x="4603681" y="66003"/>
                </a:lnTo>
                <a:lnTo>
                  <a:pt x="4558218" y="90290"/>
                </a:lnTo>
                <a:lnTo>
                  <a:pt x="4513132" y="115518"/>
                </a:lnTo>
                <a:lnTo>
                  <a:pt x="4468376" y="141567"/>
                </a:lnTo>
                <a:lnTo>
                  <a:pt x="4423901" y="168315"/>
                </a:lnTo>
                <a:lnTo>
                  <a:pt x="4379660" y="195641"/>
                </a:lnTo>
                <a:lnTo>
                  <a:pt x="4335604" y="223424"/>
                </a:lnTo>
                <a:lnTo>
                  <a:pt x="4072481" y="392953"/>
                </a:lnTo>
                <a:lnTo>
                  <a:pt x="4028381" y="420550"/>
                </a:lnTo>
                <a:lnTo>
                  <a:pt x="3984084" y="447636"/>
                </a:lnTo>
                <a:lnTo>
                  <a:pt x="3939540" y="474090"/>
                </a:lnTo>
                <a:lnTo>
                  <a:pt x="3896185" y="499033"/>
                </a:lnTo>
                <a:lnTo>
                  <a:pt x="3852451" y="523262"/>
                </a:lnTo>
                <a:lnTo>
                  <a:pt x="3808349" y="546778"/>
                </a:lnTo>
                <a:lnTo>
                  <a:pt x="3763892" y="569580"/>
                </a:lnTo>
                <a:lnTo>
                  <a:pt x="3719089" y="591667"/>
                </a:lnTo>
                <a:lnTo>
                  <a:pt x="3673952" y="613039"/>
                </a:lnTo>
                <a:lnTo>
                  <a:pt x="3628493" y="633695"/>
                </a:lnTo>
                <a:lnTo>
                  <a:pt x="3582722" y="653634"/>
                </a:lnTo>
                <a:lnTo>
                  <a:pt x="3536651" y="672857"/>
                </a:lnTo>
                <a:lnTo>
                  <a:pt x="3490291" y="691362"/>
                </a:lnTo>
                <a:lnTo>
                  <a:pt x="3443654" y="709148"/>
                </a:lnTo>
                <a:lnTo>
                  <a:pt x="3396750" y="726216"/>
                </a:lnTo>
                <a:lnTo>
                  <a:pt x="3349591" y="742564"/>
                </a:lnTo>
                <a:lnTo>
                  <a:pt x="3302188" y="758192"/>
                </a:lnTo>
                <a:lnTo>
                  <a:pt x="3254552" y="773100"/>
                </a:lnTo>
                <a:lnTo>
                  <a:pt x="3206694" y="787286"/>
                </a:lnTo>
                <a:lnTo>
                  <a:pt x="3158627" y="800750"/>
                </a:lnTo>
                <a:lnTo>
                  <a:pt x="3110360" y="813492"/>
                </a:lnTo>
                <a:lnTo>
                  <a:pt x="3061905" y="825511"/>
                </a:lnTo>
                <a:lnTo>
                  <a:pt x="3013274" y="836805"/>
                </a:lnTo>
                <a:lnTo>
                  <a:pt x="2964477" y="847376"/>
                </a:lnTo>
                <a:lnTo>
                  <a:pt x="2915527" y="857222"/>
                </a:lnTo>
                <a:lnTo>
                  <a:pt x="2866433" y="866342"/>
                </a:lnTo>
                <a:lnTo>
                  <a:pt x="2817208" y="874736"/>
                </a:lnTo>
                <a:lnTo>
                  <a:pt x="2767862" y="882403"/>
                </a:lnTo>
                <a:lnTo>
                  <a:pt x="2718407" y="889343"/>
                </a:lnTo>
                <a:lnTo>
                  <a:pt x="2668854" y="895555"/>
                </a:lnTo>
                <a:lnTo>
                  <a:pt x="2619214" y="901038"/>
                </a:lnTo>
                <a:lnTo>
                  <a:pt x="2569499" y="905792"/>
                </a:lnTo>
                <a:lnTo>
                  <a:pt x="2519720" y="909817"/>
                </a:lnTo>
                <a:lnTo>
                  <a:pt x="2469876" y="913111"/>
                </a:lnTo>
                <a:lnTo>
                  <a:pt x="2419954" y="915676"/>
                </a:lnTo>
                <a:lnTo>
                  <a:pt x="2370027" y="917507"/>
                </a:lnTo>
                <a:lnTo>
                  <a:pt x="2320095" y="918605"/>
                </a:lnTo>
                <a:lnTo>
                  <a:pt x="2270251" y="918971"/>
                </a:lnTo>
                <a:close/>
              </a:path>
              <a:path w="8826500" h="2707640">
                <a:moveTo>
                  <a:pt x="8826246" y="2707132"/>
                </a:moveTo>
                <a:lnTo>
                  <a:pt x="8788271" y="2695574"/>
                </a:lnTo>
                <a:lnTo>
                  <a:pt x="8741080" y="2679918"/>
                </a:lnTo>
                <a:lnTo>
                  <a:pt x="8694520" y="2662946"/>
                </a:lnTo>
                <a:lnTo>
                  <a:pt x="8648585" y="2644695"/>
                </a:lnTo>
                <a:lnTo>
                  <a:pt x="8603266" y="2625204"/>
                </a:lnTo>
                <a:lnTo>
                  <a:pt x="8558556" y="2604509"/>
                </a:lnTo>
                <a:lnTo>
                  <a:pt x="8514446" y="2582648"/>
                </a:lnTo>
                <a:lnTo>
                  <a:pt x="8470930" y="2559659"/>
                </a:lnTo>
                <a:lnTo>
                  <a:pt x="8427998" y="2535579"/>
                </a:lnTo>
                <a:lnTo>
                  <a:pt x="8385644" y="2510445"/>
                </a:lnTo>
                <a:lnTo>
                  <a:pt x="8343860" y="2484296"/>
                </a:lnTo>
                <a:lnTo>
                  <a:pt x="8302637" y="2457167"/>
                </a:lnTo>
                <a:lnTo>
                  <a:pt x="8261969" y="2429098"/>
                </a:lnTo>
                <a:lnTo>
                  <a:pt x="8221847" y="2400125"/>
                </a:lnTo>
                <a:lnTo>
                  <a:pt x="8182264" y="2370285"/>
                </a:lnTo>
                <a:lnTo>
                  <a:pt x="8143212" y="2339617"/>
                </a:lnTo>
                <a:lnTo>
                  <a:pt x="8104683" y="2308158"/>
                </a:lnTo>
                <a:lnTo>
                  <a:pt x="8066669" y="2275945"/>
                </a:lnTo>
                <a:lnTo>
                  <a:pt x="8029163" y="2243015"/>
                </a:lnTo>
                <a:lnTo>
                  <a:pt x="7992157" y="2209407"/>
                </a:lnTo>
                <a:lnTo>
                  <a:pt x="7955643" y="2175157"/>
                </a:lnTo>
                <a:lnTo>
                  <a:pt x="7919613" y="2140303"/>
                </a:lnTo>
                <a:lnTo>
                  <a:pt x="7884060" y="2104883"/>
                </a:lnTo>
                <a:lnTo>
                  <a:pt x="7848975" y="2068934"/>
                </a:lnTo>
                <a:lnTo>
                  <a:pt x="7814352" y="2032494"/>
                </a:lnTo>
                <a:lnTo>
                  <a:pt x="7780182" y="1995599"/>
                </a:lnTo>
                <a:lnTo>
                  <a:pt x="7746457" y="1958288"/>
                </a:lnTo>
                <a:lnTo>
                  <a:pt x="7713170" y="1920597"/>
                </a:lnTo>
                <a:lnTo>
                  <a:pt x="7680313" y="1882565"/>
                </a:lnTo>
                <a:lnTo>
                  <a:pt x="7647879" y="1844229"/>
                </a:lnTo>
                <a:lnTo>
                  <a:pt x="7615859" y="1805626"/>
                </a:lnTo>
                <a:lnTo>
                  <a:pt x="7584245" y="1766794"/>
                </a:lnTo>
                <a:lnTo>
                  <a:pt x="7553031" y="1727770"/>
                </a:lnTo>
                <a:lnTo>
                  <a:pt x="7522208" y="1688591"/>
                </a:lnTo>
                <a:lnTo>
                  <a:pt x="7491690" y="1649237"/>
                </a:lnTo>
                <a:lnTo>
                  <a:pt x="7461378" y="1609678"/>
                </a:lnTo>
                <a:lnTo>
                  <a:pt x="7431246" y="1569939"/>
                </a:lnTo>
                <a:lnTo>
                  <a:pt x="7401269" y="1530045"/>
                </a:lnTo>
                <a:lnTo>
                  <a:pt x="7341674" y="1449891"/>
                </a:lnTo>
                <a:lnTo>
                  <a:pt x="7134129" y="1168149"/>
                </a:lnTo>
                <a:lnTo>
                  <a:pt x="7074269" y="1088134"/>
                </a:lnTo>
                <a:lnTo>
                  <a:pt x="7044116" y="1048332"/>
                </a:lnTo>
                <a:lnTo>
                  <a:pt x="7013779" y="1008700"/>
                </a:lnTo>
                <a:lnTo>
                  <a:pt x="6983233" y="969264"/>
                </a:lnTo>
                <a:lnTo>
                  <a:pt x="6952451" y="930049"/>
                </a:lnTo>
                <a:lnTo>
                  <a:pt x="6921407" y="891079"/>
                </a:lnTo>
                <a:lnTo>
                  <a:pt x="6890076" y="852379"/>
                </a:lnTo>
                <a:lnTo>
                  <a:pt x="6858431" y="813976"/>
                </a:lnTo>
                <a:lnTo>
                  <a:pt x="6826447" y="775893"/>
                </a:lnTo>
                <a:lnTo>
                  <a:pt x="6794097" y="738155"/>
                </a:lnTo>
                <a:lnTo>
                  <a:pt x="6761355" y="700789"/>
                </a:lnTo>
                <a:lnTo>
                  <a:pt x="6728196" y="663818"/>
                </a:lnTo>
                <a:lnTo>
                  <a:pt x="6694593" y="627268"/>
                </a:lnTo>
                <a:lnTo>
                  <a:pt x="6660521" y="591165"/>
                </a:lnTo>
                <a:lnTo>
                  <a:pt x="6625953" y="555532"/>
                </a:lnTo>
                <a:lnTo>
                  <a:pt x="6590863" y="520395"/>
                </a:lnTo>
                <a:lnTo>
                  <a:pt x="6555226" y="485779"/>
                </a:lnTo>
                <a:lnTo>
                  <a:pt x="6519016" y="451709"/>
                </a:lnTo>
                <a:lnTo>
                  <a:pt x="6482206" y="418211"/>
                </a:lnTo>
                <a:lnTo>
                  <a:pt x="6445289" y="385712"/>
                </a:lnTo>
                <a:lnTo>
                  <a:pt x="6407613" y="353870"/>
                </a:lnTo>
                <a:lnTo>
                  <a:pt x="6369204" y="322726"/>
                </a:lnTo>
                <a:lnTo>
                  <a:pt x="6330089" y="292322"/>
                </a:lnTo>
                <a:lnTo>
                  <a:pt x="6290295" y="262697"/>
                </a:lnTo>
                <a:lnTo>
                  <a:pt x="6249848" y="233893"/>
                </a:lnTo>
                <a:lnTo>
                  <a:pt x="6208775" y="205950"/>
                </a:lnTo>
                <a:lnTo>
                  <a:pt x="6167103" y="178911"/>
                </a:lnTo>
                <a:lnTo>
                  <a:pt x="6124857" y="152815"/>
                </a:lnTo>
                <a:lnTo>
                  <a:pt x="6082065" y="127703"/>
                </a:lnTo>
                <a:lnTo>
                  <a:pt x="6038753" y="103617"/>
                </a:lnTo>
                <a:lnTo>
                  <a:pt x="5994948" y="80597"/>
                </a:lnTo>
                <a:lnTo>
                  <a:pt x="5950677" y="58684"/>
                </a:lnTo>
                <a:lnTo>
                  <a:pt x="5905965" y="37920"/>
                </a:lnTo>
                <a:lnTo>
                  <a:pt x="5860840" y="18345"/>
                </a:lnTo>
                <a:lnTo>
                  <a:pt x="5815328" y="0"/>
                </a:lnTo>
                <a:lnTo>
                  <a:pt x="8826246" y="0"/>
                </a:lnTo>
                <a:lnTo>
                  <a:pt x="8826246" y="2707132"/>
                </a:lnTo>
                <a:close/>
              </a:path>
            </a:pathLst>
          </a:custGeom>
          <a:solidFill>
            <a:srgbClr val="8286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499127" y="1168155"/>
            <a:ext cx="12724765" cy="2749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799"/>
              </a:lnSpc>
              <a:spcBef>
                <a:spcPts val="95"/>
              </a:spcBef>
            </a:pPr>
            <a:r>
              <a:rPr lang="es-419" spc="630" dirty="0"/>
              <a:t>¿</a:t>
            </a:r>
            <a:r>
              <a:rPr spc="630" dirty="0" err="1"/>
              <a:t>Qué</a:t>
            </a:r>
            <a:r>
              <a:rPr spc="-380" dirty="0"/>
              <a:t> </a:t>
            </a:r>
            <a:r>
              <a:rPr spc="1050" dirty="0"/>
              <a:t>es</a:t>
            </a:r>
            <a:r>
              <a:rPr spc="-375" dirty="0"/>
              <a:t> </a:t>
            </a:r>
            <a:r>
              <a:rPr spc="565" dirty="0"/>
              <a:t>Graphviz</a:t>
            </a:r>
            <a:r>
              <a:rPr spc="-375" dirty="0"/>
              <a:t> </a:t>
            </a:r>
            <a:r>
              <a:rPr spc="285" dirty="0"/>
              <a:t>y</a:t>
            </a:r>
            <a:r>
              <a:rPr spc="-375" dirty="0"/>
              <a:t> </a:t>
            </a:r>
            <a:r>
              <a:rPr spc="1260" dirty="0" err="1"/>
              <a:t>Cómo</a:t>
            </a:r>
            <a:r>
              <a:rPr spc="1260" dirty="0"/>
              <a:t> </a:t>
            </a:r>
            <a:r>
              <a:rPr spc="470" dirty="0" err="1"/>
              <a:t>Fun</a:t>
            </a:r>
            <a:r>
              <a:rPr lang="en-US" spc="470" dirty="0" err="1"/>
              <a:t>c</a:t>
            </a:r>
            <a:r>
              <a:rPr spc="470" dirty="0" err="1"/>
              <a:t>iona</a:t>
            </a:r>
            <a:r>
              <a:rPr spc="470" dirty="0"/>
              <a:t>?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99127" y="3905849"/>
            <a:ext cx="15753080" cy="3549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14900"/>
              </a:lnSpc>
              <a:spcBef>
                <a:spcPts val="90"/>
              </a:spcBef>
            </a:pPr>
            <a:r>
              <a:rPr sz="3700" spc="60" dirty="0">
                <a:latin typeface="Verdana"/>
                <a:cs typeface="Verdana"/>
              </a:rPr>
              <a:t>DOT</a:t>
            </a:r>
            <a:r>
              <a:rPr sz="3700" spc="-229" dirty="0">
                <a:latin typeface="Verdana"/>
                <a:cs typeface="Verdana"/>
              </a:rPr>
              <a:t> </a:t>
            </a:r>
            <a:r>
              <a:rPr sz="3700" spc="-35" dirty="0">
                <a:latin typeface="Verdana"/>
                <a:cs typeface="Verdana"/>
              </a:rPr>
              <a:t>Language:</a:t>
            </a:r>
            <a:r>
              <a:rPr sz="3700" spc="-229" dirty="0">
                <a:latin typeface="Verdana"/>
                <a:cs typeface="Verdana"/>
              </a:rPr>
              <a:t> </a:t>
            </a:r>
            <a:r>
              <a:rPr sz="3700" dirty="0">
                <a:latin typeface="Verdana"/>
                <a:cs typeface="Verdana"/>
              </a:rPr>
              <a:t>Descripciones</a:t>
            </a:r>
            <a:r>
              <a:rPr sz="3700" spc="-225" dirty="0">
                <a:latin typeface="Verdana"/>
                <a:cs typeface="Verdana"/>
              </a:rPr>
              <a:t> </a:t>
            </a:r>
            <a:r>
              <a:rPr sz="3700" spc="-50" dirty="0">
                <a:latin typeface="Verdana"/>
                <a:cs typeface="Verdana"/>
              </a:rPr>
              <a:t>textuales</a:t>
            </a:r>
            <a:r>
              <a:rPr sz="3700" spc="-229" dirty="0">
                <a:latin typeface="Verdana"/>
                <a:cs typeface="Verdana"/>
              </a:rPr>
              <a:t> </a:t>
            </a:r>
            <a:r>
              <a:rPr sz="3700" dirty="0">
                <a:latin typeface="Verdana"/>
                <a:cs typeface="Verdana"/>
              </a:rPr>
              <a:t>simples</a:t>
            </a:r>
            <a:r>
              <a:rPr sz="3700" spc="-225" dirty="0">
                <a:latin typeface="Verdana"/>
                <a:cs typeface="Verdana"/>
              </a:rPr>
              <a:t> </a:t>
            </a:r>
            <a:r>
              <a:rPr sz="3700" spc="-25" dirty="0">
                <a:latin typeface="Verdana"/>
                <a:cs typeface="Verdana"/>
              </a:rPr>
              <a:t>para</a:t>
            </a:r>
            <a:r>
              <a:rPr sz="3700" spc="-229" dirty="0">
                <a:latin typeface="Verdana"/>
                <a:cs typeface="Verdana"/>
              </a:rPr>
              <a:t> </a:t>
            </a:r>
            <a:r>
              <a:rPr sz="3700" dirty="0">
                <a:latin typeface="Verdana"/>
                <a:cs typeface="Verdana"/>
              </a:rPr>
              <a:t>definir</a:t>
            </a:r>
            <a:r>
              <a:rPr sz="3700" spc="-225" dirty="0">
                <a:latin typeface="Verdana"/>
                <a:cs typeface="Verdana"/>
              </a:rPr>
              <a:t> </a:t>
            </a:r>
            <a:r>
              <a:rPr sz="3700" spc="-25" dirty="0">
                <a:latin typeface="Verdana"/>
                <a:cs typeface="Verdana"/>
              </a:rPr>
              <a:t>grafos. </a:t>
            </a:r>
            <a:r>
              <a:rPr sz="3700" spc="80" dirty="0">
                <a:latin typeface="Verdana"/>
                <a:cs typeface="Verdana"/>
              </a:rPr>
              <a:t>Componentes</a:t>
            </a:r>
            <a:r>
              <a:rPr sz="3700" spc="-310" dirty="0">
                <a:latin typeface="Verdana"/>
                <a:cs typeface="Verdana"/>
              </a:rPr>
              <a:t> </a:t>
            </a:r>
            <a:r>
              <a:rPr sz="3700" spc="-10" dirty="0">
                <a:latin typeface="Verdana"/>
                <a:cs typeface="Verdana"/>
              </a:rPr>
              <a:t>Básicos:</a:t>
            </a:r>
            <a:endParaRPr sz="3700">
              <a:latin typeface="Verdana"/>
              <a:cs typeface="Verdana"/>
            </a:endParaRPr>
          </a:p>
          <a:p>
            <a:pPr marL="815975" marR="3053715" algn="just">
              <a:lnSpc>
                <a:spcPct val="114900"/>
              </a:lnSpc>
              <a:spcBef>
                <a:spcPts val="2245"/>
              </a:spcBef>
            </a:pPr>
            <a:r>
              <a:rPr sz="3700" spc="-65" dirty="0">
                <a:latin typeface="Verdana"/>
                <a:cs typeface="Verdana"/>
              </a:rPr>
              <a:t>Nodos:</a:t>
            </a:r>
            <a:r>
              <a:rPr sz="3700" spc="-5" dirty="0">
                <a:latin typeface="Verdana"/>
                <a:cs typeface="Verdana"/>
              </a:rPr>
              <a:t> </a:t>
            </a:r>
            <a:r>
              <a:rPr sz="3700" dirty="0">
                <a:latin typeface="Verdana"/>
                <a:cs typeface="Verdana"/>
              </a:rPr>
              <a:t>Representan </a:t>
            </a:r>
            <a:r>
              <a:rPr sz="3700" spc="65" dirty="0">
                <a:latin typeface="Verdana"/>
                <a:cs typeface="Verdana"/>
              </a:rPr>
              <a:t>puntos</a:t>
            </a:r>
            <a:r>
              <a:rPr sz="3700" dirty="0">
                <a:latin typeface="Verdana"/>
                <a:cs typeface="Verdana"/>
              </a:rPr>
              <a:t> </a:t>
            </a:r>
            <a:r>
              <a:rPr sz="3700" spc="110" dirty="0">
                <a:latin typeface="Verdana"/>
                <a:cs typeface="Verdana"/>
              </a:rPr>
              <a:t>de</a:t>
            </a:r>
            <a:r>
              <a:rPr sz="3700" spc="-5" dirty="0">
                <a:latin typeface="Verdana"/>
                <a:cs typeface="Verdana"/>
              </a:rPr>
              <a:t> </a:t>
            </a:r>
            <a:r>
              <a:rPr sz="3700" dirty="0">
                <a:latin typeface="Verdana"/>
                <a:cs typeface="Verdana"/>
              </a:rPr>
              <a:t>datos o </a:t>
            </a:r>
            <a:r>
              <a:rPr sz="3700" spc="-10" dirty="0">
                <a:latin typeface="Verdana"/>
                <a:cs typeface="Verdana"/>
              </a:rPr>
              <a:t>entidades. </a:t>
            </a:r>
            <a:r>
              <a:rPr sz="3700" dirty="0">
                <a:latin typeface="Verdana"/>
                <a:cs typeface="Verdana"/>
              </a:rPr>
              <a:t>Aristas:</a:t>
            </a:r>
            <a:r>
              <a:rPr sz="3700" spc="315" dirty="0">
                <a:latin typeface="Verdana"/>
                <a:cs typeface="Verdana"/>
              </a:rPr>
              <a:t>  </a:t>
            </a:r>
            <a:r>
              <a:rPr sz="3700" dirty="0">
                <a:latin typeface="Verdana"/>
                <a:cs typeface="Verdana"/>
              </a:rPr>
              <a:t>Representan</a:t>
            </a:r>
            <a:r>
              <a:rPr sz="3700" spc="315" dirty="0">
                <a:latin typeface="Verdana"/>
                <a:cs typeface="Verdana"/>
              </a:rPr>
              <a:t>  </a:t>
            </a:r>
            <a:r>
              <a:rPr sz="3700" dirty="0">
                <a:latin typeface="Verdana"/>
                <a:cs typeface="Verdana"/>
              </a:rPr>
              <a:t>conexiones</a:t>
            </a:r>
            <a:r>
              <a:rPr sz="3700" spc="320" dirty="0">
                <a:latin typeface="Verdana"/>
                <a:cs typeface="Verdana"/>
              </a:rPr>
              <a:t>  </a:t>
            </a:r>
            <a:r>
              <a:rPr sz="3700" dirty="0">
                <a:latin typeface="Verdana"/>
                <a:cs typeface="Verdana"/>
              </a:rPr>
              <a:t>entre</a:t>
            </a:r>
            <a:r>
              <a:rPr sz="3700" spc="315" dirty="0">
                <a:latin typeface="Verdana"/>
                <a:cs typeface="Verdana"/>
              </a:rPr>
              <a:t>  </a:t>
            </a:r>
            <a:r>
              <a:rPr sz="3700" spc="-10" dirty="0">
                <a:latin typeface="Verdana"/>
                <a:cs typeface="Verdana"/>
              </a:rPr>
              <a:t>nodos. </a:t>
            </a:r>
            <a:r>
              <a:rPr sz="3700" spc="-65" dirty="0">
                <a:latin typeface="Verdana"/>
                <a:cs typeface="Verdana"/>
              </a:rPr>
              <a:t>Salida</a:t>
            </a:r>
            <a:r>
              <a:rPr sz="3700" spc="-265" dirty="0">
                <a:latin typeface="Verdana"/>
                <a:cs typeface="Verdana"/>
              </a:rPr>
              <a:t> </a:t>
            </a:r>
            <a:r>
              <a:rPr sz="3700" spc="-170" dirty="0">
                <a:latin typeface="Verdana"/>
                <a:cs typeface="Verdana"/>
              </a:rPr>
              <a:t>Visual:</a:t>
            </a:r>
            <a:r>
              <a:rPr sz="3700" spc="-260" dirty="0">
                <a:latin typeface="Verdana"/>
                <a:cs typeface="Verdana"/>
              </a:rPr>
              <a:t> </a:t>
            </a:r>
            <a:r>
              <a:rPr sz="3700" dirty="0">
                <a:latin typeface="Verdana"/>
                <a:cs typeface="Verdana"/>
              </a:rPr>
              <a:t>Formatos</a:t>
            </a:r>
            <a:r>
              <a:rPr sz="3700" spc="-260" dirty="0">
                <a:latin typeface="Verdana"/>
                <a:cs typeface="Verdana"/>
              </a:rPr>
              <a:t> </a:t>
            </a:r>
            <a:r>
              <a:rPr sz="3700" spc="140" dirty="0">
                <a:latin typeface="Verdana"/>
                <a:cs typeface="Verdana"/>
              </a:rPr>
              <a:t>como</a:t>
            </a:r>
            <a:r>
              <a:rPr sz="3700" spc="-260" dirty="0">
                <a:latin typeface="Verdana"/>
                <a:cs typeface="Verdana"/>
              </a:rPr>
              <a:t> </a:t>
            </a:r>
            <a:r>
              <a:rPr sz="3700" dirty="0">
                <a:latin typeface="Verdana"/>
                <a:cs typeface="Verdana"/>
              </a:rPr>
              <a:t>PNG,</a:t>
            </a:r>
            <a:r>
              <a:rPr sz="3700" spc="-260" dirty="0">
                <a:latin typeface="Verdana"/>
                <a:cs typeface="Verdana"/>
              </a:rPr>
              <a:t> </a:t>
            </a:r>
            <a:r>
              <a:rPr sz="3700" spc="50" dirty="0">
                <a:latin typeface="Verdana"/>
                <a:cs typeface="Verdana"/>
              </a:rPr>
              <a:t>PDF,</a:t>
            </a:r>
            <a:r>
              <a:rPr sz="3700" spc="-260" dirty="0">
                <a:latin typeface="Verdana"/>
                <a:cs typeface="Verdana"/>
              </a:rPr>
              <a:t> </a:t>
            </a:r>
            <a:r>
              <a:rPr sz="3700" spc="-20" dirty="0">
                <a:latin typeface="Verdana"/>
                <a:cs typeface="Verdana"/>
              </a:rPr>
              <a:t>SVG.</a:t>
            </a:r>
            <a:endParaRPr sz="3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755" dirty="0"/>
              <a:t>Creación</a:t>
            </a:r>
            <a:r>
              <a:rPr spc="-375" dirty="0"/>
              <a:t> </a:t>
            </a:r>
            <a:r>
              <a:rPr spc="680" dirty="0"/>
              <a:t>de</a:t>
            </a:r>
            <a:r>
              <a:rPr spc="-370" dirty="0"/>
              <a:t> </a:t>
            </a:r>
            <a:r>
              <a:rPr spc="860" dirty="0"/>
              <a:t>Grafos</a:t>
            </a:r>
            <a:r>
              <a:rPr spc="-370" dirty="0"/>
              <a:t> </a:t>
            </a:r>
            <a:r>
              <a:rPr spc="825" dirty="0"/>
              <a:t>Básicos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951" y="4172072"/>
            <a:ext cx="14630400" cy="19685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90"/>
              </a:spcBef>
            </a:pPr>
            <a:r>
              <a:rPr sz="3700" spc="-75" dirty="0">
                <a:latin typeface="Verdana"/>
                <a:cs typeface="Verdana"/>
              </a:rPr>
              <a:t>Grafos</a:t>
            </a:r>
            <a:r>
              <a:rPr sz="3700" spc="-315" dirty="0">
                <a:latin typeface="Verdana"/>
                <a:cs typeface="Verdana"/>
              </a:rPr>
              <a:t> </a:t>
            </a:r>
            <a:r>
              <a:rPr sz="3700" spc="140" dirty="0">
                <a:latin typeface="Verdana"/>
                <a:cs typeface="Verdana"/>
              </a:rPr>
              <a:t>No</a:t>
            </a:r>
            <a:r>
              <a:rPr sz="3700" spc="-315" dirty="0">
                <a:latin typeface="Verdana"/>
                <a:cs typeface="Verdana"/>
              </a:rPr>
              <a:t> </a:t>
            </a:r>
            <a:r>
              <a:rPr sz="3700" spc="-80" dirty="0">
                <a:latin typeface="Verdana"/>
                <a:cs typeface="Verdana"/>
              </a:rPr>
              <a:t>Dirigidos:</a:t>
            </a:r>
            <a:r>
              <a:rPr sz="3700" spc="-315" dirty="0">
                <a:latin typeface="Verdana"/>
                <a:cs typeface="Verdana"/>
              </a:rPr>
              <a:t> </a:t>
            </a:r>
            <a:r>
              <a:rPr sz="3700" spc="-65" dirty="0">
                <a:latin typeface="Verdana"/>
                <a:cs typeface="Verdana"/>
              </a:rPr>
              <a:t>Sin</a:t>
            </a:r>
            <a:r>
              <a:rPr sz="3700" spc="-315" dirty="0">
                <a:latin typeface="Verdana"/>
                <a:cs typeface="Verdana"/>
              </a:rPr>
              <a:t> </a:t>
            </a:r>
            <a:r>
              <a:rPr sz="3700" spc="50" dirty="0">
                <a:latin typeface="Verdana"/>
                <a:cs typeface="Verdana"/>
              </a:rPr>
              <a:t>dirección</a:t>
            </a:r>
            <a:r>
              <a:rPr sz="3700" spc="-315" dirty="0">
                <a:latin typeface="Verdana"/>
                <a:cs typeface="Verdana"/>
              </a:rPr>
              <a:t> </a:t>
            </a:r>
            <a:r>
              <a:rPr sz="3700" dirty="0">
                <a:latin typeface="Verdana"/>
                <a:cs typeface="Verdana"/>
              </a:rPr>
              <a:t>específica</a:t>
            </a:r>
            <a:r>
              <a:rPr sz="3700" spc="-310" dirty="0">
                <a:latin typeface="Verdana"/>
                <a:cs typeface="Verdana"/>
              </a:rPr>
              <a:t> </a:t>
            </a:r>
            <a:r>
              <a:rPr sz="3700" spc="90" dirty="0">
                <a:latin typeface="Verdana"/>
                <a:cs typeface="Verdana"/>
              </a:rPr>
              <a:t>en</a:t>
            </a:r>
            <a:r>
              <a:rPr sz="3700" spc="-315" dirty="0">
                <a:latin typeface="Verdana"/>
                <a:cs typeface="Verdana"/>
              </a:rPr>
              <a:t> </a:t>
            </a:r>
            <a:r>
              <a:rPr sz="3700" spc="-100" dirty="0">
                <a:latin typeface="Verdana"/>
                <a:cs typeface="Verdana"/>
              </a:rPr>
              <a:t>las</a:t>
            </a:r>
            <a:r>
              <a:rPr sz="3700" spc="-315" dirty="0">
                <a:latin typeface="Verdana"/>
                <a:cs typeface="Verdana"/>
              </a:rPr>
              <a:t> </a:t>
            </a:r>
            <a:r>
              <a:rPr sz="3700" spc="-10" dirty="0">
                <a:latin typeface="Verdana"/>
                <a:cs typeface="Verdana"/>
              </a:rPr>
              <a:t>aristas. </a:t>
            </a:r>
            <a:r>
              <a:rPr sz="3700" spc="-75" dirty="0">
                <a:latin typeface="Verdana"/>
                <a:cs typeface="Verdana"/>
              </a:rPr>
              <a:t>Grafos</a:t>
            </a:r>
            <a:r>
              <a:rPr sz="3700" spc="-310" dirty="0">
                <a:latin typeface="Verdana"/>
                <a:cs typeface="Verdana"/>
              </a:rPr>
              <a:t> </a:t>
            </a:r>
            <a:r>
              <a:rPr sz="3700" spc="-80" dirty="0">
                <a:latin typeface="Verdana"/>
                <a:cs typeface="Verdana"/>
              </a:rPr>
              <a:t>Dirigidos:</a:t>
            </a:r>
            <a:r>
              <a:rPr sz="3700" spc="-310" dirty="0">
                <a:latin typeface="Verdana"/>
                <a:cs typeface="Verdana"/>
              </a:rPr>
              <a:t> </a:t>
            </a:r>
            <a:r>
              <a:rPr sz="3700" spc="-50" dirty="0">
                <a:latin typeface="Verdana"/>
                <a:cs typeface="Verdana"/>
              </a:rPr>
              <a:t>Las</a:t>
            </a:r>
            <a:r>
              <a:rPr sz="3700" spc="-310" dirty="0">
                <a:latin typeface="Verdana"/>
                <a:cs typeface="Verdana"/>
              </a:rPr>
              <a:t> </a:t>
            </a:r>
            <a:r>
              <a:rPr sz="3700" spc="-95" dirty="0">
                <a:latin typeface="Verdana"/>
                <a:cs typeface="Verdana"/>
              </a:rPr>
              <a:t>aristas</a:t>
            </a:r>
            <a:r>
              <a:rPr sz="3700" spc="-310" dirty="0">
                <a:latin typeface="Verdana"/>
                <a:cs typeface="Verdana"/>
              </a:rPr>
              <a:t> </a:t>
            </a:r>
            <a:r>
              <a:rPr sz="3700" spc="50" dirty="0">
                <a:latin typeface="Verdana"/>
                <a:cs typeface="Verdana"/>
              </a:rPr>
              <a:t>tienen</a:t>
            </a:r>
            <a:r>
              <a:rPr sz="3700" spc="-310" dirty="0">
                <a:latin typeface="Verdana"/>
                <a:cs typeface="Verdana"/>
              </a:rPr>
              <a:t> </a:t>
            </a:r>
            <a:r>
              <a:rPr sz="3700" spc="75" dirty="0">
                <a:latin typeface="Verdana"/>
                <a:cs typeface="Verdana"/>
              </a:rPr>
              <a:t>una</a:t>
            </a:r>
            <a:r>
              <a:rPr sz="3700" spc="-310" dirty="0">
                <a:latin typeface="Verdana"/>
                <a:cs typeface="Verdana"/>
              </a:rPr>
              <a:t> </a:t>
            </a:r>
            <a:r>
              <a:rPr sz="3700" spc="50" dirty="0">
                <a:latin typeface="Verdana"/>
                <a:cs typeface="Verdana"/>
              </a:rPr>
              <a:t>dirección</a:t>
            </a:r>
            <a:r>
              <a:rPr sz="3700" spc="-310" dirty="0">
                <a:latin typeface="Verdana"/>
                <a:cs typeface="Verdana"/>
              </a:rPr>
              <a:t> </a:t>
            </a:r>
            <a:r>
              <a:rPr sz="3700" dirty="0">
                <a:latin typeface="Verdana"/>
                <a:cs typeface="Verdana"/>
              </a:rPr>
              <a:t>(indicado</a:t>
            </a:r>
            <a:r>
              <a:rPr sz="3700" spc="-310" dirty="0">
                <a:latin typeface="Verdana"/>
                <a:cs typeface="Verdana"/>
              </a:rPr>
              <a:t> </a:t>
            </a:r>
            <a:r>
              <a:rPr sz="3700" spc="85" dirty="0">
                <a:latin typeface="Verdana"/>
                <a:cs typeface="Verdana"/>
              </a:rPr>
              <a:t>con </a:t>
            </a:r>
            <a:r>
              <a:rPr sz="3700" spc="-25" dirty="0">
                <a:latin typeface="Verdana"/>
                <a:cs typeface="Verdana"/>
              </a:rPr>
              <a:t>flechas).</a:t>
            </a:r>
            <a:endParaRPr sz="3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2" y="4573688"/>
            <a:ext cx="4138929" cy="5713730"/>
          </a:xfrm>
          <a:custGeom>
            <a:avLst/>
            <a:gdLst/>
            <a:ahLst/>
            <a:cxnLst/>
            <a:rect l="l" t="t" r="r" b="b"/>
            <a:pathLst>
              <a:path w="4138929" h="5713730">
                <a:moveTo>
                  <a:pt x="4138549" y="5713311"/>
                </a:moveTo>
                <a:lnTo>
                  <a:pt x="0" y="5713311"/>
                </a:lnTo>
                <a:lnTo>
                  <a:pt x="31" y="0"/>
                </a:lnTo>
                <a:lnTo>
                  <a:pt x="38539" y="34069"/>
                </a:lnTo>
                <a:lnTo>
                  <a:pt x="76459" y="68628"/>
                </a:lnTo>
                <a:lnTo>
                  <a:pt x="113827" y="103737"/>
                </a:lnTo>
                <a:lnTo>
                  <a:pt x="150584" y="139455"/>
                </a:lnTo>
                <a:lnTo>
                  <a:pt x="186670" y="175843"/>
                </a:lnTo>
                <a:lnTo>
                  <a:pt x="222027" y="212963"/>
                </a:lnTo>
                <a:lnTo>
                  <a:pt x="256596" y="250873"/>
                </a:lnTo>
                <a:lnTo>
                  <a:pt x="290317" y="289635"/>
                </a:lnTo>
                <a:lnTo>
                  <a:pt x="323131" y="329309"/>
                </a:lnTo>
                <a:lnTo>
                  <a:pt x="354980" y="369955"/>
                </a:lnTo>
                <a:lnTo>
                  <a:pt x="385804" y="411634"/>
                </a:lnTo>
                <a:lnTo>
                  <a:pt x="415544" y="454406"/>
                </a:lnTo>
                <a:lnTo>
                  <a:pt x="442690" y="496075"/>
                </a:lnTo>
                <a:lnTo>
                  <a:pt x="468522" y="538377"/>
                </a:lnTo>
                <a:lnTo>
                  <a:pt x="493069" y="581289"/>
                </a:lnTo>
                <a:lnTo>
                  <a:pt x="516362" y="624785"/>
                </a:lnTo>
                <a:lnTo>
                  <a:pt x="538428" y="668841"/>
                </a:lnTo>
                <a:lnTo>
                  <a:pt x="559299" y="713434"/>
                </a:lnTo>
                <a:lnTo>
                  <a:pt x="579002" y="758537"/>
                </a:lnTo>
                <a:lnTo>
                  <a:pt x="597568" y="804129"/>
                </a:lnTo>
                <a:lnTo>
                  <a:pt x="615026" y="850183"/>
                </a:lnTo>
                <a:lnTo>
                  <a:pt x="631405" y="896675"/>
                </a:lnTo>
                <a:lnTo>
                  <a:pt x="646735" y="943581"/>
                </a:lnTo>
                <a:lnTo>
                  <a:pt x="661046" y="990878"/>
                </a:lnTo>
                <a:lnTo>
                  <a:pt x="674366" y="1038539"/>
                </a:lnTo>
                <a:lnTo>
                  <a:pt x="686725" y="1086542"/>
                </a:lnTo>
                <a:lnTo>
                  <a:pt x="698153" y="1134861"/>
                </a:lnTo>
                <a:lnTo>
                  <a:pt x="708679" y="1183473"/>
                </a:lnTo>
                <a:lnTo>
                  <a:pt x="718332" y="1232353"/>
                </a:lnTo>
                <a:lnTo>
                  <a:pt x="727142" y="1281476"/>
                </a:lnTo>
                <a:lnTo>
                  <a:pt x="735138" y="1330818"/>
                </a:lnTo>
                <a:lnTo>
                  <a:pt x="742351" y="1380355"/>
                </a:lnTo>
                <a:lnTo>
                  <a:pt x="748808" y="1430063"/>
                </a:lnTo>
                <a:lnTo>
                  <a:pt x="754540" y="1479917"/>
                </a:lnTo>
                <a:lnTo>
                  <a:pt x="759575" y="1529892"/>
                </a:lnTo>
                <a:lnTo>
                  <a:pt x="763945" y="1579965"/>
                </a:lnTo>
                <a:lnTo>
                  <a:pt x="767677" y="1630111"/>
                </a:lnTo>
                <a:lnTo>
                  <a:pt x="770801" y="1680306"/>
                </a:lnTo>
                <a:lnTo>
                  <a:pt x="773347" y="1730524"/>
                </a:lnTo>
                <a:lnTo>
                  <a:pt x="775344" y="1780743"/>
                </a:lnTo>
                <a:lnTo>
                  <a:pt x="776822" y="1830938"/>
                </a:lnTo>
                <a:lnTo>
                  <a:pt x="777810" y="1881083"/>
                </a:lnTo>
                <a:lnTo>
                  <a:pt x="778338" y="1931156"/>
                </a:lnTo>
                <a:lnTo>
                  <a:pt x="778434" y="1981131"/>
                </a:lnTo>
                <a:lnTo>
                  <a:pt x="778128" y="2030984"/>
                </a:lnTo>
                <a:lnTo>
                  <a:pt x="777475" y="2080785"/>
                </a:lnTo>
                <a:lnTo>
                  <a:pt x="775334" y="2180478"/>
                </a:lnTo>
                <a:lnTo>
                  <a:pt x="772320" y="2280271"/>
                </a:lnTo>
                <a:lnTo>
                  <a:pt x="766795" y="2430087"/>
                </a:lnTo>
                <a:lnTo>
                  <a:pt x="759063" y="2629940"/>
                </a:lnTo>
                <a:lnTo>
                  <a:pt x="755689" y="2729846"/>
                </a:lnTo>
                <a:lnTo>
                  <a:pt x="753027" y="2829704"/>
                </a:lnTo>
                <a:lnTo>
                  <a:pt x="752053" y="2879607"/>
                </a:lnTo>
                <a:lnTo>
                  <a:pt x="751365" y="2929486"/>
                </a:lnTo>
                <a:lnTo>
                  <a:pt x="750999" y="2979341"/>
                </a:lnTo>
                <a:lnTo>
                  <a:pt x="750991" y="3029166"/>
                </a:lnTo>
                <a:lnTo>
                  <a:pt x="751377" y="3078958"/>
                </a:lnTo>
                <a:lnTo>
                  <a:pt x="752192" y="3128715"/>
                </a:lnTo>
                <a:lnTo>
                  <a:pt x="753474" y="3178433"/>
                </a:lnTo>
                <a:lnTo>
                  <a:pt x="755258" y="3228108"/>
                </a:lnTo>
                <a:lnTo>
                  <a:pt x="757580" y="3277737"/>
                </a:lnTo>
                <a:lnTo>
                  <a:pt x="760476" y="3327317"/>
                </a:lnTo>
                <a:lnTo>
                  <a:pt x="763983" y="3376844"/>
                </a:lnTo>
                <a:lnTo>
                  <a:pt x="768135" y="3426316"/>
                </a:lnTo>
                <a:lnTo>
                  <a:pt x="772969" y="3475727"/>
                </a:lnTo>
                <a:lnTo>
                  <a:pt x="778521" y="3525076"/>
                </a:lnTo>
                <a:lnTo>
                  <a:pt x="784827" y="3574359"/>
                </a:lnTo>
                <a:lnTo>
                  <a:pt x="791923" y="3623572"/>
                </a:lnTo>
                <a:lnTo>
                  <a:pt x="799846" y="3672713"/>
                </a:lnTo>
                <a:lnTo>
                  <a:pt x="808347" y="3720579"/>
                </a:lnTo>
                <a:lnTo>
                  <a:pt x="817830" y="3768405"/>
                </a:lnTo>
                <a:lnTo>
                  <a:pt x="828298" y="3816144"/>
                </a:lnTo>
                <a:lnTo>
                  <a:pt x="839757" y="3863748"/>
                </a:lnTo>
                <a:lnTo>
                  <a:pt x="852210" y="3911171"/>
                </a:lnTo>
                <a:lnTo>
                  <a:pt x="865662" y="3958366"/>
                </a:lnTo>
                <a:lnTo>
                  <a:pt x="880118" y="4005286"/>
                </a:lnTo>
                <a:lnTo>
                  <a:pt x="895581" y="4051886"/>
                </a:lnTo>
                <a:lnTo>
                  <a:pt x="912057" y="4098117"/>
                </a:lnTo>
                <a:lnTo>
                  <a:pt x="929549" y="4143934"/>
                </a:lnTo>
                <a:lnTo>
                  <a:pt x="948062" y="4189289"/>
                </a:lnTo>
                <a:lnTo>
                  <a:pt x="967601" y="4234136"/>
                </a:lnTo>
                <a:lnTo>
                  <a:pt x="988170" y="4278428"/>
                </a:lnTo>
                <a:lnTo>
                  <a:pt x="1009773" y="4322118"/>
                </a:lnTo>
                <a:lnTo>
                  <a:pt x="1032415" y="4365160"/>
                </a:lnTo>
                <a:lnTo>
                  <a:pt x="1056100" y="4407507"/>
                </a:lnTo>
                <a:lnTo>
                  <a:pt x="1080833" y="4449111"/>
                </a:lnTo>
                <a:lnTo>
                  <a:pt x="1106618" y="4489927"/>
                </a:lnTo>
                <a:lnTo>
                  <a:pt x="1133459" y="4529908"/>
                </a:lnTo>
                <a:lnTo>
                  <a:pt x="1161361" y="4569006"/>
                </a:lnTo>
                <a:lnTo>
                  <a:pt x="1190329" y="4607175"/>
                </a:lnTo>
                <a:lnTo>
                  <a:pt x="1220366" y="4644369"/>
                </a:lnTo>
                <a:lnTo>
                  <a:pt x="1251477" y="4680540"/>
                </a:lnTo>
                <a:lnTo>
                  <a:pt x="1283667" y="4715642"/>
                </a:lnTo>
                <a:lnTo>
                  <a:pt x="1316940" y="4749629"/>
                </a:lnTo>
                <a:lnTo>
                  <a:pt x="1351300" y="4782452"/>
                </a:lnTo>
                <a:lnTo>
                  <a:pt x="1386752" y="4814067"/>
                </a:lnTo>
                <a:lnTo>
                  <a:pt x="1423301" y="4844425"/>
                </a:lnTo>
                <a:lnTo>
                  <a:pt x="1460949" y="4873480"/>
                </a:lnTo>
                <a:lnTo>
                  <a:pt x="1499703" y="4901186"/>
                </a:lnTo>
                <a:lnTo>
                  <a:pt x="1539567" y="4927495"/>
                </a:lnTo>
                <a:lnTo>
                  <a:pt x="1580544" y="4952361"/>
                </a:lnTo>
                <a:lnTo>
                  <a:pt x="1622640" y="4975737"/>
                </a:lnTo>
                <a:lnTo>
                  <a:pt x="1665859" y="4997577"/>
                </a:lnTo>
                <a:lnTo>
                  <a:pt x="1710653" y="5017896"/>
                </a:lnTo>
                <a:lnTo>
                  <a:pt x="1755987" y="5036442"/>
                </a:lnTo>
                <a:lnTo>
                  <a:pt x="1801828" y="5053323"/>
                </a:lnTo>
                <a:lnTo>
                  <a:pt x="1848143" y="5068647"/>
                </a:lnTo>
                <a:lnTo>
                  <a:pt x="1894899" y="5082521"/>
                </a:lnTo>
                <a:lnTo>
                  <a:pt x="1942062" y="5095053"/>
                </a:lnTo>
                <a:lnTo>
                  <a:pt x="1989600" y="5106350"/>
                </a:lnTo>
                <a:lnTo>
                  <a:pt x="2037479" y="5116519"/>
                </a:lnTo>
                <a:lnTo>
                  <a:pt x="2085668" y="5125669"/>
                </a:lnTo>
                <a:lnTo>
                  <a:pt x="2134132" y="5133905"/>
                </a:lnTo>
                <a:lnTo>
                  <a:pt x="2182838" y="5141337"/>
                </a:lnTo>
                <a:lnTo>
                  <a:pt x="2231755" y="5148072"/>
                </a:lnTo>
                <a:lnTo>
                  <a:pt x="2280848" y="5154216"/>
                </a:lnTo>
                <a:lnTo>
                  <a:pt x="2330084" y="5159878"/>
                </a:lnTo>
                <a:lnTo>
                  <a:pt x="2725183" y="5200700"/>
                </a:lnTo>
                <a:lnTo>
                  <a:pt x="2774226" y="5206856"/>
                </a:lnTo>
                <a:lnTo>
                  <a:pt x="2823082" y="5213604"/>
                </a:lnTo>
                <a:lnTo>
                  <a:pt x="2873234" y="5221226"/>
                </a:lnTo>
                <a:lnTo>
                  <a:pt x="2923234" y="5229665"/>
                </a:lnTo>
                <a:lnTo>
                  <a:pt x="2973072" y="5238913"/>
                </a:lnTo>
                <a:lnTo>
                  <a:pt x="3022740" y="5248964"/>
                </a:lnTo>
                <a:lnTo>
                  <a:pt x="3072228" y="5259811"/>
                </a:lnTo>
                <a:lnTo>
                  <a:pt x="3121526" y="5271448"/>
                </a:lnTo>
                <a:lnTo>
                  <a:pt x="3170624" y="5283866"/>
                </a:lnTo>
                <a:lnTo>
                  <a:pt x="3219513" y="5297061"/>
                </a:lnTo>
                <a:lnTo>
                  <a:pt x="3268183" y="5311024"/>
                </a:lnTo>
                <a:lnTo>
                  <a:pt x="3316624" y="5325749"/>
                </a:lnTo>
                <a:lnTo>
                  <a:pt x="3364828" y="5341229"/>
                </a:lnTo>
                <a:lnTo>
                  <a:pt x="3412784" y="5357458"/>
                </a:lnTo>
                <a:lnTo>
                  <a:pt x="3460482" y="5374429"/>
                </a:lnTo>
                <a:lnTo>
                  <a:pt x="3507914" y="5392134"/>
                </a:lnTo>
                <a:lnTo>
                  <a:pt x="3555069" y="5410567"/>
                </a:lnTo>
                <a:lnTo>
                  <a:pt x="3601938" y="5429721"/>
                </a:lnTo>
                <a:lnTo>
                  <a:pt x="3648512" y="5449590"/>
                </a:lnTo>
                <a:lnTo>
                  <a:pt x="3694780" y="5470166"/>
                </a:lnTo>
                <a:lnTo>
                  <a:pt x="3740733" y="5491443"/>
                </a:lnTo>
                <a:lnTo>
                  <a:pt x="3786361" y="5513414"/>
                </a:lnTo>
                <a:lnTo>
                  <a:pt x="3831655" y="5536073"/>
                </a:lnTo>
                <a:lnTo>
                  <a:pt x="3876605" y="5559411"/>
                </a:lnTo>
                <a:lnTo>
                  <a:pt x="3921202" y="5583423"/>
                </a:lnTo>
                <a:lnTo>
                  <a:pt x="3965436" y="5608102"/>
                </a:lnTo>
                <a:lnTo>
                  <a:pt x="4009297" y="5633441"/>
                </a:lnTo>
                <a:lnTo>
                  <a:pt x="4052776" y="5659433"/>
                </a:lnTo>
                <a:lnTo>
                  <a:pt x="4095863" y="5686071"/>
                </a:lnTo>
                <a:lnTo>
                  <a:pt x="4138549" y="5713311"/>
                </a:lnTo>
                <a:close/>
              </a:path>
            </a:pathLst>
          </a:custGeom>
          <a:solidFill>
            <a:srgbClr val="D97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9671" y="8009418"/>
            <a:ext cx="152654" cy="1526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9671" y="8666644"/>
            <a:ext cx="152654" cy="15265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461738" y="-32"/>
            <a:ext cx="8826500" cy="2707640"/>
          </a:xfrm>
          <a:custGeom>
            <a:avLst/>
            <a:gdLst/>
            <a:ahLst/>
            <a:cxnLst/>
            <a:rect l="l" t="t" r="r" b="b"/>
            <a:pathLst>
              <a:path w="8826500" h="2707640">
                <a:moveTo>
                  <a:pt x="2270251" y="918971"/>
                </a:moveTo>
                <a:lnTo>
                  <a:pt x="2220386" y="918605"/>
                </a:lnTo>
                <a:lnTo>
                  <a:pt x="2170535" y="917507"/>
                </a:lnTo>
                <a:lnTo>
                  <a:pt x="2120710" y="915676"/>
                </a:lnTo>
                <a:lnTo>
                  <a:pt x="2070921" y="913111"/>
                </a:lnTo>
                <a:lnTo>
                  <a:pt x="2021245" y="909817"/>
                </a:lnTo>
                <a:lnTo>
                  <a:pt x="1971665" y="905792"/>
                </a:lnTo>
                <a:lnTo>
                  <a:pt x="1922183" y="901038"/>
                </a:lnTo>
                <a:lnTo>
                  <a:pt x="1872810" y="895555"/>
                </a:lnTo>
                <a:lnTo>
                  <a:pt x="1823556" y="889343"/>
                </a:lnTo>
                <a:lnTo>
                  <a:pt x="1774433" y="882403"/>
                </a:lnTo>
                <a:lnTo>
                  <a:pt x="1724376" y="874567"/>
                </a:lnTo>
                <a:lnTo>
                  <a:pt x="1675286" y="866112"/>
                </a:lnTo>
                <a:lnTo>
                  <a:pt x="1626334" y="856917"/>
                </a:lnTo>
                <a:lnTo>
                  <a:pt x="1577531" y="846983"/>
                </a:lnTo>
                <a:lnTo>
                  <a:pt x="1528889" y="836308"/>
                </a:lnTo>
                <a:lnTo>
                  <a:pt x="1480418" y="824893"/>
                </a:lnTo>
                <a:lnTo>
                  <a:pt x="1432130" y="812736"/>
                </a:lnTo>
                <a:lnTo>
                  <a:pt x="1384036" y="799836"/>
                </a:lnTo>
                <a:lnTo>
                  <a:pt x="1336147" y="786194"/>
                </a:lnTo>
                <a:lnTo>
                  <a:pt x="1288474" y="771808"/>
                </a:lnTo>
                <a:lnTo>
                  <a:pt x="1241029" y="756678"/>
                </a:lnTo>
                <a:lnTo>
                  <a:pt x="1193823" y="740804"/>
                </a:lnTo>
                <a:lnTo>
                  <a:pt x="1146867" y="724184"/>
                </a:lnTo>
                <a:lnTo>
                  <a:pt x="1100173" y="706819"/>
                </a:lnTo>
                <a:lnTo>
                  <a:pt x="1053751" y="688706"/>
                </a:lnTo>
                <a:lnTo>
                  <a:pt x="1007613" y="669847"/>
                </a:lnTo>
                <a:lnTo>
                  <a:pt x="961770" y="650240"/>
                </a:lnTo>
                <a:lnTo>
                  <a:pt x="915416" y="629535"/>
                </a:lnTo>
                <a:lnTo>
                  <a:pt x="869422" y="608077"/>
                </a:lnTo>
                <a:lnTo>
                  <a:pt x="823796" y="585876"/>
                </a:lnTo>
                <a:lnTo>
                  <a:pt x="778546" y="562940"/>
                </a:lnTo>
                <a:lnTo>
                  <a:pt x="733678" y="539280"/>
                </a:lnTo>
                <a:lnTo>
                  <a:pt x="689200" y="514904"/>
                </a:lnTo>
                <a:lnTo>
                  <a:pt x="645120" y="489822"/>
                </a:lnTo>
                <a:lnTo>
                  <a:pt x="601445" y="464042"/>
                </a:lnTo>
                <a:lnTo>
                  <a:pt x="558183" y="437575"/>
                </a:lnTo>
                <a:lnTo>
                  <a:pt x="515341" y="410429"/>
                </a:lnTo>
                <a:lnTo>
                  <a:pt x="472926" y="382614"/>
                </a:lnTo>
                <a:lnTo>
                  <a:pt x="430946" y="354139"/>
                </a:lnTo>
                <a:lnTo>
                  <a:pt x="389408" y="325013"/>
                </a:lnTo>
                <a:lnTo>
                  <a:pt x="348320" y="295245"/>
                </a:lnTo>
                <a:lnTo>
                  <a:pt x="307689" y="264846"/>
                </a:lnTo>
                <a:lnTo>
                  <a:pt x="267523" y="233823"/>
                </a:lnTo>
                <a:lnTo>
                  <a:pt x="227830" y="202187"/>
                </a:lnTo>
                <a:lnTo>
                  <a:pt x="188615" y="169946"/>
                </a:lnTo>
                <a:lnTo>
                  <a:pt x="149888" y="137110"/>
                </a:lnTo>
                <a:lnTo>
                  <a:pt x="111656" y="103688"/>
                </a:lnTo>
                <a:lnTo>
                  <a:pt x="73925" y="69689"/>
                </a:lnTo>
                <a:lnTo>
                  <a:pt x="36704" y="35123"/>
                </a:lnTo>
                <a:lnTo>
                  <a:pt x="0" y="0"/>
                </a:lnTo>
                <a:lnTo>
                  <a:pt x="4742813" y="0"/>
                </a:lnTo>
                <a:lnTo>
                  <a:pt x="4695930" y="20737"/>
                </a:lnTo>
                <a:lnTo>
                  <a:pt x="4649569" y="42778"/>
                </a:lnTo>
                <a:lnTo>
                  <a:pt x="4603681" y="66003"/>
                </a:lnTo>
                <a:lnTo>
                  <a:pt x="4558218" y="90290"/>
                </a:lnTo>
                <a:lnTo>
                  <a:pt x="4513132" y="115518"/>
                </a:lnTo>
                <a:lnTo>
                  <a:pt x="4468376" y="141567"/>
                </a:lnTo>
                <a:lnTo>
                  <a:pt x="4423901" y="168315"/>
                </a:lnTo>
                <a:lnTo>
                  <a:pt x="4379660" y="195641"/>
                </a:lnTo>
                <a:lnTo>
                  <a:pt x="4335604" y="223424"/>
                </a:lnTo>
                <a:lnTo>
                  <a:pt x="4072481" y="392953"/>
                </a:lnTo>
                <a:lnTo>
                  <a:pt x="4028381" y="420550"/>
                </a:lnTo>
                <a:lnTo>
                  <a:pt x="3984084" y="447636"/>
                </a:lnTo>
                <a:lnTo>
                  <a:pt x="3939540" y="474090"/>
                </a:lnTo>
                <a:lnTo>
                  <a:pt x="3896185" y="499033"/>
                </a:lnTo>
                <a:lnTo>
                  <a:pt x="3852451" y="523262"/>
                </a:lnTo>
                <a:lnTo>
                  <a:pt x="3808349" y="546778"/>
                </a:lnTo>
                <a:lnTo>
                  <a:pt x="3763892" y="569580"/>
                </a:lnTo>
                <a:lnTo>
                  <a:pt x="3719089" y="591667"/>
                </a:lnTo>
                <a:lnTo>
                  <a:pt x="3673952" y="613039"/>
                </a:lnTo>
                <a:lnTo>
                  <a:pt x="3628493" y="633695"/>
                </a:lnTo>
                <a:lnTo>
                  <a:pt x="3582722" y="653634"/>
                </a:lnTo>
                <a:lnTo>
                  <a:pt x="3536651" y="672857"/>
                </a:lnTo>
                <a:lnTo>
                  <a:pt x="3490291" y="691362"/>
                </a:lnTo>
                <a:lnTo>
                  <a:pt x="3443654" y="709148"/>
                </a:lnTo>
                <a:lnTo>
                  <a:pt x="3396750" y="726216"/>
                </a:lnTo>
                <a:lnTo>
                  <a:pt x="3349591" y="742564"/>
                </a:lnTo>
                <a:lnTo>
                  <a:pt x="3302188" y="758192"/>
                </a:lnTo>
                <a:lnTo>
                  <a:pt x="3254552" y="773100"/>
                </a:lnTo>
                <a:lnTo>
                  <a:pt x="3206694" y="787286"/>
                </a:lnTo>
                <a:lnTo>
                  <a:pt x="3158627" y="800750"/>
                </a:lnTo>
                <a:lnTo>
                  <a:pt x="3110360" y="813492"/>
                </a:lnTo>
                <a:lnTo>
                  <a:pt x="3061905" y="825511"/>
                </a:lnTo>
                <a:lnTo>
                  <a:pt x="3013274" y="836805"/>
                </a:lnTo>
                <a:lnTo>
                  <a:pt x="2964477" y="847376"/>
                </a:lnTo>
                <a:lnTo>
                  <a:pt x="2915527" y="857222"/>
                </a:lnTo>
                <a:lnTo>
                  <a:pt x="2866433" y="866342"/>
                </a:lnTo>
                <a:lnTo>
                  <a:pt x="2817208" y="874736"/>
                </a:lnTo>
                <a:lnTo>
                  <a:pt x="2767862" y="882403"/>
                </a:lnTo>
                <a:lnTo>
                  <a:pt x="2718407" y="889343"/>
                </a:lnTo>
                <a:lnTo>
                  <a:pt x="2668854" y="895555"/>
                </a:lnTo>
                <a:lnTo>
                  <a:pt x="2619214" y="901038"/>
                </a:lnTo>
                <a:lnTo>
                  <a:pt x="2569499" y="905792"/>
                </a:lnTo>
                <a:lnTo>
                  <a:pt x="2519720" y="909817"/>
                </a:lnTo>
                <a:lnTo>
                  <a:pt x="2469876" y="913111"/>
                </a:lnTo>
                <a:lnTo>
                  <a:pt x="2419954" y="915676"/>
                </a:lnTo>
                <a:lnTo>
                  <a:pt x="2370027" y="917507"/>
                </a:lnTo>
                <a:lnTo>
                  <a:pt x="2320095" y="918605"/>
                </a:lnTo>
                <a:lnTo>
                  <a:pt x="2270251" y="918971"/>
                </a:lnTo>
                <a:close/>
              </a:path>
              <a:path w="8826500" h="2707640">
                <a:moveTo>
                  <a:pt x="8826246" y="2707132"/>
                </a:moveTo>
                <a:lnTo>
                  <a:pt x="8788271" y="2695574"/>
                </a:lnTo>
                <a:lnTo>
                  <a:pt x="8741080" y="2679918"/>
                </a:lnTo>
                <a:lnTo>
                  <a:pt x="8694520" y="2662946"/>
                </a:lnTo>
                <a:lnTo>
                  <a:pt x="8648585" y="2644695"/>
                </a:lnTo>
                <a:lnTo>
                  <a:pt x="8603266" y="2625204"/>
                </a:lnTo>
                <a:lnTo>
                  <a:pt x="8558556" y="2604509"/>
                </a:lnTo>
                <a:lnTo>
                  <a:pt x="8514446" y="2582648"/>
                </a:lnTo>
                <a:lnTo>
                  <a:pt x="8470930" y="2559659"/>
                </a:lnTo>
                <a:lnTo>
                  <a:pt x="8427998" y="2535579"/>
                </a:lnTo>
                <a:lnTo>
                  <a:pt x="8385644" y="2510445"/>
                </a:lnTo>
                <a:lnTo>
                  <a:pt x="8343860" y="2484296"/>
                </a:lnTo>
                <a:lnTo>
                  <a:pt x="8302637" y="2457167"/>
                </a:lnTo>
                <a:lnTo>
                  <a:pt x="8261969" y="2429098"/>
                </a:lnTo>
                <a:lnTo>
                  <a:pt x="8221847" y="2400125"/>
                </a:lnTo>
                <a:lnTo>
                  <a:pt x="8182264" y="2370285"/>
                </a:lnTo>
                <a:lnTo>
                  <a:pt x="8143212" y="2339617"/>
                </a:lnTo>
                <a:lnTo>
                  <a:pt x="8104683" y="2308158"/>
                </a:lnTo>
                <a:lnTo>
                  <a:pt x="8066669" y="2275945"/>
                </a:lnTo>
                <a:lnTo>
                  <a:pt x="8029163" y="2243015"/>
                </a:lnTo>
                <a:lnTo>
                  <a:pt x="7992157" y="2209407"/>
                </a:lnTo>
                <a:lnTo>
                  <a:pt x="7955643" y="2175157"/>
                </a:lnTo>
                <a:lnTo>
                  <a:pt x="7919613" y="2140303"/>
                </a:lnTo>
                <a:lnTo>
                  <a:pt x="7884060" y="2104883"/>
                </a:lnTo>
                <a:lnTo>
                  <a:pt x="7848975" y="2068934"/>
                </a:lnTo>
                <a:lnTo>
                  <a:pt x="7814352" y="2032494"/>
                </a:lnTo>
                <a:lnTo>
                  <a:pt x="7780182" y="1995599"/>
                </a:lnTo>
                <a:lnTo>
                  <a:pt x="7746457" y="1958288"/>
                </a:lnTo>
                <a:lnTo>
                  <a:pt x="7713170" y="1920597"/>
                </a:lnTo>
                <a:lnTo>
                  <a:pt x="7680313" y="1882565"/>
                </a:lnTo>
                <a:lnTo>
                  <a:pt x="7647879" y="1844229"/>
                </a:lnTo>
                <a:lnTo>
                  <a:pt x="7615859" y="1805626"/>
                </a:lnTo>
                <a:lnTo>
                  <a:pt x="7584245" y="1766794"/>
                </a:lnTo>
                <a:lnTo>
                  <a:pt x="7553031" y="1727770"/>
                </a:lnTo>
                <a:lnTo>
                  <a:pt x="7522208" y="1688591"/>
                </a:lnTo>
                <a:lnTo>
                  <a:pt x="7491690" y="1649237"/>
                </a:lnTo>
                <a:lnTo>
                  <a:pt x="7461378" y="1609678"/>
                </a:lnTo>
                <a:lnTo>
                  <a:pt x="7431246" y="1569939"/>
                </a:lnTo>
                <a:lnTo>
                  <a:pt x="7401269" y="1530045"/>
                </a:lnTo>
                <a:lnTo>
                  <a:pt x="7341674" y="1449891"/>
                </a:lnTo>
                <a:lnTo>
                  <a:pt x="7134129" y="1168149"/>
                </a:lnTo>
                <a:lnTo>
                  <a:pt x="7074269" y="1088134"/>
                </a:lnTo>
                <a:lnTo>
                  <a:pt x="7044116" y="1048332"/>
                </a:lnTo>
                <a:lnTo>
                  <a:pt x="7013779" y="1008700"/>
                </a:lnTo>
                <a:lnTo>
                  <a:pt x="6983233" y="969264"/>
                </a:lnTo>
                <a:lnTo>
                  <a:pt x="6952451" y="930049"/>
                </a:lnTo>
                <a:lnTo>
                  <a:pt x="6921407" y="891079"/>
                </a:lnTo>
                <a:lnTo>
                  <a:pt x="6890076" y="852379"/>
                </a:lnTo>
                <a:lnTo>
                  <a:pt x="6858431" y="813976"/>
                </a:lnTo>
                <a:lnTo>
                  <a:pt x="6826447" y="775893"/>
                </a:lnTo>
                <a:lnTo>
                  <a:pt x="6794097" y="738155"/>
                </a:lnTo>
                <a:lnTo>
                  <a:pt x="6761355" y="700789"/>
                </a:lnTo>
                <a:lnTo>
                  <a:pt x="6728196" y="663818"/>
                </a:lnTo>
                <a:lnTo>
                  <a:pt x="6694593" y="627268"/>
                </a:lnTo>
                <a:lnTo>
                  <a:pt x="6660521" y="591165"/>
                </a:lnTo>
                <a:lnTo>
                  <a:pt x="6625953" y="555532"/>
                </a:lnTo>
                <a:lnTo>
                  <a:pt x="6590863" y="520395"/>
                </a:lnTo>
                <a:lnTo>
                  <a:pt x="6555226" y="485779"/>
                </a:lnTo>
                <a:lnTo>
                  <a:pt x="6519016" y="451709"/>
                </a:lnTo>
                <a:lnTo>
                  <a:pt x="6482206" y="418211"/>
                </a:lnTo>
                <a:lnTo>
                  <a:pt x="6445289" y="385712"/>
                </a:lnTo>
                <a:lnTo>
                  <a:pt x="6407613" y="353870"/>
                </a:lnTo>
                <a:lnTo>
                  <a:pt x="6369204" y="322726"/>
                </a:lnTo>
                <a:lnTo>
                  <a:pt x="6330089" y="292322"/>
                </a:lnTo>
                <a:lnTo>
                  <a:pt x="6290295" y="262697"/>
                </a:lnTo>
                <a:lnTo>
                  <a:pt x="6249848" y="233893"/>
                </a:lnTo>
                <a:lnTo>
                  <a:pt x="6208775" y="205950"/>
                </a:lnTo>
                <a:lnTo>
                  <a:pt x="6167103" y="178911"/>
                </a:lnTo>
                <a:lnTo>
                  <a:pt x="6124857" y="152815"/>
                </a:lnTo>
                <a:lnTo>
                  <a:pt x="6082065" y="127703"/>
                </a:lnTo>
                <a:lnTo>
                  <a:pt x="6038753" y="103617"/>
                </a:lnTo>
                <a:lnTo>
                  <a:pt x="5994948" y="80597"/>
                </a:lnTo>
                <a:lnTo>
                  <a:pt x="5950677" y="58684"/>
                </a:lnTo>
                <a:lnTo>
                  <a:pt x="5905965" y="37920"/>
                </a:lnTo>
                <a:lnTo>
                  <a:pt x="5860840" y="18345"/>
                </a:lnTo>
                <a:lnTo>
                  <a:pt x="5815328" y="0"/>
                </a:lnTo>
                <a:lnTo>
                  <a:pt x="8826246" y="0"/>
                </a:lnTo>
                <a:lnTo>
                  <a:pt x="8826246" y="2707132"/>
                </a:lnTo>
                <a:close/>
              </a:path>
            </a:pathLst>
          </a:custGeom>
          <a:solidFill>
            <a:srgbClr val="8286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9127" y="1168155"/>
            <a:ext cx="12272645" cy="4111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799"/>
              </a:lnSpc>
              <a:spcBef>
                <a:spcPts val="95"/>
              </a:spcBef>
            </a:pPr>
            <a:r>
              <a:rPr spc="700" dirty="0" err="1"/>
              <a:t>Representa</a:t>
            </a:r>
            <a:r>
              <a:rPr lang="es-419" spc="700" dirty="0"/>
              <a:t>c</a:t>
            </a:r>
            <a:r>
              <a:rPr spc="700" dirty="0" err="1"/>
              <a:t>ión</a:t>
            </a:r>
            <a:r>
              <a:rPr spc="-345" dirty="0"/>
              <a:t> </a:t>
            </a:r>
            <a:r>
              <a:rPr spc="235" dirty="0"/>
              <a:t>y </a:t>
            </a:r>
            <a:r>
              <a:rPr spc="425" dirty="0"/>
              <a:t>A</a:t>
            </a:r>
            <a:r>
              <a:rPr lang="es-419" spc="425" dirty="0"/>
              <a:t>c</a:t>
            </a:r>
            <a:r>
              <a:rPr spc="425" dirty="0" err="1"/>
              <a:t>tualiza</a:t>
            </a:r>
            <a:r>
              <a:rPr lang="es-419" spc="425" dirty="0"/>
              <a:t>c</a:t>
            </a:r>
            <a:r>
              <a:rPr spc="425" dirty="0" err="1"/>
              <a:t>ión</a:t>
            </a:r>
            <a:r>
              <a:rPr spc="-370" dirty="0"/>
              <a:t> </a:t>
            </a:r>
            <a:r>
              <a:rPr spc="680" dirty="0"/>
              <a:t>de</a:t>
            </a:r>
            <a:r>
              <a:rPr spc="-370" dirty="0"/>
              <a:t> </a:t>
            </a:r>
            <a:r>
              <a:rPr spc="740" dirty="0"/>
              <a:t>Listas </a:t>
            </a:r>
            <a:r>
              <a:rPr spc="600" dirty="0"/>
              <a:t>Enlazadas</a:t>
            </a:r>
            <a:r>
              <a:rPr spc="-380" dirty="0"/>
              <a:t> </a:t>
            </a:r>
            <a:r>
              <a:rPr spc="565" dirty="0"/>
              <a:t>Con</a:t>
            </a:r>
            <a:r>
              <a:rPr spc="-375" dirty="0"/>
              <a:t> </a:t>
            </a:r>
            <a:r>
              <a:rPr spc="555" dirty="0"/>
              <a:t>Graphviz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99127" y="5267924"/>
            <a:ext cx="15465425" cy="37071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90"/>
              </a:spcBef>
            </a:pPr>
            <a:r>
              <a:rPr sz="3700" spc="-65" dirty="0">
                <a:latin typeface="Verdana"/>
                <a:cs typeface="Verdana"/>
              </a:rPr>
              <a:t>Listas</a:t>
            </a:r>
            <a:r>
              <a:rPr sz="3700" spc="-295" dirty="0">
                <a:latin typeface="Verdana"/>
                <a:cs typeface="Verdana"/>
              </a:rPr>
              <a:t> </a:t>
            </a:r>
            <a:r>
              <a:rPr sz="3700" spc="-105" dirty="0">
                <a:latin typeface="Verdana"/>
                <a:cs typeface="Verdana"/>
              </a:rPr>
              <a:t>Enlazadas:</a:t>
            </a:r>
            <a:r>
              <a:rPr sz="3700" spc="-295" dirty="0">
                <a:latin typeface="Verdana"/>
                <a:cs typeface="Verdana"/>
              </a:rPr>
              <a:t> </a:t>
            </a:r>
            <a:r>
              <a:rPr sz="3700" spc="-10" dirty="0">
                <a:latin typeface="Verdana"/>
                <a:cs typeface="Verdana"/>
              </a:rPr>
              <a:t>Estructuras</a:t>
            </a:r>
            <a:r>
              <a:rPr sz="3700" spc="-295" dirty="0">
                <a:latin typeface="Verdana"/>
                <a:cs typeface="Verdana"/>
              </a:rPr>
              <a:t> </a:t>
            </a:r>
            <a:r>
              <a:rPr sz="3700" spc="110" dirty="0">
                <a:latin typeface="Verdana"/>
                <a:cs typeface="Verdana"/>
              </a:rPr>
              <a:t>de</a:t>
            </a:r>
            <a:r>
              <a:rPr sz="3700" spc="-290" dirty="0">
                <a:latin typeface="Verdana"/>
                <a:cs typeface="Verdana"/>
              </a:rPr>
              <a:t> </a:t>
            </a:r>
            <a:r>
              <a:rPr sz="3700" dirty="0">
                <a:latin typeface="Verdana"/>
                <a:cs typeface="Verdana"/>
              </a:rPr>
              <a:t>datos</a:t>
            </a:r>
            <a:r>
              <a:rPr sz="3700" spc="-295" dirty="0">
                <a:latin typeface="Verdana"/>
                <a:cs typeface="Verdana"/>
              </a:rPr>
              <a:t> </a:t>
            </a:r>
            <a:r>
              <a:rPr sz="3700" spc="120" dirty="0">
                <a:latin typeface="Verdana"/>
                <a:cs typeface="Verdana"/>
              </a:rPr>
              <a:t>donde</a:t>
            </a:r>
            <a:r>
              <a:rPr sz="3700" spc="-295" dirty="0">
                <a:latin typeface="Verdana"/>
                <a:cs typeface="Verdana"/>
              </a:rPr>
              <a:t> </a:t>
            </a:r>
            <a:r>
              <a:rPr sz="3700" dirty="0">
                <a:latin typeface="Verdana"/>
                <a:cs typeface="Verdana"/>
              </a:rPr>
              <a:t>cada</a:t>
            </a:r>
            <a:r>
              <a:rPr sz="3700" spc="-295" dirty="0">
                <a:latin typeface="Verdana"/>
                <a:cs typeface="Verdana"/>
              </a:rPr>
              <a:t> </a:t>
            </a:r>
            <a:r>
              <a:rPr sz="3700" spc="110" dirty="0">
                <a:latin typeface="Verdana"/>
                <a:cs typeface="Verdana"/>
              </a:rPr>
              <a:t>nodo</a:t>
            </a:r>
            <a:r>
              <a:rPr sz="3700" spc="-290" dirty="0">
                <a:latin typeface="Verdana"/>
                <a:cs typeface="Verdana"/>
              </a:rPr>
              <a:t> </a:t>
            </a:r>
            <a:r>
              <a:rPr sz="3700" spc="60" dirty="0">
                <a:latin typeface="Verdana"/>
                <a:cs typeface="Verdana"/>
              </a:rPr>
              <a:t>apunta</a:t>
            </a:r>
            <a:r>
              <a:rPr sz="3700" spc="-295" dirty="0">
                <a:latin typeface="Verdana"/>
                <a:cs typeface="Verdana"/>
              </a:rPr>
              <a:t> </a:t>
            </a:r>
            <a:r>
              <a:rPr sz="3700" spc="-25" dirty="0">
                <a:latin typeface="Verdana"/>
                <a:cs typeface="Verdana"/>
              </a:rPr>
              <a:t>al </a:t>
            </a:r>
            <a:r>
              <a:rPr sz="3700" spc="-10" dirty="0">
                <a:latin typeface="Verdana"/>
                <a:cs typeface="Verdana"/>
              </a:rPr>
              <a:t>siguiente.</a:t>
            </a:r>
            <a:endParaRPr sz="3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3700" dirty="0">
                <a:latin typeface="Verdana"/>
                <a:cs typeface="Verdana"/>
              </a:rPr>
              <a:t>Uso</a:t>
            </a:r>
            <a:r>
              <a:rPr sz="3700" spc="-300" dirty="0">
                <a:latin typeface="Verdana"/>
                <a:cs typeface="Verdana"/>
              </a:rPr>
              <a:t> </a:t>
            </a:r>
            <a:r>
              <a:rPr sz="3700" spc="110" dirty="0">
                <a:latin typeface="Verdana"/>
                <a:cs typeface="Verdana"/>
              </a:rPr>
              <a:t>de</a:t>
            </a:r>
            <a:r>
              <a:rPr sz="3700" spc="-295" dirty="0">
                <a:latin typeface="Verdana"/>
                <a:cs typeface="Verdana"/>
              </a:rPr>
              <a:t> </a:t>
            </a:r>
            <a:r>
              <a:rPr sz="3700" spc="-35" dirty="0">
                <a:latin typeface="Verdana"/>
                <a:cs typeface="Verdana"/>
              </a:rPr>
              <a:t>Graphviz</a:t>
            </a:r>
            <a:r>
              <a:rPr sz="3700" spc="-295" dirty="0">
                <a:latin typeface="Verdana"/>
                <a:cs typeface="Verdana"/>
              </a:rPr>
              <a:t> </a:t>
            </a:r>
            <a:r>
              <a:rPr sz="3700" spc="-20" dirty="0">
                <a:latin typeface="Verdana"/>
                <a:cs typeface="Verdana"/>
              </a:rPr>
              <a:t>para</a:t>
            </a:r>
            <a:r>
              <a:rPr sz="3700" spc="-295" dirty="0">
                <a:latin typeface="Verdana"/>
                <a:cs typeface="Verdana"/>
              </a:rPr>
              <a:t> </a:t>
            </a:r>
            <a:r>
              <a:rPr sz="3700" spc="-30" dirty="0">
                <a:latin typeface="Verdana"/>
                <a:cs typeface="Verdana"/>
              </a:rPr>
              <a:t>Visualizar:</a:t>
            </a:r>
            <a:endParaRPr sz="3700">
              <a:latin typeface="Verdana"/>
              <a:cs typeface="Verdana"/>
            </a:endParaRPr>
          </a:p>
          <a:p>
            <a:pPr marL="815975" marR="2512060">
              <a:lnSpc>
                <a:spcPct val="114900"/>
              </a:lnSpc>
              <a:spcBef>
                <a:spcPts val="3490"/>
              </a:spcBef>
            </a:pPr>
            <a:r>
              <a:rPr sz="3700" spc="-50" dirty="0">
                <a:latin typeface="Verdana"/>
                <a:cs typeface="Verdana"/>
              </a:rPr>
              <a:t>Crear</a:t>
            </a:r>
            <a:r>
              <a:rPr sz="3700" spc="-305" dirty="0">
                <a:latin typeface="Verdana"/>
                <a:cs typeface="Verdana"/>
              </a:rPr>
              <a:t> </a:t>
            </a:r>
            <a:r>
              <a:rPr sz="3700" spc="-114" dirty="0">
                <a:latin typeface="Verdana"/>
                <a:cs typeface="Verdana"/>
              </a:rPr>
              <a:t>nodos:</a:t>
            </a:r>
            <a:r>
              <a:rPr sz="3700" spc="-305" dirty="0">
                <a:latin typeface="Verdana"/>
                <a:cs typeface="Verdana"/>
              </a:rPr>
              <a:t> </a:t>
            </a:r>
            <a:r>
              <a:rPr sz="3700" dirty="0">
                <a:latin typeface="Verdana"/>
                <a:cs typeface="Verdana"/>
              </a:rPr>
              <a:t>Representar</a:t>
            </a:r>
            <a:r>
              <a:rPr sz="3700" spc="-300" dirty="0">
                <a:latin typeface="Verdana"/>
                <a:cs typeface="Verdana"/>
              </a:rPr>
              <a:t> </a:t>
            </a:r>
            <a:r>
              <a:rPr sz="3700" spc="35" dirty="0">
                <a:latin typeface="Verdana"/>
                <a:cs typeface="Verdana"/>
              </a:rPr>
              <a:t>elementos</a:t>
            </a:r>
            <a:r>
              <a:rPr sz="3700" spc="-305" dirty="0">
                <a:latin typeface="Verdana"/>
                <a:cs typeface="Verdana"/>
              </a:rPr>
              <a:t> </a:t>
            </a:r>
            <a:r>
              <a:rPr sz="3700" spc="110" dirty="0">
                <a:latin typeface="Verdana"/>
                <a:cs typeface="Verdana"/>
              </a:rPr>
              <a:t>de</a:t>
            </a:r>
            <a:r>
              <a:rPr sz="3700" spc="-305" dirty="0">
                <a:latin typeface="Verdana"/>
                <a:cs typeface="Verdana"/>
              </a:rPr>
              <a:t> </a:t>
            </a:r>
            <a:r>
              <a:rPr sz="3700" spc="-70" dirty="0">
                <a:latin typeface="Verdana"/>
                <a:cs typeface="Verdana"/>
              </a:rPr>
              <a:t>la</a:t>
            </a:r>
            <a:r>
              <a:rPr sz="3700" spc="-300" dirty="0">
                <a:latin typeface="Verdana"/>
                <a:cs typeface="Verdana"/>
              </a:rPr>
              <a:t> </a:t>
            </a:r>
            <a:r>
              <a:rPr sz="3700" spc="-10" dirty="0">
                <a:latin typeface="Verdana"/>
                <a:cs typeface="Verdana"/>
              </a:rPr>
              <a:t>lista. </a:t>
            </a:r>
            <a:r>
              <a:rPr sz="3700" dirty="0">
                <a:latin typeface="Verdana"/>
                <a:cs typeface="Verdana"/>
              </a:rPr>
              <a:t>Agregar</a:t>
            </a:r>
            <a:r>
              <a:rPr sz="3700" spc="-250" dirty="0">
                <a:latin typeface="Verdana"/>
                <a:cs typeface="Verdana"/>
              </a:rPr>
              <a:t> y </a:t>
            </a:r>
            <a:r>
              <a:rPr sz="3700" dirty="0">
                <a:latin typeface="Verdana"/>
                <a:cs typeface="Verdana"/>
              </a:rPr>
              <a:t>eliminar</a:t>
            </a:r>
            <a:r>
              <a:rPr sz="3700" spc="-245" dirty="0">
                <a:latin typeface="Verdana"/>
                <a:cs typeface="Verdana"/>
              </a:rPr>
              <a:t> </a:t>
            </a:r>
            <a:r>
              <a:rPr sz="3700" spc="-114" dirty="0">
                <a:latin typeface="Verdana"/>
                <a:cs typeface="Verdana"/>
              </a:rPr>
              <a:t>nodos:</a:t>
            </a:r>
            <a:r>
              <a:rPr sz="3700" spc="-250" dirty="0">
                <a:latin typeface="Verdana"/>
                <a:cs typeface="Verdana"/>
              </a:rPr>
              <a:t> </a:t>
            </a:r>
            <a:r>
              <a:rPr sz="3700" spc="-20" dirty="0">
                <a:latin typeface="Verdana"/>
                <a:cs typeface="Verdana"/>
              </a:rPr>
              <a:t>Actualizar</a:t>
            </a:r>
            <a:r>
              <a:rPr sz="3700" spc="-250" dirty="0">
                <a:latin typeface="Verdana"/>
                <a:cs typeface="Verdana"/>
              </a:rPr>
              <a:t> </a:t>
            </a:r>
            <a:r>
              <a:rPr sz="3700" spc="-70" dirty="0">
                <a:latin typeface="Verdana"/>
                <a:cs typeface="Verdana"/>
              </a:rPr>
              <a:t>la</a:t>
            </a:r>
            <a:r>
              <a:rPr sz="3700" spc="-245" dirty="0">
                <a:latin typeface="Verdana"/>
                <a:cs typeface="Verdana"/>
              </a:rPr>
              <a:t> </a:t>
            </a:r>
            <a:r>
              <a:rPr sz="3700" spc="-35" dirty="0">
                <a:latin typeface="Verdana"/>
                <a:cs typeface="Verdana"/>
              </a:rPr>
              <a:t>visualización.</a:t>
            </a:r>
            <a:endParaRPr sz="3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2" y="4573688"/>
            <a:ext cx="4138929" cy="5713730"/>
          </a:xfrm>
          <a:custGeom>
            <a:avLst/>
            <a:gdLst/>
            <a:ahLst/>
            <a:cxnLst/>
            <a:rect l="l" t="t" r="r" b="b"/>
            <a:pathLst>
              <a:path w="4138929" h="5713730">
                <a:moveTo>
                  <a:pt x="4138549" y="5713311"/>
                </a:moveTo>
                <a:lnTo>
                  <a:pt x="0" y="5713311"/>
                </a:lnTo>
                <a:lnTo>
                  <a:pt x="31" y="0"/>
                </a:lnTo>
                <a:lnTo>
                  <a:pt x="38539" y="34069"/>
                </a:lnTo>
                <a:lnTo>
                  <a:pt x="76459" y="68628"/>
                </a:lnTo>
                <a:lnTo>
                  <a:pt x="113827" y="103737"/>
                </a:lnTo>
                <a:lnTo>
                  <a:pt x="150584" y="139455"/>
                </a:lnTo>
                <a:lnTo>
                  <a:pt x="186670" y="175843"/>
                </a:lnTo>
                <a:lnTo>
                  <a:pt x="222027" y="212963"/>
                </a:lnTo>
                <a:lnTo>
                  <a:pt x="256596" y="250873"/>
                </a:lnTo>
                <a:lnTo>
                  <a:pt x="290317" y="289635"/>
                </a:lnTo>
                <a:lnTo>
                  <a:pt x="323131" y="329309"/>
                </a:lnTo>
                <a:lnTo>
                  <a:pt x="354980" y="369955"/>
                </a:lnTo>
                <a:lnTo>
                  <a:pt x="385804" y="411634"/>
                </a:lnTo>
                <a:lnTo>
                  <a:pt x="415544" y="454406"/>
                </a:lnTo>
                <a:lnTo>
                  <a:pt x="442690" y="496075"/>
                </a:lnTo>
                <a:lnTo>
                  <a:pt x="468522" y="538377"/>
                </a:lnTo>
                <a:lnTo>
                  <a:pt x="493069" y="581289"/>
                </a:lnTo>
                <a:lnTo>
                  <a:pt x="516362" y="624785"/>
                </a:lnTo>
                <a:lnTo>
                  <a:pt x="538428" y="668841"/>
                </a:lnTo>
                <a:lnTo>
                  <a:pt x="559299" y="713434"/>
                </a:lnTo>
                <a:lnTo>
                  <a:pt x="579002" y="758537"/>
                </a:lnTo>
                <a:lnTo>
                  <a:pt x="597568" y="804129"/>
                </a:lnTo>
                <a:lnTo>
                  <a:pt x="615026" y="850183"/>
                </a:lnTo>
                <a:lnTo>
                  <a:pt x="631405" y="896675"/>
                </a:lnTo>
                <a:lnTo>
                  <a:pt x="646735" y="943581"/>
                </a:lnTo>
                <a:lnTo>
                  <a:pt x="661046" y="990878"/>
                </a:lnTo>
                <a:lnTo>
                  <a:pt x="674366" y="1038539"/>
                </a:lnTo>
                <a:lnTo>
                  <a:pt x="686725" y="1086542"/>
                </a:lnTo>
                <a:lnTo>
                  <a:pt x="698153" y="1134861"/>
                </a:lnTo>
                <a:lnTo>
                  <a:pt x="708679" y="1183473"/>
                </a:lnTo>
                <a:lnTo>
                  <a:pt x="718332" y="1232353"/>
                </a:lnTo>
                <a:lnTo>
                  <a:pt x="727142" y="1281476"/>
                </a:lnTo>
                <a:lnTo>
                  <a:pt x="735138" y="1330818"/>
                </a:lnTo>
                <a:lnTo>
                  <a:pt x="742351" y="1380355"/>
                </a:lnTo>
                <a:lnTo>
                  <a:pt x="748808" y="1430063"/>
                </a:lnTo>
                <a:lnTo>
                  <a:pt x="754540" y="1479917"/>
                </a:lnTo>
                <a:lnTo>
                  <a:pt x="759575" y="1529892"/>
                </a:lnTo>
                <a:lnTo>
                  <a:pt x="763945" y="1579965"/>
                </a:lnTo>
                <a:lnTo>
                  <a:pt x="767677" y="1630111"/>
                </a:lnTo>
                <a:lnTo>
                  <a:pt x="770801" y="1680306"/>
                </a:lnTo>
                <a:lnTo>
                  <a:pt x="773347" y="1730524"/>
                </a:lnTo>
                <a:lnTo>
                  <a:pt x="775344" y="1780743"/>
                </a:lnTo>
                <a:lnTo>
                  <a:pt x="776822" y="1830938"/>
                </a:lnTo>
                <a:lnTo>
                  <a:pt x="777810" y="1881083"/>
                </a:lnTo>
                <a:lnTo>
                  <a:pt x="778338" y="1931156"/>
                </a:lnTo>
                <a:lnTo>
                  <a:pt x="778434" y="1981131"/>
                </a:lnTo>
                <a:lnTo>
                  <a:pt x="778128" y="2030984"/>
                </a:lnTo>
                <a:lnTo>
                  <a:pt x="777475" y="2080785"/>
                </a:lnTo>
                <a:lnTo>
                  <a:pt x="775334" y="2180478"/>
                </a:lnTo>
                <a:lnTo>
                  <a:pt x="772320" y="2280271"/>
                </a:lnTo>
                <a:lnTo>
                  <a:pt x="766795" y="2430087"/>
                </a:lnTo>
                <a:lnTo>
                  <a:pt x="759063" y="2629940"/>
                </a:lnTo>
                <a:lnTo>
                  <a:pt x="755689" y="2729846"/>
                </a:lnTo>
                <a:lnTo>
                  <a:pt x="753027" y="2829704"/>
                </a:lnTo>
                <a:lnTo>
                  <a:pt x="752053" y="2879607"/>
                </a:lnTo>
                <a:lnTo>
                  <a:pt x="751365" y="2929486"/>
                </a:lnTo>
                <a:lnTo>
                  <a:pt x="750999" y="2979341"/>
                </a:lnTo>
                <a:lnTo>
                  <a:pt x="750991" y="3029166"/>
                </a:lnTo>
                <a:lnTo>
                  <a:pt x="751377" y="3078958"/>
                </a:lnTo>
                <a:lnTo>
                  <a:pt x="752192" y="3128715"/>
                </a:lnTo>
                <a:lnTo>
                  <a:pt x="753474" y="3178433"/>
                </a:lnTo>
                <a:lnTo>
                  <a:pt x="755258" y="3228108"/>
                </a:lnTo>
                <a:lnTo>
                  <a:pt x="757580" y="3277737"/>
                </a:lnTo>
                <a:lnTo>
                  <a:pt x="760476" y="3327317"/>
                </a:lnTo>
                <a:lnTo>
                  <a:pt x="763983" y="3376844"/>
                </a:lnTo>
                <a:lnTo>
                  <a:pt x="768135" y="3426316"/>
                </a:lnTo>
                <a:lnTo>
                  <a:pt x="772969" y="3475727"/>
                </a:lnTo>
                <a:lnTo>
                  <a:pt x="778521" y="3525076"/>
                </a:lnTo>
                <a:lnTo>
                  <a:pt x="784827" y="3574359"/>
                </a:lnTo>
                <a:lnTo>
                  <a:pt x="791923" y="3623572"/>
                </a:lnTo>
                <a:lnTo>
                  <a:pt x="799846" y="3672713"/>
                </a:lnTo>
                <a:lnTo>
                  <a:pt x="808347" y="3720579"/>
                </a:lnTo>
                <a:lnTo>
                  <a:pt x="817830" y="3768405"/>
                </a:lnTo>
                <a:lnTo>
                  <a:pt x="828298" y="3816144"/>
                </a:lnTo>
                <a:lnTo>
                  <a:pt x="839757" y="3863748"/>
                </a:lnTo>
                <a:lnTo>
                  <a:pt x="852210" y="3911171"/>
                </a:lnTo>
                <a:lnTo>
                  <a:pt x="865662" y="3958366"/>
                </a:lnTo>
                <a:lnTo>
                  <a:pt x="880118" y="4005286"/>
                </a:lnTo>
                <a:lnTo>
                  <a:pt x="895581" y="4051886"/>
                </a:lnTo>
                <a:lnTo>
                  <a:pt x="912057" y="4098117"/>
                </a:lnTo>
                <a:lnTo>
                  <a:pt x="929549" y="4143934"/>
                </a:lnTo>
                <a:lnTo>
                  <a:pt x="948062" y="4189289"/>
                </a:lnTo>
                <a:lnTo>
                  <a:pt x="967601" y="4234136"/>
                </a:lnTo>
                <a:lnTo>
                  <a:pt x="988170" y="4278428"/>
                </a:lnTo>
                <a:lnTo>
                  <a:pt x="1009773" y="4322118"/>
                </a:lnTo>
                <a:lnTo>
                  <a:pt x="1032415" y="4365160"/>
                </a:lnTo>
                <a:lnTo>
                  <a:pt x="1056100" y="4407507"/>
                </a:lnTo>
                <a:lnTo>
                  <a:pt x="1080833" y="4449111"/>
                </a:lnTo>
                <a:lnTo>
                  <a:pt x="1106618" y="4489927"/>
                </a:lnTo>
                <a:lnTo>
                  <a:pt x="1133459" y="4529908"/>
                </a:lnTo>
                <a:lnTo>
                  <a:pt x="1161361" y="4569006"/>
                </a:lnTo>
                <a:lnTo>
                  <a:pt x="1190329" y="4607175"/>
                </a:lnTo>
                <a:lnTo>
                  <a:pt x="1220366" y="4644369"/>
                </a:lnTo>
                <a:lnTo>
                  <a:pt x="1251477" y="4680540"/>
                </a:lnTo>
                <a:lnTo>
                  <a:pt x="1283667" y="4715642"/>
                </a:lnTo>
                <a:lnTo>
                  <a:pt x="1316940" y="4749629"/>
                </a:lnTo>
                <a:lnTo>
                  <a:pt x="1351300" y="4782452"/>
                </a:lnTo>
                <a:lnTo>
                  <a:pt x="1386752" y="4814067"/>
                </a:lnTo>
                <a:lnTo>
                  <a:pt x="1423301" y="4844425"/>
                </a:lnTo>
                <a:lnTo>
                  <a:pt x="1460949" y="4873480"/>
                </a:lnTo>
                <a:lnTo>
                  <a:pt x="1499703" y="4901186"/>
                </a:lnTo>
                <a:lnTo>
                  <a:pt x="1539567" y="4927495"/>
                </a:lnTo>
                <a:lnTo>
                  <a:pt x="1580544" y="4952361"/>
                </a:lnTo>
                <a:lnTo>
                  <a:pt x="1622640" y="4975737"/>
                </a:lnTo>
                <a:lnTo>
                  <a:pt x="1665859" y="4997577"/>
                </a:lnTo>
                <a:lnTo>
                  <a:pt x="1710653" y="5017896"/>
                </a:lnTo>
                <a:lnTo>
                  <a:pt x="1755987" y="5036442"/>
                </a:lnTo>
                <a:lnTo>
                  <a:pt x="1801828" y="5053323"/>
                </a:lnTo>
                <a:lnTo>
                  <a:pt x="1848143" y="5068647"/>
                </a:lnTo>
                <a:lnTo>
                  <a:pt x="1894899" y="5082521"/>
                </a:lnTo>
                <a:lnTo>
                  <a:pt x="1942062" y="5095053"/>
                </a:lnTo>
                <a:lnTo>
                  <a:pt x="1989600" y="5106350"/>
                </a:lnTo>
                <a:lnTo>
                  <a:pt x="2037479" y="5116519"/>
                </a:lnTo>
                <a:lnTo>
                  <a:pt x="2085668" y="5125669"/>
                </a:lnTo>
                <a:lnTo>
                  <a:pt x="2134132" y="5133905"/>
                </a:lnTo>
                <a:lnTo>
                  <a:pt x="2182838" y="5141337"/>
                </a:lnTo>
                <a:lnTo>
                  <a:pt x="2231755" y="5148072"/>
                </a:lnTo>
                <a:lnTo>
                  <a:pt x="2280848" y="5154216"/>
                </a:lnTo>
                <a:lnTo>
                  <a:pt x="2330084" y="5159878"/>
                </a:lnTo>
                <a:lnTo>
                  <a:pt x="2725183" y="5200700"/>
                </a:lnTo>
                <a:lnTo>
                  <a:pt x="2774226" y="5206856"/>
                </a:lnTo>
                <a:lnTo>
                  <a:pt x="2823082" y="5213604"/>
                </a:lnTo>
                <a:lnTo>
                  <a:pt x="2873234" y="5221226"/>
                </a:lnTo>
                <a:lnTo>
                  <a:pt x="2923234" y="5229665"/>
                </a:lnTo>
                <a:lnTo>
                  <a:pt x="2973072" y="5238913"/>
                </a:lnTo>
                <a:lnTo>
                  <a:pt x="3022740" y="5248964"/>
                </a:lnTo>
                <a:lnTo>
                  <a:pt x="3072228" y="5259811"/>
                </a:lnTo>
                <a:lnTo>
                  <a:pt x="3121526" y="5271448"/>
                </a:lnTo>
                <a:lnTo>
                  <a:pt x="3170624" y="5283866"/>
                </a:lnTo>
                <a:lnTo>
                  <a:pt x="3219513" y="5297061"/>
                </a:lnTo>
                <a:lnTo>
                  <a:pt x="3268183" y="5311024"/>
                </a:lnTo>
                <a:lnTo>
                  <a:pt x="3316624" y="5325749"/>
                </a:lnTo>
                <a:lnTo>
                  <a:pt x="3364828" y="5341229"/>
                </a:lnTo>
                <a:lnTo>
                  <a:pt x="3412784" y="5357458"/>
                </a:lnTo>
                <a:lnTo>
                  <a:pt x="3460482" y="5374429"/>
                </a:lnTo>
                <a:lnTo>
                  <a:pt x="3507914" y="5392134"/>
                </a:lnTo>
                <a:lnTo>
                  <a:pt x="3555069" y="5410567"/>
                </a:lnTo>
                <a:lnTo>
                  <a:pt x="3601938" y="5429721"/>
                </a:lnTo>
                <a:lnTo>
                  <a:pt x="3648512" y="5449590"/>
                </a:lnTo>
                <a:lnTo>
                  <a:pt x="3694780" y="5470166"/>
                </a:lnTo>
                <a:lnTo>
                  <a:pt x="3740733" y="5491443"/>
                </a:lnTo>
                <a:lnTo>
                  <a:pt x="3786361" y="5513414"/>
                </a:lnTo>
                <a:lnTo>
                  <a:pt x="3831655" y="5536073"/>
                </a:lnTo>
                <a:lnTo>
                  <a:pt x="3876605" y="5559411"/>
                </a:lnTo>
                <a:lnTo>
                  <a:pt x="3921202" y="5583423"/>
                </a:lnTo>
                <a:lnTo>
                  <a:pt x="3965436" y="5608102"/>
                </a:lnTo>
                <a:lnTo>
                  <a:pt x="4009297" y="5633441"/>
                </a:lnTo>
                <a:lnTo>
                  <a:pt x="4052776" y="5659433"/>
                </a:lnTo>
                <a:lnTo>
                  <a:pt x="4095863" y="5686071"/>
                </a:lnTo>
                <a:lnTo>
                  <a:pt x="4138549" y="5713311"/>
                </a:lnTo>
                <a:close/>
              </a:path>
            </a:pathLst>
          </a:custGeom>
          <a:solidFill>
            <a:srgbClr val="D97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9703" y="5457989"/>
            <a:ext cx="152654" cy="15265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9703" y="6115214"/>
            <a:ext cx="152654" cy="15265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89703" y="6772439"/>
            <a:ext cx="152654" cy="15265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461738" y="-32"/>
            <a:ext cx="8826500" cy="2707640"/>
          </a:xfrm>
          <a:custGeom>
            <a:avLst/>
            <a:gdLst/>
            <a:ahLst/>
            <a:cxnLst/>
            <a:rect l="l" t="t" r="r" b="b"/>
            <a:pathLst>
              <a:path w="8826500" h="2707640">
                <a:moveTo>
                  <a:pt x="2270251" y="918971"/>
                </a:moveTo>
                <a:lnTo>
                  <a:pt x="2220386" y="918605"/>
                </a:lnTo>
                <a:lnTo>
                  <a:pt x="2170535" y="917507"/>
                </a:lnTo>
                <a:lnTo>
                  <a:pt x="2120710" y="915676"/>
                </a:lnTo>
                <a:lnTo>
                  <a:pt x="2070921" y="913111"/>
                </a:lnTo>
                <a:lnTo>
                  <a:pt x="2021245" y="909817"/>
                </a:lnTo>
                <a:lnTo>
                  <a:pt x="1971665" y="905792"/>
                </a:lnTo>
                <a:lnTo>
                  <a:pt x="1922183" y="901038"/>
                </a:lnTo>
                <a:lnTo>
                  <a:pt x="1872810" y="895555"/>
                </a:lnTo>
                <a:lnTo>
                  <a:pt x="1823556" y="889343"/>
                </a:lnTo>
                <a:lnTo>
                  <a:pt x="1774433" y="882403"/>
                </a:lnTo>
                <a:lnTo>
                  <a:pt x="1724376" y="874567"/>
                </a:lnTo>
                <a:lnTo>
                  <a:pt x="1675286" y="866112"/>
                </a:lnTo>
                <a:lnTo>
                  <a:pt x="1626334" y="856917"/>
                </a:lnTo>
                <a:lnTo>
                  <a:pt x="1577531" y="846983"/>
                </a:lnTo>
                <a:lnTo>
                  <a:pt x="1528889" y="836308"/>
                </a:lnTo>
                <a:lnTo>
                  <a:pt x="1480418" y="824893"/>
                </a:lnTo>
                <a:lnTo>
                  <a:pt x="1432130" y="812736"/>
                </a:lnTo>
                <a:lnTo>
                  <a:pt x="1384036" y="799836"/>
                </a:lnTo>
                <a:lnTo>
                  <a:pt x="1336147" y="786194"/>
                </a:lnTo>
                <a:lnTo>
                  <a:pt x="1288474" y="771808"/>
                </a:lnTo>
                <a:lnTo>
                  <a:pt x="1241029" y="756678"/>
                </a:lnTo>
                <a:lnTo>
                  <a:pt x="1193823" y="740804"/>
                </a:lnTo>
                <a:lnTo>
                  <a:pt x="1146867" y="724184"/>
                </a:lnTo>
                <a:lnTo>
                  <a:pt x="1100173" y="706819"/>
                </a:lnTo>
                <a:lnTo>
                  <a:pt x="1053751" y="688706"/>
                </a:lnTo>
                <a:lnTo>
                  <a:pt x="1007613" y="669847"/>
                </a:lnTo>
                <a:lnTo>
                  <a:pt x="961770" y="650240"/>
                </a:lnTo>
                <a:lnTo>
                  <a:pt x="915416" y="629535"/>
                </a:lnTo>
                <a:lnTo>
                  <a:pt x="869422" y="608077"/>
                </a:lnTo>
                <a:lnTo>
                  <a:pt x="823796" y="585876"/>
                </a:lnTo>
                <a:lnTo>
                  <a:pt x="778546" y="562940"/>
                </a:lnTo>
                <a:lnTo>
                  <a:pt x="733678" y="539280"/>
                </a:lnTo>
                <a:lnTo>
                  <a:pt x="689200" y="514904"/>
                </a:lnTo>
                <a:lnTo>
                  <a:pt x="645120" y="489822"/>
                </a:lnTo>
                <a:lnTo>
                  <a:pt x="601445" y="464042"/>
                </a:lnTo>
                <a:lnTo>
                  <a:pt x="558183" y="437575"/>
                </a:lnTo>
                <a:lnTo>
                  <a:pt x="515341" y="410429"/>
                </a:lnTo>
                <a:lnTo>
                  <a:pt x="472926" y="382614"/>
                </a:lnTo>
                <a:lnTo>
                  <a:pt x="430946" y="354139"/>
                </a:lnTo>
                <a:lnTo>
                  <a:pt x="389408" y="325013"/>
                </a:lnTo>
                <a:lnTo>
                  <a:pt x="348320" y="295245"/>
                </a:lnTo>
                <a:lnTo>
                  <a:pt x="307689" y="264846"/>
                </a:lnTo>
                <a:lnTo>
                  <a:pt x="267523" y="233823"/>
                </a:lnTo>
                <a:lnTo>
                  <a:pt x="227830" y="202187"/>
                </a:lnTo>
                <a:lnTo>
                  <a:pt x="188615" y="169946"/>
                </a:lnTo>
                <a:lnTo>
                  <a:pt x="149888" y="137110"/>
                </a:lnTo>
                <a:lnTo>
                  <a:pt x="111656" y="103688"/>
                </a:lnTo>
                <a:lnTo>
                  <a:pt x="73925" y="69689"/>
                </a:lnTo>
                <a:lnTo>
                  <a:pt x="36704" y="35123"/>
                </a:lnTo>
                <a:lnTo>
                  <a:pt x="0" y="0"/>
                </a:lnTo>
                <a:lnTo>
                  <a:pt x="4742813" y="0"/>
                </a:lnTo>
                <a:lnTo>
                  <a:pt x="4695930" y="20737"/>
                </a:lnTo>
                <a:lnTo>
                  <a:pt x="4649569" y="42778"/>
                </a:lnTo>
                <a:lnTo>
                  <a:pt x="4603681" y="66003"/>
                </a:lnTo>
                <a:lnTo>
                  <a:pt x="4558218" y="90290"/>
                </a:lnTo>
                <a:lnTo>
                  <a:pt x="4513132" y="115518"/>
                </a:lnTo>
                <a:lnTo>
                  <a:pt x="4468376" y="141567"/>
                </a:lnTo>
                <a:lnTo>
                  <a:pt x="4423901" y="168315"/>
                </a:lnTo>
                <a:lnTo>
                  <a:pt x="4379660" y="195641"/>
                </a:lnTo>
                <a:lnTo>
                  <a:pt x="4335604" y="223424"/>
                </a:lnTo>
                <a:lnTo>
                  <a:pt x="4072481" y="392953"/>
                </a:lnTo>
                <a:lnTo>
                  <a:pt x="4028381" y="420550"/>
                </a:lnTo>
                <a:lnTo>
                  <a:pt x="3984084" y="447636"/>
                </a:lnTo>
                <a:lnTo>
                  <a:pt x="3939540" y="474090"/>
                </a:lnTo>
                <a:lnTo>
                  <a:pt x="3896185" y="499033"/>
                </a:lnTo>
                <a:lnTo>
                  <a:pt x="3852451" y="523262"/>
                </a:lnTo>
                <a:lnTo>
                  <a:pt x="3808349" y="546778"/>
                </a:lnTo>
                <a:lnTo>
                  <a:pt x="3763892" y="569580"/>
                </a:lnTo>
                <a:lnTo>
                  <a:pt x="3719089" y="591667"/>
                </a:lnTo>
                <a:lnTo>
                  <a:pt x="3673952" y="613039"/>
                </a:lnTo>
                <a:lnTo>
                  <a:pt x="3628493" y="633695"/>
                </a:lnTo>
                <a:lnTo>
                  <a:pt x="3582722" y="653634"/>
                </a:lnTo>
                <a:lnTo>
                  <a:pt x="3536651" y="672857"/>
                </a:lnTo>
                <a:lnTo>
                  <a:pt x="3490291" y="691362"/>
                </a:lnTo>
                <a:lnTo>
                  <a:pt x="3443654" y="709148"/>
                </a:lnTo>
                <a:lnTo>
                  <a:pt x="3396750" y="726216"/>
                </a:lnTo>
                <a:lnTo>
                  <a:pt x="3349591" y="742564"/>
                </a:lnTo>
                <a:lnTo>
                  <a:pt x="3302188" y="758192"/>
                </a:lnTo>
                <a:lnTo>
                  <a:pt x="3254552" y="773100"/>
                </a:lnTo>
                <a:lnTo>
                  <a:pt x="3206694" y="787286"/>
                </a:lnTo>
                <a:lnTo>
                  <a:pt x="3158627" y="800750"/>
                </a:lnTo>
                <a:lnTo>
                  <a:pt x="3110360" y="813492"/>
                </a:lnTo>
                <a:lnTo>
                  <a:pt x="3061905" y="825511"/>
                </a:lnTo>
                <a:lnTo>
                  <a:pt x="3013274" y="836805"/>
                </a:lnTo>
                <a:lnTo>
                  <a:pt x="2964477" y="847376"/>
                </a:lnTo>
                <a:lnTo>
                  <a:pt x="2915527" y="857222"/>
                </a:lnTo>
                <a:lnTo>
                  <a:pt x="2866433" y="866342"/>
                </a:lnTo>
                <a:lnTo>
                  <a:pt x="2817208" y="874736"/>
                </a:lnTo>
                <a:lnTo>
                  <a:pt x="2767862" y="882403"/>
                </a:lnTo>
                <a:lnTo>
                  <a:pt x="2718407" y="889343"/>
                </a:lnTo>
                <a:lnTo>
                  <a:pt x="2668854" y="895555"/>
                </a:lnTo>
                <a:lnTo>
                  <a:pt x="2619214" y="901038"/>
                </a:lnTo>
                <a:lnTo>
                  <a:pt x="2569499" y="905792"/>
                </a:lnTo>
                <a:lnTo>
                  <a:pt x="2519720" y="909817"/>
                </a:lnTo>
                <a:lnTo>
                  <a:pt x="2469876" y="913111"/>
                </a:lnTo>
                <a:lnTo>
                  <a:pt x="2419954" y="915676"/>
                </a:lnTo>
                <a:lnTo>
                  <a:pt x="2370027" y="917507"/>
                </a:lnTo>
                <a:lnTo>
                  <a:pt x="2320095" y="918605"/>
                </a:lnTo>
                <a:lnTo>
                  <a:pt x="2270251" y="918971"/>
                </a:lnTo>
                <a:close/>
              </a:path>
              <a:path w="8826500" h="2707640">
                <a:moveTo>
                  <a:pt x="8826246" y="2707132"/>
                </a:moveTo>
                <a:lnTo>
                  <a:pt x="8788271" y="2695574"/>
                </a:lnTo>
                <a:lnTo>
                  <a:pt x="8741080" y="2679918"/>
                </a:lnTo>
                <a:lnTo>
                  <a:pt x="8694520" y="2662946"/>
                </a:lnTo>
                <a:lnTo>
                  <a:pt x="8648585" y="2644695"/>
                </a:lnTo>
                <a:lnTo>
                  <a:pt x="8603266" y="2625204"/>
                </a:lnTo>
                <a:lnTo>
                  <a:pt x="8558556" y="2604509"/>
                </a:lnTo>
                <a:lnTo>
                  <a:pt x="8514446" y="2582648"/>
                </a:lnTo>
                <a:lnTo>
                  <a:pt x="8470930" y="2559659"/>
                </a:lnTo>
                <a:lnTo>
                  <a:pt x="8427998" y="2535579"/>
                </a:lnTo>
                <a:lnTo>
                  <a:pt x="8385644" y="2510445"/>
                </a:lnTo>
                <a:lnTo>
                  <a:pt x="8343860" y="2484296"/>
                </a:lnTo>
                <a:lnTo>
                  <a:pt x="8302637" y="2457167"/>
                </a:lnTo>
                <a:lnTo>
                  <a:pt x="8261969" y="2429098"/>
                </a:lnTo>
                <a:lnTo>
                  <a:pt x="8221847" y="2400125"/>
                </a:lnTo>
                <a:lnTo>
                  <a:pt x="8182264" y="2370285"/>
                </a:lnTo>
                <a:lnTo>
                  <a:pt x="8143212" y="2339617"/>
                </a:lnTo>
                <a:lnTo>
                  <a:pt x="8104683" y="2308158"/>
                </a:lnTo>
                <a:lnTo>
                  <a:pt x="8066669" y="2275945"/>
                </a:lnTo>
                <a:lnTo>
                  <a:pt x="8029163" y="2243015"/>
                </a:lnTo>
                <a:lnTo>
                  <a:pt x="7992157" y="2209407"/>
                </a:lnTo>
                <a:lnTo>
                  <a:pt x="7955643" y="2175157"/>
                </a:lnTo>
                <a:lnTo>
                  <a:pt x="7919613" y="2140303"/>
                </a:lnTo>
                <a:lnTo>
                  <a:pt x="7884060" y="2104883"/>
                </a:lnTo>
                <a:lnTo>
                  <a:pt x="7848975" y="2068934"/>
                </a:lnTo>
                <a:lnTo>
                  <a:pt x="7814352" y="2032494"/>
                </a:lnTo>
                <a:lnTo>
                  <a:pt x="7780182" y="1995599"/>
                </a:lnTo>
                <a:lnTo>
                  <a:pt x="7746457" y="1958288"/>
                </a:lnTo>
                <a:lnTo>
                  <a:pt x="7713170" y="1920597"/>
                </a:lnTo>
                <a:lnTo>
                  <a:pt x="7680313" y="1882565"/>
                </a:lnTo>
                <a:lnTo>
                  <a:pt x="7647879" y="1844229"/>
                </a:lnTo>
                <a:lnTo>
                  <a:pt x="7615859" y="1805626"/>
                </a:lnTo>
                <a:lnTo>
                  <a:pt x="7584245" y="1766794"/>
                </a:lnTo>
                <a:lnTo>
                  <a:pt x="7553031" y="1727770"/>
                </a:lnTo>
                <a:lnTo>
                  <a:pt x="7522208" y="1688591"/>
                </a:lnTo>
                <a:lnTo>
                  <a:pt x="7491690" y="1649237"/>
                </a:lnTo>
                <a:lnTo>
                  <a:pt x="7461378" y="1609678"/>
                </a:lnTo>
                <a:lnTo>
                  <a:pt x="7431246" y="1569939"/>
                </a:lnTo>
                <a:lnTo>
                  <a:pt x="7401269" y="1530045"/>
                </a:lnTo>
                <a:lnTo>
                  <a:pt x="7341674" y="1449891"/>
                </a:lnTo>
                <a:lnTo>
                  <a:pt x="7134129" y="1168149"/>
                </a:lnTo>
                <a:lnTo>
                  <a:pt x="7074269" y="1088134"/>
                </a:lnTo>
                <a:lnTo>
                  <a:pt x="7044116" y="1048332"/>
                </a:lnTo>
                <a:lnTo>
                  <a:pt x="7013779" y="1008700"/>
                </a:lnTo>
                <a:lnTo>
                  <a:pt x="6983233" y="969264"/>
                </a:lnTo>
                <a:lnTo>
                  <a:pt x="6952451" y="930049"/>
                </a:lnTo>
                <a:lnTo>
                  <a:pt x="6921407" y="891079"/>
                </a:lnTo>
                <a:lnTo>
                  <a:pt x="6890076" y="852379"/>
                </a:lnTo>
                <a:lnTo>
                  <a:pt x="6858431" y="813976"/>
                </a:lnTo>
                <a:lnTo>
                  <a:pt x="6826447" y="775893"/>
                </a:lnTo>
                <a:lnTo>
                  <a:pt x="6794097" y="738155"/>
                </a:lnTo>
                <a:lnTo>
                  <a:pt x="6761355" y="700789"/>
                </a:lnTo>
                <a:lnTo>
                  <a:pt x="6728196" y="663818"/>
                </a:lnTo>
                <a:lnTo>
                  <a:pt x="6694593" y="627268"/>
                </a:lnTo>
                <a:lnTo>
                  <a:pt x="6660521" y="591165"/>
                </a:lnTo>
                <a:lnTo>
                  <a:pt x="6625953" y="555532"/>
                </a:lnTo>
                <a:lnTo>
                  <a:pt x="6590863" y="520395"/>
                </a:lnTo>
                <a:lnTo>
                  <a:pt x="6555226" y="485779"/>
                </a:lnTo>
                <a:lnTo>
                  <a:pt x="6519016" y="451709"/>
                </a:lnTo>
                <a:lnTo>
                  <a:pt x="6482206" y="418211"/>
                </a:lnTo>
                <a:lnTo>
                  <a:pt x="6445289" y="385712"/>
                </a:lnTo>
                <a:lnTo>
                  <a:pt x="6407613" y="353870"/>
                </a:lnTo>
                <a:lnTo>
                  <a:pt x="6369204" y="322726"/>
                </a:lnTo>
                <a:lnTo>
                  <a:pt x="6330089" y="292322"/>
                </a:lnTo>
                <a:lnTo>
                  <a:pt x="6290295" y="262697"/>
                </a:lnTo>
                <a:lnTo>
                  <a:pt x="6249848" y="233893"/>
                </a:lnTo>
                <a:lnTo>
                  <a:pt x="6208775" y="205950"/>
                </a:lnTo>
                <a:lnTo>
                  <a:pt x="6167103" y="178911"/>
                </a:lnTo>
                <a:lnTo>
                  <a:pt x="6124857" y="152815"/>
                </a:lnTo>
                <a:lnTo>
                  <a:pt x="6082065" y="127703"/>
                </a:lnTo>
                <a:lnTo>
                  <a:pt x="6038753" y="103617"/>
                </a:lnTo>
                <a:lnTo>
                  <a:pt x="5994948" y="80597"/>
                </a:lnTo>
                <a:lnTo>
                  <a:pt x="5950677" y="58684"/>
                </a:lnTo>
                <a:lnTo>
                  <a:pt x="5905965" y="37920"/>
                </a:lnTo>
                <a:lnTo>
                  <a:pt x="5860840" y="18345"/>
                </a:lnTo>
                <a:lnTo>
                  <a:pt x="5815328" y="0"/>
                </a:lnTo>
                <a:lnTo>
                  <a:pt x="8826246" y="0"/>
                </a:lnTo>
                <a:lnTo>
                  <a:pt x="8826246" y="2707132"/>
                </a:lnTo>
                <a:close/>
              </a:path>
            </a:pathLst>
          </a:custGeom>
          <a:solidFill>
            <a:srgbClr val="8286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499127" y="1168155"/>
            <a:ext cx="15072360" cy="2749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799"/>
              </a:lnSpc>
              <a:spcBef>
                <a:spcPts val="95"/>
              </a:spcBef>
            </a:pPr>
            <a:r>
              <a:rPr spc="625" dirty="0"/>
              <a:t>Personalización</a:t>
            </a:r>
            <a:r>
              <a:rPr spc="-365" dirty="0"/>
              <a:t> </a:t>
            </a:r>
            <a:r>
              <a:rPr spc="680" dirty="0"/>
              <a:t>de</a:t>
            </a:r>
            <a:r>
              <a:rPr spc="-365" dirty="0"/>
              <a:t> </a:t>
            </a:r>
            <a:r>
              <a:rPr spc="944" dirty="0"/>
              <a:t>Nodos</a:t>
            </a:r>
            <a:r>
              <a:rPr spc="-365" dirty="0"/>
              <a:t> </a:t>
            </a:r>
            <a:r>
              <a:rPr spc="660" dirty="0"/>
              <a:t>en </a:t>
            </a:r>
            <a:r>
              <a:rPr spc="555" dirty="0"/>
              <a:t>Graphviz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/>
              <a:t>Formas</a:t>
            </a:r>
            <a:r>
              <a:rPr spc="-210" dirty="0"/>
              <a:t> </a:t>
            </a:r>
            <a:r>
              <a:rPr spc="-250" dirty="0"/>
              <a:t>y</a:t>
            </a:r>
            <a:r>
              <a:rPr spc="-210" dirty="0"/>
              <a:t> </a:t>
            </a:r>
            <a:r>
              <a:rPr spc="-10" dirty="0"/>
              <a:t>Colores:</a:t>
            </a:r>
          </a:p>
          <a:p>
            <a:pPr marL="815975" marR="2597785">
              <a:lnSpc>
                <a:spcPct val="114900"/>
              </a:lnSpc>
              <a:spcBef>
                <a:spcPts val="70"/>
              </a:spcBef>
            </a:pPr>
            <a:r>
              <a:rPr spc="-105" dirty="0"/>
              <a:t>Formas:</a:t>
            </a:r>
            <a:r>
              <a:rPr spc="-300" dirty="0"/>
              <a:t> </a:t>
            </a:r>
            <a:r>
              <a:rPr spc="-155" dirty="0"/>
              <a:t>Box,</a:t>
            </a:r>
            <a:r>
              <a:rPr spc="-300" dirty="0"/>
              <a:t> </a:t>
            </a:r>
            <a:r>
              <a:rPr spc="-85" dirty="0"/>
              <a:t>circle,</a:t>
            </a:r>
            <a:r>
              <a:rPr spc="-295" dirty="0"/>
              <a:t> </a:t>
            </a:r>
            <a:r>
              <a:rPr spc="-95" dirty="0"/>
              <a:t>ellipse,</a:t>
            </a:r>
            <a:r>
              <a:rPr spc="-300" dirty="0"/>
              <a:t> </a:t>
            </a:r>
            <a:r>
              <a:rPr spc="-10" dirty="0"/>
              <a:t>diamond. </a:t>
            </a:r>
            <a:r>
              <a:rPr spc="-145" dirty="0"/>
              <a:t>Colores:</a:t>
            </a:r>
            <a:r>
              <a:rPr spc="-265" dirty="0"/>
              <a:t> </a:t>
            </a:r>
            <a:r>
              <a:rPr dirty="0"/>
              <a:t>Bordes</a:t>
            </a:r>
            <a:r>
              <a:rPr spc="-260" dirty="0"/>
              <a:t> </a:t>
            </a:r>
            <a:r>
              <a:rPr spc="-250" dirty="0"/>
              <a:t>y</a:t>
            </a:r>
            <a:r>
              <a:rPr spc="-260" dirty="0"/>
              <a:t> </a:t>
            </a:r>
            <a:r>
              <a:rPr spc="65" dirty="0"/>
              <a:t>fondo</a:t>
            </a:r>
            <a:r>
              <a:rPr spc="-265" dirty="0"/>
              <a:t> </a:t>
            </a:r>
            <a:r>
              <a:rPr spc="-30" dirty="0"/>
              <a:t>personalizados.</a:t>
            </a:r>
          </a:p>
          <a:p>
            <a:pPr marL="815975">
              <a:lnSpc>
                <a:spcPct val="100000"/>
              </a:lnSpc>
              <a:spcBef>
                <a:spcPts val="660"/>
              </a:spcBef>
            </a:pPr>
            <a:r>
              <a:rPr spc="-40" dirty="0"/>
              <a:t>Estilos</a:t>
            </a:r>
            <a:r>
              <a:rPr spc="-305" dirty="0"/>
              <a:t> </a:t>
            </a:r>
            <a:r>
              <a:rPr spc="110" dirty="0"/>
              <a:t>de</a:t>
            </a:r>
            <a:r>
              <a:rPr spc="-300" dirty="0"/>
              <a:t> </a:t>
            </a:r>
            <a:r>
              <a:rPr spc="-185" dirty="0"/>
              <a:t>Aristas:</a:t>
            </a:r>
            <a:r>
              <a:rPr spc="-300" dirty="0"/>
              <a:t> </a:t>
            </a:r>
            <a:r>
              <a:rPr spc="-130" dirty="0"/>
              <a:t>Sólidas,</a:t>
            </a:r>
            <a:r>
              <a:rPr spc="-300" dirty="0"/>
              <a:t> </a:t>
            </a:r>
            <a:r>
              <a:rPr spc="-25" dirty="0"/>
              <a:t>punteadas,</a:t>
            </a:r>
            <a:r>
              <a:rPr spc="-300" dirty="0"/>
              <a:t> </a:t>
            </a:r>
            <a:r>
              <a:rPr spc="-10" dirty="0"/>
              <a:t>discontinuas.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272</Words>
  <Application>Microsoft Office PowerPoint</Application>
  <PresentationFormat>Personalizado</PresentationFormat>
  <Paragraphs>24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 MT</vt:lpstr>
      <vt:lpstr>Trebuchet MS</vt:lpstr>
      <vt:lpstr>Verdana</vt:lpstr>
      <vt:lpstr>Office Theme</vt:lpstr>
      <vt:lpstr>Graphviz</vt:lpstr>
      <vt:lpstr>Graphviz</vt:lpstr>
      <vt:lpstr>Instalación  e  Introducción  a Graphviz Herramienta de software para la visualización de grafos y diagramas de redes. Se usa para representar estructuras de datos, flujos de trabajo, diagramas de red. Instalación:</vt:lpstr>
      <vt:lpstr>Instalación  e  Introducción  a Graphviz</vt:lpstr>
      <vt:lpstr>Instalación  e  Introducción  a Graphviz IMPORTANTE AGREGAR AL PATH, MARCAR LA OPCION CORRESPONDIENTE</vt:lpstr>
      <vt:lpstr>¿Qué es Graphviz y Cómo Funciona?</vt:lpstr>
      <vt:lpstr>Creación de Grafos Básicos</vt:lpstr>
      <vt:lpstr>Representación y Actualización de Listas Enlazadas Con Graphviz</vt:lpstr>
      <vt:lpstr>Personalización de Nodos en Graphviz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graphviz.pdf</dc:title>
  <dc:creator>Introducción a la Programación y Computación 2</dc:creator>
  <cp:keywords>DAGVk1xx6GE,BAGVkRnDgpw,0</cp:keywords>
  <cp:lastModifiedBy>Diego andres huite alvarez</cp:lastModifiedBy>
  <cp:revision>1</cp:revision>
  <dcterms:created xsi:type="dcterms:W3CDTF">2025-07-03T22:30:27Z</dcterms:created>
  <dcterms:modified xsi:type="dcterms:W3CDTF">2025-07-03T22:39:16Z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2025-05-26T00:00:00Z</vt:filetime>
  </property>
  <property fmtid="{D5CDD505-2E9C-101B-9397-08002B2CF9AE}" pid="3" name="Creator">
    <vt:lpwstr>Canva</vt:lpwstr>
  </property>
  <property fmtid="{D5CDD505-2E9C-101B-9397-08002B2CF9AE}" pid="4" name="LastSaved">
    <vt:filetime>2025-07-03T00:00:00Z</vt:filetime>
  </property>
  <property fmtid="{D5CDD505-2E9C-101B-9397-08002B2CF9AE}" pid="5" name="Producer">
    <vt:lpwstr>Canva</vt:lpwstr>
  </property>
</Properties>
</file>