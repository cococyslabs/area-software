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302" r:id="rId2"/>
    <p:sldId id="256" r:id="rId3"/>
    <p:sldId id="257" r:id="rId4"/>
    <p:sldId id="307" r:id="rId5"/>
    <p:sldId id="258" r:id="rId6"/>
    <p:sldId id="303" r:id="rId7"/>
    <p:sldId id="305" r:id="rId8"/>
    <p:sldId id="304" r:id="rId9"/>
    <p:sldId id="306" r:id="rId10"/>
    <p:sldId id="271" r:id="rId11"/>
    <p:sldId id="276" r:id="rId12"/>
    <p:sldId id="277" r:id="rId13"/>
  </p:sldIdLst>
  <p:sldSz cx="18288000" cy="10287000"/>
  <p:notesSz cx="6858000" cy="9144000"/>
  <p:embeddedFontLst>
    <p:embeddedFont>
      <p:font typeface="Doto Black" panose="020B0604020202020204" charset="0"/>
      <p:bold r:id="rId15"/>
    </p:embeddedFont>
    <p:embeddedFont>
      <p:font typeface="Roboto" panose="02000000000000000000" pitchFamily="2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1" roundtripDataSignature="AMtx7mjKQCg3c20A/6IWdNcXRizUwVvXz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07FE28-0E9C-4AEF-B456-B5C0FDF5E3AA}" v="80" dt="2025-08-27T00:08:54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35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Antonio Castillo Javier" userId="ffb886fd-b7be-49be-8acb-3676ec590820" providerId="ADAL" clId="{4307FE28-0E9C-4AEF-B456-B5C0FDF5E3AA}"/>
    <pc:docChg chg="undo custSel addSld delSld modSld sldOrd">
      <pc:chgData name="Luis Antonio Castillo Javier" userId="ffb886fd-b7be-49be-8acb-3676ec590820" providerId="ADAL" clId="{4307FE28-0E9C-4AEF-B456-B5C0FDF5E3AA}" dt="2025-08-27T00:09:23.767" v="418" actId="20577"/>
      <pc:docMkLst>
        <pc:docMk/>
      </pc:docMkLst>
      <pc:sldChg chg="modSp mod">
        <pc:chgData name="Luis Antonio Castillo Javier" userId="ffb886fd-b7be-49be-8acb-3676ec590820" providerId="ADAL" clId="{4307FE28-0E9C-4AEF-B456-B5C0FDF5E3AA}" dt="2025-08-26T20:53:06.823" v="279" actId="20577"/>
        <pc:sldMkLst>
          <pc:docMk/>
          <pc:sldMk cId="0" sldId="257"/>
        </pc:sldMkLst>
        <pc:spChg chg="mod">
          <ac:chgData name="Luis Antonio Castillo Javier" userId="ffb886fd-b7be-49be-8acb-3676ec590820" providerId="ADAL" clId="{4307FE28-0E9C-4AEF-B456-B5C0FDF5E3AA}" dt="2025-08-26T20:53:06.823" v="279" actId="20577"/>
          <ac:spMkLst>
            <pc:docMk/>
            <pc:sldMk cId="0" sldId="257"/>
            <ac:spMk id="106" creationId="{00000000-0000-0000-0000-000000000000}"/>
          </ac:spMkLst>
        </pc:spChg>
      </pc:sldChg>
      <pc:sldChg chg="modSp mod modNotes">
        <pc:chgData name="Luis Antonio Castillo Javier" userId="ffb886fd-b7be-49be-8acb-3676ec590820" providerId="ADAL" clId="{4307FE28-0E9C-4AEF-B456-B5C0FDF5E3AA}" dt="2025-08-26T21:02:21.517" v="389"/>
        <pc:sldMkLst>
          <pc:docMk/>
          <pc:sldMk cId="0" sldId="258"/>
        </pc:sldMkLst>
        <pc:spChg chg="mod">
          <ac:chgData name="Luis Antonio Castillo Javier" userId="ffb886fd-b7be-49be-8acb-3676ec590820" providerId="ADAL" clId="{4307FE28-0E9C-4AEF-B456-B5C0FDF5E3AA}" dt="2025-08-26T21:02:21.517" v="389"/>
          <ac:spMkLst>
            <pc:docMk/>
            <pc:sldMk cId="0" sldId="258"/>
            <ac:spMk id="117" creationId="{00000000-0000-0000-0000-000000000000}"/>
          </ac:spMkLst>
        </pc:spChg>
      </pc:sldChg>
      <pc:sldChg chg="del">
        <pc:chgData name="Luis Antonio Castillo Javier" userId="ffb886fd-b7be-49be-8acb-3676ec590820" providerId="ADAL" clId="{4307FE28-0E9C-4AEF-B456-B5C0FDF5E3AA}" dt="2025-08-26T20:50:18.477" v="180" actId="47"/>
        <pc:sldMkLst>
          <pc:docMk/>
          <pc:sldMk cId="0" sldId="259"/>
        </pc:sldMkLst>
      </pc:sldChg>
      <pc:sldChg chg="del">
        <pc:chgData name="Luis Antonio Castillo Javier" userId="ffb886fd-b7be-49be-8acb-3676ec590820" providerId="ADAL" clId="{4307FE28-0E9C-4AEF-B456-B5C0FDF5E3AA}" dt="2025-08-26T20:50:17.362" v="179" actId="47"/>
        <pc:sldMkLst>
          <pc:docMk/>
          <pc:sldMk cId="0" sldId="260"/>
        </pc:sldMkLst>
      </pc:sldChg>
      <pc:sldChg chg="del">
        <pc:chgData name="Luis Antonio Castillo Javier" userId="ffb886fd-b7be-49be-8acb-3676ec590820" providerId="ADAL" clId="{4307FE28-0E9C-4AEF-B456-B5C0FDF5E3AA}" dt="2025-08-26T20:50:15.145" v="178" actId="47"/>
        <pc:sldMkLst>
          <pc:docMk/>
          <pc:sldMk cId="0" sldId="261"/>
        </pc:sldMkLst>
      </pc:sldChg>
      <pc:sldChg chg="del">
        <pc:chgData name="Luis Antonio Castillo Javier" userId="ffb886fd-b7be-49be-8acb-3676ec590820" providerId="ADAL" clId="{4307FE28-0E9C-4AEF-B456-B5C0FDF5E3AA}" dt="2025-08-26T20:50:14.429" v="177" actId="47"/>
        <pc:sldMkLst>
          <pc:docMk/>
          <pc:sldMk cId="0" sldId="262"/>
        </pc:sldMkLst>
      </pc:sldChg>
      <pc:sldChg chg="del">
        <pc:chgData name="Luis Antonio Castillo Javier" userId="ffb886fd-b7be-49be-8acb-3676ec590820" providerId="ADAL" clId="{4307FE28-0E9C-4AEF-B456-B5C0FDF5E3AA}" dt="2025-08-26T20:50:13.672" v="176" actId="47"/>
        <pc:sldMkLst>
          <pc:docMk/>
          <pc:sldMk cId="0" sldId="263"/>
        </pc:sldMkLst>
      </pc:sldChg>
      <pc:sldChg chg="del">
        <pc:chgData name="Luis Antonio Castillo Javier" userId="ffb886fd-b7be-49be-8acb-3676ec590820" providerId="ADAL" clId="{4307FE28-0E9C-4AEF-B456-B5C0FDF5E3AA}" dt="2025-08-26T20:50:11.466" v="175" actId="47"/>
        <pc:sldMkLst>
          <pc:docMk/>
          <pc:sldMk cId="0" sldId="264"/>
        </pc:sldMkLst>
      </pc:sldChg>
      <pc:sldChg chg="del">
        <pc:chgData name="Luis Antonio Castillo Javier" userId="ffb886fd-b7be-49be-8acb-3676ec590820" providerId="ADAL" clId="{4307FE28-0E9C-4AEF-B456-B5C0FDF5E3AA}" dt="2025-08-26T20:50:10.030" v="174" actId="47"/>
        <pc:sldMkLst>
          <pc:docMk/>
          <pc:sldMk cId="0" sldId="265"/>
        </pc:sldMkLst>
      </pc:sldChg>
      <pc:sldChg chg="del">
        <pc:chgData name="Luis Antonio Castillo Javier" userId="ffb886fd-b7be-49be-8acb-3676ec590820" providerId="ADAL" clId="{4307FE28-0E9C-4AEF-B456-B5C0FDF5E3AA}" dt="2025-08-26T20:50:08.069" v="173" actId="47"/>
        <pc:sldMkLst>
          <pc:docMk/>
          <pc:sldMk cId="0" sldId="266"/>
        </pc:sldMkLst>
      </pc:sldChg>
      <pc:sldChg chg="del">
        <pc:chgData name="Luis Antonio Castillo Javier" userId="ffb886fd-b7be-49be-8acb-3676ec590820" providerId="ADAL" clId="{4307FE28-0E9C-4AEF-B456-B5C0FDF5E3AA}" dt="2025-08-26T20:50:07.309" v="172" actId="47"/>
        <pc:sldMkLst>
          <pc:docMk/>
          <pc:sldMk cId="0" sldId="267"/>
        </pc:sldMkLst>
      </pc:sldChg>
      <pc:sldChg chg="del">
        <pc:chgData name="Luis Antonio Castillo Javier" userId="ffb886fd-b7be-49be-8acb-3676ec590820" providerId="ADAL" clId="{4307FE28-0E9C-4AEF-B456-B5C0FDF5E3AA}" dt="2025-08-26T20:50:05.385" v="171" actId="47"/>
        <pc:sldMkLst>
          <pc:docMk/>
          <pc:sldMk cId="0" sldId="268"/>
        </pc:sldMkLst>
      </pc:sldChg>
      <pc:sldChg chg="del">
        <pc:chgData name="Luis Antonio Castillo Javier" userId="ffb886fd-b7be-49be-8acb-3676ec590820" providerId="ADAL" clId="{4307FE28-0E9C-4AEF-B456-B5C0FDF5E3AA}" dt="2025-08-26T19:08:18.130" v="9" actId="47"/>
        <pc:sldMkLst>
          <pc:docMk/>
          <pc:sldMk cId="0" sldId="269"/>
        </pc:sldMkLst>
      </pc:sldChg>
      <pc:sldChg chg="del">
        <pc:chgData name="Luis Antonio Castillo Javier" userId="ffb886fd-b7be-49be-8acb-3676ec590820" providerId="ADAL" clId="{4307FE28-0E9C-4AEF-B456-B5C0FDF5E3AA}" dt="2025-08-26T19:08:20.380" v="10" actId="47"/>
        <pc:sldMkLst>
          <pc:docMk/>
          <pc:sldMk cId="0" sldId="270"/>
        </pc:sldMkLst>
      </pc:sldChg>
      <pc:sldChg chg="modSp del mod">
        <pc:chgData name="Luis Antonio Castillo Javier" userId="ffb886fd-b7be-49be-8acb-3676ec590820" providerId="ADAL" clId="{4307FE28-0E9C-4AEF-B456-B5C0FDF5E3AA}" dt="2025-08-26T20:51:16.366" v="181" actId="47"/>
        <pc:sldMkLst>
          <pc:docMk/>
          <pc:sldMk cId="0" sldId="272"/>
        </pc:sldMkLst>
        <pc:spChg chg="mod">
          <ac:chgData name="Luis Antonio Castillo Javier" userId="ffb886fd-b7be-49be-8acb-3676ec590820" providerId="ADAL" clId="{4307FE28-0E9C-4AEF-B456-B5C0FDF5E3AA}" dt="2025-08-26T19:12:56.225" v="78" actId="20577"/>
          <ac:spMkLst>
            <pc:docMk/>
            <pc:sldMk cId="0" sldId="272"/>
            <ac:spMk id="307" creationId="{00000000-0000-0000-0000-000000000000}"/>
          </ac:spMkLst>
        </pc:spChg>
      </pc:sldChg>
      <pc:sldChg chg="del">
        <pc:chgData name="Luis Antonio Castillo Javier" userId="ffb886fd-b7be-49be-8acb-3676ec590820" providerId="ADAL" clId="{4307FE28-0E9C-4AEF-B456-B5C0FDF5E3AA}" dt="2025-08-26T20:51:21.773" v="182" actId="47"/>
        <pc:sldMkLst>
          <pc:docMk/>
          <pc:sldMk cId="0" sldId="273"/>
        </pc:sldMkLst>
      </pc:sldChg>
      <pc:sldChg chg="del">
        <pc:chgData name="Luis Antonio Castillo Javier" userId="ffb886fd-b7be-49be-8acb-3676ec590820" providerId="ADAL" clId="{4307FE28-0E9C-4AEF-B456-B5C0FDF5E3AA}" dt="2025-08-26T19:08:35.444" v="11" actId="47"/>
        <pc:sldMkLst>
          <pc:docMk/>
          <pc:sldMk cId="0" sldId="274"/>
        </pc:sldMkLst>
      </pc:sldChg>
      <pc:sldChg chg="del">
        <pc:chgData name="Luis Antonio Castillo Javier" userId="ffb886fd-b7be-49be-8acb-3676ec590820" providerId="ADAL" clId="{4307FE28-0E9C-4AEF-B456-B5C0FDF5E3AA}" dt="2025-08-26T19:08:45.015" v="12" actId="47"/>
        <pc:sldMkLst>
          <pc:docMk/>
          <pc:sldMk cId="0" sldId="275"/>
        </pc:sldMkLst>
      </pc:sldChg>
      <pc:sldChg chg="modSp mod modNotes">
        <pc:chgData name="Luis Antonio Castillo Javier" userId="ffb886fd-b7be-49be-8acb-3676ec590820" providerId="ADAL" clId="{4307FE28-0E9C-4AEF-B456-B5C0FDF5E3AA}" dt="2025-08-26T20:52:26.167" v="199" actId="1076"/>
        <pc:sldMkLst>
          <pc:docMk/>
          <pc:sldMk cId="0" sldId="276"/>
        </pc:sldMkLst>
        <pc:spChg chg="mod">
          <ac:chgData name="Luis Antonio Castillo Javier" userId="ffb886fd-b7be-49be-8acb-3676ec590820" providerId="ADAL" clId="{4307FE28-0E9C-4AEF-B456-B5C0FDF5E3AA}" dt="2025-08-26T20:52:26.167" v="199" actId="1076"/>
          <ac:spMkLst>
            <pc:docMk/>
            <pc:sldMk cId="0" sldId="276"/>
            <ac:spMk id="343" creationId="{00000000-0000-0000-0000-000000000000}"/>
          </ac:spMkLst>
        </pc:spChg>
      </pc:sldChg>
      <pc:sldChg chg="modSp add mod ord">
        <pc:chgData name="Luis Antonio Castillo Javier" userId="ffb886fd-b7be-49be-8acb-3676ec590820" providerId="ADAL" clId="{4307FE28-0E9C-4AEF-B456-B5C0FDF5E3AA}" dt="2025-08-26T19:07:31.523" v="6" actId="20577"/>
        <pc:sldMkLst>
          <pc:docMk/>
          <pc:sldMk cId="0" sldId="302"/>
        </pc:sldMkLst>
        <pc:graphicFrameChg chg="modGraphic">
          <ac:chgData name="Luis Antonio Castillo Javier" userId="ffb886fd-b7be-49be-8acb-3676ec590820" providerId="ADAL" clId="{4307FE28-0E9C-4AEF-B456-B5C0FDF5E3AA}" dt="2025-08-26T19:07:31.523" v="6" actId="20577"/>
          <ac:graphicFrameMkLst>
            <pc:docMk/>
            <pc:sldMk cId="0" sldId="302"/>
            <ac:graphicFrameMk id="55" creationId="{00000000-0000-0000-0000-000000000000}"/>
          </ac:graphicFrameMkLst>
        </pc:graphicFrameChg>
      </pc:sldChg>
      <pc:sldChg chg="addSp delSp modSp add mod">
        <pc:chgData name="Luis Antonio Castillo Javier" userId="ffb886fd-b7be-49be-8acb-3676ec590820" providerId="ADAL" clId="{4307FE28-0E9C-4AEF-B456-B5C0FDF5E3AA}" dt="2025-08-26T20:53:22.318" v="285" actId="1076"/>
        <pc:sldMkLst>
          <pc:docMk/>
          <pc:sldMk cId="2276177654" sldId="303"/>
        </pc:sldMkLst>
        <pc:spChg chg="add mod">
          <ac:chgData name="Luis Antonio Castillo Javier" userId="ffb886fd-b7be-49be-8acb-3676ec590820" providerId="ADAL" clId="{4307FE28-0E9C-4AEF-B456-B5C0FDF5E3AA}" dt="2025-08-26T19:16:15.033" v="101" actId="20577"/>
          <ac:spMkLst>
            <pc:docMk/>
            <pc:sldMk cId="2276177654" sldId="303"/>
            <ac:spMk id="2" creationId="{D19A3225-E07A-EB0B-E51A-1E51302F7402}"/>
          </ac:spMkLst>
        </pc:spChg>
        <pc:spChg chg="add del mod">
          <ac:chgData name="Luis Antonio Castillo Javier" userId="ffb886fd-b7be-49be-8acb-3676ec590820" providerId="ADAL" clId="{4307FE28-0E9C-4AEF-B456-B5C0FDF5E3AA}" dt="2025-08-26T20:53:14.578" v="282"/>
          <ac:spMkLst>
            <pc:docMk/>
            <pc:sldMk cId="2276177654" sldId="303"/>
            <ac:spMk id="3" creationId="{282A169A-1950-8F48-69A0-BAABE516F329}"/>
          </ac:spMkLst>
        </pc:spChg>
        <pc:spChg chg="add mod">
          <ac:chgData name="Luis Antonio Castillo Javier" userId="ffb886fd-b7be-49be-8acb-3676ec590820" providerId="ADAL" clId="{4307FE28-0E9C-4AEF-B456-B5C0FDF5E3AA}" dt="2025-08-26T19:16:26.892" v="105"/>
          <ac:spMkLst>
            <pc:docMk/>
            <pc:sldMk cId="2276177654" sldId="303"/>
            <ac:spMk id="4" creationId="{08440D5D-F539-E3FE-4E1E-3FA921012996}"/>
          </ac:spMkLst>
        </pc:spChg>
        <pc:spChg chg="add">
          <ac:chgData name="Luis Antonio Castillo Javier" userId="ffb886fd-b7be-49be-8acb-3676ec590820" providerId="ADAL" clId="{4307FE28-0E9C-4AEF-B456-B5C0FDF5E3AA}" dt="2025-08-26T19:16:34.244" v="108"/>
          <ac:spMkLst>
            <pc:docMk/>
            <pc:sldMk cId="2276177654" sldId="303"/>
            <ac:spMk id="5" creationId="{1B579501-96DA-3905-609A-0D7D9B9D2B97}"/>
          </ac:spMkLst>
        </pc:spChg>
        <pc:spChg chg="mod">
          <ac:chgData name="Luis Antonio Castillo Javier" userId="ffb886fd-b7be-49be-8acb-3676ec590820" providerId="ADAL" clId="{4307FE28-0E9C-4AEF-B456-B5C0FDF5E3AA}" dt="2025-08-26T19:16:20.594" v="102" actId="20577"/>
          <ac:spMkLst>
            <pc:docMk/>
            <pc:sldMk cId="2276177654" sldId="303"/>
            <ac:spMk id="272" creationId="{3AED152D-B086-E349-F348-C336CD29523F}"/>
          </ac:spMkLst>
        </pc:spChg>
        <pc:spChg chg="mod">
          <ac:chgData name="Luis Antonio Castillo Javier" userId="ffb886fd-b7be-49be-8acb-3676ec590820" providerId="ADAL" clId="{4307FE28-0E9C-4AEF-B456-B5C0FDF5E3AA}" dt="2025-08-26T19:12:00.228" v="50" actId="20577"/>
          <ac:spMkLst>
            <pc:docMk/>
            <pc:sldMk cId="2276177654" sldId="303"/>
            <ac:spMk id="273" creationId="{7EBF6EC4-006C-CB18-677E-3F90D3305727}"/>
          </ac:spMkLst>
        </pc:spChg>
        <pc:picChg chg="del">
          <ac:chgData name="Luis Antonio Castillo Javier" userId="ffb886fd-b7be-49be-8acb-3676ec590820" providerId="ADAL" clId="{4307FE28-0E9C-4AEF-B456-B5C0FDF5E3AA}" dt="2025-08-26T19:12:18.933" v="56" actId="478"/>
          <ac:picMkLst>
            <pc:docMk/>
            <pc:sldMk cId="2276177654" sldId="303"/>
            <ac:picMk id="274" creationId="{F4EB5CDD-CECF-B647-F585-EA1904B745CE}"/>
          </ac:picMkLst>
        </pc:picChg>
        <pc:picChg chg="add mod">
          <ac:chgData name="Luis Antonio Castillo Javier" userId="ffb886fd-b7be-49be-8acb-3676ec590820" providerId="ADAL" clId="{4307FE28-0E9C-4AEF-B456-B5C0FDF5E3AA}" dt="2025-08-26T20:53:22.318" v="285" actId="1076"/>
          <ac:picMkLst>
            <pc:docMk/>
            <pc:sldMk cId="2276177654" sldId="303"/>
            <ac:picMk id="1026" creationId="{EA55E9CD-722B-70C1-A8D4-558DBDB35676}"/>
          </ac:picMkLst>
        </pc:picChg>
      </pc:sldChg>
      <pc:sldChg chg="addSp delSp modSp add mod">
        <pc:chgData name="Luis Antonio Castillo Javier" userId="ffb886fd-b7be-49be-8acb-3676ec590820" providerId="ADAL" clId="{4307FE28-0E9C-4AEF-B456-B5C0FDF5E3AA}" dt="2025-08-26T21:01:45.844" v="385" actId="1076"/>
        <pc:sldMkLst>
          <pc:docMk/>
          <pc:sldMk cId="1968370713" sldId="304"/>
        </pc:sldMkLst>
        <pc:spChg chg="add">
          <ac:chgData name="Luis Antonio Castillo Javier" userId="ffb886fd-b7be-49be-8acb-3676ec590820" providerId="ADAL" clId="{4307FE28-0E9C-4AEF-B456-B5C0FDF5E3AA}" dt="2025-08-26T19:15:39.843" v="93"/>
          <ac:spMkLst>
            <pc:docMk/>
            <pc:sldMk cId="1968370713" sldId="304"/>
            <ac:spMk id="2" creationId="{50F16EC8-4132-457D-1097-DBB16711233C}"/>
          </ac:spMkLst>
        </pc:spChg>
        <pc:spChg chg="add">
          <ac:chgData name="Luis Antonio Castillo Javier" userId="ffb886fd-b7be-49be-8acb-3676ec590820" providerId="ADAL" clId="{4307FE28-0E9C-4AEF-B456-B5C0FDF5E3AA}" dt="2025-08-26T19:15:46.216" v="94"/>
          <ac:spMkLst>
            <pc:docMk/>
            <pc:sldMk cId="1968370713" sldId="304"/>
            <ac:spMk id="3" creationId="{203D0FB8-1A44-E676-559A-BEBB94A2E0F7}"/>
          </ac:spMkLst>
        </pc:spChg>
        <pc:spChg chg="add">
          <ac:chgData name="Luis Antonio Castillo Javier" userId="ffb886fd-b7be-49be-8acb-3676ec590820" providerId="ADAL" clId="{4307FE28-0E9C-4AEF-B456-B5C0FDF5E3AA}" dt="2025-08-26T19:15:51.988" v="96"/>
          <ac:spMkLst>
            <pc:docMk/>
            <pc:sldMk cId="1968370713" sldId="304"/>
            <ac:spMk id="4" creationId="{7DB557D3-D229-5078-A8CF-34A8C61CC0AE}"/>
          </ac:spMkLst>
        </pc:spChg>
        <pc:spChg chg="add del mod">
          <ac:chgData name="Luis Antonio Castillo Javier" userId="ffb886fd-b7be-49be-8acb-3676ec590820" providerId="ADAL" clId="{4307FE28-0E9C-4AEF-B456-B5C0FDF5E3AA}" dt="2025-08-26T19:18:42.769" v="166"/>
          <ac:spMkLst>
            <pc:docMk/>
            <pc:sldMk cId="1968370713" sldId="304"/>
            <ac:spMk id="5" creationId="{56619A8F-DEAB-48AD-F795-ED775B79985D}"/>
          </ac:spMkLst>
        </pc:spChg>
        <pc:spChg chg="add del mod">
          <ac:chgData name="Luis Antonio Castillo Javier" userId="ffb886fd-b7be-49be-8acb-3676ec590820" providerId="ADAL" clId="{4307FE28-0E9C-4AEF-B456-B5C0FDF5E3AA}" dt="2025-08-26T21:01:43.524" v="384" actId="478"/>
          <ac:spMkLst>
            <pc:docMk/>
            <pc:sldMk cId="1968370713" sldId="304"/>
            <ac:spMk id="7" creationId="{CE142625-CAA8-CA9B-69BF-5EAAC95246C1}"/>
          </ac:spMkLst>
        </pc:spChg>
        <pc:spChg chg="mod">
          <ac:chgData name="Luis Antonio Castillo Javier" userId="ffb886fd-b7be-49be-8acb-3676ec590820" providerId="ADAL" clId="{4307FE28-0E9C-4AEF-B456-B5C0FDF5E3AA}" dt="2025-08-26T19:15:51.296" v="95" actId="20577"/>
          <ac:spMkLst>
            <pc:docMk/>
            <pc:sldMk cId="1968370713" sldId="304"/>
            <ac:spMk id="272" creationId="{DBDEC2E9-CC5F-07EB-3B8E-4BB4552F0496}"/>
          </ac:spMkLst>
        </pc:spChg>
        <pc:spChg chg="mod">
          <ac:chgData name="Luis Antonio Castillo Javier" userId="ffb886fd-b7be-49be-8acb-3676ec590820" providerId="ADAL" clId="{4307FE28-0E9C-4AEF-B456-B5C0FDF5E3AA}" dt="2025-08-26T19:14:19.209" v="84" actId="20577"/>
          <ac:spMkLst>
            <pc:docMk/>
            <pc:sldMk cId="1968370713" sldId="304"/>
            <ac:spMk id="273" creationId="{0F95823D-61F4-CE70-0E0D-0C834006F906}"/>
          </ac:spMkLst>
        </pc:spChg>
        <pc:picChg chg="del">
          <ac:chgData name="Luis Antonio Castillo Javier" userId="ffb886fd-b7be-49be-8acb-3676ec590820" providerId="ADAL" clId="{4307FE28-0E9C-4AEF-B456-B5C0FDF5E3AA}" dt="2025-08-26T19:15:12.453" v="87" actId="478"/>
          <ac:picMkLst>
            <pc:docMk/>
            <pc:sldMk cId="1968370713" sldId="304"/>
            <ac:picMk id="1026" creationId="{F0FAAAB0-4ADF-A298-E820-7DB2D6D98412}"/>
          </ac:picMkLst>
        </pc:picChg>
        <pc:picChg chg="add">
          <ac:chgData name="Luis Antonio Castillo Javier" userId="ffb886fd-b7be-49be-8acb-3676ec590820" providerId="ADAL" clId="{4307FE28-0E9C-4AEF-B456-B5C0FDF5E3AA}" dt="2025-08-26T19:14:23.707" v="85"/>
          <ac:picMkLst>
            <pc:docMk/>
            <pc:sldMk cId="1968370713" sldId="304"/>
            <ac:picMk id="2050" creationId="{190529CF-F07E-6B12-55BC-ED98D26E7758}"/>
          </ac:picMkLst>
        </pc:picChg>
        <pc:picChg chg="add mod">
          <ac:chgData name="Luis Antonio Castillo Javier" userId="ffb886fd-b7be-49be-8acb-3676ec590820" providerId="ADAL" clId="{4307FE28-0E9C-4AEF-B456-B5C0FDF5E3AA}" dt="2025-08-26T21:01:45.844" v="385" actId="1076"/>
          <ac:picMkLst>
            <pc:docMk/>
            <pc:sldMk cId="1968370713" sldId="304"/>
            <ac:picMk id="2052" creationId="{DAF148D5-5021-1CD1-B675-52B948ACF30F}"/>
          </ac:picMkLst>
        </pc:picChg>
      </pc:sldChg>
      <pc:sldChg chg="add del setBg">
        <pc:chgData name="Luis Antonio Castillo Javier" userId="ffb886fd-b7be-49be-8acb-3676ec590820" providerId="ADAL" clId="{4307FE28-0E9C-4AEF-B456-B5C0FDF5E3AA}" dt="2025-08-26T19:15:59.325" v="98"/>
        <pc:sldMkLst>
          <pc:docMk/>
          <pc:sldMk cId="2252149341" sldId="305"/>
        </pc:sldMkLst>
      </pc:sldChg>
      <pc:sldChg chg="addSp delSp modSp add mod">
        <pc:chgData name="Luis Antonio Castillo Javier" userId="ffb886fd-b7be-49be-8acb-3676ec590820" providerId="ADAL" clId="{4307FE28-0E9C-4AEF-B456-B5C0FDF5E3AA}" dt="2025-08-26T20:56:53.147" v="357" actId="1076"/>
        <pc:sldMkLst>
          <pc:docMk/>
          <pc:sldMk cId="2788832134" sldId="305"/>
        </pc:sldMkLst>
        <pc:spChg chg="mod">
          <ac:chgData name="Luis Antonio Castillo Javier" userId="ffb886fd-b7be-49be-8acb-3676ec590820" providerId="ADAL" clId="{4307FE28-0E9C-4AEF-B456-B5C0FDF5E3AA}" dt="2025-08-26T20:55:52.305" v="336"/>
          <ac:spMkLst>
            <pc:docMk/>
            <pc:sldMk cId="2788832134" sldId="305"/>
            <ac:spMk id="3" creationId="{186DCC31-D91C-F851-E302-603C66006BA3}"/>
          </ac:spMkLst>
        </pc:spChg>
        <pc:spChg chg="mod">
          <ac:chgData name="Luis Antonio Castillo Javier" userId="ffb886fd-b7be-49be-8acb-3676ec590820" providerId="ADAL" clId="{4307FE28-0E9C-4AEF-B456-B5C0FDF5E3AA}" dt="2025-08-26T20:55:52.305" v="336"/>
          <ac:spMkLst>
            <pc:docMk/>
            <pc:sldMk cId="2788832134" sldId="305"/>
            <ac:spMk id="4" creationId="{781D4A14-0A4D-3CCC-D40D-87B64C63E430}"/>
          </ac:spMkLst>
        </pc:spChg>
        <pc:spChg chg="mod">
          <ac:chgData name="Luis Antonio Castillo Javier" userId="ffb886fd-b7be-49be-8acb-3676ec590820" providerId="ADAL" clId="{4307FE28-0E9C-4AEF-B456-B5C0FDF5E3AA}" dt="2025-08-26T20:56:47.723" v="356" actId="20577"/>
          <ac:spMkLst>
            <pc:docMk/>
            <pc:sldMk cId="2788832134" sldId="305"/>
            <ac:spMk id="272" creationId="{31DF13EB-AD39-CD36-07B0-A57B29C2186F}"/>
          </ac:spMkLst>
        </pc:spChg>
        <pc:spChg chg="mod">
          <ac:chgData name="Luis Antonio Castillo Javier" userId="ffb886fd-b7be-49be-8acb-3676ec590820" providerId="ADAL" clId="{4307FE28-0E9C-4AEF-B456-B5C0FDF5E3AA}" dt="2025-08-26T20:56:53.147" v="357" actId="1076"/>
          <ac:spMkLst>
            <pc:docMk/>
            <pc:sldMk cId="2788832134" sldId="305"/>
            <ac:spMk id="273" creationId="{09EBBAB6-CB0D-976C-3539-0DF1D73575BF}"/>
          </ac:spMkLst>
        </pc:spChg>
        <pc:grpChg chg="add mod ord">
          <ac:chgData name="Luis Antonio Castillo Javier" userId="ffb886fd-b7be-49be-8acb-3676ec590820" providerId="ADAL" clId="{4307FE28-0E9C-4AEF-B456-B5C0FDF5E3AA}" dt="2025-08-26T20:55:59.118" v="338" actId="14100"/>
          <ac:grpSpMkLst>
            <pc:docMk/>
            <pc:sldMk cId="2788832134" sldId="305"/>
            <ac:grpSpMk id="2" creationId="{741DC50A-3B24-428E-A3E9-0951577788E0}"/>
          </ac:grpSpMkLst>
        </pc:grpChg>
        <pc:grpChg chg="del mod">
          <ac:chgData name="Luis Antonio Castillo Javier" userId="ffb886fd-b7be-49be-8acb-3676ec590820" providerId="ADAL" clId="{4307FE28-0E9C-4AEF-B456-B5C0FDF5E3AA}" dt="2025-08-26T20:55:12.944" v="330" actId="478"/>
          <ac:grpSpMkLst>
            <pc:docMk/>
            <pc:sldMk cId="2788832134" sldId="305"/>
            <ac:grpSpMk id="266" creationId="{E5D52135-9B2F-04D3-5FC4-E4CEC2385596}"/>
          </ac:grpSpMkLst>
        </pc:grpChg>
        <pc:picChg chg="del mod">
          <ac:chgData name="Luis Antonio Castillo Javier" userId="ffb886fd-b7be-49be-8acb-3676ec590820" providerId="ADAL" clId="{4307FE28-0E9C-4AEF-B456-B5C0FDF5E3AA}" dt="2025-08-26T20:53:58.809" v="325" actId="478"/>
          <ac:picMkLst>
            <pc:docMk/>
            <pc:sldMk cId="2788832134" sldId="305"/>
            <ac:picMk id="1026" creationId="{C6ADAFFF-8FC5-DF35-29C8-2E3067254723}"/>
          </ac:picMkLst>
        </pc:picChg>
        <pc:cxnChg chg="del">
          <ac:chgData name="Luis Antonio Castillo Javier" userId="ffb886fd-b7be-49be-8acb-3676ec590820" providerId="ADAL" clId="{4307FE28-0E9C-4AEF-B456-B5C0FDF5E3AA}" dt="2025-08-26T20:53:55.632" v="323" actId="478"/>
          <ac:cxnSpMkLst>
            <pc:docMk/>
            <pc:sldMk cId="2788832134" sldId="305"/>
            <ac:cxnSpMk id="270" creationId="{A882CAFA-2BC6-0779-3E1C-F367E71E6F3E}"/>
          </ac:cxnSpMkLst>
        </pc:cxnChg>
      </pc:sldChg>
      <pc:sldChg chg="new del">
        <pc:chgData name="Luis Antonio Castillo Javier" userId="ffb886fd-b7be-49be-8acb-3676ec590820" providerId="ADAL" clId="{4307FE28-0E9C-4AEF-B456-B5C0FDF5E3AA}" dt="2025-08-26T20:53:19.842" v="284" actId="680"/>
        <pc:sldMkLst>
          <pc:docMk/>
          <pc:sldMk cId="3160368431" sldId="305"/>
        </pc:sldMkLst>
      </pc:sldChg>
      <pc:sldChg chg="add del setBg">
        <pc:chgData name="Luis Antonio Castillo Javier" userId="ffb886fd-b7be-49be-8acb-3676ec590820" providerId="ADAL" clId="{4307FE28-0E9C-4AEF-B456-B5C0FDF5E3AA}" dt="2025-08-26T20:57:12.803" v="359"/>
        <pc:sldMkLst>
          <pc:docMk/>
          <pc:sldMk cId="2122044715" sldId="306"/>
        </pc:sldMkLst>
      </pc:sldChg>
      <pc:sldChg chg="modSp add mod ord">
        <pc:chgData name="Luis Antonio Castillo Javier" userId="ffb886fd-b7be-49be-8acb-3676ec590820" providerId="ADAL" clId="{4307FE28-0E9C-4AEF-B456-B5C0FDF5E3AA}" dt="2025-08-26T20:57:50.527" v="382" actId="20577"/>
        <pc:sldMkLst>
          <pc:docMk/>
          <pc:sldMk cId="2373286877" sldId="306"/>
        </pc:sldMkLst>
        <pc:spChg chg="mod">
          <ac:chgData name="Luis Antonio Castillo Javier" userId="ffb886fd-b7be-49be-8acb-3676ec590820" providerId="ADAL" clId="{4307FE28-0E9C-4AEF-B456-B5C0FDF5E3AA}" dt="2025-08-26T20:57:50.527" v="382" actId="20577"/>
          <ac:spMkLst>
            <pc:docMk/>
            <pc:sldMk cId="2373286877" sldId="306"/>
            <ac:spMk id="272" creationId="{458B24A8-F144-E054-F5DE-D69D920027D8}"/>
          </ac:spMkLst>
        </pc:spChg>
        <pc:spChg chg="mod">
          <ac:chgData name="Luis Antonio Castillo Javier" userId="ffb886fd-b7be-49be-8acb-3676ec590820" providerId="ADAL" clId="{4307FE28-0E9C-4AEF-B456-B5C0FDF5E3AA}" dt="2025-08-26T20:57:20.794" v="366" actId="20577"/>
          <ac:spMkLst>
            <pc:docMk/>
            <pc:sldMk cId="2373286877" sldId="306"/>
            <ac:spMk id="273" creationId="{009BFA19-DC55-7A66-B9B8-7764A1C00360}"/>
          </ac:spMkLst>
        </pc:spChg>
      </pc:sldChg>
      <pc:sldChg chg="modSp add mod ord">
        <pc:chgData name="Luis Antonio Castillo Javier" userId="ffb886fd-b7be-49be-8acb-3676ec590820" providerId="ADAL" clId="{4307FE28-0E9C-4AEF-B456-B5C0FDF5E3AA}" dt="2025-08-27T00:09:23.767" v="418" actId="20577"/>
        <pc:sldMkLst>
          <pc:docMk/>
          <pc:sldMk cId="0" sldId="307"/>
        </pc:sldMkLst>
        <pc:spChg chg="mod">
          <ac:chgData name="Luis Antonio Castillo Javier" userId="ffb886fd-b7be-49be-8acb-3676ec590820" providerId="ADAL" clId="{4307FE28-0E9C-4AEF-B456-B5C0FDF5E3AA}" dt="2025-08-27T00:09:05.062" v="416" actId="255"/>
          <ac:spMkLst>
            <pc:docMk/>
            <pc:sldMk cId="0" sldId="307"/>
            <ac:spMk id="57" creationId="{00000000-0000-0000-0000-000000000000}"/>
          </ac:spMkLst>
        </pc:spChg>
        <pc:graphicFrameChg chg="modGraphic">
          <ac:chgData name="Luis Antonio Castillo Javier" userId="ffb886fd-b7be-49be-8acb-3676ec590820" providerId="ADAL" clId="{4307FE28-0E9C-4AEF-B456-B5C0FDF5E3AA}" dt="2025-08-27T00:09:23.767" v="418" actId="20577"/>
          <ac:graphicFrameMkLst>
            <pc:docMk/>
            <pc:sldMk cId="0" sldId="307"/>
            <ac:graphicFrameMk id="55" creationId="{00000000-0000-0000-0000-000000000000}"/>
          </ac:graphicFrameMkLst>
        </pc:graphicFrameChg>
        <pc:graphicFrameChg chg="modGraphic">
          <ac:chgData name="Luis Antonio Castillo Javier" userId="ffb886fd-b7be-49be-8acb-3676ec590820" providerId="ADAL" clId="{4307FE28-0E9C-4AEF-B456-B5C0FDF5E3AA}" dt="2025-08-27T00:06:29.947" v="404" actId="20577"/>
          <ac:graphicFrameMkLst>
            <pc:docMk/>
            <pc:sldMk cId="0" sldId="307"/>
            <ac:graphicFrameMk id="58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241b13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241b13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5076016ab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g335076016ab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cb241b134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cb241b134e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35076016ab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2" name="Google Shape;112;g335076016ab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1CCD1E65-F684-2B91-DB7E-45B5CF564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c6d4126cd_0_82:notes">
            <a:extLst>
              <a:ext uri="{FF2B5EF4-FFF2-40B4-BE49-F238E27FC236}">
                <a16:creationId xmlns:a16="http://schemas.microsoft.com/office/drawing/2014/main" id="{B232CF8F-7669-5180-1BB5-6282E40F33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4" name="Google Shape;264;g35c6d4126cd_0_82:notes">
            <a:extLst>
              <a:ext uri="{FF2B5EF4-FFF2-40B4-BE49-F238E27FC236}">
                <a16:creationId xmlns:a16="http://schemas.microsoft.com/office/drawing/2014/main" id="{853C6AA2-39CD-E886-DB18-444EE786AC1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15756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CCD1D00A-2C4E-0296-7B07-0FE07CCF00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c6d4126cd_0_82:notes">
            <a:extLst>
              <a:ext uri="{FF2B5EF4-FFF2-40B4-BE49-F238E27FC236}">
                <a16:creationId xmlns:a16="http://schemas.microsoft.com/office/drawing/2014/main" id="{61EA2606-52F7-85B6-6F7E-D34942BA4B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4" name="Google Shape;264;g35c6d4126cd_0_82:notes">
            <a:extLst>
              <a:ext uri="{FF2B5EF4-FFF2-40B4-BE49-F238E27FC236}">
                <a16:creationId xmlns:a16="http://schemas.microsoft.com/office/drawing/2014/main" id="{F12AE929-3FC3-7202-9E73-70C582C39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527172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AC31915B-6C2E-F215-F46B-A9E5B05A9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c6d4126cd_0_82:notes">
            <a:extLst>
              <a:ext uri="{FF2B5EF4-FFF2-40B4-BE49-F238E27FC236}">
                <a16:creationId xmlns:a16="http://schemas.microsoft.com/office/drawing/2014/main" id="{39FEC470-FF90-B08C-4873-9D57E2EB2D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4" name="Google Shape;264;g35c6d4126cd_0_82:notes">
            <a:extLst>
              <a:ext uri="{FF2B5EF4-FFF2-40B4-BE49-F238E27FC236}">
                <a16:creationId xmlns:a16="http://schemas.microsoft.com/office/drawing/2014/main" id="{209C20A2-03DF-7FFA-F31A-14A1E4C8CBA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736878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>
          <a:extLst>
            <a:ext uri="{FF2B5EF4-FFF2-40B4-BE49-F238E27FC236}">
              <a16:creationId xmlns:a16="http://schemas.microsoft.com/office/drawing/2014/main" id="{0C320974-62AD-4E1F-AD97-49C331604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5c6d4126cd_0_82:notes">
            <a:extLst>
              <a:ext uri="{FF2B5EF4-FFF2-40B4-BE49-F238E27FC236}">
                <a16:creationId xmlns:a16="http://schemas.microsoft.com/office/drawing/2014/main" id="{71C3B7A3-5CF1-6421-F223-5A67749E47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4" name="Google Shape;264;g35c6d4126cd_0_82:notes">
            <a:extLst>
              <a:ext uri="{FF2B5EF4-FFF2-40B4-BE49-F238E27FC236}">
                <a16:creationId xmlns:a16="http://schemas.microsoft.com/office/drawing/2014/main" id="{C8750984-BC95-713E-7FB5-3B79532673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6285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4" name="Google Shape;2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5c6d4126cd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8" name="Google Shape;338;g35c6d4126cd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7" name="Google Shape;34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1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1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2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28"/>
          <p:cNvGrpSpPr/>
          <p:nvPr/>
        </p:nvGrpSpPr>
        <p:grpSpPr>
          <a:xfrm>
            <a:off x="0" y="7807339"/>
            <a:ext cx="18288000" cy="2479850"/>
            <a:chOff x="0" y="3903669"/>
            <a:chExt cx="9144000" cy="1239925"/>
          </a:xfrm>
        </p:grpSpPr>
        <p:sp>
          <p:nvSpPr>
            <p:cNvPr id="38" name="Google Shape;38;p28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8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8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8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8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28"/>
          <p:cNvSpPr txBox="1">
            <a:spLocks noGrp="1"/>
          </p:cNvSpPr>
          <p:nvPr>
            <p:ph type="title"/>
          </p:nvPr>
        </p:nvSpPr>
        <p:spPr>
          <a:xfrm>
            <a:off x="623400" y="820000"/>
            <a:ext cx="17041200" cy="12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1"/>
          </p:nvPr>
        </p:nvSpPr>
        <p:spPr>
          <a:xfrm>
            <a:off x="623400" y="2459750"/>
            <a:ext cx="17041200" cy="667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914400" lvl="0" indent="-685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828800" lvl="1" indent="-635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2743200" lvl="2" indent="-635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3657600" lvl="3" indent="-635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4572000" lvl="4" indent="-635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5486400" lvl="5" indent="-635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6400800" lvl="6" indent="-635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7315200" lvl="7" indent="-635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8229600" lvl="8" indent="-635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sldNum" idx="12"/>
          </p:nvPr>
        </p:nvSpPr>
        <p:spPr>
          <a:xfrm>
            <a:off x="16920862" y="9302380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00" b="0" i="0" u="none" strike="noStrike" cap="non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fld id="{00000000-1234-1234-1234-123412341234}" type="slidenum">
              <a:rPr lang="es-GT" smtClean="0"/>
              <a:pPr/>
              <a:t>‹Nº›</a:t>
            </a:fld>
            <a:endParaRPr lang="es-GT"/>
          </a:p>
        </p:txBody>
      </p:sp>
    </p:spTree>
    <p:extLst>
      <p:ext uri="{BB962C8B-B14F-4D97-AF65-F5344CB8AC3E}">
        <p14:creationId xmlns:p14="http://schemas.microsoft.com/office/powerpoint/2010/main" val="2509435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16903" y="1"/>
            <a:ext cx="18254198" cy="102870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1581091469"/>
              </p:ext>
            </p:extLst>
          </p:nvPr>
        </p:nvGraphicFramePr>
        <p:xfrm>
          <a:off x="10656401" y="1940050"/>
          <a:ext cx="7381150" cy="159703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85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800" b="1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2800" dirty="0"/>
                        <a:t>Martes, 26/08/2025</a:t>
                      </a:r>
                      <a:endParaRPr sz="2800" dirty="0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5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8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2800" dirty="0"/>
                        <a:t>17:20 </a:t>
                      </a:r>
                      <a:endParaRPr sz="2800" dirty="0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1516566" y="4516600"/>
            <a:ext cx="14947784" cy="1138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r>
              <a:rPr lang="es" sz="5000" dirty="0"/>
              <a:t>Introducción a la programación y computación 2 [D]</a:t>
            </a:r>
            <a:endParaRPr sz="5000" dirty="0"/>
          </a:p>
        </p:txBody>
      </p:sp>
      <p:sp>
        <p:nvSpPr>
          <p:cNvPr id="57" name="Google Shape;57;p13"/>
          <p:cNvSpPr txBox="1"/>
          <p:nvPr/>
        </p:nvSpPr>
        <p:spPr>
          <a:xfrm>
            <a:off x="1516566" y="5434242"/>
            <a:ext cx="11173200" cy="984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r>
              <a:rPr lang="es" sz="4000" dirty="0"/>
              <a:t>Luis Antonio Castillo Javier</a:t>
            </a:r>
            <a:endParaRPr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6E8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g335076016ab_0_216"/>
          <p:cNvGrpSpPr/>
          <p:nvPr/>
        </p:nvGrpSpPr>
        <p:grpSpPr>
          <a:xfrm>
            <a:off x="2194750" y="4762575"/>
            <a:ext cx="15919410" cy="2554599"/>
            <a:chOff x="0" y="-38100"/>
            <a:chExt cx="4577700" cy="699124"/>
          </a:xfrm>
        </p:grpSpPr>
        <p:sp>
          <p:nvSpPr>
            <p:cNvPr id="85" name="Google Shape;85;g335076016ab_0_216"/>
            <p:cNvSpPr/>
            <p:nvPr/>
          </p:nvSpPr>
          <p:spPr>
            <a:xfrm>
              <a:off x="0" y="0"/>
              <a:ext cx="4577583" cy="661024"/>
            </a:xfrm>
            <a:custGeom>
              <a:avLst/>
              <a:gdLst/>
              <a:ahLst/>
              <a:cxnLst/>
              <a:rect l="l" t="t" r="r" b="b"/>
              <a:pathLst>
                <a:path w="4577583" h="661024" extrusionOk="0">
                  <a:moveTo>
                    <a:pt x="0" y="0"/>
                  </a:moveTo>
                  <a:lnTo>
                    <a:pt x="4577583" y="0"/>
                  </a:lnTo>
                  <a:lnTo>
                    <a:pt x="4577583" y="661024"/>
                  </a:lnTo>
                  <a:lnTo>
                    <a:pt x="0" y="661024"/>
                  </a:lnTo>
                  <a:close/>
                </a:path>
              </a:pathLst>
            </a:custGeom>
            <a:solidFill>
              <a:srgbClr val="EFA038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86" name="Google Shape;86;g335076016ab_0_216"/>
            <p:cNvSpPr txBox="1"/>
            <p:nvPr/>
          </p:nvSpPr>
          <p:spPr>
            <a:xfrm>
              <a:off x="0" y="-38100"/>
              <a:ext cx="4577700" cy="69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g335076016ab_0_216"/>
          <p:cNvSpPr/>
          <p:nvPr/>
        </p:nvSpPr>
        <p:spPr>
          <a:xfrm flipH="1">
            <a:off x="-683164" y="-855734"/>
            <a:ext cx="7792398" cy="14974785"/>
          </a:xfrm>
          <a:custGeom>
            <a:avLst/>
            <a:gdLst/>
            <a:ahLst/>
            <a:cxnLst/>
            <a:rect l="l" t="t" r="r" b="b"/>
            <a:pathLst>
              <a:path w="7792398" h="14974785" extrusionOk="0">
                <a:moveTo>
                  <a:pt x="7792398" y="0"/>
                </a:moveTo>
                <a:lnTo>
                  <a:pt x="0" y="0"/>
                </a:lnTo>
                <a:lnTo>
                  <a:pt x="0" y="14974785"/>
                </a:lnTo>
                <a:lnTo>
                  <a:pt x="7792398" y="14974785"/>
                </a:lnTo>
                <a:lnTo>
                  <a:pt x="779239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grpSp>
        <p:nvGrpSpPr>
          <p:cNvPr id="88" name="Google Shape;88;g335076016ab_0_216"/>
          <p:cNvGrpSpPr/>
          <p:nvPr/>
        </p:nvGrpSpPr>
        <p:grpSpPr>
          <a:xfrm rot="5400000">
            <a:off x="651408" y="1112357"/>
            <a:ext cx="3086120" cy="1543630"/>
            <a:chOff x="0" y="0"/>
            <a:chExt cx="812800" cy="406550"/>
          </a:xfrm>
        </p:grpSpPr>
        <p:sp>
          <p:nvSpPr>
            <p:cNvPr id="89" name="Google Shape;89;g335076016ab_0_21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 extrusionOk="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FA038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0" name="Google Shape;90;g335076016ab_0_216"/>
            <p:cNvSpPr txBox="1"/>
            <p:nvPr/>
          </p:nvSpPr>
          <p:spPr>
            <a:xfrm>
              <a:off x="203200" y="120650"/>
              <a:ext cx="40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3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g335076016ab_0_216"/>
          <p:cNvGrpSpPr/>
          <p:nvPr/>
        </p:nvGrpSpPr>
        <p:grpSpPr>
          <a:xfrm rot="5400000">
            <a:off x="-2976261" y="3524182"/>
            <a:ext cx="6893844" cy="3448194"/>
            <a:chOff x="0" y="0"/>
            <a:chExt cx="812800" cy="406550"/>
          </a:xfrm>
        </p:grpSpPr>
        <p:sp>
          <p:nvSpPr>
            <p:cNvPr id="92" name="Google Shape;92;g335076016ab_0_216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 extrusionOk="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FA038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93" name="Google Shape;93;g335076016ab_0_216"/>
            <p:cNvSpPr txBox="1"/>
            <p:nvPr/>
          </p:nvSpPr>
          <p:spPr>
            <a:xfrm>
              <a:off x="203200" y="120650"/>
              <a:ext cx="406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3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4" name="Google Shape;94;g335076016ab_0_216"/>
          <p:cNvSpPr txBox="1"/>
          <p:nvPr/>
        </p:nvSpPr>
        <p:spPr>
          <a:xfrm>
            <a:off x="2194750" y="3429000"/>
            <a:ext cx="14826000" cy="12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4"/>
              <a:buFont typeface="Arial"/>
              <a:buNone/>
            </a:pPr>
            <a:r>
              <a:rPr lang="en-US" sz="7804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Unidad 4: Estructura de Datos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35076016ab_0_216"/>
          <p:cNvSpPr txBox="1"/>
          <p:nvPr/>
        </p:nvSpPr>
        <p:spPr>
          <a:xfrm>
            <a:off x="2194752" y="4908248"/>
            <a:ext cx="153651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999"/>
              <a:buFont typeface="Arial"/>
              <a:buNone/>
            </a:pPr>
            <a:r>
              <a:rPr lang="en-US" sz="5099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Introducción a la Programación y Computación 2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g335076016ab_0_2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100900" y="341100"/>
            <a:ext cx="6013250" cy="18703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g335076016ab_0_216"/>
          <p:cNvSpPr txBox="1"/>
          <p:nvPr/>
        </p:nvSpPr>
        <p:spPr>
          <a:xfrm>
            <a:off x="2194750" y="7874525"/>
            <a:ext cx="8812800" cy="18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None/>
            </a:pPr>
            <a:r>
              <a:rPr lang="en-US" sz="3099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Escuela de Ingeniería en Ciencias y Sistemas</a:t>
            </a:r>
            <a:endParaRPr sz="3099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None/>
            </a:pPr>
            <a:r>
              <a:rPr lang="en-US" sz="3099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Facultad de Ingeniería</a:t>
            </a:r>
            <a:endParaRPr sz="3099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99"/>
              <a:buFont typeface="Arial"/>
              <a:buNone/>
            </a:pPr>
            <a:r>
              <a:rPr lang="en-US" sz="3099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 sz="3099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6E80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 flipH="1">
            <a:off x="-1532774" y="5477712"/>
            <a:ext cx="3419644" cy="6571588"/>
          </a:xfrm>
          <a:custGeom>
            <a:avLst/>
            <a:gdLst/>
            <a:ahLst/>
            <a:cxnLst/>
            <a:rect l="l" t="t" r="r" b="b"/>
            <a:pathLst>
              <a:path w="3419644" h="6571588" extrusionOk="0">
                <a:moveTo>
                  <a:pt x="3419643" y="0"/>
                </a:moveTo>
                <a:lnTo>
                  <a:pt x="0" y="0"/>
                </a:lnTo>
                <a:lnTo>
                  <a:pt x="0" y="6571588"/>
                </a:lnTo>
                <a:lnTo>
                  <a:pt x="3419643" y="6571588"/>
                </a:lnTo>
                <a:lnTo>
                  <a:pt x="341964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103" name="Google Shape;103;p5"/>
          <p:cNvCxnSpPr/>
          <p:nvPr/>
        </p:nvCxnSpPr>
        <p:spPr>
          <a:xfrm>
            <a:off x="1283036" y="2806379"/>
            <a:ext cx="6577800" cy="0"/>
          </a:xfrm>
          <a:prstGeom prst="straightConnector1">
            <a:avLst/>
          </a:prstGeom>
          <a:noFill/>
          <a:ln w="123825" cap="flat" cmpd="sng">
            <a:solidFill>
              <a:srgbClr val="EFA0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4" name="Google Shape;104;p5"/>
          <p:cNvSpPr/>
          <p:nvPr/>
        </p:nvSpPr>
        <p:spPr>
          <a:xfrm rot="5400000" flipH="1">
            <a:off x="13292384" y="-2509369"/>
            <a:ext cx="3419644" cy="6571588"/>
          </a:xfrm>
          <a:custGeom>
            <a:avLst/>
            <a:gdLst/>
            <a:ahLst/>
            <a:cxnLst/>
            <a:rect l="l" t="t" r="r" b="b"/>
            <a:pathLst>
              <a:path w="3419644" h="6571588" extrusionOk="0">
                <a:moveTo>
                  <a:pt x="3419644" y="0"/>
                </a:moveTo>
                <a:lnTo>
                  <a:pt x="0" y="0"/>
                </a:lnTo>
                <a:lnTo>
                  <a:pt x="0" y="6571589"/>
                </a:lnTo>
                <a:lnTo>
                  <a:pt x="3419644" y="6571589"/>
                </a:lnTo>
                <a:lnTo>
                  <a:pt x="341964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05" name="Google Shape;105;p5"/>
          <p:cNvSpPr txBox="1"/>
          <p:nvPr/>
        </p:nvSpPr>
        <p:spPr>
          <a:xfrm>
            <a:off x="1448685" y="1705675"/>
            <a:ext cx="6609900" cy="11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50"/>
              <a:buFont typeface="Arial"/>
              <a:buNone/>
            </a:pPr>
            <a:r>
              <a:rPr lang="en-US" sz="7150" b="1" i="0" u="none" strike="noStrike" cap="none">
                <a:solidFill>
                  <a:srgbClr val="FFFFFF"/>
                </a:solidFill>
                <a:latin typeface="Doto Black"/>
                <a:ea typeface="Doto Black"/>
                <a:cs typeface="Doto Black"/>
                <a:sym typeface="Doto Black"/>
              </a:rPr>
              <a:t>Agenda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5"/>
          <p:cNvSpPr txBox="1"/>
          <p:nvPr/>
        </p:nvSpPr>
        <p:spPr>
          <a:xfrm>
            <a:off x="1283036" y="3420432"/>
            <a:ext cx="6134400" cy="5686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just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 typeface="Arial"/>
              <a:buNone/>
            </a:pPr>
            <a:r>
              <a:rPr lang="en-US" sz="3399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Recordatorios</a:t>
            </a:r>
            <a:endParaRPr lang="en-US" sz="3399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just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Tx/>
              <a:buChar char="-"/>
            </a:pPr>
            <a:r>
              <a:rPr lang="en-US" sz="3399" b="1" dirty="0" err="1">
                <a:solidFill>
                  <a:schemeClr val="lt1"/>
                </a:solidFill>
              </a:rPr>
              <a:t>Horarios</a:t>
            </a:r>
            <a:r>
              <a:rPr lang="en-US" sz="3399" b="1" dirty="0">
                <a:solidFill>
                  <a:schemeClr val="lt1"/>
                </a:solidFill>
              </a:rPr>
              <a:t> de </a:t>
            </a:r>
            <a:r>
              <a:rPr lang="en-US" sz="3399" b="1" dirty="0" err="1">
                <a:solidFill>
                  <a:schemeClr val="lt1"/>
                </a:solidFill>
              </a:rPr>
              <a:t>calificación</a:t>
            </a:r>
            <a:r>
              <a:rPr lang="en-US" sz="3399" b="1" dirty="0">
                <a:solidFill>
                  <a:schemeClr val="lt1"/>
                </a:solidFill>
              </a:rPr>
              <a:t> Proyecto 1</a:t>
            </a:r>
          </a:p>
          <a:p>
            <a:pPr marL="457200" marR="0" lvl="0" indent="-457200" algn="just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Tx/>
              <a:buChar char="-"/>
            </a:pPr>
            <a:r>
              <a:rPr lang="en-US" sz="3399" b="1" i="0" u="none" strike="noStrike" cap="none" dirty="0" err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Evaluáción</a:t>
            </a:r>
            <a:r>
              <a:rPr lang="en-US" sz="3399" b="1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DTT</a:t>
            </a:r>
          </a:p>
          <a:p>
            <a:pPr marL="457200" marR="0" lvl="0" indent="-457200" algn="just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99"/>
              <a:buFontTx/>
              <a:buChar char="-"/>
            </a:pPr>
            <a:r>
              <a:rPr lang="en-US" sz="3399" b="1" dirty="0">
                <a:solidFill>
                  <a:schemeClr val="lt1"/>
                </a:solidFill>
              </a:rPr>
              <a:t>Dudas</a:t>
            </a:r>
            <a:endParaRPr sz="3399" b="1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31736" algn="just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99"/>
              <a:buFont typeface="Arial"/>
              <a:buChar char="●"/>
            </a:pPr>
            <a:r>
              <a:rPr lang="en-US" sz="3199" b="0" i="0" u="none" strike="noStrike" cap="none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Pilas y colas</a:t>
            </a:r>
          </a:p>
          <a:p>
            <a:pPr marL="0" marR="0" lvl="0" indent="0" algn="just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9"/>
              <a:buFont typeface="Arial"/>
              <a:buNone/>
            </a:pPr>
            <a:endParaRPr sz="3099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99"/>
              <a:buFont typeface="Arial"/>
              <a:buNone/>
            </a:pPr>
            <a:endParaRPr sz="3099" b="0" i="0" u="none" strike="noStrike" cap="none"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97038" y="5924475"/>
            <a:ext cx="3709624" cy="388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5"/>
          <p:cNvSpPr txBox="1"/>
          <p:nvPr/>
        </p:nvSpPr>
        <p:spPr>
          <a:xfrm>
            <a:off x="10446910" y="1705675"/>
            <a:ext cx="6609900" cy="11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50"/>
              <a:buFont typeface="Arial"/>
              <a:buNone/>
            </a:pPr>
            <a:r>
              <a:rPr lang="en-US" sz="7150" b="1" i="0" u="none" strike="noStrike" cap="none">
                <a:solidFill>
                  <a:srgbClr val="FFFFFF"/>
                </a:solidFill>
                <a:latin typeface="Doto Black"/>
                <a:ea typeface="Doto Black"/>
                <a:cs typeface="Doto Black"/>
                <a:sym typeface="Doto Black"/>
              </a:rPr>
              <a:t>Recursos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5"/>
          <p:cNvCxnSpPr/>
          <p:nvPr/>
        </p:nvCxnSpPr>
        <p:spPr>
          <a:xfrm>
            <a:off x="10446911" y="2806379"/>
            <a:ext cx="6577800" cy="0"/>
          </a:xfrm>
          <a:prstGeom prst="straightConnector1">
            <a:avLst/>
          </a:prstGeom>
          <a:noFill/>
          <a:ln w="123825" cap="flat" cmpd="sng">
            <a:solidFill>
              <a:srgbClr val="EFA03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 amt="62000"/>
          </a:blip>
          <a:stretch>
            <a:fillRect/>
          </a:stretch>
        </p:blipFill>
        <p:spPr>
          <a:xfrm>
            <a:off x="16903" y="1"/>
            <a:ext cx="18254198" cy="102870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3"/>
          <p:cNvGraphicFramePr/>
          <p:nvPr>
            <p:extLst>
              <p:ext uri="{D42A27DB-BD31-4B8C-83A1-F6EECF244321}">
                <p14:modId xmlns:p14="http://schemas.microsoft.com/office/powerpoint/2010/main" val="1632937536"/>
              </p:ext>
            </p:extLst>
          </p:nvPr>
        </p:nvGraphicFramePr>
        <p:xfrm>
          <a:off x="16901" y="1507250"/>
          <a:ext cx="10459750" cy="282836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53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2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85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800" b="1">
                          <a:solidFill>
                            <a:schemeClr val="dk1"/>
                          </a:solidFill>
                        </a:rPr>
                        <a:t>Nombre de la actividad: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2800" dirty="0"/>
                        <a:t>Evaluación Tutor DTT</a:t>
                      </a:r>
                      <a:endParaRPr sz="2800" dirty="0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5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800" b="1">
                          <a:solidFill>
                            <a:schemeClr val="dk1"/>
                          </a:solidFill>
                        </a:rPr>
                        <a:t>Cantidad de participantes: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2800" dirty="0"/>
                        <a:t>15</a:t>
                      </a:r>
                      <a:endParaRPr sz="2800" dirty="0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1332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MX" sz="2800" b="1" dirty="0">
                          <a:solidFill>
                            <a:schemeClr val="dk1"/>
                          </a:solidFill>
                        </a:rPr>
                        <a:t>Doy fe que esta actividad está planificada en </a:t>
                      </a:r>
                      <a:r>
                        <a:rPr lang="es-MX" sz="2800" b="1" dirty="0" err="1">
                          <a:solidFill>
                            <a:schemeClr val="dk1"/>
                          </a:solidFill>
                        </a:rPr>
                        <a:t>dtt</a:t>
                      </a:r>
                      <a:r>
                        <a:rPr lang="es-MX" sz="2800" b="1" dirty="0">
                          <a:solidFill>
                            <a:schemeClr val="dk1"/>
                          </a:solidFill>
                        </a:rPr>
                        <a:t> (Sí/No):</a:t>
                      </a: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2800" dirty="0"/>
                        <a:t>Si</a:t>
                      </a:r>
                      <a:endParaRPr sz="2800" dirty="0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6" name="Google Shape;56;p13"/>
          <p:cNvSpPr txBox="1"/>
          <p:nvPr/>
        </p:nvSpPr>
        <p:spPr>
          <a:xfrm>
            <a:off x="0" y="4281900"/>
            <a:ext cx="18037800" cy="80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r>
              <a:rPr lang="es" sz="2800" b="1"/>
              <a:t>Participantes: llenar las siguientes cajas de texto (tomar información del chat del meet)</a:t>
            </a:r>
            <a:endParaRPr sz="2800" b="1"/>
          </a:p>
        </p:txBody>
      </p:sp>
      <p:sp>
        <p:nvSpPr>
          <p:cNvPr id="57" name="Google Shape;57;p13"/>
          <p:cNvSpPr txBox="1"/>
          <p:nvPr/>
        </p:nvSpPr>
        <p:spPr>
          <a:xfrm>
            <a:off x="16900" y="4955801"/>
            <a:ext cx="6167400" cy="489358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endParaRPr sz="2800" dirty="0"/>
          </a:p>
          <a:p>
            <a:pPr>
              <a:buClr>
                <a:schemeClr val="dk1"/>
              </a:buClr>
              <a:buSzPts val="1100"/>
            </a:pPr>
            <a:r>
              <a:rPr lang="es-GT" sz="1800" dirty="0"/>
              <a:t>Jonathan Daniel López Ruano - 202300576</a:t>
            </a:r>
            <a:endParaRPr sz="1800" dirty="0"/>
          </a:p>
          <a:p>
            <a:pPr>
              <a:buClr>
                <a:schemeClr val="dk1"/>
              </a:buClr>
              <a:buSzPts val="1100"/>
            </a:pPr>
            <a:r>
              <a:rPr lang="es-MX" sz="1800" dirty="0" err="1"/>
              <a:t>Stheeven</a:t>
            </a:r>
            <a:r>
              <a:rPr lang="es-MX" sz="1800" dirty="0"/>
              <a:t> </a:t>
            </a:r>
            <a:r>
              <a:rPr lang="es-MX" sz="1800" dirty="0" err="1"/>
              <a:t>Adonías</a:t>
            </a:r>
            <a:r>
              <a:rPr lang="es-MX" sz="1800" dirty="0"/>
              <a:t> </a:t>
            </a:r>
            <a:r>
              <a:rPr lang="es-MX" sz="1800" dirty="0" err="1"/>
              <a:t>Coc</a:t>
            </a:r>
            <a:r>
              <a:rPr lang="es-MX" sz="1800" dirty="0"/>
              <a:t> </a:t>
            </a:r>
            <a:r>
              <a:rPr lang="es-MX" sz="1800" dirty="0" err="1"/>
              <a:t>Chán</a:t>
            </a:r>
            <a:r>
              <a:rPr lang="es-MX" sz="1800" dirty="0"/>
              <a:t> 201700519</a:t>
            </a:r>
          </a:p>
          <a:p>
            <a:pPr>
              <a:buClr>
                <a:schemeClr val="dk1"/>
              </a:buClr>
              <a:buSzPts val="1100"/>
            </a:pPr>
            <a:r>
              <a:rPr lang="es-GT" sz="1800" dirty="0"/>
              <a:t>202003562-Jefry Alexis </a:t>
            </a:r>
            <a:r>
              <a:rPr lang="es-GT" sz="1800" dirty="0" err="1"/>
              <a:t>Semeyá</a:t>
            </a:r>
            <a:r>
              <a:rPr lang="es-GT" sz="1800" dirty="0"/>
              <a:t> </a:t>
            </a:r>
            <a:r>
              <a:rPr lang="es-GT" sz="1800" dirty="0" err="1"/>
              <a:t>Lopez</a:t>
            </a:r>
            <a:endParaRPr sz="1800" dirty="0"/>
          </a:p>
          <a:p>
            <a:pPr>
              <a:buClr>
                <a:schemeClr val="dk1"/>
              </a:buClr>
              <a:buSzPts val="1100"/>
            </a:pPr>
            <a:r>
              <a:rPr lang="es-MX" sz="1800" dirty="0"/>
              <a:t>202300502 Pablo Javier </a:t>
            </a:r>
            <a:r>
              <a:rPr lang="es-MX" sz="1800" dirty="0" err="1"/>
              <a:t>Alvarez</a:t>
            </a:r>
            <a:r>
              <a:rPr lang="es-MX" sz="1800" dirty="0"/>
              <a:t> </a:t>
            </a:r>
            <a:r>
              <a:rPr lang="es-MX" sz="1800" dirty="0" err="1"/>
              <a:t>Marroquin</a:t>
            </a:r>
            <a:endParaRPr sz="1800" dirty="0"/>
          </a:p>
          <a:p>
            <a:pPr>
              <a:buClr>
                <a:schemeClr val="dk1"/>
              </a:buClr>
              <a:buSzPts val="1100"/>
            </a:pPr>
            <a:r>
              <a:rPr lang="es-MX" sz="1800" dirty="0"/>
              <a:t>Juan Carlos Humberto Reyes </a:t>
            </a:r>
            <a:r>
              <a:rPr lang="es-MX" sz="1800" dirty="0" err="1"/>
              <a:t>Chavarria</a:t>
            </a:r>
            <a:r>
              <a:rPr lang="es-MX" sz="1800" dirty="0"/>
              <a:t> - 202307699</a:t>
            </a:r>
            <a:endParaRPr sz="1800" dirty="0"/>
          </a:p>
          <a:p>
            <a:pPr>
              <a:buClr>
                <a:schemeClr val="dk1"/>
              </a:buClr>
              <a:buSzPts val="1100"/>
            </a:pPr>
            <a:r>
              <a:rPr lang="es-GT" sz="1800" dirty="0" err="1"/>
              <a:t>Josue</a:t>
            </a:r>
            <a:r>
              <a:rPr lang="es-GT" sz="1800" dirty="0"/>
              <a:t> Alessandro Alvarado </a:t>
            </a:r>
            <a:r>
              <a:rPr lang="es-GT" sz="1800" dirty="0" err="1"/>
              <a:t>Garcia</a:t>
            </a:r>
            <a:r>
              <a:rPr lang="es-GT" sz="1800" dirty="0"/>
              <a:t> 202207109</a:t>
            </a:r>
          </a:p>
          <a:p>
            <a:pPr>
              <a:buClr>
                <a:schemeClr val="dk1"/>
              </a:buClr>
              <a:buSzPts val="1100"/>
            </a:pPr>
            <a:r>
              <a:rPr lang="it-IT" sz="1800" dirty="0"/>
              <a:t>Josue Fernando Mendoza Ramirez 202402879</a:t>
            </a:r>
            <a:endParaRPr sz="1800" dirty="0"/>
          </a:p>
          <a:p>
            <a:pPr>
              <a:buClr>
                <a:schemeClr val="dk1"/>
              </a:buClr>
              <a:buSzPts val="1100"/>
            </a:pPr>
            <a:endParaRPr sz="2800" dirty="0"/>
          </a:p>
          <a:p>
            <a:pPr>
              <a:buClr>
                <a:schemeClr val="dk1"/>
              </a:buClr>
              <a:buSzPts val="1100"/>
            </a:pPr>
            <a:endParaRPr sz="2800" dirty="0"/>
          </a:p>
          <a:p>
            <a:pPr>
              <a:buClr>
                <a:schemeClr val="dk1"/>
              </a:buClr>
              <a:buSzPts val="1100"/>
            </a:pPr>
            <a:endParaRPr sz="2800" dirty="0"/>
          </a:p>
          <a:p>
            <a:pPr>
              <a:buClr>
                <a:schemeClr val="dk1"/>
              </a:buClr>
              <a:buSzPts val="1100"/>
            </a:pPr>
            <a:endParaRPr sz="2800" dirty="0"/>
          </a:p>
          <a:p>
            <a:pPr>
              <a:buClr>
                <a:schemeClr val="dk1"/>
              </a:buClr>
              <a:buSzPts val="1100"/>
            </a:pPr>
            <a:r>
              <a:rPr lang="es" sz="2800" dirty="0">
                <a:solidFill>
                  <a:schemeClr val="dk1"/>
                </a:solidFill>
              </a:rPr>
              <a:t> </a:t>
            </a:r>
            <a:endParaRPr sz="2800" dirty="0">
              <a:solidFill>
                <a:schemeClr val="dk1"/>
              </a:solidFill>
            </a:endParaRPr>
          </a:p>
        </p:txBody>
      </p:sp>
      <p:graphicFrame>
        <p:nvGraphicFramePr>
          <p:cNvPr id="58" name="Google Shape;58;p13"/>
          <p:cNvGraphicFramePr/>
          <p:nvPr>
            <p:extLst>
              <p:ext uri="{D42A27DB-BD31-4B8C-83A1-F6EECF244321}">
                <p14:modId xmlns:p14="http://schemas.microsoft.com/office/powerpoint/2010/main" val="3367118989"/>
              </p:ext>
            </p:extLst>
          </p:nvPr>
        </p:nvGraphicFramePr>
        <p:xfrm>
          <a:off x="10656401" y="1940050"/>
          <a:ext cx="7381150" cy="239554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03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985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800" b="1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2800" dirty="0"/>
                        <a:t>18:06</a:t>
                      </a:r>
                      <a:endParaRPr sz="2800" dirty="0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5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2800" b="1">
                          <a:solidFill>
                            <a:schemeClr val="dk1"/>
                          </a:solidFill>
                        </a:rPr>
                        <a:t>Hora de fin:</a:t>
                      </a:r>
                      <a:endParaRPr sz="2800" b="1">
                        <a:solidFill>
                          <a:schemeClr val="dk1"/>
                        </a:solidFill>
                      </a:endParaRPr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2800" dirty="0"/>
                        <a:t>18:16</a:t>
                      </a:r>
                      <a:endParaRPr sz="2800" dirty="0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516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90"/>
                        <a:buFont typeface="Arial"/>
                        <a:buNone/>
                      </a:pPr>
                      <a:r>
                        <a:rPr lang="es" sz="2800" b="1">
                          <a:solidFill>
                            <a:schemeClr val="dk1"/>
                          </a:solidFill>
                        </a:rPr>
                        <a:t>Duración (min):</a:t>
                      </a:r>
                      <a:endParaRPr sz="1000" b="1"/>
                    </a:p>
                  </a:txBody>
                  <a:tcPr marL="182850" marR="182850" marT="182850" marB="182850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GT" sz="2800" dirty="0"/>
                        <a:t>10</a:t>
                      </a:r>
                      <a:endParaRPr sz="2800" dirty="0"/>
                    </a:p>
                  </a:txBody>
                  <a:tcPr marL="182850" marR="182850" marT="182850" marB="18285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9" name="Google Shape;59;p13"/>
          <p:cNvSpPr txBox="1"/>
          <p:nvPr/>
        </p:nvSpPr>
        <p:spPr>
          <a:xfrm>
            <a:off x="6261600" y="4955801"/>
            <a:ext cx="6167400" cy="510903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r>
              <a:rPr lang="es" sz="28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12506300" y="4955801"/>
            <a:ext cx="5764800" cy="510903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850" tIns="182850" rIns="182850" bIns="182850" anchor="t" anchorCtr="0">
            <a:spAutoFit/>
          </a:bodyPr>
          <a:lstStyle/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endParaRPr sz="2800"/>
          </a:p>
          <a:p>
            <a:pPr>
              <a:buClr>
                <a:schemeClr val="dk1"/>
              </a:buClr>
              <a:buSzPts val="1100"/>
            </a:pPr>
            <a:r>
              <a:rPr lang="es" sz="2800">
                <a:solidFill>
                  <a:schemeClr val="dk1"/>
                </a:solidFill>
              </a:rPr>
              <a:t> 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6E80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35076016ab_0_69"/>
          <p:cNvSpPr/>
          <p:nvPr/>
        </p:nvSpPr>
        <p:spPr>
          <a:xfrm flipH="1">
            <a:off x="-1532774" y="5477712"/>
            <a:ext cx="3419644" cy="6571588"/>
          </a:xfrm>
          <a:custGeom>
            <a:avLst/>
            <a:gdLst/>
            <a:ahLst/>
            <a:cxnLst/>
            <a:rect l="l" t="t" r="r" b="b"/>
            <a:pathLst>
              <a:path w="3419644" h="6571588" extrusionOk="0">
                <a:moveTo>
                  <a:pt x="3419643" y="0"/>
                </a:moveTo>
                <a:lnTo>
                  <a:pt x="0" y="0"/>
                </a:lnTo>
                <a:lnTo>
                  <a:pt x="0" y="6571588"/>
                </a:lnTo>
                <a:lnTo>
                  <a:pt x="3419643" y="6571588"/>
                </a:lnTo>
                <a:lnTo>
                  <a:pt x="341964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5" name="Google Shape;115;g335076016ab_0_69"/>
          <p:cNvSpPr/>
          <p:nvPr/>
        </p:nvSpPr>
        <p:spPr>
          <a:xfrm rot="5400000" flipH="1">
            <a:off x="13292384" y="-2509369"/>
            <a:ext cx="3419644" cy="6571588"/>
          </a:xfrm>
          <a:custGeom>
            <a:avLst/>
            <a:gdLst/>
            <a:ahLst/>
            <a:cxnLst/>
            <a:rect l="l" t="t" r="r" b="b"/>
            <a:pathLst>
              <a:path w="3419644" h="6571588" extrusionOk="0">
                <a:moveTo>
                  <a:pt x="3419644" y="0"/>
                </a:moveTo>
                <a:lnTo>
                  <a:pt x="0" y="0"/>
                </a:lnTo>
                <a:lnTo>
                  <a:pt x="0" y="6571589"/>
                </a:lnTo>
                <a:lnTo>
                  <a:pt x="3419644" y="6571589"/>
                </a:lnTo>
                <a:lnTo>
                  <a:pt x="341964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116" name="Google Shape;116;g335076016ab_0_69"/>
          <p:cNvSpPr txBox="1"/>
          <p:nvPr/>
        </p:nvSpPr>
        <p:spPr>
          <a:xfrm>
            <a:off x="1731000" y="2062375"/>
            <a:ext cx="14826000" cy="252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04"/>
              <a:buFont typeface="Arial"/>
              <a:buNone/>
            </a:pPr>
            <a:r>
              <a:rPr lang="en-US" sz="7804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Compentencias que Desarrollaremos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35076016ab_0_69"/>
          <p:cNvSpPr txBox="1"/>
          <p:nvPr/>
        </p:nvSpPr>
        <p:spPr>
          <a:xfrm>
            <a:off x="1292075" y="5215825"/>
            <a:ext cx="1592760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>
              <a:buSzPts val="2299"/>
              <a:buFont typeface="Arial"/>
              <a:buNone/>
            </a:pPr>
            <a:r>
              <a:rPr lang="en-US" sz="4000" b="1" dirty="0" err="1">
                <a:solidFill>
                  <a:schemeClr val="bg1"/>
                </a:solidFill>
              </a:rPr>
              <a:t>Aplica</a:t>
            </a:r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en-US" sz="4000" b="1" dirty="0" err="1">
                <a:solidFill>
                  <a:schemeClr val="bg1"/>
                </a:solidFill>
              </a:rPr>
              <a:t>tuplas</a:t>
            </a:r>
            <a:r>
              <a:rPr lang="en-US" sz="4000" b="1" dirty="0">
                <a:solidFill>
                  <a:schemeClr val="bg1"/>
                </a:solidFill>
              </a:rPr>
              <a:t>, </a:t>
            </a:r>
            <a:r>
              <a:rPr lang="en-US" sz="4000" b="1" dirty="0" err="1">
                <a:solidFill>
                  <a:schemeClr val="bg1"/>
                </a:solidFill>
              </a:rPr>
              <a:t>listas</a:t>
            </a:r>
            <a:r>
              <a:rPr lang="en-US" sz="4000" b="1" dirty="0">
                <a:solidFill>
                  <a:schemeClr val="bg1"/>
                </a:solidFill>
              </a:rPr>
              <a:t>, </a:t>
            </a:r>
            <a:r>
              <a:rPr lang="en-US" sz="4000" b="1" dirty="0" err="1">
                <a:solidFill>
                  <a:schemeClr val="bg1"/>
                </a:solidFill>
              </a:rPr>
              <a:t>diccionarios</a:t>
            </a:r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en-US" sz="4000" b="1" dirty="0" err="1">
                <a:solidFill>
                  <a:schemeClr val="bg1"/>
                </a:solidFill>
              </a:rPr>
              <a:t>nativos</a:t>
            </a:r>
            <a:r>
              <a:rPr lang="en-US" sz="4000" b="1" dirty="0">
                <a:solidFill>
                  <a:schemeClr val="bg1"/>
                </a:solidFill>
              </a:rPr>
              <a:t> de Python </a:t>
            </a:r>
            <a:r>
              <a:rPr lang="en-US" sz="4000" b="1" dirty="0" err="1">
                <a:solidFill>
                  <a:schemeClr val="bg1"/>
                </a:solidFill>
              </a:rPr>
              <a:t>en</a:t>
            </a:r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en-US" sz="4000" b="1" dirty="0" err="1">
                <a:solidFill>
                  <a:schemeClr val="bg1"/>
                </a:solidFill>
              </a:rPr>
              <a:t>programas</a:t>
            </a:r>
            <a:r>
              <a:rPr lang="en-US" sz="4000" b="1" dirty="0">
                <a:solidFill>
                  <a:schemeClr val="bg1"/>
                </a:solidFill>
              </a:rPr>
              <a:t> </a:t>
            </a:r>
            <a:r>
              <a:rPr lang="en-US" sz="4000" b="1" dirty="0" err="1">
                <a:solidFill>
                  <a:schemeClr val="bg1"/>
                </a:solidFill>
              </a:rPr>
              <a:t>funcionales</a:t>
            </a:r>
            <a:r>
              <a:rPr lang="en-US" sz="4000" b="1" dirty="0">
                <a:solidFill>
                  <a:schemeClr val="bg1"/>
                </a:solidFill>
              </a:rPr>
              <a:t> para </a:t>
            </a:r>
            <a:r>
              <a:rPr lang="en-US" sz="4000" b="1" dirty="0" err="1">
                <a:solidFill>
                  <a:schemeClr val="bg1"/>
                </a:solidFill>
              </a:rPr>
              <a:t>almacenar</a:t>
            </a:r>
            <a:r>
              <a:rPr lang="en-US" sz="4000" b="1" dirty="0">
                <a:solidFill>
                  <a:schemeClr val="bg1"/>
                </a:solidFill>
              </a:rPr>
              <a:t> y manipular conjunto de </a:t>
            </a:r>
            <a:r>
              <a:rPr lang="en-US" sz="4000" b="1" dirty="0" err="1">
                <a:solidFill>
                  <a:schemeClr val="bg1"/>
                </a:solidFill>
              </a:rPr>
              <a:t>datos</a:t>
            </a:r>
            <a:r>
              <a:rPr lang="en-US" sz="4000" b="1" dirty="0">
                <a:solidFill>
                  <a:schemeClr val="bg1"/>
                </a:solidFill>
              </a:rPr>
              <a:t>. </a:t>
            </a:r>
            <a:endParaRPr sz="4000" b="1" dirty="0">
              <a:solidFill>
                <a:schemeClr val="bg1"/>
              </a:solidFill>
            </a:endParaRPr>
          </a:p>
        </p:txBody>
      </p:sp>
      <p:pic>
        <p:nvPicPr>
          <p:cNvPr id="118" name="Google Shape;118;g335076016ab_0_6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81000" y="6881000"/>
            <a:ext cx="3419651" cy="273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6E80"/>
        </a:solidFill>
        <a:effectLst/>
      </p:bgPr>
    </p:bg>
    <p:spTree>
      <p:nvGrpSpPr>
        <p:cNvPr id="1" name="Shape 265">
          <a:extLst>
            <a:ext uri="{FF2B5EF4-FFF2-40B4-BE49-F238E27FC236}">
              <a16:creationId xmlns:a16="http://schemas.microsoft.com/office/drawing/2014/main" id="{6A36744E-D60C-4CBF-5DEE-8FAD98E6B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g35c6d4126cd_0_82">
            <a:extLst>
              <a:ext uri="{FF2B5EF4-FFF2-40B4-BE49-F238E27FC236}">
                <a16:creationId xmlns:a16="http://schemas.microsoft.com/office/drawing/2014/main" id="{EC2E616D-324C-730D-BC3D-862E887FBD6B}"/>
              </a:ext>
            </a:extLst>
          </p:cNvPr>
          <p:cNvGrpSpPr/>
          <p:nvPr/>
        </p:nvGrpSpPr>
        <p:grpSpPr>
          <a:xfrm>
            <a:off x="1268525" y="2382413"/>
            <a:ext cx="14540987" cy="2750292"/>
            <a:chOff x="0" y="0"/>
            <a:chExt cx="3171910" cy="938250"/>
          </a:xfrm>
        </p:grpSpPr>
        <p:sp>
          <p:nvSpPr>
            <p:cNvPr id="267" name="Google Shape;267;g35c6d4126cd_0_82">
              <a:extLst>
                <a:ext uri="{FF2B5EF4-FFF2-40B4-BE49-F238E27FC236}">
                  <a16:creationId xmlns:a16="http://schemas.microsoft.com/office/drawing/2014/main" id="{121E3007-3CEE-9603-8B04-88A9C8419266}"/>
                </a:ext>
              </a:extLst>
            </p:cNvPr>
            <p:cNvSpPr/>
            <p:nvPr/>
          </p:nvSpPr>
          <p:spPr>
            <a:xfrm>
              <a:off x="0" y="0"/>
              <a:ext cx="3171910" cy="938233"/>
            </a:xfrm>
            <a:custGeom>
              <a:avLst/>
              <a:gdLst/>
              <a:ahLst/>
              <a:cxnLst/>
              <a:rect l="l" t="t" r="r" b="b"/>
              <a:pathLst>
                <a:path w="3171910" h="938233" extrusionOk="0">
                  <a:moveTo>
                    <a:pt x="0" y="0"/>
                  </a:moveTo>
                  <a:lnTo>
                    <a:pt x="3171910" y="0"/>
                  </a:lnTo>
                  <a:lnTo>
                    <a:pt x="3171910" y="938233"/>
                  </a:lnTo>
                  <a:lnTo>
                    <a:pt x="0" y="938233"/>
                  </a:lnTo>
                  <a:close/>
                </a:path>
              </a:pathLst>
            </a:cu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68" name="Google Shape;268;g35c6d4126cd_0_82">
              <a:extLst>
                <a:ext uri="{FF2B5EF4-FFF2-40B4-BE49-F238E27FC236}">
                  <a16:creationId xmlns:a16="http://schemas.microsoft.com/office/drawing/2014/main" id="{99783BAA-91BE-27ED-8DA3-06B09131EA22}"/>
                </a:ext>
              </a:extLst>
            </p:cNvPr>
            <p:cNvSpPr txBox="1"/>
            <p:nvPr/>
          </p:nvSpPr>
          <p:spPr>
            <a:xfrm>
              <a:off x="0" y="19050"/>
              <a:ext cx="3171900" cy="9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3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g35c6d4126cd_0_82">
            <a:extLst>
              <a:ext uri="{FF2B5EF4-FFF2-40B4-BE49-F238E27FC236}">
                <a16:creationId xmlns:a16="http://schemas.microsoft.com/office/drawing/2014/main" id="{1831C346-0CF2-5D4A-BCB1-FBF0882BCE2E}"/>
              </a:ext>
            </a:extLst>
          </p:cNvPr>
          <p:cNvSpPr/>
          <p:nvPr/>
        </p:nvSpPr>
        <p:spPr>
          <a:xfrm flipH="1">
            <a:off x="-1532774" y="5477712"/>
            <a:ext cx="3419644" cy="6571588"/>
          </a:xfrm>
          <a:custGeom>
            <a:avLst/>
            <a:gdLst/>
            <a:ahLst/>
            <a:cxnLst/>
            <a:rect l="l" t="t" r="r" b="b"/>
            <a:pathLst>
              <a:path w="3419644" h="6571588" extrusionOk="0">
                <a:moveTo>
                  <a:pt x="3419643" y="0"/>
                </a:moveTo>
                <a:lnTo>
                  <a:pt x="0" y="0"/>
                </a:lnTo>
                <a:lnTo>
                  <a:pt x="0" y="6571588"/>
                </a:lnTo>
                <a:lnTo>
                  <a:pt x="3419643" y="6571588"/>
                </a:lnTo>
                <a:lnTo>
                  <a:pt x="341964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270" name="Google Shape;270;g35c6d4126cd_0_82">
            <a:extLst>
              <a:ext uri="{FF2B5EF4-FFF2-40B4-BE49-F238E27FC236}">
                <a16:creationId xmlns:a16="http://schemas.microsoft.com/office/drawing/2014/main" id="{8426958B-12EB-126E-6716-D08AE8B2114F}"/>
              </a:ext>
            </a:extLst>
          </p:cNvPr>
          <p:cNvCxnSpPr/>
          <p:nvPr/>
        </p:nvCxnSpPr>
        <p:spPr>
          <a:xfrm>
            <a:off x="1647460" y="1988229"/>
            <a:ext cx="13186800" cy="49200"/>
          </a:xfrm>
          <a:prstGeom prst="straightConnector1">
            <a:avLst/>
          </a:prstGeom>
          <a:noFill/>
          <a:ln w="123825" cap="flat" cmpd="sng">
            <a:solidFill>
              <a:srgbClr val="EFA0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1" name="Google Shape;271;g35c6d4126cd_0_82">
            <a:extLst>
              <a:ext uri="{FF2B5EF4-FFF2-40B4-BE49-F238E27FC236}">
                <a16:creationId xmlns:a16="http://schemas.microsoft.com/office/drawing/2014/main" id="{386BC4F6-BE7F-FAF4-030B-1E1C608E605A}"/>
              </a:ext>
            </a:extLst>
          </p:cNvPr>
          <p:cNvSpPr/>
          <p:nvPr/>
        </p:nvSpPr>
        <p:spPr>
          <a:xfrm rot="5400000" flipH="1">
            <a:off x="13292384" y="-2509369"/>
            <a:ext cx="3419644" cy="6571588"/>
          </a:xfrm>
          <a:custGeom>
            <a:avLst/>
            <a:gdLst/>
            <a:ahLst/>
            <a:cxnLst/>
            <a:rect l="l" t="t" r="r" b="b"/>
            <a:pathLst>
              <a:path w="3419644" h="6571588" extrusionOk="0">
                <a:moveTo>
                  <a:pt x="3419644" y="0"/>
                </a:moveTo>
                <a:lnTo>
                  <a:pt x="0" y="0"/>
                </a:lnTo>
                <a:lnTo>
                  <a:pt x="0" y="6571589"/>
                </a:lnTo>
                <a:lnTo>
                  <a:pt x="3419644" y="6571589"/>
                </a:lnTo>
                <a:lnTo>
                  <a:pt x="341964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72" name="Google Shape;272;g35c6d4126cd_0_82">
            <a:extLst>
              <a:ext uri="{FF2B5EF4-FFF2-40B4-BE49-F238E27FC236}">
                <a16:creationId xmlns:a16="http://schemas.microsoft.com/office/drawing/2014/main" id="{3AED152D-B086-E349-F348-C336CD29523F}"/>
              </a:ext>
            </a:extLst>
          </p:cNvPr>
          <p:cNvSpPr txBox="1"/>
          <p:nvPr/>
        </p:nvSpPr>
        <p:spPr>
          <a:xfrm>
            <a:off x="1448645" y="2496842"/>
            <a:ext cx="14180700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MX" sz="4000" dirty="0"/>
              <a:t>Una </a:t>
            </a:r>
            <a:r>
              <a:rPr lang="es-MX" sz="4000" b="1" dirty="0"/>
              <a:t>pila</a:t>
            </a:r>
            <a:r>
              <a:rPr lang="es-MX" sz="4000" dirty="0"/>
              <a:t> es una </a:t>
            </a:r>
            <a:r>
              <a:rPr lang="es-MX" sz="4000" b="1" dirty="0"/>
              <a:t>estructura de datos lineal</a:t>
            </a:r>
            <a:r>
              <a:rPr lang="es-MX" sz="4000" dirty="0"/>
              <a:t> que organiza la información siguiendo el principio </a:t>
            </a:r>
            <a:r>
              <a:rPr lang="es-MX" sz="4000" b="1" dirty="0"/>
              <a:t>LIFO (</a:t>
            </a:r>
            <a:r>
              <a:rPr lang="es-MX" sz="4000" b="1" dirty="0" err="1"/>
              <a:t>Last</a:t>
            </a:r>
            <a:r>
              <a:rPr lang="es-MX" sz="4000" b="1" dirty="0"/>
              <a:t> In, </a:t>
            </a:r>
            <a:r>
              <a:rPr lang="es-MX" sz="4000" b="1" dirty="0" err="1"/>
              <a:t>First</a:t>
            </a:r>
            <a:r>
              <a:rPr lang="es-MX" sz="4000" b="1" dirty="0"/>
              <a:t> </a:t>
            </a:r>
            <a:r>
              <a:rPr lang="es-MX" sz="4000" b="1" dirty="0" err="1"/>
              <a:t>Out</a:t>
            </a:r>
            <a:r>
              <a:rPr lang="es-MX" sz="4000" b="1" dirty="0"/>
              <a:t>)</a:t>
            </a:r>
            <a:r>
              <a:rPr lang="es-MX" sz="4000" dirty="0"/>
              <a:t>, lo que significa que el </a:t>
            </a:r>
            <a:r>
              <a:rPr lang="es-MX" sz="4000" b="1" dirty="0"/>
              <a:t>último elemento en entrar es el primero en salir</a:t>
            </a:r>
            <a:r>
              <a:rPr lang="es-MX" sz="4000" dirty="0"/>
              <a:t>. </a:t>
            </a:r>
          </a:p>
        </p:txBody>
      </p:sp>
      <p:sp>
        <p:nvSpPr>
          <p:cNvPr id="273" name="Google Shape;273;g35c6d4126cd_0_82">
            <a:extLst>
              <a:ext uri="{FF2B5EF4-FFF2-40B4-BE49-F238E27FC236}">
                <a16:creationId xmlns:a16="http://schemas.microsoft.com/office/drawing/2014/main" id="{7EBF6EC4-006C-CB18-677E-3F90D3305727}"/>
              </a:ext>
            </a:extLst>
          </p:cNvPr>
          <p:cNvSpPr txBox="1"/>
          <p:nvPr/>
        </p:nvSpPr>
        <p:spPr>
          <a:xfrm>
            <a:off x="2193140" y="662559"/>
            <a:ext cx="12441300" cy="128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50"/>
              <a:buFont typeface="Arial"/>
              <a:buNone/>
            </a:pPr>
            <a:r>
              <a:rPr lang="en-US" sz="7150" b="1" i="0" u="none" strike="noStrike" cap="none" dirty="0">
                <a:solidFill>
                  <a:srgbClr val="FFFFFF"/>
                </a:solidFill>
                <a:latin typeface="Doto Black"/>
                <a:ea typeface="Doto Black"/>
                <a:cs typeface="Doto Black"/>
                <a:sym typeface="Doto Black"/>
              </a:rPr>
              <a:t>Pilas </a:t>
            </a:r>
            <a:r>
              <a:rPr lang="en-US" sz="7150" b="1" i="0" u="none" strike="noStrike" cap="none" dirty="0" err="1">
                <a:solidFill>
                  <a:srgbClr val="FFFFFF"/>
                </a:solidFill>
                <a:latin typeface="Doto Black"/>
                <a:ea typeface="Doto Black"/>
                <a:cs typeface="Doto Black"/>
                <a:sym typeface="Doto Black"/>
              </a:rPr>
              <a:t>en</a:t>
            </a:r>
            <a:r>
              <a:rPr lang="en-US" sz="7150" b="1" i="0" u="none" strike="noStrike" cap="none" dirty="0">
                <a:solidFill>
                  <a:srgbClr val="FFFFFF"/>
                </a:solidFill>
                <a:latin typeface="Doto Black"/>
                <a:ea typeface="Doto Black"/>
                <a:cs typeface="Doto Black"/>
                <a:sym typeface="Doto Black"/>
              </a:rPr>
              <a:t> Python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 descr="Estructura de datos: Pilas">
            <a:extLst>
              <a:ext uri="{FF2B5EF4-FFF2-40B4-BE49-F238E27FC236}">
                <a16:creationId xmlns:a16="http://schemas.microsoft.com/office/drawing/2014/main" id="{EA55E9CD-722B-70C1-A8D4-558DBDB356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4964" y="5353239"/>
            <a:ext cx="3419644" cy="4103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177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6E80"/>
        </a:solidFill>
        <a:effectLst/>
      </p:bgPr>
    </p:bg>
    <p:spTree>
      <p:nvGrpSpPr>
        <p:cNvPr id="1" name="Shape 265">
          <a:extLst>
            <a:ext uri="{FF2B5EF4-FFF2-40B4-BE49-F238E27FC236}">
              <a16:creationId xmlns:a16="http://schemas.microsoft.com/office/drawing/2014/main" id="{F6274481-C220-9336-3D5F-F75CA6840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266;g35c6d4126cd_0_82">
            <a:extLst>
              <a:ext uri="{FF2B5EF4-FFF2-40B4-BE49-F238E27FC236}">
                <a16:creationId xmlns:a16="http://schemas.microsoft.com/office/drawing/2014/main" id="{741DC50A-3B24-428E-A3E9-0951577788E0}"/>
              </a:ext>
            </a:extLst>
          </p:cNvPr>
          <p:cNvGrpSpPr/>
          <p:nvPr/>
        </p:nvGrpSpPr>
        <p:grpSpPr>
          <a:xfrm>
            <a:off x="1268525" y="2382413"/>
            <a:ext cx="15677372" cy="6938568"/>
            <a:chOff x="0" y="0"/>
            <a:chExt cx="3171910" cy="938250"/>
          </a:xfrm>
        </p:grpSpPr>
        <p:sp>
          <p:nvSpPr>
            <p:cNvPr id="3" name="Google Shape;267;g35c6d4126cd_0_82">
              <a:extLst>
                <a:ext uri="{FF2B5EF4-FFF2-40B4-BE49-F238E27FC236}">
                  <a16:creationId xmlns:a16="http://schemas.microsoft.com/office/drawing/2014/main" id="{186DCC31-D91C-F851-E302-603C66006BA3}"/>
                </a:ext>
              </a:extLst>
            </p:cNvPr>
            <p:cNvSpPr/>
            <p:nvPr/>
          </p:nvSpPr>
          <p:spPr>
            <a:xfrm>
              <a:off x="0" y="0"/>
              <a:ext cx="3171910" cy="938233"/>
            </a:xfrm>
            <a:custGeom>
              <a:avLst/>
              <a:gdLst/>
              <a:ahLst/>
              <a:cxnLst/>
              <a:rect l="l" t="t" r="r" b="b"/>
              <a:pathLst>
                <a:path w="3171910" h="938233" extrusionOk="0">
                  <a:moveTo>
                    <a:pt x="0" y="0"/>
                  </a:moveTo>
                  <a:lnTo>
                    <a:pt x="3171910" y="0"/>
                  </a:lnTo>
                  <a:lnTo>
                    <a:pt x="3171910" y="938233"/>
                  </a:lnTo>
                  <a:lnTo>
                    <a:pt x="0" y="938233"/>
                  </a:lnTo>
                  <a:close/>
                </a:path>
              </a:pathLst>
            </a:cu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Google Shape;268;g35c6d4126cd_0_82">
              <a:extLst>
                <a:ext uri="{FF2B5EF4-FFF2-40B4-BE49-F238E27FC236}">
                  <a16:creationId xmlns:a16="http://schemas.microsoft.com/office/drawing/2014/main" id="{781D4A14-0A4D-3CCC-D40D-87B64C63E430}"/>
                </a:ext>
              </a:extLst>
            </p:cNvPr>
            <p:cNvSpPr txBox="1"/>
            <p:nvPr/>
          </p:nvSpPr>
          <p:spPr>
            <a:xfrm>
              <a:off x="0" y="19050"/>
              <a:ext cx="3171900" cy="9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3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g35c6d4126cd_0_82">
            <a:extLst>
              <a:ext uri="{FF2B5EF4-FFF2-40B4-BE49-F238E27FC236}">
                <a16:creationId xmlns:a16="http://schemas.microsoft.com/office/drawing/2014/main" id="{FCA48813-0997-1F6E-EB3F-BCB17FB99836}"/>
              </a:ext>
            </a:extLst>
          </p:cNvPr>
          <p:cNvSpPr/>
          <p:nvPr/>
        </p:nvSpPr>
        <p:spPr>
          <a:xfrm flipH="1">
            <a:off x="-1532774" y="5477712"/>
            <a:ext cx="3419644" cy="6571588"/>
          </a:xfrm>
          <a:custGeom>
            <a:avLst/>
            <a:gdLst/>
            <a:ahLst/>
            <a:cxnLst/>
            <a:rect l="l" t="t" r="r" b="b"/>
            <a:pathLst>
              <a:path w="3419644" h="6571588" extrusionOk="0">
                <a:moveTo>
                  <a:pt x="3419643" y="0"/>
                </a:moveTo>
                <a:lnTo>
                  <a:pt x="0" y="0"/>
                </a:lnTo>
                <a:lnTo>
                  <a:pt x="0" y="6571588"/>
                </a:lnTo>
                <a:lnTo>
                  <a:pt x="3419643" y="6571588"/>
                </a:lnTo>
                <a:lnTo>
                  <a:pt x="341964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71" name="Google Shape;271;g35c6d4126cd_0_82">
            <a:extLst>
              <a:ext uri="{FF2B5EF4-FFF2-40B4-BE49-F238E27FC236}">
                <a16:creationId xmlns:a16="http://schemas.microsoft.com/office/drawing/2014/main" id="{A9E75F8A-9444-246A-6CC5-D138191B92D7}"/>
              </a:ext>
            </a:extLst>
          </p:cNvPr>
          <p:cNvSpPr/>
          <p:nvPr/>
        </p:nvSpPr>
        <p:spPr>
          <a:xfrm rot="5400000" flipH="1">
            <a:off x="13292384" y="-2509369"/>
            <a:ext cx="3419644" cy="6571588"/>
          </a:xfrm>
          <a:custGeom>
            <a:avLst/>
            <a:gdLst/>
            <a:ahLst/>
            <a:cxnLst/>
            <a:rect l="l" t="t" r="r" b="b"/>
            <a:pathLst>
              <a:path w="3419644" h="6571588" extrusionOk="0">
                <a:moveTo>
                  <a:pt x="3419644" y="0"/>
                </a:moveTo>
                <a:lnTo>
                  <a:pt x="0" y="0"/>
                </a:lnTo>
                <a:lnTo>
                  <a:pt x="0" y="6571589"/>
                </a:lnTo>
                <a:lnTo>
                  <a:pt x="3419644" y="6571589"/>
                </a:lnTo>
                <a:lnTo>
                  <a:pt x="341964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72" name="Google Shape;272;g35c6d4126cd_0_82">
            <a:extLst>
              <a:ext uri="{FF2B5EF4-FFF2-40B4-BE49-F238E27FC236}">
                <a16:creationId xmlns:a16="http://schemas.microsoft.com/office/drawing/2014/main" id="{31DF13EB-AD39-CD36-07B0-A57B29C2186F}"/>
              </a:ext>
            </a:extLst>
          </p:cNvPr>
          <p:cNvSpPr txBox="1"/>
          <p:nvPr/>
        </p:nvSpPr>
        <p:spPr>
          <a:xfrm>
            <a:off x="2053650" y="2831231"/>
            <a:ext cx="14180700" cy="61555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MX" sz="4000" b="1" dirty="0">
                <a:solidFill>
                  <a:schemeClr val="tx1"/>
                </a:solidFill>
              </a:rPr>
              <a:t>Operaciones básicas de una pila (LIFO)</a:t>
            </a:r>
          </a:p>
          <a:p>
            <a:r>
              <a:rPr lang="es-MX" sz="4000" b="1" dirty="0">
                <a:solidFill>
                  <a:schemeClr val="tx1"/>
                </a:solidFill>
              </a:rPr>
              <a:t>1. </a:t>
            </a:r>
            <a:r>
              <a:rPr lang="es-MX" sz="4000" b="1" dirty="0" err="1">
                <a:solidFill>
                  <a:schemeClr val="tx1"/>
                </a:solidFill>
              </a:rPr>
              <a:t>Push</a:t>
            </a:r>
            <a:r>
              <a:rPr lang="es-MX" sz="4000" dirty="0">
                <a:solidFill>
                  <a:schemeClr val="tx1"/>
                </a:solidFill>
              </a:rPr>
              <a:t> – Apilar o insertar un nuevo elemento en la parte superior de la pila.</a:t>
            </a:r>
          </a:p>
          <a:p>
            <a:r>
              <a:rPr lang="es-MX" sz="4000" b="1" dirty="0">
                <a:solidFill>
                  <a:schemeClr val="tx1"/>
                </a:solidFill>
              </a:rPr>
              <a:t>2. Pop</a:t>
            </a:r>
            <a:r>
              <a:rPr lang="es-MX" sz="4000" dirty="0">
                <a:solidFill>
                  <a:schemeClr val="tx1"/>
                </a:solidFill>
              </a:rPr>
              <a:t> – </a:t>
            </a:r>
            <a:r>
              <a:rPr lang="es-MX" sz="4000" dirty="0" err="1">
                <a:solidFill>
                  <a:schemeClr val="tx1"/>
                </a:solidFill>
              </a:rPr>
              <a:t>Desapilar</a:t>
            </a:r>
            <a:r>
              <a:rPr lang="es-MX" sz="4000" dirty="0">
                <a:solidFill>
                  <a:schemeClr val="tx1"/>
                </a:solidFill>
              </a:rPr>
              <a:t> o eliminar el elemento que está en la parte superior de la pila.</a:t>
            </a:r>
          </a:p>
          <a:p>
            <a:r>
              <a:rPr lang="es-MX" sz="4000" b="1" dirty="0">
                <a:solidFill>
                  <a:schemeClr val="tx1"/>
                </a:solidFill>
              </a:rPr>
              <a:t>3. </a:t>
            </a:r>
            <a:r>
              <a:rPr lang="es-MX" sz="4000" b="1" dirty="0" err="1">
                <a:solidFill>
                  <a:schemeClr val="tx1"/>
                </a:solidFill>
              </a:rPr>
              <a:t>Peek</a:t>
            </a:r>
            <a:r>
              <a:rPr lang="es-MX" sz="4000" b="1" dirty="0">
                <a:solidFill>
                  <a:schemeClr val="tx1"/>
                </a:solidFill>
              </a:rPr>
              <a:t> (o Top)</a:t>
            </a:r>
            <a:r>
              <a:rPr lang="es-MX" sz="4000" dirty="0">
                <a:solidFill>
                  <a:schemeClr val="tx1"/>
                </a:solidFill>
              </a:rPr>
              <a:t> – Consultar el elemento que está en la parte superior sin eliminarlo.</a:t>
            </a:r>
          </a:p>
          <a:p>
            <a:r>
              <a:rPr lang="es-MX" sz="4000" b="1" dirty="0">
                <a:solidFill>
                  <a:schemeClr val="tx1"/>
                </a:solidFill>
              </a:rPr>
              <a:t>4. </a:t>
            </a:r>
            <a:r>
              <a:rPr lang="es-MX" sz="4000" b="1" dirty="0" err="1">
                <a:solidFill>
                  <a:schemeClr val="tx1"/>
                </a:solidFill>
              </a:rPr>
              <a:t>is_empty</a:t>
            </a:r>
            <a:r>
              <a:rPr lang="es-MX" sz="4000" dirty="0">
                <a:solidFill>
                  <a:schemeClr val="tx1"/>
                </a:solidFill>
              </a:rPr>
              <a:t> – Verificar si la pila está vacía.</a:t>
            </a:r>
          </a:p>
          <a:p>
            <a:r>
              <a:rPr lang="es-MX" sz="4000" b="1" dirty="0">
                <a:solidFill>
                  <a:schemeClr val="tx1"/>
                </a:solidFill>
              </a:rPr>
              <a:t>5. </a:t>
            </a:r>
            <a:r>
              <a:rPr lang="es-MX" sz="4000" b="1" dirty="0" err="1">
                <a:solidFill>
                  <a:schemeClr val="tx1"/>
                </a:solidFill>
              </a:rPr>
              <a:t>size</a:t>
            </a:r>
            <a:r>
              <a:rPr lang="es-MX" sz="4000" dirty="0">
                <a:solidFill>
                  <a:schemeClr val="tx1"/>
                </a:solidFill>
              </a:rPr>
              <a:t> </a:t>
            </a:r>
            <a:r>
              <a:rPr lang="es-MX" sz="4000" i="1" dirty="0">
                <a:solidFill>
                  <a:schemeClr val="tx1"/>
                </a:solidFill>
              </a:rPr>
              <a:t>(opcional)</a:t>
            </a:r>
            <a:r>
              <a:rPr lang="es-MX" sz="4000" dirty="0">
                <a:solidFill>
                  <a:schemeClr val="tx1"/>
                </a:solidFill>
              </a:rPr>
              <a:t> – Obtener la cantidad de elementos en la pila.</a:t>
            </a:r>
          </a:p>
        </p:txBody>
      </p:sp>
      <p:sp>
        <p:nvSpPr>
          <p:cNvPr id="273" name="Google Shape;273;g35c6d4126cd_0_82">
            <a:extLst>
              <a:ext uri="{FF2B5EF4-FFF2-40B4-BE49-F238E27FC236}">
                <a16:creationId xmlns:a16="http://schemas.microsoft.com/office/drawing/2014/main" id="{09EBBAB6-CB0D-976C-3539-0DF1D73575BF}"/>
              </a:ext>
            </a:extLst>
          </p:cNvPr>
          <p:cNvSpPr txBox="1"/>
          <p:nvPr/>
        </p:nvSpPr>
        <p:spPr>
          <a:xfrm>
            <a:off x="2053601" y="52447"/>
            <a:ext cx="12441300" cy="2574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50"/>
              <a:buFont typeface="Arial"/>
              <a:buNone/>
            </a:pPr>
            <a:r>
              <a:rPr lang="en-US" sz="7150" b="1" dirty="0" err="1">
                <a:solidFill>
                  <a:srgbClr val="FFFFFF"/>
                </a:solidFill>
                <a:latin typeface="Doto Black"/>
                <a:sym typeface="Doto Black"/>
              </a:rPr>
              <a:t>Operaciones</a:t>
            </a:r>
            <a:r>
              <a:rPr lang="en-US" sz="7150" b="1" dirty="0">
                <a:solidFill>
                  <a:srgbClr val="FFFFFF"/>
                </a:solidFill>
                <a:latin typeface="Doto Black"/>
                <a:sym typeface="Doto Black"/>
              </a:rPr>
              <a:t> </a:t>
            </a:r>
            <a:r>
              <a:rPr lang="en-US" sz="7150" b="1" dirty="0" err="1">
                <a:solidFill>
                  <a:srgbClr val="FFFFFF"/>
                </a:solidFill>
                <a:latin typeface="Doto Black"/>
                <a:sym typeface="Doto Black"/>
              </a:rPr>
              <a:t>básicas</a:t>
            </a:r>
            <a:r>
              <a:rPr lang="en-US" sz="7150" b="1" dirty="0">
                <a:solidFill>
                  <a:srgbClr val="FFFFFF"/>
                </a:solidFill>
                <a:latin typeface="Doto Black"/>
                <a:sym typeface="Doto Black"/>
              </a:rPr>
              <a:t> de </a:t>
            </a:r>
            <a:r>
              <a:rPr lang="en-US" sz="7150" b="1" dirty="0" err="1">
                <a:solidFill>
                  <a:srgbClr val="FFFFFF"/>
                </a:solidFill>
                <a:latin typeface="Doto Black"/>
                <a:sym typeface="Doto Black"/>
              </a:rPr>
              <a:t>una</a:t>
            </a:r>
            <a:r>
              <a:rPr lang="en-US" sz="7150" b="1" dirty="0">
                <a:solidFill>
                  <a:srgbClr val="FFFFFF"/>
                </a:solidFill>
                <a:latin typeface="Doto Black"/>
                <a:sym typeface="Doto Black"/>
              </a:rPr>
              <a:t> pila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88832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6E80"/>
        </a:solidFill>
        <a:effectLst/>
      </p:bgPr>
    </p:bg>
    <p:spTree>
      <p:nvGrpSpPr>
        <p:cNvPr id="1" name="Shape 265">
          <a:extLst>
            <a:ext uri="{FF2B5EF4-FFF2-40B4-BE49-F238E27FC236}">
              <a16:creationId xmlns:a16="http://schemas.microsoft.com/office/drawing/2014/main" id="{67E9A2A8-1495-7F56-3EF7-CE11C2AA8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6" name="Google Shape;266;g35c6d4126cd_0_82">
            <a:extLst>
              <a:ext uri="{FF2B5EF4-FFF2-40B4-BE49-F238E27FC236}">
                <a16:creationId xmlns:a16="http://schemas.microsoft.com/office/drawing/2014/main" id="{0CBDEC83-8AB0-86C6-0432-FB5DA8D8A11C}"/>
              </a:ext>
            </a:extLst>
          </p:cNvPr>
          <p:cNvGrpSpPr/>
          <p:nvPr/>
        </p:nvGrpSpPr>
        <p:grpSpPr>
          <a:xfrm>
            <a:off x="1268525" y="2382413"/>
            <a:ext cx="14540987" cy="2750292"/>
            <a:chOff x="0" y="0"/>
            <a:chExt cx="3171910" cy="938250"/>
          </a:xfrm>
        </p:grpSpPr>
        <p:sp>
          <p:nvSpPr>
            <p:cNvPr id="267" name="Google Shape;267;g35c6d4126cd_0_82">
              <a:extLst>
                <a:ext uri="{FF2B5EF4-FFF2-40B4-BE49-F238E27FC236}">
                  <a16:creationId xmlns:a16="http://schemas.microsoft.com/office/drawing/2014/main" id="{F27783F1-E6B1-104F-A962-D7D63D3F7C4F}"/>
                </a:ext>
              </a:extLst>
            </p:cNvPr>
            <p:cNvSpPr/>
            <p:nvPr/>
          </p:nvSpPr>
          <p:spPr>
            <a:xfrm>
              <a:off x="0" y="0"/>
              <a:ext cx="3171910" cy="938233"/>
            </a:xfrm>
            <a:custGeom>
              <a:avLst/>
              <a:gdLst/>
              <a:ahLst/>
              <a:cxnLst/>
              <a:rect l="l" t="t" r="r" b="b"/>
              <a:pathLst>
                <a:path w="3171910" h="938233" extrusionOk="0">
                  <a:moveTo>
                    <a:pt x="0" y="0"/>
                  </a:moveTo>
                  <a:lnTo>
                    <a:pt x="3171910" y="0"/>
                  </a:lnTo>
                  <a:lnTo>
                    <a:pt x="3171910" y="938233"/>
                  </a:lnTo>
                  <a:lnTo>
                    <a:pt x="0" y="938233"/>
                  </a:lnTo>
                  <a:close/>
                </a:path>
              </a:pathLst>
            </a:cu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268" name="Google Shape;268;g35c6d4126cd_0_82">
              <a:extLst>
                <a:ext uri="{FF2B5EF4-FFF2-40B4-BE49-F238E27FC236}">
                  <a16:creationId xmlns:a16="http://schemas.microsoft.com/office/drawing/2014/main" id="{1F4B8667-8EBD-FB66-7308-487964653447}"/>
                </a:ext>
              </a:extLst>
            </p:cNvPr>
            <p:cNvSpPr txBox="1"/>
            <p:nvPr/>
          </p:nvSpPr>
          <p:spPr>
            <a:xfrm>
              <a:off x="0" y="19050"/>
              <a:ext cx="3171900" cy="9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3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g35c6d4126cd_0_82">
            <a:extLst>
              <a:ext uri="{FF2B5EF4-FFF2-40B4-BE49-F238E27FC236}">
                <a16:creationId xmlns:a16="http://schemas.microsoft.com/office/drawing/2014/main" id="{F186C5BB-BF06-EC25-5B59-B3FE5DE0C252}"/>
              </a:ext>
            </a:extLst>
          </p:cNvPr>
          <p:cNvSpPr/>
          <p:nvPr/>
        </p:nvSpPr>
        <p:spPr>
          <a:xfrm flipH="1">
            <a:off x="-1532774" y="5477712"/>
            <a:ext cx="3419644" cy="6571588"/>
          </a:xfrm>
          <a:custGeom>
            <a:avLst/>
            <a:gdLst/>
            <a:ahLst/>
            <a:cxnLst/>
            <a:rect l="l" t="t" r="r" b="b"/>
            <a:pathLst>
              <a:path w="3419644" h="6571588" extrusionOk="0">
                <a:moveTo>
                  <a:pt x="3419643" y="0"/>
                </a:moveTo>
                <a:lnTo>
                  <a:pt x="0" y="0"/>
                </a:lnTo>
                <a:lnTo>
                  <a:pt x="0" y="6571588"/>
                </a:lnTo>
                <a:lnTo>
                  <a:pt x="3419643" y="6571588"/>
                </a:lnTo>
                <a:lnTo>
                  <a:pt x="341964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270" name="Google Shape;270;g35c6d4126cd_0_82">
            <a:extLst>
              <a:ext uri="{FF2B5EF4-FFF2-40B4-BE49-F238E27FC236}">
                <a16:creationId xmlns:a16="http://schemas.microsoft.com/office/drawing/2014/main" id="{6363599D-72D6-03B5-B50D-894E6252DA12}"/>
              </a:ext>
            </a:extLst>
          </p:cNvPr>
          <p:cNvCxnSpPr/>
          <p:nvPr/>
        </p:nvCxnSpPr>
        <p:spPr>
          <a:xfrm>
            <a:off x="1647460" y="1988229"/>
            <a:ext cx="13186800" cy="49200"/>
          </a:xfrm>
          <a:prstGeom prst="straightConnector1">
            <a:avLst/>
          </a:prstGeom>
          <a:noFill/>
          <a:ln w="123825" cap="flat" cmpd="sng">
            <a:solidFill>
              <a:srgbClr val="EFA0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1" name="Google Shape;271;g35c6d4126cd_0_82">
            <a:extLst>
              <a:ext uri="{FF2B5EF4-FFF2-40B4-BE49-F238E27FC236}">
                <a16:creationId xmlns:a16="http://schemas.microsoft.com/office/drawing/2014/main" id="{C66D6ED0-92B4-A56A-25ED-B79413DBFDA2}"/>
              </a:ext>
            </a:extLst>
          </p:cNvPr>
          <p:cNvSpPr/>
          <p:nvPr/>
        </p:nvSpPr>
        <p:spPr>
          <a:xfrm rot="5400000" flipH="1">
            <a:off x="13292384" y="-2509369"/>
            <a:ext cx="3419644" cy="6571588"/>
          </a:xfrm>
          <a:custGeom>
            <a:avLst/>
            <a:gdLst/>
            <a:ahLst/>
            <a:cxnLst/>
            <a:rect l="l" t="t" r="r" b="b"/>
            <a:pathLst>
              <a:path w="3419644" h="6571588" extrusionOk="0">
                <a:moveTo>
                  <a:pt x="3419644" y="0"/>
                </a:moveTo>
                <a:lnTo>
                  <a:pt x="0" y="0"/>
                </a:lnTo>
                <a:lnTo>
                  <a:pt x="0" y="6571589"/>
                </a:lnTo>
                <a:lnTo>
                  <a:pt x="3419644" y="6571589"/>
                </a:lnTo>
                <a:lnTo>
                  <a:pt x="341964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72" name="Google Shape;272;g35c6d4126cd_0_82">
            <a:extLst>
              <a:ext uri="{FF2B5EF4-FFF2-40B4-BE49-F238E27FC236}">
                <a16:creationId xmlns:a16="http://schemas.microsoft.com/office/drawing/2014/main" id="{DBDEC2E9-CC5F-07EB-3B8E-4BB4552F0496}"/>
              </a:ext>
            </a:extLst>
          </p:cNvPr>
          <p:cNvSpPr txBox="1"/>
          <p:nvPr/>
        </p:nvSpPr>
        <p:spPr>
          <a:xfrm>
            <a:off x="1448645" y="2496842"/>
            <a:ext cx="14180700" cy="246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MX" sz="4000" dirty="0"/>
              <a:t>Una </a:t>
            </a:r>
            <a:r>
              <a:rPr lang="es-MX" sz="4000" b="1" dirty="0"/>
              <a:t>cola</a:t>
            </a:r>
            <a:r>
              <a:rPr lang="es-MX" sz="4000" dirty="0"/>
              <a:t> es una </a:t>
            </a:r>
            <a:r>
              <a:rPr lang="es-MX" sz="4000" b="1" dirty="0"/>
              <a:t>estructura de datos lineal</a:t>
            </a:r>
            <a:r>
              <a:rPr lang="es-MX" sz="4000" dirty="0"/>
              <a:t> que organiza la información siguiendo el principio </a:t>
            </a:r>
            <a:r>
              <a:rPr lang="es-MX" sz="4000" b="1" dirty="0"/>
              <a:t>FIFO (</a:t>
            </a:r>
            <a:r>
              <a:rPr lang="es-MX" sz="4000" b="1" dirty="0" err="1"/>
              <a:t>First</a:t>
            </a:r>
            <a:r>
              <a:rPr lang="es-MX" sz="4000" b="1" dirty="0"/>
              <a:t> In, </a:t>
            </a:r>
            <a:r>
              <a:rPr lang="es-MX" sz="4000" b="1" dirty="0" err="1"/>
              <a:t>First</a:t>
            </a:r>
            <a:r>
              <a:rPr lang="es-MX" sz="4000" b="1" dirty="0"/>
              <a:t> </a:t>
            </a:r>
            <a:r>
              <a:rPr lang="es-MX" sz="4000" b="1" dirty="0" err="1"/>
              <a:t>Out</a:t>
            </a:r>
            <a:r>
              <a:rPr lang="es-MX" sz="4000" b="1" dirty="0"/>
              <a:t>)</a:t>
            </a:r>
            <a:r>
              <a:rPr lang="es-MX" sz="4000" dirty="0"/>
              <a:t>, es decir, el </a:t>
            </a:r>
            <a:r>
              <a:rPr lang="es-MX" sz="4000" b="1" dirty="0"/>
              <a:t>primer elemento en entrar es el primero en salir</a:t>
            </a:r>
            <a:r>
              <a:rPr lang="es-MX" sz="4000" dirty="0"/>
              <a:t>. </a:t>
            </a:r>
          </a:p>
        </p:txBody>
      </p:sp>
      <p:sp>
        <p:nvSpPr>
          <p:cNvPr id="273" name="Google Shape;273;g35c6d4126cd_0_82">
            <a:extLst>
              <a:ext uri="{FF2B5EF4-FFF2-40B4-BE49-F238E27FC236}">
                <a16:creationId xmlns:a16="http://schemas.microsoft.com/office/drawing/2014/main" id="{0F95823D-61F4-CE70-0E0D-0C834006F906}"/>
              </a:ext>
            </a:extLst>
          </p:cNvPr>
          <p:cNvSpPr txBox="1"/>
          <p:nvPr/>
        </p:nvSpPr>
        <p:spPr>
          <a:xfrm>
            <a:off x="2193140" y="662559"/>
            <a:ext cx="12441300" cy="1287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50"/>
              <a:buFont typeface="Arial"/>
              <a:buNone/>
            </a:pPr>
            <a:r>
              <a:rPr lang="en-US" sz="7150" b="1" i="0" u="none" strike="noStrike" cap="none" dirty="0">
                <a:solidFill>
                  <a:srgbClr val="FFFFFF"/>
                </a:solidFill>
                <a:latin typeface="Doto Black"/>
                <a:ea typeface="Doto Black"/>
                <a:cs typeface="Doto Black"/>
                <a:sym typeface="Doto Black"/>
              </a:rPr>
              <a:t>Colas </a:t>
            </a:r>
            <a:r>
              <a:rPr lang="en-US" sz="7150" b="1" i="0" u="none" strike="noStrike" cap="none" dirty="0" err="1">
                <a:solidFill>
                  <a:srgbClr val="FFFFFF"/>
                </a:solidFill>
                <a:latin typeface="Doto Black"/>
                <a:ea typeface="Doto Black"/>
                <a:cs typeface="Doto Black"/>
                <a:sym typeface="Doto Black"/>
              </a:rPr>
              <a:t>en</a:t>
            </a:r>
            <a:r>
              <a:rPr lang="en-US" sz="7150" b="1" i="0" u="none" strike="noStrike" cap="none" dirty="0">
                <a:solidFill>
                  <a:srgbClr val="FFFFFF"/>
                </a:solidFill>
                <a:latin typeface="Doto Black"/>
                <a:ea typeface="Doto Black"/>
                <a:cs typeface="Doto Black"/>
                <a:sym typeface="Doto Black"/>
              </a:rPr>
              <a:t> Python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2" name="Picture 4" descr="CONCEPTO DE «COLA» Y SU IMPLEMENTACIÓN EN PYTHON. – El Programador Chapuzas">
            <a:extLst>
              <a:ext uri="{FF2B5EF4-FFF2-40B4-BE49-F238E27FC236}">
                <a16:creationId xmlns:a16="http://schemas.microsoft.com/office/drawing/2014/main" id="{DAF148D5-5021-1CD1-B675-52B948ACF3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3764" y="5484192"/>
            <a:ext cx="8406734" cy="46119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8370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6E80"/>
        </a:solidFill>
        <a:effectLst/>
      </p:bgPr>
    </p:bg>
    <p:spTree>
      <p:nvGrpSpPr>
        <p:cNvPr id="1" name="Shape 265">
          <a:extLst>
            <a:ext uri="{FF2B5EF4-FFF2-40B4-BE49-F238E27FC236}">
              <a16:creationId xmlns:a16="http://schemas.microsoft.com/office/drawing/2014/main" id="{302CCB7C-4312-B77E-1109-412860941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oogle Shape;266;g35c6d4126cd_0_82">
            <a:extLst>
              <a:ext uri="{FF2B5EF4-FFF2-40B4-BE49-F238E27FC236}">
                <a16:creationId xmlns:a16="http://schemas.microsoft.com/office/drawing/2014/main" id="{FC761B70-F0B3-FE3B-1EDB-D60D65E50FB5}"/>
              </a:ext>
            </a:extLst>
          </p:cNvPr>
          <p:cNvGrpSpPr/>
          <p:nvPr/>
        </p:nvGrpSpPr>
        <p:grpSpPr>
          <a:xfrm>
            <a:off x="1268525" y="2382413"/>
            <a:ext cx="15677372" cy="6938568"/>
            <a:chOff x="0" y="0"/>
            <a:chExt cx="3171910" cy="938250"/>
          </a:xfrm>
        </p:grpSpPr>
        <p:sp>
          <p:nvSpPr>
            <p:cNvPr id="3" name="Google Shape;267;g35c6d4126cd_0_82">
              <a:extLst>
                <a:ext uri="{FF2B5EF4-FFF2-40B4-BE49-F238E27FC236}">
                  <a16:creationId xmlns:a16="http://schemas.microsoft.com/office/drawing/2014/main" id="{366B6948-EC7E-1CEE-4935-C9FC53820BBC}"/>
                </a:ext>
              </a:extLst>
            </p:cNvPr>
            <p:cNvSpPr/>
            <p:nvPr/>
          </p:nvSpPr>
          <p:spPr>
            <a:xfrm>
              <a:off x="0" y="0"/>
              <a:ext cx="3171910" cy="938233"/>
            </a:xfrm>
            <a:custGeom>
              <a:avLst/>
              <a:gdLst/>
              <a:ahLst/>
              <a:cxnLst/>
              <a:rect l="l" t="t" r="r" b="b"/>
              <a:pathLst>
                <a:path w="3171910" h="938233" extrusionOk="0">
                  <a:moveTo>
                    <a:pt x="0" y="0"/>
                  </a:moveTo>
                  <a:lnTo>
                    <a:pt x="3171910" y="0"/>
                  </a:lnTo>
                  <a:lnTo>
                    <a:pt x="3171910" y="938233"/>
                  </a:lnTo>
                  <a:lnTo>
                    <a:pt x="0" y="938233"/>
                  </a:lnTo>
                  <a:close/>
                </a:path>
              </a:pathLst>
            </a:custGeom>
            <a:solidFill>
              <a:srgbClr val="FFFFFF">
                <a:alpha val="34509"/>
              </a:srgbClr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4" name="Google Shape;268;g35c6d4126cd_0_82">
              <a:extLst>
                <a:ext uri="{FF2B5EF4-FFF2-40B4-BE49-F238E27FC236}">
                  <a16:creationId xmlns:a16="http://schemas.microsoft.com/office/drawing/2014/main" id="{05EA60A7-BD8A-E077-C30E-9CED03F48392}"/>
                </a:ext>
              </a:extLst>
            </p:cNvPr>
            <p:cNvSpPr txBox="1"/>
            <p:nvPr/>
          </p:nvSpPr>
          <p:spPr>
            <a:xfrm>
              <a:off x="0" y="19050"/>
              <a:ext cx="3171900" cy="91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3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9" name="Google Shape;269;g35c6d4126cd_0_82">
            <a:extLst>
              <a:ext uri="{FF2B5EF4-FFF2-40B4-BE49-F238E27FC236}">
                <a16:creationId xmlns:a16="http://schemas.microsoft.com/office/drawing/2014/main" id="{9EFDC473-F88F-17DD-2294-329A0FFEC1D3}"/>
              </a:ext>
            </a:extLst>
          </p:cNvPr>
          <p:cNvSpPr/>
          <p:nvPr/>
        </p:nvSpPr>
        <p:spPr>
          <a:xfrm flipH="1">
            <a:off x="-1532774" y="5477712"/>
            <a:ext cx="3419644" cy="6571588"/>
          </a:xfrm>
          <a:custGeom>
            <a:avLst/>
            <a:gdLst/>
            <a:ahLst/>
            <a:cxnLst/>
            <a:rect l="l" t="t" r="r" b="b"/>
            <a:pathLst>
              <a:path w="3419644" h="6571588" extrusionOk="0">
                <a:moveTo>
                  <a:pt x="3419643" y="0"/>
                </a:moveTo>
                <a:lnTo>
                  <a:pt x="0" y="0"/>
                </a:lnTo>
                <a:lnTo>
                  <a:pt x="0" y="6571588"/>
                </a:lnTo>
                <a:lnTo>
                  <a:pt x="3419643" y="6571588"/>
                </a:lnTo>
                <a:lnTo>
                  <a:pt x="3419643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71" name="Google Shape;271;g35c6d4126cd_0_82">
            <a:extLst>
              <a:ext uri="{FF2B5EF4-FFF2-40B4-BE49-F238E27FC236}">
                <a16:creationId xmlns:a16="http://schemas.microsoft.com/office/drawing/2014/main" id="{3437ECEF-5B23-1821-EBAA-4C9AF94604DA}"/>
              </a:ext>
            </a:extLst>
          </p:cNvPr>
          <p:cNvSpPr/>
          <p:nvPr/>
        </p:nvSpPr>
        <p:spPr>
          <a:xfrm rot="5400000" flipH="1">
            <a:off x="13292384" y="-2509369"/>
            <a:ext cx="3419644" cy="6571588"/>
          </a:xfrm>
          <a:custGeom>
            <a:avLst/>
            <a:gdLst/>
            <a:ahLst/>
            <a:cxnLst/>
            <a:rect l="l" t="t" r="r" b="b"/>
            <a:pathLst>
              <a:path w="3419644" h="6571588" extrusionOk="0">
                <a:moveTo>
                  <a:pt x="3419644" y="0"/>
                </a:moveTo>
                <a:lnTo>
                  <a:pt x="0" y="0"/>
                </a:lnTo>
                <a:lnTo>
                  <a:pt x="0" y="6571589"/>
                </a:lnTo>
                <a:lnTo>
                  <a:pt x="3419644" y="6571589"/>
                </a:lnTo>
                <a:lnTo>
                  <a:pt x="3419644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72" name="Google Shape;272;g35c6d4126cd_0_82">
            <a:extLst>
              <a:ext uri="{FF2B5EF4-FFF2-40B4-BE49-F238E27FC236}">
                <a16:creationId xmlns:a16="http://schemas.microsoft.com/office/drawing/2014/main" id="{458B24A8-F144-E054-F5DE-D69D920027D8}"/>
              </a:ext>
            </a:extLst>
          </p:cNvPr>
          <p:cNvSpPr txBox="1"/>
          <p:nvPr/>
        </p:nvSpPr>
        <p:spPr>
          <a:xfrm>
            <a:off x="2053650" y="2831231"/>
            <a:ext cx="14180700" cy="5539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MX" sz="4000" b="1" dirty="0"/>
              <a:t>Operaciones básicas de una cola (FIFO)</a:t>
            </a:r>
          </a:p>
          <a:p>
            <a:r>
              <a:rPr lang="es-MX" sz="4000" b="1" dirty="0"/>
              <a:t>1. </a:t>
            </a:r>
            <a:r>
              <a:rPr lang="es-MX" sz="4000" b="1" dirty="0" err="1"/>
              <a:t>Enqueue</a:t>
            </a:r>
            <a:r>
              <a:rPr lang="es-MX" sz="4000" dirty="0"/>
              <a:t> – Insertar un nuevo elemento al </a:t>
            </a:r>
            <a:r>
              <a:rPr lang="es-MX" sz="4000" b="1" dirty="0"/>
              <a:t>final</a:t>
            </a:r>
            <a:r>
              <a:rPr lang="es-MX" sz="4000" dirty="0"/>
              <a:t> de la cola.</a:t>
            </a:r>
          </a:p>
          <a:p>
            <a:r>
              <a:rPr lang="es-MX" sz="4000" b="1" dirty="0"/>
              <a:t>2. </a:t>
            </a:r>
            <a:r>
              <a:rPr lang="es-MX" sz="4000" b="1" dirty="0" err="1"/>
              <a:t>Dequeue</a:t>
            </a:r>
            <a:r>
              <a:rPr lang="es-MX" sz="4000" dirty="0"/>
              <a:t> – Retirar el elemento que está al </a:t>
            </a:r>
            <a:r>
              <a:rPr lang="es-MX" sz="4000" b="1" dirty="0"/>
              <a:t>frente</a:t>
            </a:r>
            <a:r>
              <a:rPr lang="es-MX" sz="4000" dirty="0"/>
              <a:t> de la cola.</a:t>
            </a:r>
          </a:p>
          <a:p>
            <a:r>
              <a:rPr lang="es-MX" sz="4000" b="1" dirty="0"/>
              <a:t>3. </a:t>
            </a:r>
            <a:r>
              <a:rPr lang="es-MX" sz="4000" b="1" dirty="0" err="1"/>
              <a:t>Peek</a:t>
            </a:r>
            <a:r>
              <a:rPr lang="es-MX" sz="4000" b="1" dirty="0"/>
              <a:t> (o Front)</a:t>
            </a:r>
            <a:r>
              <a:rPr lang="es-MX" sz="4000" dirty="0"/>
              <a:t> – Consultar el elemento que está al frente sin retirarlo.</a:t>
            </a:r>
          </a:p>
          <a:p>
            <a:r>
              <a:rPr lang="es-MX" sz="4000" b="1" dirty="0"/>
              <a:t>4. </a:t>
            </a:r>
            <a:r>
              <a:rPr lang="es-MX" sz="4000" b="1" dirty="0" err="1"/>
              <a:t>is_empty</a:t>
            </a:r>
            <a:r>
              <a:rPr lang="es-MX" sz="4000" dirty="0"/>
              <a:t> – Verificar si la cola está vacía.</a:t>
            </a:r>
          </a:p>
          <a:p>
            <a:r>
              <a:rPr lang="es-MX" sz="4000" b="1" dirty="0"/>
              <a:t>5. </a:t>
            </a:r>
            <a:r>
              <a:rPr lang="es-MX" sz="4000" b="1" dirty="0" err="1"/>
              <a:t>size</a:t>
            </a:r>
            <a:r>
              <a:rPr lang="es-MX" sz="4000" dirty="0"/>
              <a:t> </a:t>
            </a:r>
            <a:r>
              <a:rPr lang="es-MX" sz="4000" i="1" dirty="0"/>
              <a:t>(opcional)</a:t>
            </a:r>
            <a:r>
              <a:rPr lang="es-MX" sz="4000" dirty="0"/>
              <a:t> – Obtener la cantidad de elementos en la cola.</a:t>
            </a:r>
          </a:p>
        </p:txBody>
      </p:sp>
      <p:sp>
        <p:nvSpPr>
          <p:cNvPr id="273" name="Google Shape;273;g35c6d4126cd_0_82">
            <a:extLst>
              <a:ext uri="{FF2B5EF4-FFF2-40B4-BE49-F238E27FC236}">
                <a16:creationId xmlns:a16="http://schemas.microsoft.com/office/drawing/2014/main" id="{009BFA19-DC55-7A66-B9B8-7764A1C00360}"/>
              </a:ext>
            </a:extLst>
          </p:cNvPr>
          <p:cNvSpPr txBox="1"/>
          <p:nvPr/>
        </p:nvSpPr>
        <p:spPr>
          <a:xfrm>
            <a:off x="2053601" y="52447"/>
            <a:ext cx="12441300" cy="25746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99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50"/>
              <a:buFont typeface="Arial"/>
              <a:buNone/>
            </a:pPr>
            <a:r>
              <a:rPr lang="en-US" sz="7150" b="1" dirty="0" err="1">
                <a:solidFill>
                  <a:srgbClr val="FFFFFF"/>
                </a:solidFill>
                <a:latin typeface="Doto Black"/>
                <a:sym typeface="Doto Black"/>
              </a:rPr>
              <a:t>Operaciones</a:t>
            </a:r>
            <a:r>
              <a:rPr lang="en-US" sz="7150" b="1" dirty="0">
                <a:solidFill>
                  <a:srgbClr val="FFFFFF"/>
                </a:solidFill>
                <a:latin typeface="Doto Black"/>
                <a:sym typeface="Doto Black"/>
              </a:rPr>
              <a:t> </a:t>
            </a:r>
            <a:r>
              <a:rPr lang="en-US" sz="7150" b="1" dirty="0" err="1">
                <a:solidFill>
                  <a:srgbClr val="FFFFFF"/>
                </a:solidFill>
                <a:latin typeface="Doto Black"/>
                <a:sym typeface="Doto Black"/>
              </a:rPr>
              <a:t>básicas</a:t>
            </a:r>
            <a:r>
              <a:rPr lang="en-US" sz="7150" b="1" dirty="0">
                <a:solidFill>
                  <a:srgbClr val="FFFFFF"/>
                </a:solidFill>
                <a:latin typeface="Doto Black"/>
                <a:sym typeface="Doto Black"/>
              </a:rPr>
              <a:t> de </a:t>
            </a:r>
            <a:r>
              <a:rPr lang="en-US" sz="7150" b="1" dirty="0" err="1">
                <a:solidFill>
                  <a:srgbClr val="FFFFFF"/>
                </a:solidFill>
                <a:latin typeface="Doto Black"/>
                <a:sym typeface="Doto Black"/>
              </a:rPr>
              <a:t>una</a:t>
            </a:r>
            <a:r>
              <a:rPr lang="en-US" sz="7150" b="1" dirty="0">
                <a:solidFill>
                  <a:srgbClr val="FFFFFF"/>
                </a:solidFill>
                <a:latin typeface="Doto Black"/>
                <a:sym typeface="Doto Black"/>
              </a:rPr>
              <a:t> cola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32868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6E80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2"/>
          <p:cNvSpPr/>
          <p:nvPr/>
        </p:nvSpPr>
        <p:spPr>
          <a:xfrm rot="10800000">
            <a:off x="15099123" y="5203330"/>
            <a:ext cx="4252774" cy="8109941"/>
          </a:xfrm>
          <a:custGeom>
            <a:avLst/>
            <a:gdLst/>
            <a:ahLst/>
            <a:cxnLst/>
            <a:rect l="l" t="t" r="r" b="b"/>
            <a:pathLst>
              <a:path w="4252774" h="8109941" extrusionOk="0">
                <a:moveTo>
                  <a:pt x="0" y="0"/>
                </a:moveTo>
                <a:lnTo>
                  <a:pt x="4252774" y="0"/>
                </a:lnTo>
                <a:lnTo>
                  <a:pt x="4252774" y="8109940"/>
                </a:lnTo>
                <a:lnTo>
                  <a:pt x="0" y="81099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64106" t="-10643" r="-242700" b="-72229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97" name="Google Shape;297;p12"/>
          <p:cNvSpPr/>
          <p:nvPr/>
        </p:nvSpPr>
        <p:spPr>
          <a:xfrm>
            <a:off x="-399559" y="-411658"/>
            <a:ext cx="4252774" cy="8109941"/>
          </a:xfrm>
          <a:custGeom>
            <a:avLst/>
            <a:gdLst/>
            <a:ahLst/>
            <a:cxnLst/>
            <a:rect l="l" t="t" r="r" b="b"/>
            <a:pathLst>
              <a:path w="4252774" h="8109941" extrusionOk="0">
                <a:moveTo>
                  <a:pt x="0" y="0"/>
                </a:moveTo>
                <a:lnTo>
                  <a:pt x="4252773" y="0"/>
                </a:lnTo>
                <a:lnTo>
                  <a:pt x="4252773" y="8109941"/>
                </a:lnTo>
                <a:lnTo>
                  <a:pt x="0" y="810994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764106" t="-10643" r="-242700" b="-72229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298" name="Google Shape;298;p12"/>
          <p:cNvSpPr txBox="1"/>
          <p:nvPr/>
        </p:nvSpPr>
        <p:spPr>
          <a:xfrm>
            <a:off x="653216" y="1034250"/>
            <a:ext cx="17279700" cy="286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61"/>
              <a:buFont typeface="Arial"/>
              <a:buNone/>
            </a:pPr>
            <a:r>
              <a:rPr lang="en-US" sz="8461" b="1" i="0" u="none" strike="noStrike" cap="none">
                <a:solidFill>
                  <a:srgbClr val="EFA038"/>
                </a:solidFill>
                <a:latin typeface="Doto Black"/>
                <a:ea typeface="Doto Black"/>
                <a:cs typeface="Doto Black"/>
                <a:sym typeface="Doto Black"/>
              </a:rPr>
              <a:t>Aplicar lo aprendido (Ejemplo)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9" name="Google Shape;299;p1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690150" y="4834375"/>
            <a:ext cx="6833150" cy="361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5c6d4126cd_0_129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61124" b="-14586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cxnSp>
        <p:nvCxnSpPr>
          <p:cNvPr id="341" name="Google Shape;341;g35c6d4126cd_0_129"/>
          <p:cNvCxnSpPr/>
          <p:nvPr/>
        </p:nvCxnSpPr>
        <p:spPr>
          <a:xfrm rot="10800000" flipH="1">
            <a:off x="1684760" y="3057057"/>
            <a:ext cx="14770500" cy="8400"/>
          </a:xfrm>
          <a:prstGeom prst="straightConnector1">
            <a:avLst/>
          </a:prstGeom>
          <a:noFill/>
          <a:ln w="238125" cap="flat" cmpd="sng">
            <a:solidFill>
              <a:srgbClr val="EFA03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2" name="Google Shape;342;g35c6d4126cd_0_129"/>
          <p:cNvSpPr txBox="1"/>
          <p:nvPr/>
        </p:nvSpPr>
        <p:spPr>
          <a:xfrm>
            <a:off x="2773658" y="1841956"/>
            <a:ext cx="127407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100"/>
              <a:buFont typeface="Arial"/>
              <a:buNone/>
            </a:pPr>
            <a:r>
              <a:rPr lang="en-US" sz="6100" b="1" i="1" u="none" strike="noStrike" cap="none">
                <a:solidFill>
                  <a:srgbClr val="000000"/>
                </a:solidFill>
                <a:latin typeface="Doto Black"/>
                <a:ea typeface="Doto Black"/>
                <a:cs typeface="Doto Black"/>
                <a:sym typeface="Doto Black"/>
              </a:rPr>
              <a:t>Valores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g35c6d4126cd_0_129"/>
          <p:cNvSpPr txBox="1"/>
          <p:nvPr/>
        </p:nvSpPr>
        <p:spPr>
          <a:xfrm>
            <a:off x="1684760" y="3681387"/>
            <a:ext cx="9447000" cy="8600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es-MX" sz="3600" b="1" dirty="0"/>
              <a:t>Pilas:</a:t>
            </a:r>
            <a:br>
              <a:rPr lang="es-MX" sz="3600" dirty="0"/>
            </a:br>
            <a:r>
              <a:rPr lang="es-MX" sz="3600" dirty="0"/>
              <a:t>Las pilas siguen LIFO (último en entrar, primero en salir).</a:t>
            </a:r>
            <a:br>
              <a:rPr lang="es-MX" sz="3600" dirty="0"/>
            </a:br>
            <a:r>
              <a:rPr lang="es-MX" sz="3600" dirty="0"/>
              <a:t>Ejemplo: Si </a:t>
            </a:r>
            <a:r>
              <a:rPr lang="es-MX" sz="3600" dirty="0" err="1"/>
              <a:t>desapilas</a:t>
            </a:r>
            <a:r>
              <a:rPr lang="es-MX" sz="3600" dirty="0"/>
              <a:t> fuera de orden, se pierde la secuencia correcta de operaciones.</a:t>
            </a:r>
          </a:p>
          <a:p>
            <a:r>
              <a:rPr lang="es-MX" sz="3600" b="1" dirty="0"/>
              <a:t>Colas:</a:t>
            </a:r>
            <a:br>
              <a:rPr lang="es-MX" sz="3600" dirty="0"/>
            </a:br>
            <a:r>
              <a:rPr lang="es-MX" sz="3600" dirty="0"/>
              <a:t>Las colas siguen FIFO (primero en entrar, primero en salir).</a:t>
            </a:r>
            <a:br>
              <a:rPr lang="es-MX" sz="3600" dirty="0"/>
            </a:br>
            <a:r>
              <a:rPr lang="es-MX" sz="3600" dirty="0"/>
              <a:t>Ejemplo: Si encolas elementos y los procesas fuera de orden, se altera el flujo esperado.</a:t>
            </a:r>
          </a:p>
          <a:p>
            <a:pPr marL="0" marR="0" lvl="0" indent="0" algn="just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25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endParaRPr sz="22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2"/>
              <a:buFont typeface="Arial"/>
              <a:buNone/>
            </a:pPr>
            <a:endParaRPr sz="350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2"/>
              <a:buFont typeface="Arial"/>
              <a:buNone/>
            </a:pPr>
            <a:endParaRPr sz="3502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4" name="Google Shape;344;g35c6d4126cd_0_1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496275" y="3565350"/>
            <a:ext cx="5977800" cy="597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13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 extrusionOk="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61131" b="-14584"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50" name="Google Shape;350;p13"/>
          <p:cNvSpPr txBox="1"/>
          <p:nvPr/>
        </p:nvSpPr>
        <p:spPr>
          <a:xfrm>
            <a:off x="1876950" y="3141045"/>
            <a:ext cx="14833200" cy="3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99"/>
              <a:buFont typeface="Arial"/>
              <a:buNone/>
            </a:pPr>
            <a:r>
              <a:rPr lang="en-US" sz="10999" b="1" i="0" u="none" strike="noStrike" cap="none">
                <a:solidFill>
                  <a:srgbClr val="000000"/>
                </a:solidFill>
                <a:latin typeface="Doto Black"/>
                <a:ea typeface="Doto Black"/>
                <a:cs typeface="Doto Black"/>
                <a:sym typeface="Doto Black"/>
              </a:rPr>
              <a:t>GRACIAS POR SU ATENCION!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1" name="Google Shape;351;p13"/>
          <p:cNvGrpSpPr/>
          <p:nvPr/>
        </p:nvGrpSpPr>
        <p:grpSpPr>
          <a:xfrm rot="5400000">
            <a:off x="-635933" y="1183211"/>
            <a:ext cx="3858176" cy="1929088"/>
            <a:chOff x="0" y="0"/>
            <a:chExt cx="812800" cy="406400"/>
          </a:xfrm>
        </p:grpSpPr>
        <p:sp>
          <p:nvSpPr>
            <p:cNvPr id="352" name="Google Shape;352;p1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 extrusionOk="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EFA038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53" name="Google Shape;353;p13"/>
            <p:cNvSpPr txBox="1"/>
            <p:nvPr/>
          </p:nvSpPr>
          <p:spPr>
            <a:xfrm>
              <a:off x="203200" y="120650"/>
              <a:ext cx="4064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3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13"/>
          <p:cNvGrpSpPr/>
          <p:nvPr/>
        </p:nvGrpSpPr>
        <p:grpSpPr>
          <a:xfrm rot="-5400000">
            <a:off x="15083182" y="7133888"/>
            <a:ext cx="3823082" cy="1911541"/>
            <a:chOff x="0" y="0"/>
            <a:chExt cx="812800" cy="406400"/>
          </a:xfrm>
        </p:grpSpPr>
        <p:sp>
          <p:nvSpPr>
            <p:cNvPr id="355" name="Google Shape;355;p1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 extrusionOk="0">
                  <a:moveTo>
                    <a:pt x="406400" y="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406400"/>
                  </a:lnTo>
                  <a:lnTo>
                    <a:pt x="609600" y="40640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2E6E80"/>
            </a:solidFill>
            <a:ln>
              <a:noFill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356" name="Google Shape;356;p13"/>
            <p:cNvSpPr txBox="1"/>
            <p:nvPr/>
          </p:nvSpPr>
          <p:spPr>
            <a:xfrm>
              <a:off x="203200" y="120650"/>
              <a:ext cx="406400" cy="28575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38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7" name="Google Shape;357;p13"/>
          <p:cNvSpPr txBox="1"/>
          <p:nvPr/>
        </p:nvSpPr>
        <p:spPr>
          <a:xfrm>
            <a:off x="1577851" y="8090525"/>
            <a:ext cx="15132300" cy="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1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16"/>
              <a:buFont typeface="Arial"/>
              <a:buNone/>
            </a:pPr>
            <a:r>
              <a:rPr lang="en-US" sz="2916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RECUERDA QUE TENEMOS NUESTRO FORO SEMANAL DONDE PUEDES CONSULTAR CUALQUIER DUDA QUE TE SURJA EN LA SEMANA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/>
          <p:nvPr/>
        </p:nvSpPr>
        <p:spPr>
          <a:xfrm>
            <a:off x="15455346" y="587900"/>
            <a:ext cx="2061058" cy="2715098"/>
          </a:xfrm>
          <a:custGeom>
            <a:avLst/>
            <a:gdLst/>
            <a:ahLst/>
            <a:cxnLst/>
            <a:rect l="l" t="t" r="r" b="b"/>
            <a:pathLst>
              <a:path w="2757268" h="3770970" extrusionOk="0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s-GT"/>
          </a:p>
        </p:txBody>
      </p:sp>
      <p:sp>
        <p:nvSpPr>
          <p:cNvPr id="359" name="Google Shape;359;p13"/>
          <p:cNvSpPr txBox="1"/>
          <p:nvPr/>
        </p:nvSpPr>
        <p:spPr>
          <a:xfrm>
            <a:off x="5591250" y="6608975"/>
            <a:ext cx="7404600" cy="12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979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99"/>
              <a:buFont typeface="Arial"/>
              <a:buNone/>
            </a:pPr>
            <a:r>
              <a:rPr lang="en-US" sz="7999" b="1" i="0" u="none" strike="noStrike" cap="none">
                <a:solidFill>
                  <a:srgbClr val="000000"/>
                </a:solidFill>
                <a:latin typeface="Doto Black"/>
                <a:ea typeface="Doto Black"/>
                <a:cs typeface="Doto Black"/>
                <a:sym typeface="Doto Black"/>
              </a:rPr>
              <a:t>DUDAS</a:t>
            </a:r>
            <a:endParaRPr sz="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558</Words>
  <Application>Microsoft Office PowerPoint</Application>
  <PresentationFormat>Personalizado</PresentationFormat>
  <Paragraphs>96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Arial</vt:lpstr>
      <vt:lpstr>Doto Black</vt:lpstr>
      <vt:lpstr>Roboto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Luis Antonio Castillo Javier</cp:lastModifiedBy>
  <cp:revision>1</cp:revision>
  <dcterms:created xsi:type="dcterms:W3CDTF">2006-08-16T00:00:00Z</dcterms:created>
  <dcterms:modified xsi:type="dcterms:W3CDTF">2025-08-27T00:09:34Z</dcterms:modified>
</cp:coreProperties>
</file>