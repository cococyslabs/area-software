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60" r:id="rId5"/>
    <p:sldMasterId id="2147483672"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Lst>
  <p:sldSz cy="5143500" cx="9144000"/>
  <p:notesSz cx="6858000" cy="9144000"/>
  <p:embeddedFontLst>
    <p:embeddedFont>
      <p:font typeface="Lobster"/>
      <p:regular r:id="rId40"/>
    </p:embeddedFont>
    <p:embeddedFont>
      <p:font typeface="Amatic SC"/>
      <p:regular r:id="rId41"/>
      <p:bold r:id="rId42"/>
    </p:embeddedFont>
    <p:embeddedFont>
      <p:font typeface="Doto"/>
      <p:regular r:id="rId43"/>
      <p:bold r:id="rId44"/>
    </p:embeddedFont>
    <p:embeddedFont>
      <p:font typeface="Pacifico"/>
      <p:regular r:id="rId45"/>
    </p:embeddedFont>
    <p:embeddedFont>
      <p:font typeface="DM Sans Light"/>
      <p:regular r:id="rId46"/>
      <p:bold r:id="rId47"/>
      <p:italic r:id="rId48"/>
      <p:boldItalic r:id="rId49"/>
    </p:embeddedFont>
    <p:embeddedFont>
      <p:font typeface="Sansita"/>
      <p:regular r:id="rId50"/>
      <p:bold r:id="rId51"/>
      <p:italic r:id="rId52"/>
      <p:boldItalic r:id="rId53"/>
    </p:embeddedFont>
    <p:embeddedFont>
      <p:font typeface="Doto Black"/>
      <p:bold r:id="rId54"/>
    </p:embeddedFont>
    <p:embeddedFont>
      <p:font typeface="DM Sans"/>
      <p:regular r:id="rId55"/>
      <p:bold r:id="rId56"/>
      <p:italic r:id="rId57"/>
      <p:boldItalic r:id="rId58"/>
    </p:embeddedFont>
    <p:embeddedFont>
      <p:font typeface="Open Sans"/>
      <p:regular r:id="rId59"/>
      <p:bold r:id="rId60"/>
      <p:italic r:id="rId61"/>
      <p:boldItalic r:id="rId6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63" roundtripDataSignature="AMtx7mjbLzrVU11NNu3Ocv6h5eHQ9pPNo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Lobster-regular.fntdata"/><Relationship Id="rId42" Type="http://schemas.openxmlformats.org/officeDocument/2006/relationships/font" Target="fonts/AmaticSC-bold.fntdata"/><Relationship Id="rId41" Type="http://schemas.openxmlformats.org/officeDocument/2006/relationships/font" Target="fonts/AmaticSC-regular.fntdata"/><Relationship Id="rId44" Type="http://schemas.openxmlformats.org/officeDocument/2006/relationships/font" Target="fonts/Doto-bold.fntdata"/><Relationship Id="rId43" Type="http://schemas.openxmlformats.org/officeDocument/2006/relationships/font" Target="fonts/Doto-regular.fntdata"/><Relationship Id="rId46" Type="http://schemas.openxmlformats.org/officeDocument/2006/relationships/font" Target="fonts/DMSansLight-regular.fntdata"/><Relationship Id="rId45" Type="http://schemas.openxmlformats.org/officeDocument/2006/relationships/font" Target="fonts/Pacifico-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2.xml"/><Relationship Id="rId48" Type="http://schemas.openxmlformats.org/officeDocument/2006/relationships/font" Target="fonts/DMSansLight-italic.fntdata"/><Relationship Id="rId47" Type="http://schemas.openxmlformats.org/officeDocument/2006/relationships/font" Target="fonts/DMSansLight-bold.fntdata"/><Relationship Id="rId49" Type="http://schemas.openxmlformats.org/officeDocument/2006/relationships/font" Target="fonts/DMSansLight-boldItalic.fntdata"/><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62" Type="http://schemas.openxmlformats.org/officeDocument/2006/relationships/font" Target="fonts/OpenSans-boldItalic.fntdata"/><Relationship Id="rId61" Type="http://schemas.openxmlformats.org/officeDocument/2006/relationships/font" Target="fonts/OpenSans-italic.fntdata"/><Relationship Id="rId20" Type="http://schemas.openxmlformats.org/officeDocument/2006/relationships/slide" Target="slides/slide13.xml"/><Relationship Id="rId63" Type="http://customschemas.google.com/relationships/presentationmetadata" Target="metadata"/><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60" Type="http://schemas.openxmlformats.org/officeDocument/2006/relationships/font" Target="fonts/OpenSans-bold.fntdata"/><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font" Target="fonts/Sansita-bold.fntdata"/><Relationship Id="rId50" Type="http://schemas.openxmlformats.org/officeDocument/2006/relationships/font" Target="fonts/Sansita-regular.fntdata"/><Relationship Id="rId53" Type="http://schemas.openxmlformats.org/officeDocument/2006/relationships/font" Target="fonts/Sansita-boldItalic.fntdata"/><Relationship Id="rId52" Type="http://schemas.openxmlformats.org/officeDocument/2006/relationships/font" Target="fonts/Sansita-italic.fntdata"/><Relationship Id="rId11" Type="http://schemas.openxmlformats.org/officeDocument/2006/relationships/slide" Target="slides/slide4.xml"/><Relationship Id="rId55" Type="http://schemas.openxmlformats.org/officeDocument/2006/relationships/font" Target="fonts/DMSans-regular.fntdata"/><Relationship Id="rId10" Type="http://schemas.openxmlformats.org/officeDocument/2006/relationships/slide" Target="slides/slide3.xml"/><Relationship Id="rId54" Type="http://schemas.openxmlformats.org/officeDocument/2006/relationships/font" Target="fonts/DotoBlack-bold.fntdata"/><Relationship Id="rId13" Type="http://schemas.openxmlformats.org/officeDocument/2006/relationships/slide" Target="slides/slide6.xml"/><Relationship Id="rId57" Type="http://schemas.openxmlformats.org/officeDocument/2006/relationships/font" Target="fonts/DMSans-italic.fntdata"/><Relationship Id="rId12" Type="http://schemas.openxmlformats.org/officeDocument/2006/relationships/slide" Target="slides/slide5.xml"/><Relationship Id="rId56" Type="http://schemas.openxmlformats.org/officeDocument/2006/relationships/font" Target="fonts/DMSans-bold.fntdata"/><Relationship Id="rId15" Type="http://schemas.openxmlformats.org/officeDocument/2006/relationships/slide" Target="slides/slide8.xml"/><Relationship Id="rId59" Type="http://schemas.openxmlformats.org/officeDocument/2006/relationships/font" Target="fonts/OpenSans-regular.fntdata"/><Relationship Id="rId14" Type="http://schemas.openxmlformats.org/officeDocument/2006/relationships/slide" Target="slides/slide7.xml"/><Relationship Id="rId58" Type="http://schemas.openxmlformats.org/officeDocument/2006/relationships/font" Target="fonts/DMSans-boldItalic.fntdata"/><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2" name="Google Shape;17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3" name="Google Shape;193;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6" name="Google Shape;216;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7" name="Google Shape;227;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8" name="Google Shape;238;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1" name="Google Shape;251;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4" name="Google Shape;264;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0" name="Google Shape;280;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3" name="Google Shape;293;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6" name="Google Shape;306;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56" name="Google Shape;356;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90" name="Google Shape;390;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04" name="Google Shape;404;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18" name="Google Shape;418;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32" name="Google Shape;432;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46" name="Google Shape;446;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55" name="Google Shape;455;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71" name="Google Shape;471;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94" name="Google Shape;494;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18" name="Google Shape;518;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42" name="Google Shape;542;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53" name="Google Shape;553;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66" name="Google Shape;566;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79" name="Google Shape;579;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92" name="Google Shape;592;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09" name="Google Shape;609;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0" name="Shape 630"/>
        <p:cNvGrpSpPr/>
        <p:nvPr/>
      </p:nvGrpSpPr>
      <p:grpSpPr>
        <a:xfrm>
          <a:off x="0" y="0"/>
          <a:ext cx="0" cy="0"/>
          <a:chOff x="0" y="0"/>
          <a:chExt cx="0" cy="0"/>
        </a:xfrm>
      </p:grpSpPr>
      <p:sp>
        <p:nvSpPr>
          <p:cNvPr id="631" name="Google Shape;631;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32" name="Google Shape;632;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1" name="Shape 651"/>
        <p:cNvGrpSpPr/>
        <p:nvPr/>
      </p:nvGrpSpPr>
      <p:grpSpPr>
        <a:xfrm>
          <a:off x="0" y="0"/>
          <a:ext cx="0" cy="0"/>
          <a:chOff x="0" y="0"/>
          <a:chExt cx="0" cy="0"/>
        </a:xfrm>
      </p:grpSpPr>
      <p:sp>
        <p:nvSpPr>
          <p:cNvPr id="652" name="Google Shape;652;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53" name="Google Shape;653;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8" name="Shape 658"/>
        <p:cNvGrpSpPr/>
        <p:nvPr/>
      </p:nvGrpSpPr>
      <p:grpSpPr>
        <a:xfrm>
          <a:off x="0" y="0"/>
          <a:ext cx="0" cy="0"/>
          <a:chOff x="0" y="0"/>
          <a:chExt cx="0" cy="0"/>
        </a:xfrm>
      </p:grpSpPr>
      <p:sp>
        <p:nvSpPr>
          <p:cNvPr id="659" name="Google Shape;659;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60" name="Google Shape;660;p2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8" name="Shape 678"/>
        <p:cNvGrpSpPr/>
        <p:nvPr/>
      </p:nvGrpSpPr>
      <p:grpSpPr>
        <a:xfrm>
          <a:off x="0" y="0"/>
          <a:ext cx="0" cy="0"/>
          <a:chOff x="0" y="0"/>
          <a:chExt cx="0" cy="0"/>
        </a:xfrm>
      </p:grpSpPr>
      <p:sp>
        <p:nvSpPr>
          <p:cNvPr id="679" name="Google Shape;679;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80" name="Google Shape;680;p3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7" name="Shape 697"/>
        <p:cNvGrpSpPr/>
        <p:nvPr/>
      </p:nvGrpSpPr>
      <p:grpSpPr>
        <a:xfrm>
          <a:off x="0" y="0"/>
          <a:ext cx="0" cy="0"/>
          <a:chOff x="0" y="0"/>
          <a:chExt cx="0" cy="0"/>
        </a:xfrm>
      </p:grpSpPr>
      <p:sp>
        <p:nvSpPr>
          <p:cNvPr id="698" name="Google Shape;698;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99" name="Google Shape;699;p3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7" name="Shape 717"/>
        <p:cNvGrpSpPr/>
        <p:nvPr/>
      </p:nvGrpSpPr>
      <p:grpSpPr>
        <a:xfrm>
          <a:off x="0" y="0"/>
          <a:ext cx="0" cy="0"/>
          <a:chOff x="0" y="0"/>
          <a:chExt cx="0" cy="0"/>
        </a:xfrm>
      </p:grpSpPr>
      <p:sp>
        <p:nvSpPr>
          <p:cNvPr id="718" name="Google Shape;718;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19" name="Google Shape;719;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 name="Shape 9"/>
        <p:cNvGrpSpPr/>
        <p:nvPr/>
      </p:nvGrpSpPr>
      <p:grpSpPr>
        <a:xfrm>
          <a:off x="0" y="0"/>
          <a:ext cx="0" cy="0"/>
          <a:chOff x="0" y="0"/>
          <a:chExt cx="0" cy="0"/>
        </a:xfrm>
      </p:grpSpPr>
      <p:sp>
        <p:nvSpPr>
          <p:cNvPr id="10" name="Google Shape;10;p3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37"/>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3" name="Google Shape;13;p37"/>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4" name="Google Shape;14;p3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8"/>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7" name="Google Shape;17;p3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3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0" name="Google Shape;20;p3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1" name="Google Shape;21;p3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2" name="Shape 22"/>
        <p:cNvGrpSpPr/>
        <p:nvPr/>
      </p:nvGrpSpPr>
      <p:grpSpPr>
        <a:xfrm>
          <a:off x="0" y="0"/>
          <a:ext cx="0" cy="0"/>
          <a:chOff x="0" y="0"/>
          <a:chExt cx="0" cy="0"/>
        </a:xfrm>
      </p:grpSpPr>
      <p:sp>
        <p:nvSpPr>
          <p:cNvPr id="23" name="Google Shape;23;p4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4" name="Google Shape;24;p40"/>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5" name="Google Shape;25;p40"/>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6" name="Google Shape;26;p4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4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9" name="Google Shape;29;p4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0" name="Shape 30"/>
        <p:cNvGrpSpPr/>
        <p:nvPr/>
      </p:nvGrpSpPr>
      <p:grpSpPr>
        <a:xfrm>
          <a:off x="0" y="0"/>
          <a:ext cx="0" cy="0"/>
          <a:chOff x="0" y="0"/>
          <a:chExt cx="0" cy="0"/>
        </a:xfrm>
      </p:grpSpPr>
      <p:sp>
        <p:nvSpPr>
          <p:cNvPr id="31" name="Google Shape;31;p42"/>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2" name="Google Shape;32;p42"/>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3" name="Google Shape;33;p4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4" name="Shape 34"/>
        <p:cNvGrpSpPr/>
        <p:nvPr/>
      </p:nvGrpSpPr>
      <p:grpSpPr>
        <a:xfrm>
          <a:off x="0" y="0"/>
          <a:ext cx="0" cy="0"/>
          <a:chOff x="0" y="0"/>
          <a:chExt cx="0" cy="0"/>
        </a:xfrm>
      </p:grpSpPr>
      <p:sp>
        <p:nvSpPr>
          <p:cNvPr id="35" name="Google Shape;35;p43"/>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6" name="Google Shape;36;p4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7" name="Shape 37"/>
        <p:cNvGrpSpPr/>
        <p:nvPr/>
      </p:nvGrpSpPr>
      <p:grpSpPr>
        <a:xfrm>
          <a:off x="0" y="0"/>
          <a:ext cx="0" cy="0"/>
          <a:chOff x="0" y="0"/>
          <a:chExt cx="0" cy="0"/>
        </a:xfrm>
      </p:grpSpPr>
      <p:sp>
        <p:nvSpPr>
          <p:cNvPr id="38" name="Google Shape;38;p44"/>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44"/>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0" name="Google Shape;40;p44"/>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1" name="Google Shape;41;p44"/>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2" name="Google Shape;42;p4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3" name="Shape 43"/>
        <p:cNvGrpSpPr/>
        <p:nvPr/>
      </p:nvGrpSpPr>
      <p:grpSpPr>
        <a:xfrm>
          <a:off x="0" y="0"/>
          <a:ext cx="0" cy="0"/>
          <a:chOff x="0" y="0"/>
          <a:chExt cx="0" cy="0"/>
        </a:xfrm>
      </p:grpSpPr>
      <p:sp>
        <p:nvSpPr>
          <p:cNvPr id="44" name="Google Shape;44;p45"/>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5" name="Google Shape;45;p4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6" name="Shape 46"/>
        <p:cNvGrpSpPr/>
        <p:nvPr/>
      </p:nvGrpSpPr>
      <p:grpSpPr>
        <a:xfrm>
          <a:off x="0" y="0"/>
          <a:ext cx="0" cy="0"/>
          <a:chOff x="0" y="0"/>
          <a:chExt cx="0" cy="0"/>
        </a:xfrm>
      </p:grpSpPr>
      <p:sp>
        <p:nvSpPr>
          <p:cNvPr id="47" name="Google Shape;47;p46"/>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8" name="Google Shape;48;p46"/>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9" name="Google Shape;49;p4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36"/>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58" name="Google Shape;58;p36"/>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59" name="Google Shape;59;p36"/>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0" name="Shape 60"/>
        <p:cNvGrpSpPr/>
        <p:nvPr/>
      </p:nvGrpSpPr>
      <p:grpSpPr>
        <a:xfrm>
          <a:off x="0" y="0"/>
          <a:ext cx="0" cy="0"/>
          <a:chOff x="0" y="0"/>
          <a:chExt cx="0" cy="0"/>
        </a:xfrm>
      </p:grpSpPr>
      <p:sp>
        <p:nvSpPr>
          <p:cNvPr id="61" name="Google Shape;61;p47"/>
          <p:cNvSpPr txBox="1"/>
          <p:nvPr>
            <p:ph type="ctrTitle"/>
          </p:nvPr>
        </p:nvSpPr>
        <p:spPr>
          <a:xfrm>
            <a:off x="342900" y="1065213"/>
            <a:ext cx="3886200" cy="735013"/>
          </a:xfrm>
          <a:prstGeom prst="rect">
            <a:avLst/>
          </a:prstGeom>
          <a:noFill/>
          <a:ln>
            <a:noFill/>
          </a:ln>
        </p:spPr>
        <p:txBody>
          <a:bodyPr anchorCtr="0" anchor="ctr" bIns="22850" lIns="45725" spcFirstLastPara="1" rIns="45725" wrap="square" tIns="22850">
            <a:normAutofit/>
          </a:bodyPr>
          <a:lstStyle>
            <a:lvl1pPr lvl="0" algn="ctr">
              <a:lnSpc>
                <a:spcPct val="100000"/>
              </a:lnSpc>
              <a:spcBef>
                <a:spcPts val="0"/>
              </a:spcBef>
              <a:spcAft>
                <a:spcPts val="0"/>
              </a:spcAft>
              <a:buClr>
                <a:schemeClr val="dk1"/>
              </a:buClr>
              <a:buSzPts val="9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62" name="Google Shape;62;p47"/>
          <p:cNvSpPr txBox="1"/>
          <p:nvPr>
            <p:ph idx="1" type="subTitle"/>
          </p:nvPr>
        </p:nvSpPr>
        <p:spPr>
          <a:xfrm>
            <a:off x="685800" y="1943100"/>
            <a:ext cx="3200400" cy="876300"/>
          </a:xfrm>
          <a:prstGeom prst="rect">
            <a:avLst/>
          </a:prstGeom>
          <a:noFill/>
          <a:ln>
            <a:noFill/>
          </a:ln>
        </p:spPr>
        <p:txBody>
          <a:bodyPr anchorCtr="0" anchor="t" bIns="22850" lIns="45725" spcFirstLastPara="1" rIns="45725" wrap="square" tIns="22850">
            <a:normAutofit/>
          </a:bodyPr>
          <a:lstStyle>
            <a:lvl1pPr lvl="0" algn="ctr">
              <a:lnSpc>
                <a:spcPct val="100000"/>
              </a:lnSpc>
              <a:spcBef>
                <a:spcPts val="300"/>
              </a:spcBef>
              <a:spcAft>
                <a:spcPts val="0"/>
              </a:spcAft>
              <a:buClr>
                <a:srgbClr val="888888"/>
              </a:buClr>
              <a:buSzPts val="1600"/>
              <a:buNone/>
              <a:defRPr>
                <a:solidFill>
                  <a:srgbClr val="888888"/>
                </a:solidFill>
              </a:defRPr>
            </a:lvl1pPr>
            <a:lvl2pPr lvl="1" algn="ctr">
              <a:lnSpc>
                <a:spcPct val="100000"/>
              </a:lnSpc>
              <a:spcBef>
                <a:spcPts val="300"/>
              </a:spcBef>
              <a:spcAft>
                <a:spcPts val="0"/>
              </a:spcAft>
              <a:buClr>
                <a:srgbClr val="888888"/>
              </a:buClr>
              <a:buSzPts val="1400"/>
              <a:buNone/>
              <a:defRPr>
                <a:solidFill>
                  <a:srgbClr val="888888"/>
                </a:solidFill>
              </a:defRPr>
            </a:lvl2pPr>
            <a:lvl3pPr lvl="2" algn="ctr">
              <a:lnSpc>
                <a:spcPct val="100000"/>
              </a:lnSpc>
              <a:spcBef>
                <a:spcPts val="200"/>
              </a:spcBef>
              <a:spcAft>
                <a:spcPts val="0"/>
              </a:spcAft>
              <a:buClr>
                <a:srgbClr val="888888"/>
              </a:buClr>
              <a:buSzPts val="1200"/>
              <a:buNone/>
              <a:defRPr>
                <a:solidFill>
                  <a:srgbClr val="888888"/>
                </a:solidFill>
              </a:defRPr>
            </a:lvl3pPr>
            <a:lvl4pPr lvl="3" algn="ctr">
              <a:lnSpc>
                <a:spcPct val="100000"/>
              </a:lnSpc>
              <a:spcBef>
                <a:spcPts val="200"/>
              </a:spcBef>
              <a:spcAft>
                <a:spcPts val="0"/>
              </a:spcAft>
              <a:buClr>
                <a:srgbClr val="888888"/>
              </a:buClr>
              <a:buSzPts val="1000"/>
              <a:buNone/>
              <a:defRPr>
                <a:solidFill>
                  <a:srgbClr val="888888"/>
                </a:solidFill>
              </a:defRPr>
            </a:lvl4pPr>
            <a:lvl5pPr lvl="4" algn="ctr">
              <a:lnSpc>
                <a:spcPct val="100000"/>
              </a:lnSpc>
              <a:spcBef>
                <a:spcPts val="200"/>
              </a:spcBef>
              <a:spcAft>
                <a:spcPts val="0"/>
              </a:spcAft>
              <a:buClr>
                <a:srgbClr val="888888"/>
              </a:buClr>
              <a:buSzPts val="1000"/>
              <a:buNone/>
              <a:defRPr>
                <a:solidFill>
                  <a:srgbClr val="888888"/>
                </a:solidFill>
              </a:defRPr>
            </a:lvl5pPr>
            <a:lvl6pPr lvl="5" algn="ctr">
              <a:lnSpc>
                <a:spcPct val="100000"/>
              </a:lnSpc>
              <a:spcBef>
                <a:spcPts val="200"/>
              </a:spcBef>
              <a:spcAft>
                <a:spcPts val="0"/>
              </a:spcAft>
              <a:buClr>
                <a:srgbClr val="888888"/>
              </a:buClr>
              <a:buSzPts val="1000"/>
              <a:buNone/>
              <a:defRPr>
                <a:solidFill>
                  <a:srgbClr val="888888"/>
                </a:solidFill>
              </a:defRPr>
            </a:lvl6pPr>
            <a:lvl7pPr lvl="6" algn="ctr">
              <a:lnSpc>
                <a:spcPct val="100000"/>
              </a:lnSpc>
              <a:spcBef>
                <a:spcPts val="200"/>
              </a:spcBef>
              <a:spcAft>
                <a:spcPts val="0"/>
              </a:spcAft>
              <a:buClr>
                <a:srgbClr val="888888"/>
              </a:buClr>
              <a:buSzPts val="1000"/>
              <a:buNone/>
              <a:defRPr>
                <a:solidFill>
                  <a:srgbClr val="888888"/>
                </a:solidFill>
              </a:defRPr>
            </a:lvl7pPr>
            <a:lvl8pPr lvl="7" algn="ctr">
              <a:lnSpc>
                <a:spcPct val="100000"/>
              </a:lnSpc>
              <a:spcBef>
                <a:spcPts val="200"/>
              </a:spcBef>
              <a:spcAft>
                <a:spcPts val="0"/>
              </a:spcAft>
              <a:buClr>
                <a:srgbClr val="888888"/>
              </a:buClr>
              <a:buSzPts val="1000"/>
              <a:buNone/>
              <a:defRPr>
                <a:solidFill>
                  <a:srgbClr val="888888"/>
                </a:solidFill>
              </a:defRPr>
            </a:lvl8pPr>
            <a:lvl9pPr lvl="8" algn="ctr">
              <a:lnSpc>
                <a:spcPct val="100000"/>
              </a:lnSpc>
              <a:spcBef>
                <a:spcPts val="200"/>
              </a:spcBef>
              <a:spcAft>
                <a:spcPts val="0"/>
              </a:spcAft>
              <a:buClr>
                <a:srgbClr val="888888"/>
              </a:buClr>
              <a:buSzPts val="1000"/>
              <a:buNone/>
              <a:defRPr>
                <a:solidFill>
                  <a:srgbClr val="888888"/>
                </a:solidFill>
              </a:defRPr>
            </a:lvl9pPr>
          </a:lstStyle>
          <a:p/>
        </p:txBody>
      </p:sp>
      <p:sp>
        <p:nvSpPr>
          <p:cNvPr id="63" name="Google Shape;63;p47"/>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64" name="Google Shape;64;p47"/>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65" name="Google Shape;65;p47"/>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6" name="Shape 66"/>
        <p:cNvGrpSpPr/>
        <p:nvPr/>
      </p:nvGrpSpPr>
      <p:grpSpPr>
        <a:xfrm>
          <a:off x="0" y="0"/>
          <a:ext cx="0" cy="0"/>
          <a:chOff x="0" y="0"/>
          <a:chExt cx="0" cy="0"/>
        </a:xfrm>
      </p:grpSpPr>
      <p:sp>
        <p:nvSpPr>
          <p:cNvPr id="67" name="Google Shape;67;p48"/>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lnSpc>
                <a:spcPct val="100000"/>
              </a:lnSpc>
              <a:spcBef>
                <a:spcPts val="0"/>
              </a:spcBef>
              <a:spcAft>
                <a:spcPts val="0"/>
              </a:spcAft>
              <a:buClr>
                <a:schemeClr val="dk1"/>
              </a:buClr>
              <a:buSzPts val="9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68" name="Google Shape;68;p48"/>
          <p:cNvSpPr txBox="1"/>
          <p:nvPr>
            <p:ph idx="1" type="body"/>
          </p:nvPr>
        </p:nvSpPr>
        <p:spPr>
          <a:xfrm>
            <a:off x="228600" y="800100"/>
            <a:ext cx="4114800" cy="2262982"/>
          </a:xfrm>
          <a:prstGeom prst="rect">
            <a:avLst/>
          </a:prstGeom>
          <a:noFill/>
          <a:ln>
            <a:noFill/>
          </a:ln>
        </p:spPr>
        <p:txBody>
          <a:bodyPr anchorCtr="0" anchor="t" bIns="22850" lIns="45725" spcFirstLastPara="1" rIns="45725" wrap="square" tIns="22850">
            <a:normAutofit/>
          </a:bodyPr>
          <a:lstStyle>
            <a:lvl1pPr indent="-285750" lvl="0" marL="457200" algn="l">
              <a:lnSpc>
                <a:spcPct val="100000"/>
              </a:lnSpc>
              <a:spcBef>
                <a:spcPts val="200"/>
              </a:spcBef>
              <a:spcAft>
                <a:spcPts val="0"/>
              </a:spcAft>
              <a:buClr>
                <a:schemeClr val="dk1"/>
              </a:buClr>
              <a:buSzPts val="900"/>
              <a:buChar char="•"/>
              <a:defRPr/>
            </a:lvl1pPr>
            <a:lvl2pPr indent="-285750" lvl="1" marL="914400" algn="l">
              <a:lnSpc>
                <a:spcPct val="100000"/>
              </a:lnSpc>
              <a:spcBef>
                <a:spcPts val="200"/>
              </a:spcBef>
              <a:spcAft>
                <a:spcPts val="0"/>
              </a:spcAft>
              <a:buClr>
                <a:schemeClr val="dk1"/>
              </a:buClr>
              <a:buSzPts val="900"/>
              <a:buChar char="–"/>
              <a:defRPr/>
            </a:lvl2pPr>
            <a:lvl3pPr indent="-285750" lvl="2" marL="1371600" algn="l">
              <a:lnSpc>
                <a:spcPct val="100000"/>
              </a:lnSpc>
              <a:spcBef>
                <a:spcPts val="200"/>
              </a:spcBef>
              <a:spcAft>
                <a:spcPts val="0"/>
              </a:spcAft>
              <a:buClr>
                <a:schemeClr val="dk1"/>
              </a:buClr>
              <a:buSzPts val="900"/>
              <a:buChar char="•"/>
              <a:defRPr/>
            </a:lvl3pPr>
            <a:lvl4pPr indent="-285750" lvl="3" marL="1828800" algn="l">
              <a:lnSpc>
                <a:spcPct val="100000"/>
              </a:lnSpc>
              <a:spcBef>
                <a:spcPts val="200"/>
              </a:spcBef>
              <a:spcAft>
                <a:spcPts val="0"/>
              </a:spcAft>
              <a:buClr>
                <a:schemeClr val="dk1"/>
              </a:buClr>
              <a:buSzPts val="900"/>
              <a:buChar char="–"/>
              <a:defRPr/>
            </a:lvl4pPr>
            <a:lvl5pPr indent="-285750" lvl="4" marL="2286000" algn="l">
              <a:lnSpc>
                <a:spcPct val="100000"/>
              </a:lnSpc>
              <a:spcBef>
                <a:spcPts val="200"/>
              </a:spcBef>
              <a:spcAft>
                <a:spcPts val="0"/>
              </a:spcAft>
              <a:buClr>
                <a:schemeClr val="dk1"/>
              </a:buClr>
              <a:buSzPts val="900"/>
              <a:buChar char="»"/>
              <a:defRPr/>
            </a:lvl5pPr>
            <a:lvl6pPr indent="-285750" lvl="5" marL="2743200" algn="l">
              <a:lnSpc>
                <a:spcPct val="100000"/>
              </a:lnSpc>
              <a:spcBef>
                <a:spcPts val="200"/>
              </a:spcBef>
              <a:spcAft>
                <a:spcPts val="0"/>
              </a:spcAft>
              <a:buClr>
                <a:schemeClr val="dk1"/>
              </a:buClr>
              <a:buSzPts val="900"/>
              <a:buChar char="•"/>
              <a:defRPr/>
            </a:lvl6pPr>
            <a:lvl7pPr indent="-285750" lvl="6" marL="3200400" algn="l">
              <a:lnSpc>
                <a:spcPct val="100000"/>
              </a:lnSpc>
              <a:spcBef>
                <a:spcPts val="200"/>
              </a:spcBef>
              <a:spcAft>
                <a:spcPts val="0"/>
              </a:spcAft>
              <a:buClr>
                <a:schemeClr val="dk1"/>
              </a:buClr>
              <a:buSzPts val="900"/>
              <a:buChar char="•"/>
              <a:defRPr/>
            </a:lvl7pPr>
            <a:lvl8pPr indent="-285750" lvl="7" marL="3657600" algn="l">
              <a:lnSpc>
                <a:spcPct val="100000"/>
              </a:lnSpc>
              <a:spcBef>
                <a:spcPts val="200"/>
              </a:spcBef>
              <a:spcAft>
                <a:spcPts val="0"/>
              </a:spcAft>
              <a:buClr>
                <a:schemeClr val="dk1"/>
              </a:buClr>
              <a:buSzPts val="900"/>
              <a:buChar char="•"/>
              <a:defRPr/>
            </a:lvl8pPr>
            <a:lvl9pPr indent="-285750" lvl="8" marL="4114800" algn="l">
              <a:lnSpc>
                <a:spcPct val="100000"/>
              </a:lnSpc>
              <a:spcBef>
                <a:spcPts val="200"/>
              </a:spcBef>
              <a:spcAft>
                <a:spcPts val="0"/>
              </a:spcAft>
              <a:buClr>
                <a:schemeClr val="dk1"/>
              </a:buClr>
              <a:buSzPts val="900"/>
              <a:buChar char="•"/>
              <a:defRPr/>
            </a:lvl9pPr>
          </a:lstStyle>
          <a:p/>
        </p:txBody>
      </p:sp>
      <p:sp>
        <p:nvSpPr>
          <p:cNvPr id="69" name="Google Shape;69;p48"/>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70" name="Google Shape;70;p48"/>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71" name="Google Shape;71;p48"/>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2" name="Shape 72"/>
        <p:cNvGrpSpPr/>
        <p:nvPr/>
      </p:nvGrpSpPr>
      <p:grpSpPr>
        <a:xfrm>
          <a:off x="0" y="0"/>
          <a:ext cx="0" cy="0"/>
          <a:chOff x="0" y="0"/>
          <a:chExt cx="0" cy="0"/>
        </a:xfrm>
      </p:grpSpPr>
      <p:sp>
        <p:nvSpPr>
          <p:cNvPr id="73" name="Google Shape;73;p49"/>
          <p:cNvSpPr txBox="1"/>
          <p:nvPr>
            <p:ph type="title"/>
          </p:nvPr>
        </p:nvSpPr>
        <p:spPr>
          <a:xfrm>
            <a:off x="361156" y="2203450"/>
            <a:ext cx="3886200" cy="681038"/>
          </a:xfrm>
          <a:prstGeom prst="rect">
            <a:avLst/>
          </a:prstGeom>
          <a:noFill/>
          <a:ln>
            <a:noFill/>
          </a:ln>
        </p:spPr>
        <p:txBody>
          <a:bodyPr anchorCtr="0" anchor="t" bIns="22850" lIns="45725" spcFirstLastPara="1" rIns="45725" wrap="square" tIns="22850">
            <a:normAutofit/>
          </a:bodyPr>
          <a:lstStyle>
            <a:lvl1pPr lvl="0" algn="l">
              <a:lnSpc>
                <a:spcPct val="100000"/>
              </a:lnSpc>
              <a:spcBef>
                <a:spcPts val="0"/>
              </a:spcBef>
              <a:spcAft>
                <a:spcPts val="0"/>
              </a:spcAft>
              <a:buClr>
                <a:schemeClr val="dk1"/>
              </a:buClr>
              <a:buSzPts val="2000"/>
              <a:buFont typeface="Calibri"/>
              <a:buNone/>
              <a:defRPr b="1" sz="2000" cap="none"/>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74" name="Google Shape;74;p49"/>
          <p:cNvSpPr txBox="1"/>
          <p:nvPr>
            <p:ph idx="1" type="body"/>
          </p:nvPr>
        </p:nvSpPr>
        <p:spPr>
          <a:xfrm>
            <a:off x="361156" y="1453357"/>
            <a:ext cx="3886200" cy="750094"/>
          </a:xfrm>
          <a:prstGeom prst="rect">
            <a:avLst/>
          </a:prstGeom>
          <a:noFill/>
          <a:ln>
            <a:noFill/>
          </a:ln>
        </p:spPr>
        <p:txBody>
          <a:bodyPr anchorCtr="0" anchor="b" bIns="22850" lIns="45725" spcFirstLastPara="1" rIns="45725" wrap="square" tIns="22850">
            <a:normAutofit/>
          </a:bodyPr>
          <a:lstStyle>
            <a:lvl1pPr indent="-228600" lvl="0" marL="457200" algn="l">
              <a:lnSpc>
                <a:spcPct val="100000"/>
              </a:lnSpc>
              <a:spcBef>
                <a:spcPts val="200"/>
              </a:spcBef>
              <a:spcAft>
                <a:spcPts val="0"/>
              </a:spcAft>
              <a:buClr>
                <a:srgbClr val="888888"/>
              </a:buClr>
              <a:buSzPts val="1000"/>
              <a:buNone/>
              <a:defRPr sz="1000">
                <a:solidFill>
                  <a:srgbClr val="888888"/>
                </a:solidFill>
              </a:defRPr>
            </a:lvl1pPr>
            <a:lvl2pPr indent="-228600" lvl="1" marL="914400" algn="l">
              <a:lnSpc>
                <a:spcPct val="100000"/>
              </a:lnSpc>
              <a:spcBef>
                <a:spcPts val="200"/>
              </a:spcBef>
              <a:spcAft>
                <a:spcPts val="0"/>
              </a:spcAft>
              <a:buClr>
                <a:srgbClr val="888888"/>
              </a:buClr>
              <a:buSzPts val="900"/>
              <a:buNone/>
              <a:defRPr sz="900">
                <a:solidFill>
                  <a:srgbClr val="888888"/>
                </a:solidFill>
              </a:defRPr>
            </a:lvl2pPr>
            <a:lvl3pPr indent="-228600" lvl="2" marL="1371600" algn="l">
              <a:lnSpc>
                <a:spcPct val="100000"/>
              </a:lnSpc>
              <a:spcBef>
                <a:spcPts val="200"/>
              </a:spcBef>
              <a:spcAft>
                <a:spcPts val="0"/>
              </a:spcAft>
              <a:buClr>
                <a:srgbClr val="888888"/>
              </a:buClr>
              <a:buSzPts val="800"/>
              <a:buNone/>
              <a:defRPr sz="800">
                <a:solidFill>
                  <a:srgbClr val="888888"/>
                </a:solidFill>
              </a:defRPr>
            </a:lvl3pPr>
            <a:lvl4pPr indent="-228600" lvl="3" marL="1828800" algn="l">
              <a:lnSpc>
                <a:spcPct val="100000"/>
              </a:lnSpc>
              <a:spcBef>
                <a:spcPts val="100"/>
              </a:spcBef>
              <a:spcAft>
                <a:spcPts val="0"/>
              </a:spcAft>
              <a:buClr>
                <a:srgbClr val="888888"/>
              </a:buClr>
              <a:buSzPts val="700"/>
              <a:buNone/>
              <a:defRPr sz="700">
                <a:solidFill>
                  <a:srgbClr val="888888"/>
                </a:solidFill>
              </a:defRPr>
            </a:lvl4pPr>
            <a:lvl5pPr indent="-228600" lvl="4" marL="2286000" algn="l">
              <a:lnSpc>
                <a:spcPct val="100000"/>
              </a:lnSpc>
              <a:spcBef>
                <a:spcPts val="100"/>
              </a:spcBef>
              <a:spcAft>
                <a:spcPts val="0"/>
              </a:spcAft>
              <a:buClr>
                <a:srgbClr val="888888"/>
              </a:buClr>
              <a:buSzPts val="700"/>
              <a:buNone/>
              <a:defRPr sz="700">
                <a:solidFill>
                  <a:srgbClr val="888888"/>
                </a:solidFill>
              </a:defRPr>
            </a:lvl5pPr>
            <a:lvl6pPr indent="-228600" lvl="5" marL="2743200" algn="l">
              <a:lnSpc>
                <a:spcPct val="100000"/>
              </a:lnSpc>
              <a:spcBef>
                <a:spcPts val="100"/>
              </a:spcBef>
              <a:spcAft>
                <a:spcPts val="0"/>
              </a:spcAft>
              <a:buClr>
                <a:srgbClr val="888888"/>
              </a:buClr>
              <a:buSzPts val="700"/>
              <a:buNone/>
              <a:defRPr sz="700">
                <a:solidFill>
                  <a:srgbClr val="888888"/>
                </a:solidFill>
              </a:defRPr>
            </a:lvl6pPr>
            <a:lvl7pPr indent="-228600" lvl="6" marL="3200400" algn="l">
              <a:lnSpc>
                <a:spcPct val="100000"/>
              </a:lnSpc>
              <a:spcBef>
                <a:spcPts val="100"/>
              </a:spcBef>
              <a:spcAft>
                <a:spcPts val="0"/>
              </a:spcAft>
              <a:buClr>
                <a:srgbClr val="888888"/>
              </a:buClr>
              <a:buSzPts val="700"/>
              <a:buNone/>
              <a:defRPr sz="700">
                <a:solidFill>
                  <a:srgbClr val="888888"/>
                </a:solidFill>
              </a:defRPr>
            </a:lvl7pPr>
            <a:lvl8pPr indent="-228600" lvl="7" marL="3657600" algn="l">
              <a:lnSpc>
                <a:spcPct val="100000"/>
              </a:lnSpc>
              <a:spcBef>
                <a:spcPts val="100"/>
              </a:spcBef>
              <a:spcAft>
                <a:spcPts val="0"/>
              </a:spcAft>
              <a:buClr>
                <a:srgbClr val="888888"/>
              </a:buClr>
              <a:buSzPts val="700"/>
              <a:buNone/>
              <a:defRPr sz="700">
                <a:solidFill>
                  <a:srgbClr val="888888"/>
                </a:solidFill>
              </a:defRPr>
            </a:lvl8pPr>
            <a:lvl9pPr indent="-228600" lvl="8" marL="4114800" algn="l">
              <a:lnSpc>
                <a:spcPct val="100000"/>
              </a:lnSpc>
              <a:spcBef>
                <a:spcPts val="100"/>
              </a:spcBef>
              <a:spcAft>
                <a:spcPts val="0"/>
              </a:spcAft>
              <a:buClr>
                <a:srgbClr val="888888"/>
              </a:buClr>
              <a:buSzPts val="700"/>
              <a:buNone/>
              <a:defRPr sz="700">
                <a:solidFill>
                  <a:srgbClr val="888888"/>
                </a:solidFill>
              </a:defRPr>
            </a:lvl9pPr>
          </a:lstStyle>
          <a:p/>
        </p:txBody>
      </p:sp>
      <p:sp>
        <p:nvSpPr>
          <p:cNvPr id="75" name="Google Shape;75;p49"/>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76" name="Google Shape;76;p49"/>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77" name="Google Shape;77;p49"/>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8" name="Shape 78"/>
        <p:cNvGrpSpPr/>
        <p:nvPr/>
      </p:nvGrpSpPr>
      <p:grpSpPr>
        <a:xfrm>
          <a:off x="0" y="0"/>
          <a:ext cx="0" cy="0"/>
          <a:chOff x="0" y="0"/>
          <a:chExt cx="0" cy="0"/>
        </a:xfrm>
      </p:grpSpPr>
      <p:sp>
        <p:nvSpPr>
          <p:cNvPr id="79" name="Google Shape;79;p50"/>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lnSpc>
                <a:spcPct val="100000"/>
              </a:lnSpc>
              <a:spcBef>
                <a:spcPts val="0"/>
              </a:spcBef>
              <a:spcAft>
                <a:spcPts val="0"/>
              </a:spcAft>
              <a:buClr>
                <a:schemeClr val="dk1"/>
              </a:buClr>
              <a:buSzPts val="9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80" name="Google Shape;80;p50"/>
          <p:cNvSpPr txBox="1"/>
          <p:nvPr>
            <p:ph idx="1" type="body"/>
          </p:nvPr>
        </p:nvSpPr>
        <p:spPr>
          <a:xfrm>
            <a:off x="228600" y="800100"/>
            <a:ext cx="2019300" cy="2262982"/>
          </a:xfrm>
          <a:prstGeom prst="rect">
            <a:avLst/>
          </a:prstGeom>
          <a:noFill/>
          <a:ln>
            <a:noFill/>
          </a:ln>
        </p:spPr>
        <p:txBody>
          <a:bodyPr anchorCtr="0" anchor="t" bIns="22850" lIns="45725" spcFirstLastPara="1" rIns="45725" wrap="square" tIns="22850">
            <a:normAutofit/>
          </a:bodyPr>
          <a:lstStyle>
            <a:lvl1pPr indent="-317500" lvl="0" marL="457200" algn="l">
              <a:lnSpc>
                <a:spcPct val="100000"/>
              </a:lnSpc>
              <a:spcBef>
                <a:spcPts val="300"/>
              </a:spcBef>
              <a:spcAft>
                <a:spcPts val="0"/>
              </a:spcAft>
              <a:buClr>
                <a:schemeClr val="dk1"/>
              </a:buClr>
              <a:buSzPts val="1400"/>
              <a:buChar char="•"/>
              <a:defRPr sz="1400"/>
            </a:lvl1pPr>
            <a:lvl2pPr indent="-304800" lvl="1" marL="914400" algn="l">
              <a:lnSpc>
                <a:spcPct val="100000"/>
              </a:lnSpc>
              <a:spcBef>
                <a:spcPts val="200"/>
              </a:spcBef>
              <a:spcAft>
                <a:spcPts val="0"/>
              </a:spcAft>
              <a:buClr>
                <a:schemeClr val="dk1"/>
              </a:buClr>
              <a:buSzPts val="1200"/>
              <a:buChar char="–"/>
              <a:defRPr sz="1200"/>
            </a:lvl2pPr>
            <a:lvl3pPr indent="-292100" lvl="2" marL="1371600" algn="l">
              <a:lnSpc>
                <a:spcPct val="100000"/>
              </a:lnSpc>
              <a:spcBef>
                <a:spcPts val="200"/>
              </a:spcBef>
              <a:spcAft>
                <a:spcPts val="0"/>
              </a:spcAft>
              <a:buClr>
                <a:schemeClr val="dk1"/>
              </a:buClr>
              <a:buSzPts val="1000"/>
              <a:buChar char="•"/>
              <a:defRPr sz="10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200"/>
              </a:spcBef>
              <a:spcAft>
                <a:spcPts val="0"/>
              </a:spcAft>
              <a:buClr>
                <a:schemeClr val="dk1"/>
              </a:buClr>
              <a:buSzPts val="900"/>
              <a:buChar char="»"/>
              <a:defRPr sz="900"/>
            </a:lvl5pPr>
            <a:lvl6pPr indent="-285750" lvl="5" marL="2743200" algn="l">
              <a:lnSpc>
                <a:spcPct val="100000"/>
              </a:lnSpc>
              <a:spcBef>
                <a:spcPts val="200"/>
              </a:spcBef>
              <a:spcAft>
                <a:spcPts val="0"/>
              </a:spcAft>
              <a:buClr>
                <a:schemeClr val="dk1"/>
              </a:buClr>
              <a:buSzPts val="900"/>
              <a:buChar char="•"/>
              <a:defRPr sz="900"/>
            </a:lvl6pPr>
            <a:lvl7pPr indent="-285750" lvl="6" marL="3200400" algn="l">
              <a:lnSpc>
                <a:spcPct val="100000"/>
              </a:lnSpc>
              <a:spcBef>
                <a:spcPts val="200"/>
              </a:spcBef>
              <a:spcAft>
                <a:spcPts val="0"/>
              </a:spcAft>
              <a:buClr>
                <a:schemeClr val="dk1"/>
              </a:buClr>
              <a:buSzPts val="900"/>
              <a:buChar char="•"/>
              <a:defRPr sz="900"/>
            </a:lvl7pPr>
            <a:lvl8pPr indent="-285750" lvl="7" marL="3657600" algn="l">
              <a:lnSpc>
                <a:spcPct val="100000"/>
              </a:lnSpc>
              <a:spcBef>
                <a:spcPts val="200"/>
              </a:spcBef>
              <a:spcAft>
                <a:spcPts val="0"/>
              </a:spcAft>
              <a:buClr>
                <a:schemeClr val="dk1"/>
              </a:buClr>
              <a:buSzPts val="900"/>
              <a:buChar char="•"/>
              <a:defRPr sz="900"/>
            </a:lvl8pPr>
            <a:lvl9pPr indent="-285750" lvl="8" marL="4114800" algn="l">
              <a:lnSpc>
                <a:spcPct val="100000"/>
              </a:lnSpc>
              <a:spcBef>
                <a:spcPts val="200"/>
              </a:spcBef>
              <a:spcAft>
                <a:spcPts val="0"/>
              </a:spcAft>
              <a:buClr>
                <a:schemeClr val="dk1"/>
              </a:buClr>
              <a:buSzPts val="900"/>
              <a:buChar char="•"/>
              <a:defRPr sz="900"/>
            </a:lvl9pPr>
          </a:lstStyle>
          <a:p/>
        </p:txBody>
      </p:sp>
      <p:sp>
        <p:nvSpPr>
          <p:cNvPr id="81" name="Google Shape;81;p50"/>
          <p:cNvSpPr txBox="1"/>
          <p:nvPr>
            <p:ph idx="2" type="body"/>
          </p:nvPr>
        </p:nvSpPr>
        <p:spPr>
          <a:xfrm>
            <a:off x="2324100" y="800100"/>
            <a:ext cx="2019300" cy="2262982"/>
          </a:xfrm>
          <a:prstGeom prst="rect">
            <a:avLst/>
          </a:prstGeom>
          <a:noFill/>
          <a:ln>
            <a:noFill/>
          </a:ln>
        </p:spPr>
        <p:txBody>
          <a:bodyPr anchorCtr="0" anchor="t" bIns="22850" lIns="45725" spcFirstLastPara="1" rIns="45725" wrap="square" tIns="22850">
            <a:normAutofit/>
          </a:bodyPr>
          <a:lstStyle>
            <a:lvl1pPr indent="-317500" lvl="0" marL="457200" algn="l">
              <a:lnSpc>
                <a:spcPct val="100000"/>
              </a:lnSpc>
              <a:spcBef>
                <a:spcPts val="300"/>
              </a:spcBef>
              <a:spcAft>
                <a:spcPts val="0"/>
              </a:spcAft>
              <a:buClr>
                <a:schemeClr val="dk1"/>
              </a:buClr>
              <a:buSzPts val="1400"/>
              <a:buChar char="•"/>
              <a:defRPr sz="1400"/>
            </a:lvl1pPr>
            <a:lvl2pPr indent="-304800" lvl="1" marL="914400" algn="l">
              <a:lnSpc>
                <a:spcPct val="100000"/>
              </a:lnSpc>
              <a:spcBef>
                <a:spcPts val="200"/>
              </a:spcBef>
              <a:spcAft>
                <a:spcPts val="0"/>
              </a:spcAft>
              <a:buClr>
                <a:schemeClr val="dk1"/>
              </a:buClr>
              <a:buSzPts val="1200"/>
              <a:buChar char="–"/>
              <a:defRPr sz="1200"/>
            </a:lvl2pPr>
            <a:lvl3pPr indent="-292100" lvl="2" marL="1371600" algn="l">
              <a:lnSpc>
                <a:spcPct val="100000"/>
              </a:lnSpc>
              <a:spcBef>
                <a:spcPts val="200"/>
              </a:spcBef>
              <a:spcAft>
                <a:spcPts val="0"/>
              </a:spcAft>
              <a:buClr>
                <a:schemeClr val="dk1"/>
              </a:buClr>
              <a:buSzPts val="1000"/>
              <a:buChar char="•"/>
              <a:defRPr sz="10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200"/>
              </a:spcBef>
              <a:spcAft>
                <a:spcPts val="0"/>
              </a:spcAft>
              <a:buClr>
                <a:schemeClr val="dk1"/>
              </a:buClr>
              <a:buSzPts val="900"/>
              <a:buChar char="»"/>
              <a:defRPr sz="900"/>
            </a:lvl5pPr>
            <a:lvl6pPr indent="-285750" lvl="5" marL="2743200" algn="l">
              <a:lnSpc>
                <a:spcPct val="100000"/>
              </a:lnSpc>
              <a:spcBef>
                <a:spcPts val="200"/>
              </a:spcBef>
              <a:spcAft>
                <a:spcPts val="0"/>
              </a:spcAft>
              <a:buClr>
                <a:schemeClr val="dk1"/>
              </a:buClr>
              <a:buSzPts val="900"/>
              <a:buChar char="•"/>
              <a:defRPr sz="900"/>
            </a:lvl6pPr>
            <a:lvl7pPr indent="-285750" lvl="6" marL="3200400" algn="l">
              <a:lnSpc>
                <a:spcPct val="100000"/>
              </a:lnSpc>
              <a:spcBef>
                <a:spcPts val="200"/>
              </a:spcBef>
              <a:spcAft>
                <a:spcPts val="0"/>
              </a:spcAft>
              <a:buClr>
                <a:schemeClr val="dk1"/>
              </a:buClr>
              <a:buSzPts val="900"/>
              <a:buChar char="•"/>
              <a:defRPr sz="900"/>
            </a:lvl7pPr>
            <a:lvl8pPr indent="-285750" lvl="7" marL="3657600" algn="l">
              <a:lnSpc>
                <a:spcPct val="100000"/>
              </a:lnSpc>
              <a:spcBef>
                <a:spcPts val="200"/>
              </a:spcBef>
              <a:spcAft>
                <a:spcPts val="0"/>
              </a:spcAft>
              <a:buClr>
                <a:schemeClr val="dk1"/>
              </a:buClr>
              <a:buSzPts val="900"/>
              <a:buChar char="•"/>
              <a:defRPr sz="900"/>
            </a:lvl8pPr>
            <a:lvl9pPr indent="-285750" lvl="8" marL="4114800" algn="l">
              <a:lnSpc>
                <a:spcPct val="100000"/>
              </a:lnSpc>
              <a:spcBef>
                <a:spcPts val="200"/>
              </a:spcBef>
              <a:spcAft>
                <a:spcPts val="0"/>
              </a:spcAft>
              <a:buClr>
                <a:schemeClr val="dk1"/>
              </a:buClr>
              <a:buSzPts val="900"/>
              <a:buChar char="•"/>
              <a:defRPr sz="900"/>
            </a:lvl9pPr>
          </a:lstStyle>
          <a:p/>
        </p:txBody>
      </p:sp>
      <p:sp>
        <p:nvSpPr>
          <p:cNvPr id="82" name="Google Shape;82;p50"/>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83" name="Google Shape;83;p50"/>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84" name="Google Shape;84;p50"/>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5" name="Shape 85"/>
        <p:cNvGrpSpPr/>
        <p:nvPr/>
      </p:nvGrpSpPr>
      <p:grpSpPr>
        <a:xfrm>
          <a:off x="0" y="0"/>
          <a:ext cx="0" cy="0"/>
          <a:chOff x="0" y="0"/>
          <a:chExt cx="0" cy="0"/>
        </a:xfrm>
      </p:grpSpPr>
      <p:sp>
        <p:nvSpPr>
          <p:cNvPr id="86" name="Google Shape;86;p51"/>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lnSpc>
                <a:spcPct val="100000"/>
              </a:lnSpc>
              <a:spcBef>
                <a:spcPts val="0"/>
              </a:spcBef>
              <a:spcAft>
                <a:spcPts val="0"/>
              </a:spcAft>
              <a:buClr>
                <a:schemeClr val="dk1"/>
              </a:buClr>
              <a:buSzPts val="2200"/>
              <a:buFont typeface="Calibri"/>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87" name="Google Shape;87;p51"/>
          <p:cNvSpPr txBox="1"/>
          <p:nvPr>
            <p:ph idx="1" type="body"/>
          </p:nvPr>
        </p:nvSpPr>
        <p:spPr>
          <a:xfrm>
            <a:off x="228600" y="767556"/>
            <a:ext cx="2020094" cy="319881"/>
          </a:xfrm>
          <a:prstGeom prst="rect">
            <a:avLst/>
          </a:prstGeom>
          <a:noFill/>
          <a:ln>
            <a:noFill/>
          </a:ln>
        </p:spPr>
        <p:txBody>
          <a:bodyPr anchorCtr="0" anchor="b" bIns="22850" lIns="45725" spcFirstLastPara="1" rIns="45725" wrap="square" tIns="22850">
            <a:normAutofit/>
          </a:bodyPr>
          <a:lstStyle>
            <a:lvl1pPr indent="-228600" lvl="0" marL="457200" algn="l">
              <a:lnSpc>
                <a:spcPct val="100000"/>
              </a:lnSpc>
              <a:spcBef>
                <a:spcPts val="200"/>
              </a:spcBef>
              <a:spcAft>
                <a:spcPts val="0"/>
              </a:spcAft>
              <a:buClr>
                <a:schemeClr val="dk1"/>
              </a:buClr>
              <a:buSzPts val="1200"/>
              <a:buNone/>
              <a:defRPr b="1" sz="1200"/>
            </a:lvl1pPr>
            <a:lvl2pPr indent="-228600" lvl="1" marL="914400" algn="l">
              <a:lnSpc>
                <a:spcPct val="100000"/>
              </a:lnSpc>
              <a:spcBef>
                <a:spcPts val="200"/>
              </a:spcBef>
              <a:spcAft>
                <a:spcPts val="0"/>
              </a:spcAft>
              <a:buClr>
                <a:schemeClr val="dk1"/>
              </a:buClr>
              <a:buSzPts val="1000"/>
              <a:buNone/>
              <a:defRPr b="1" sz="1000"/>
            </a:lvl2pPr>
            <a:lvl3pPr indent="-228600" lvl="2" marL="1371600" algn="l">
              <a:lnSpc>
                <a:spcPct val="100000"/>
              </a:lnSpc>
              <a:spcBef>
                <a:spcPts val="200"/>
              </a:spcBef>
              <a:spcAft>
                <a:spcPts val="0"/>
              </a:spcAft>
              <a:buClr>
                <a:schemeClr val="dk1"/>
              </a:buClr>
              <a:buSzPts val="900"/>
              <a:buNone/>
              <a:defRPr b="1" sz="900"/>
            </a:lvl3pPr>
            <a:lvl4pPr indent="-228600" lvl="3" marL="1828800" algn="l">
              <a:lnSpc>
                <a:spcPct val="100000"/>
              </a:lnSpc>
              <a:spcBef>
                <a:spcPts val="200"/>
              </a:spcBef>
              <a:spcAft>
                <a:spcPts val="0"/>
              </a:spcAft>
              <a:buClr>
                <a:schemeClr val="dk1"/>
              </a:buClr>
              <a:buSzPts val="800"/>
              <a:buNone/>
              <a:defRPr b="1" sz="800"/>
            </a:lvl4pPr>
            <a:lvl5pPr indent="-228600" lvl="4" marL="2286000" algn="l">
              <a:lnSpc>
                <a:spcPct val="100000"/>
              </a:lnSpc>
              <a:spcBef>
                <a:spcPts val="200"/>
              </a:spcBef>
              <a:spcAft>
                <a:spcPts val="0"/>
              </a:spcAft>
              <a:buClr>
                <a:schemeClr val="dk1"/>
              </a:buClr>
              <a:buSzPts val="800"/>
              <a:buNone/>
              <a:defRPr b="1" sz="800"/>
            </a:lvl5pPr>
            <a:lvl6pPr indent="-228600" lvl="5" marL="2743200" algn="l">
              <a:lnSpc>
                <a:spcPct val="100000"/>
              </a:lnSpc>
              <a:spcBef>
                <a:spcPts val="200"/>
              </a:spcBef>
              <a:spcAft>
                <a:spcPts val="0"/>
              </a:spcAft>
              <a:buClr>
                <a:schemeClr val="dk1"/>
              </a:buClr>
              <a:buSzPts val="800"/>
              <a:buNone/>
              <a:defRPr b="1" sz="800"/>
            </a:lvl6pPr>
            <a:lvl7pPr indent="-228600" lvl="6" marL="3200400" algn="l">
              <a:lnSpc>
                <a:spcPct val="100000"/>
              </a:lnSpc>
              <a:spcBef>
                <a:spcPts val="200"/>
              </a:spcBef>
              <a:spcAft>
                <a:spcPts val="0"/>
              </a:spcAft>
              <a:buClr>
                <a:schemeClr val="dk1"/>
              </a:buClr>
              <a:buSzPts val="800"/>
              <a:buNone/>
              <a:defRPr b="1" sz="800"/>
            </a:lvl7pPr>
            <a:lvl8pPr indent="-228600" lvl="7" marL="3657600" algn="l">
              <a:lnSpc>
                <a:spcPct val="100000"/>
              </a:lnSpc>
              <a:spcBef>
                <a:spcPts val="200"/>
              </a:spcBef>
              <a:spcAft>
                <a:spcPts val="0"/>
              </a:spcAft>
              <a:buClr>
                <a:schemeClr val="dk1"/>
              </a:buClr>
              <a:buSzPts val="800"/>
              <a:buNone/>
              <a:defRPr b="1" sz="800"/>
            </a:lvl8pPr>
            <a:lvl9pPr indent="-228600" lvl="8" marL="4114800" algn="l">
              <a:lnSpc>
                <a:spcPct val="100000"/>
              </a:lnSpc>
              <a:spcBef>
                <a:spcPts val="200"/>
              </a:spcBef>
              <a:spcAft>
                <a:spcPts val="0"/>
              </a:spcAft>
              <a:buClr>
                <a:schemeClr val="dk1"/>
              </a:buClr>
              <a:buSzPts val="800"/>
              <a:buNone/>
              <a:defRPr b="1" sz="800"/>
            </a:lvl9pPr>
          </a:lstStyle>
          <a:p/>
        </p:txBody>
      </p:sp>
      <p:sp>
        <p:nvSpPr>
          <p:cNvPr id="88" name="Google Shape;88;p51"/>
          <p:cNvSpPr txBox="1"/>
          <p:nvPr>
            <p:ph idx="2" type="body"/>
          </p:nvPr>
        </p:nvSpPr>
        <p:spPr>
          <a:xfrm>
            <a:off x="228600" y="1087438"/>
            <a:ext cx="2020094" cy="1975644"/>
          </a:xfrm>
          <a:prstGeom prst="rect">
            <a:avLst/>
          </a:prstGeom>
          <a:noFill/>
          <a:ln>
            <a:noFill/>
          </a:ln>
        </p:spPr>
        <p:txBody>
          <a:bodyPr anchorCtr="0" anchor="t" bIns="22850" lIns="45725" spcFirstLastPara="1" rIns="45725" wrap="square" tIns="22850">
            <a:normAutofit/>
          </a:bodyPr>
          <a:lstStyle>
            <a:lvl1pPr indent="-304800" lvl="0" marL="457200" algn="l">
              <a:lnSpc>
                <a:spcPct val="100000"/>
              </a:lnSpc>
              <a:spcBef>
                <a:spcPts val="200"/>
              </a:spcBef>
              <a:spcAft>
                <a:spcPts val="0"/>
              </a:spcAft>
              <a:buClr>
                <a:schemeClr val="dk1"/>
              </a:buClr>
              <a:buSzPts val="1200"/>
              <a:buChar char="•"/>
              <a:defRPr sz="1200"/>
            </a:lvl1pPr>
            <a:lvl2pPr indent="-292100" lvl="1" marL="914400" algn="l">
              <a:lnSpc>
                <a:spcPct val="100000"/>
              </a:lnSpc>
              <a:spcBef>
                <a:spcPts val="200"/>
              </a:spcBef>
              <a:spcAft>
                <a:spcPts val="0"/>
              </a:spcAft>
              <a:buClr>
                <a:schemeClr val="dk1"/>
              </a:buClr>
              <a:buSzPts val="1000"/>
              <a:buChar char="–"/>
              <a:defRPr sz="1000"/>
            </a:lvl2pPr>
            <a:lvl3pPr indent="-285750" lvl="2" marL="1371600" algn="l">
              <a:lnSpc>
                <a:spcPct val="100000"/>
              </a:lnSpc>
              <a:spcBef>
                <a:spcPts val="200"/>
              </a:spcBef>
              <a:spcAft>
                <a:spcPts val="0"/>
              </a:spcAft>
              <a:buClr>
                <a:schemeClr val="dk1"/>
              </a:buClr>
              <a:buSzPts val="900"/>
              <a:buChar char="•"/>
              <a:defRPr sz="900"/>
            </a:lvl3pPr>
            <a:lvl4pPr indent="-279400" lvl="3" marL="1828800" algn="l">
              <a:lnSpc>
                <a:spcPct val="100000"/>
              </a:lnSpc>
              <a:spcBef>
                <a:spcPts val="200"/>
              </a:spcBef>
              <a:spcAft>
                <a:spcPts val="0"/>
              </a:spcAft>
              <a:buClr>
                <a:schemeClr val="dk1"/>
              </a:buClr>
              <a:buSzPts val="800"/>
              <a:buChar char="–"/>
              <a:defRPr sz="800"/>
            </a:lvl4pPr>
            <a:lvl5pPr indent="-279400" lvl="4" marL="2286000" algn="l">
              <a:lnSpc>
                <a:spcPct val="100000"/>
              </a:lnSpc>
              <a:spcBef>
                <a:spcPts val="200"/>
              </a:spcBef>
              <a:spcAft>
                <a:spcPts val="0"/>
              </a:spcAft>
              <a:buClr>
                <a:schemeClr val="dk1"/>
              </a:buClr>
              <a:buSzPts val="800"/>
              <a:buChar char="»"/>
              <a:defRPr sz="800"/>
            </a:lvl5pPr>
            <a:lvl6pPr indent="-279400" lvl="5" marL="2743200" algn="l">
              <a:lnSpc>
                <a:spcPct val="100000"/>
              </a:lnSpc>
              <a:spcBef>
                <a:spcPts val="200"/>
              </a:spcBef>
              <a:spcAft>
                <a:spcPts val="0"/>
              </a:spcAft>
              <a:buClr>
                <a:schemeClr val="dk1"/>
              </a:buClr>
              <a:buSzPts val="800"/>
              <a:buChar char="•"/>
              <a:defRPr sz="800"/>
            </a:lvl6pPr>
            <a:lvl7pPr indent="-279400" lvl="6" marL="3200400" algn="l">
              <a:lnSpc>
                <a:spcPct val="100000"/>
              </a:lnSpc>
              <a:spcBef>
                <a:spcPts val="200"/>
              </a:spcBef>
              <a:spcAft>
                <a:spcPts val="0"/>
              </a:spcAft>
              <a:buClr>
                <a:schemeClr val="dk1"/>
              </a:buClr>
              <a:buSzPts val="800"/>
              <a:buChar char="•"/>
              <a:defRPr sz="800"/>
            </a:lvl7pPr>
            <a:lvl8pPr indent="-279400" lvl="7" marL="3657600" algn="l">
              <a:lnSpc>
                <a:spcPct val="100000"/>
              </a:lnSpc>
              <a:spcBef>
                <a:spcPts val="200"/>
              </a:spcBef>
              <a:spcAft>
                <a:spcPts val="0"/>
              </a:spcAft>
              <a:buClr>
                <a:schemeClr val="dk1"/>
              </a:buClr>
              <a:buSzPts val="800"/>
              <a:buChar char="•"/>
              <a:defRPr sz="800"/>
            </a:lvl8pPr>
            <a:lvl9pPr indent="-279400" lvl="8" marL="4114800" algn="l">
              <a:lnSpc>
                <a:spcPct val="100000"/>
              </a:lnSpc>
              <a:spcBef>
                <a:spcPts val="200"/>
              </a:spcBef>
              <a:spcAft>
                <a:spcPts val="0"/>
              </a:spcAft>
              <a:buClr>
                <a:schemeClr val="dk1"/>
              </a:buClr>
              <a:buSzPts val="800"/>
              <a:buChar char="•"/>
              <a:defRPr sz="800"/>
            </a:lvl9pPr>
          </a:lstStyle>
          <a:p/>
        </p:txBody>
      </p:sp>
      <p:sp>
        <p:nvSpPr>
          <p:cNvPr id="89" name="Google Shape;89;p51"/>
          <p:cNvSpPr txBox="1"/>
          <p:nvPr>
            <p:ph idx="3" type="body"/>
          </p:nvPr>
        </p:nvSpPr>
        <p:spPr>
          <a:xfrm>
            <a:off x="2322513" y="767556"/>
            <a:ext cx="2020888" cy="319881"/>
          </a:xfrm>
          <a:prstGeom prst="rect">
            <a:avLst/>
          </a:prstGeom>
          <a:noFill/>
          <a:ln>
            <a:noFill/>
          </a:ln>
        </p:spPr>
        <p:txBody>
          <a:bodyPr anchorCtr="0" anchor="b" bIns="22850" lIns="45725" spcFirstLastPara="1" rIns="45725" wrap="square" tIns="22850">
            <a:normAutofit/>
          </a:bodyPr>
          <a:lstStyle>
            <a:lvl1pPr indent="-228600" lvl="0" marL="457200" algn="l">
              <a:lnSpc>
                <a:spcPct val="100000"/>
              </a:lnSpc>
              <a:spcBef>
                <a:spcPts val="200"/>
              </a:spcBef>
              <a:spcAft>
                <a:spcPts val="0"/>
              </a:spcAft>
              <a:buClr>
                <a:schemeClr val="dk1"/>
              </a:buClr>
              <a:buSzPts val="1200"/>
              <a:buNone/>
              <a:defRPr b="1" sz="1200"/>
            </a:lvl1pPr>
            <a:lvl2pPr indent="-228600" lvl="1" marL="914400" algn="l">
              <a:lnSpc>
                <a:spcPct val="100000"/>
              </a:lnSpc>
              <a:spcBef>
                <a:spcPts val="200"/>
              </a:spcBef>
              <a:spcAft>
                <a:spcPts val="0"/>
              </a:spcAft>
              <a:buClr>
                <a:schemeClr val="dk1"/>
              </a:buClr>
              <a:buSzPts val="1000"/>
              <a:buNone/>
              <a:defRPr b="1" sz="1000"/>
            </a:lvl2pPr>
            <a:lvl3pPr indent="-228600" lvl="2" marL="1371600" algn="l">
              <a:lnSpc>
                <a:spcPct val="100000"/>
              </a:lnSpc>
              <a:spcBef>
                <a:spcPts val="200"/>
              </a:spcBef>
              <a:spcAft>
                <a:spcPts val="0"/>
              </a:spcAft>
              <a:buClr>
                <a:schemeClr val="dk1"/>
              </a:buClr>
              <a:buSzPts val="900"/>
              <a:buNone/>
              <a:defRPr b="1" sz="900"/>
            </a:lvl3pPr>
            <a:lvl4pPr indent="-228600" lvl="3" marL="1828800" algn="l">
              <a:lnSpc>
                <a:spcPct val="100000"/>
              </a:lnSpc>
              <a:spcBef>
                <a:spcPts val="200"/>
              </a:spcBef>
              <a:spcAft>
                <a:spcPts val="0"/>
              </a:spcAft>
              <a:buClr>
                <a:schemeClr val="dk1"/>
              </a:buClr>
              <a:buSzPts val="800"/>
              <a:buNone/>
              <a:defRPr b="1" sz="800"/>
            </a:lvl4pPr>
            <a:lvl5pPr indent="-228600" lvl="4" marL="2286000" algn="l">
              <a:lnSpc>
                <a:spcPct val="100000"/>
              </a:lnSpc>
              <a:spcBef>
                <a:spcPts val="200"/>
              </a:spcBef>
              <a:spcAft>
                <a:spcPts val="0"/>
              </a:spcAft>
              <a:buClr>
                <a:schemeClr val="dk1"/>
              </a:buClr>
              <a:buSzPts val="800"/>
              <a:buNone/>
              <a:defRPr b="1" sz="800"/>
            </a:lvl5pPr>
            <a:lvl6pPr indent="-228600" lvl="5" marL="2743200" algn="l">
              <a:lnSpc>
                <a:spcPct val="100000"/>
              </a:lnSpc>
              <a:spcBef>
                <a:spcPts val="200"/>
              </a:spcBef>
              <a:spcAft>
                <a:spcPts val="0"/>
              </a:spcAft>
              <a:buClr>
                <a:schemeClr val="dk1"/>
              </a:buClr>
              <a:buSzPts val="800"/>
              <a:buNone/>
              <a:defRPr b="1" sz="800"/>
            </a:lvl6pPr>
            <a:lvl7pPr indent="-228600" lvl="6" marL="3200400" algn="l">
              <a:lnSpc>
                <a:spcPct val="100000"/>
              </a:lnSpc>
              <a:spcBef>
                <a:spcPts val="200"/>
              </a:spcBef>
              <a:spcAft>
                <a:spcPts val="0"/>
              </a:spcAft>
              <a:buClr>
                <a:schemeClr val="dk1"/>
              </a:buClr>
              <a:buSzPts val="800"/>
              <a:buNone/>
              <a:defRPr b="1" sz="800"/>
            </a:lvl7pPr>
            <a:lvl8pPr indent="-228600" lvl="7" marL="3657600" algn="l">
              <a:lnSpc>
                <a:spcPct val="100000"/>
              </a:lnSpc>
              <a:spcBef>
                <a:spcPts val="200"/>
              </a:spcBef>
              <a:spcAft>
                <a:spcPts val="0"/>
              </a:spcAft>
              <a:buClr>
                <a:schemeClr val="dk1"/>
              </a:buClr>
              <a:buSzPts val="800"/>
              <a:buNone/>
              <a:defRPr b="1" sz="800"/>
            </a:lvl8pPr>
            <a:lvl9pPr indent="-228600" lvl="8" marL="4114800" algn="l">
              <a:lnSpc>
                <a:spcPct val="100000"/>
              </a:lnSpc>
              <a:spcBef>
                <a:spcPts val="200"/>
              </a:spcBef>
              <a:spcAft>
                <a:spcPts val="0"/>
              </a:spcAft>
              <a:buClr>
                <a:schemeClr val="dk1"/>
              </a:buClr>
              <a:buSzPts val="800"/>
              <a:buNone/>
              <a:defRPr b="1" sz="800"/>
            </a:lvl9pPr>
          </a:lstStyle>
          <a:p/>
        </p:txBody>
      </p:sp>
      <p:sp>
        <p:nvSpPr>
          <p:cNvPr id="90" name="Google Shape;90;p51"/>
          <p:cNvSpPr txBox="1"/>
          <p:nvPr>
            <p:ph idx="4" type="body"/>
          </p:nvPr>
        </p:nvSpPr>
        <p:spPr>
          <a:xfrm>
            <a:off x="2322513" y="1087438"/>
            <a:ext cx="2020888" cy="1975644"/>
          </a:xfrm>
          <a:prstGeom prst="rect">
            <a:avLst/>
          </a:prstGeom>
          <a:noFill/>
          <a:ln>
            <a:noFill/>
          </a:ln>
        </p:spPr>
        <p:txBody>
          <a:bodyPr anchorCtr="0" anchor="t" bIns="22850" lIns="45725" spcFirstLastPara="1" rIns="45725" wrap="square" tIns="22850">
            <a:normAutofit/>
          </a:bodyPr>
          <a:lstStyle>
            <a:lvl1pPr indent="-304800" lvl="0" marL="457200" algn="l">
              <a:lnSpc>
                <a:spcPct val="100000"/>
              </a:lnSpc>
              <a:spcBef>
                <a:spcPts val="200"/>
              </a:spcBef>
              <a:spcAft>
                <a:spcPts val="0"/>
              </a:spcAft>
              <a:buClr>
                <a:schemeClr val="dk1"/>
              </a:buClr>
              <a:buSzPts val="1200"/>
              <a:buChar char="•"/>
              <a:defRPr sz="1200"/>
            </a:lvl1pPr>
            <a:lvl2pPr indent="-292100" lvl="1" marL="914400" algn="l">
              <a:lnSpc>
                <a:spcPct val="100000"/>
              </a:lnSpc>
              <a:spcBef>
                <a:spcPts val="200"/>
              </a:spcBef>
              <a:spcAft>
                <a:spcPts val="0"/>
              </a:spcAft>
              <a:buClr>
                <a:schemeClr val="dk1"/>
              </a:buClr>
              <a:buSzPts val="1000"/>
              <a:buChar char="–"/>
              <a:defRPr sz="1000"/>
            </a:lvl2pPr>
            <a:lvl3pPr indent="-285750" lvl="2" marL="1371600" algn="l">
              <a:lnSpc>
                <a:spcPct val="100000"/>
              </a:lnSpc>
              <a:spcBef>
                <a:spcPts val="200"/>
              </a:spcBef>
              <a:spcAft>
                <a:spcPts val="0"/>
              </a:spcAft>
              <a:buClr>
                <a:schemeClr val="dk1"/>
              </a:buClr>
              <a:buSzPts val="900"/>
              <a:buChar char="•"/>
              <a:defRPr sz="900"/>
            </a:lvl3pPr>
            <a:lvl4pPr indent="-279400" lvl="3" marL="1828800" algn="l">
              <a:lnSpc>
                <a:spcPct val="100000"/>
              </a:lnSpc>
              <a:spcBef>
                <a:spcPts val="200"/>
              </a:spcBef>
              <a:spcAft>
                <a:spcPts val="0"/>
              </a:spcAft>
              <a:buClr>
                <a:schemeClr val="dk1"/>
              </a:buClr>
              <a:buSzPts val="800"/>
              <a:buChar char="–"/>
              <a:defRPr sz="800"/>
            </a:lvl4pPr>
            <a:lvl5pPr indent="-279400" lvl="4" marL="2286000" algn="l">
              <a:lnSpc>
                <a:spcPct val="100000"/>
              </a:lnSpc>
              <a:spcBef>
                <a:spcPts val="200"/>
              </a:spcBef>
              <a:spcAft>
                <a:spcPts val="0"/>
              </a:spcAft>
              <a:buClr>
                <a:schemeClr val="dk1"/>
              </a:buClr>
              <a:buSzPts val="800"/>
              <a:buChar char="»"/>
              <a:defRPr sz="800"/>
            </a:lvl5pPr>
            <a:lvl6pPr indent="-279400" lvl="5" marL="2743200" algn="l">
              <a:lnSpc>
                <a:spcPct val="100000"/>
              </a:lnSpc>
              <a:spcBef>
                <a:spcPts val="200"/>
              </a:spcBef>
              <a:spcAft>
                <a:spcPts val="0"/>
              </a:spcAft>
              <a:buClr>
                <a:schemeClr val="dk1"/>
              </a:buClr>
              <a:buSzPts val="800"/>
              <a:buChar char="•"/>
              <a:defRPr sz="800"/>
            </a:lvl6pPr>
            <a:lvl7pPr indent="-279400" lvl="6" marL="3200400" algn="l">
              <a:lnSpc>
                <a:spcPct val="100000"/>
              </a:lnSpc>
              <a:spcBef>
                <a:spcPts val="200"/>
              </a:spcBef>
              <a:spcAft>
                <a:spcPts val="0"/>
              </a:spcAft>
              <a:buClr>
                <a:schemeClr val="dk1"/>
              </a:buClr>
              <a:buSzPts val="800"/>
              <a:buChar char="•"/>
              <a:defRPr sz="800"/>
            </a:lvl7pPr>
            <a:lvl8pPr indent="-279400" lvl="7" marL="3657600" algn="l">
              <a:lnSpc>
                <a:spcPct val="100000"/>
              </a:lnSpc>
              <a:spcBef>
                <a:spcPts val="200"/>
              </a:spcBef>
              <a:spcAft>
                <a:spcPts val="0"/>
              </a:spcAft>
              <a:buClr>
                <a:schemeClr val="dk1"/>
              </a:buClr>
              <a:buSzPts val="800"/>
              <a:buChar char="•"/>
              <a:defRPr sz="800"/>
            </a:lvl8pPr>
            <a:lvl9pPr indent="-279400" lvl="8" marL="4114800" algn="l">
              <a:lnSpc>
                <a:spcPct val="100000"/>
              </a:lnSpc>
              <a:spcBef>
                <a:spcPts val="200"/>
              </a:spcBef>
              <a:spcAft>
                <a:spcPts val="0"/>
              </a:spcAft>
              <a:buClr>
                <a:schemeClr val="dk1"/>
              </a:buClr>
              <a:buSzPts val="800"/>
              <a:buChar char="•"/>
              <a:defRPr sz="800"/>
            </a:lvl9pPr>
          </a:lstStyle>
          <a:p/>
        </p:txBody>
      </p:sp>
      <p:sp>
        <p:nvSpPr>
          <p:cNvPr id="91" name="Google Shape;91;p51"/>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92" name="Google Shape;92;p51"/>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93" name="Google Shape;93;p51"/>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4" name="Shape 94"/>
        <p:cNvGrpSpPr/>
        <p:nvPr/>
      </p:nvGrpSpPr>
      <p:grpSpPr>
        <a:xfrm>
          <a:off x="0" y="0"/>
          <a:ext cx="0" cy="0"/>
          <a:chOff x="0" y="0"/>
          <a:chExt cx="0" cy="0"/>
        </a:xfrm>
      </p:grpSpPr>
      <p:sp>
        <p:nvSpPr>
          <p:cNvPr id="95" name="Google Shape;95;p52"/>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lnSpc>
                <a:spcPct val="100000"/>
              </a:lnSpc>
              <a:spcBef>
                <a:spcPts val="0"/>
              </a:spcBef>
              <a:spcAft>
                <a:spcPts val="0"/>
              </a:spcAft>
              <a:buClr>
                <a:schemeClr val="dk1"/>
              </a:buClr>
              <a:buSzPts val="9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96" name="Google Shape;96;p52"/>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97" name="Google Shape;97;p52"/>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98" name="Google Shape;98;p52"/>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99" name="Shape 99"/>
        <p:cNvGrpSpPr/>
        <p:nvPr/>
      </p:nvGrpSpPr>
      <p:grpSpPr>
        <a:xfrm>
          <a:off x="0" y="0"/>
          <a:ext cx="0" cy="0"/>
          <a:chOff x="0" y="0"/>
          <a:chExt cx="0" cy="0"/>
        </a:xfrm>
      </p:grpSpPr>
      <p:sp>
        <p:nvSpPr>
          <p:cNvPr id="100" name="Google Shape;100;p53"/>
          <p:cNvSpPr txBox="1"/>
          <p:nvPr>
            <p:ph type="title"/>
          </p:nvPr>
        </p:nvSpPr>
        <p:spPr>
          <a:xfrm>
            <a:off x="228600" y="136525"/>
            <a:ext cx="1504157" cy="581025"/>
          </a:xfrm>
          <a:prstGeom prst="rect">
            <a:avLst/>
          </a:prstGeom>
          <a:noFill/>
          <a:ln>
            <a:noFill/>
          </a:ln>
        </p:spPr>
        <p:txBody>
          <a:bodyPr anchorCtr="0" anchor="b" bIns="22850" lIns="45725" spcFirstLastPara="1" rIns="45725" wrap="square" tIns="22850">
            <a:normAutofit/>
          </a:bodyPr>
          <a:lstStyle>
            <a:lvl1pPr lvl="0" algn="l">
              <a:lnSpc>
                <a:spcPct val="100000"/>
              </a:lnSpc>
              <a:spcBef>
                <a:spcPts val="0"/>
              </a:spcBef>
              <a:spcAft>
                <a:spcPts val="0"/>
              </a:spcAft>
              <a:buClr>
                <a:schemeClr val="dk1"/>
              </a:buClr>
              <a:buSzPts val="1000"/>
              <a:buFont typeface="Calibri"/>
              <a:buNone/>
              <a:defRPr b="1" sz="1000"/>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101" name="Google Shape;101;p53"/>
          <p:cNvSpPr txBox="1"/>
          <p:nvPr>
            <p:ph idx="1" type="body"/>
          </p:nvPr>
        </p:nvSpPr>
        <p:spPr>
          <a:xfrm>
            <a:off x="1787525" y="136525"/>
            <a:ext cx="2555875" cy="2926557"/>
          </a:xfrm>
          <a:prstGeom prst="rect">
            <a:avLst/>
          </a:prstGeom>
          <a:noFill/>
          <a:ln>
            <a:noFill/>
          </a:ln>
        </p:spPr>
        <p:txBody>
          <a:bodyPr anchorCtr="0" anchor="t" bIns="22850" lIns="45725" spcFirstLastPara="1" rIns="45725" wrap="square" tIns="22850">
            <a:normAutofit/>
          </a:bodyPr>
          <a:lstStyle>
            <a:lvl1pPr indent="-330200" lvl="0" marL="457200" algn="l">
              <a:lnSpc>
                <a:spcPct val="100000"/>
              </a:lnSpc>
              <a:spcBef>
                <a:spcPts val="300"/>
              </a:spcBef>
              <a:spcAft>
                <a:spcPts val="0"/>
              </a:spcAft>
              <a:buClr>
                <a:schemeClr val="dk1"/>
              </a:buClr>
              <a:buSzPts val="1600"/>
              <a:buChar char="•"/>
              <a:defRPr sz="1600"/>
            </a:lvl1pPr>
            <a:lvl2pPr indent="-317500" lvl="1" marL="914400" algn="l">
              <a:lnSpc>
                <a:spcPct val="100000"/>
              </a:lnSpc>
              <a:spcBef>
                <a:spcPts val="300"/>
              </a:spcBef>
              <a:spcAft>
                <a:spcPts val="0"/>
              </a:spcAft>
              <a:buClr>
                <a:schemeClr val="dk1"/>
              </a:buClr>
              <a:buSzPts val="1400"/>
              <a:buChar char="–"/>
              <a:defRPr sz="1400"/>
            </a:lvl2pPr>
            <a:lvl3pPr indent="-304800" lvl="2" marL="1371600" algn="l">
              <a:lnSpc>
                <a:spcPct val="100000"/>
              </a:lnSpc>
              <a:spcBef>
                <a:spcPts val="200"/>
              </a:spcBef>
              <a:spcAft>
                <a:spcPts val="0"/>
              </a:spcAft>
              <a:buClr>
                <a:schemeClr val="dk1"/>
              </a:buClr>
              <a:buSzPts val="1200"/>
              <a:buChar char="•"/>
              <a:defRPr sz="1200"/>
            </a:lvl3pPr>
            <a:lvl4pPr indent="-292100" lvl="3" marL="1828800" algn="l">
              <a:lnSpc>
                <a:spcPct val="100000"/>
              </a:lnSpc>
              <a:spcBef>
                <a:spcPts val="200"/>
              </a:spcBef>
              <a:spcAft>
                <a:spcPts val="0"/>
              </a:spcAft>
              <a:buClr>
                <a:schemeClr val="dk1"/>
              </a:buClr>
              <a:buSzPts val="1000"/>
              <a:buChar char="–"/>
              <a:defRPr sz="1000"/>
            </a:lvl4pPr>
            <a:lvl5pPr indent="-292100" lvl="4" marL="2286000" algn="l">
              <a:lnSpc>
                <a:spcPct val="100000"/>
              </a:lnSpc>
              <a:spcBef>
                <a:spcPts val="200"/>
              </a:spcBef>
              <a:spcAft>
                <a:spcPts val="0"/>
              </a:spcAft>
              <a:buClr>
                <a:schemeClr val="dk1"/>
              </a:buClr>
              <a:buSzPts val="1000"/>
              <a:buChar char="»"/>
              <a:defRPr sz="1000"/>
            </a:lvl5pPr>
            <a:lvl6pPr indent="-292100" lvl="5" marL="2743200" algn="l">
              <a:lnSpc>
                <a:spcPct val="100000"/>
              </a:lnSpc>
              <a:spcBef>
                <a:spcPts val="200"/>
              </a:spcBef>
              <a:spcAft>
                <a:spcPts val="0"/>
              </a:spcAft>
              <a:buClr>
                <a:schemeClr val="dk1"/>
              </a:buClr>
              <a:buSzPts val="1000"/>
              <a:buChar char="•"/>
              <a:defRPr sz="1000"/>
            </a:lvl6pPr>
            <a:lvl7pPr indent="-292100" lvl="6" marL="3200400" algn="l">
              <a:lnSpc>
                <a:spcPct val="100000"/>
              </a:lnSpc>
              <a:spcBef>
                <a:spcPts val="200"/>
              </a:spcBef>
              <a:spcAft>
                <a:spcPts val="0"/>
              </a:spcAft>
              <a:buClr>
                <a:schemeClr val="dk1"/>
              </a:buClr>
              <a:buSzPts val="1000"/>
              <a:buChar char="•"/>
              <a:defRPr sz="1000"/>
            </a:lvl7pPr>
            <a:lvl8pPr indent="-292100" lvl="7" marL="3657600" algn="l">
              <a:lnSpc>
                <a:spcPct val="100000"/>
              </a:lnSpc>
              <a:spcBef>
                <a:spcPts val="200"/>
              </a:spcBef>
              <a:spcAft>
                <a:spcPts val="0"/>
              </a:spcAft>
              <a:buClr>
                <a:schemeClr val="dk1"/>
              </a:buClr>
              <a:buSzPts val="1000"/>
              <a:buChar char="•"/>
              <a:defRPr sz="1000"/>
            </a:lvl8pPr>
            <a:lvl9pPr indent="-292100" lvl="8" marL="4114800" algn="l">
              <a:lnSpc>
                <a:spcPct val="100000"/>
              </a:lnSpc>
              <a:spcBef>
                <a:spcPts val="200"/>
              </a:spcBef>
              <a:spcAft>
                <a:spcPts val="0"/>
              </a:spcAft>
              <a:buClr>
                <a:schemeClr val="dk1"/>
              </a:buClr>
              <a:buSzPts val="1000"/>
              <a:buChar char="•"/>
              <a:defRPr sz="1000"/>
            </a:lvl9pPr>
          </a:lstStyle>
          <a:p/>
        </p:txBody>
      </p:sp>
      <p:sp>
        <p:nvSpPr>
          <p:cNvPr id="102" name="Google Shape;102;p53"/>
          <p:cNvSpPr txBox="1"/>
          <p:nvPr>
            <p:ph idx="2" type="body"/>
          </p:nvPr>
        </p:nvSpPr>
        <p:spPr>
          <a:xfrm>
            <a:off x="228600" y="717550"/>
            <a:ext cx="1504157" cy="2345532"/>
          </a:xfrm>
          <a:prstGeom prst="rect">
            <a:avLst/>
          </a:prstGeom>
          <a:noFill/>
          <a:ln>
            <a:noFill/>
          </a:ln>
        </p:spPr>
        <p:txBody>
          <a:bodyPr anchorCtr="0" anchor="t" bIns="22850" lIns="45725" spcFirstLastPara="1" rIns="45725" wrap="square" tIns="22850">
            <a:normAutofit/>
          </a:bodyPr>
          <a:lstStyle>
            <a:lvl1pPr indent="-228600" lvl="0" marL="457200" algn="l">
              <a:lnSpc>
                <a:spcPct val="100000"/>
              </a:lnSpc>
              <a:spcBef>
                <a:spcPts val="100"/>
              </a:spcBef>
              <a:spcAft>
                <a:spcPts val="0"/>
              </a:spcAft>
              <a:buClr>
                <a:schemeClr val="dk1"/>
              </a:buClr>
              <a:buSzPts val="700"/>
              <a:buNone/>
              <a:defRPr sz="700"/>
            </a:lvl1pPr>
            <a:lvl2pPr indent="-228600" lvl="1" marL="914400" algn="l">
              <a:lnSpc>
                <a:spcPct val="100000"/>
              </a:lnSpc>
              <a:spcBef>
                <a:spcPts val="100"/>
              </a:spcBef>
              <a:spcAft>
                <a:spcPts val="0"/>
              </a:spcAft>
              <a:buClr>
                <a:schemeClr val="dk1"/>
              </a:buClr>
              <a:buSzPts val="600"/>
              <a:buNone/>
              <a:defRPr sz="600"/>
            </a:lvl2pPr>
            <a:lvl3pPr indent="-228600" lvl="2" marL="1371600" algn="l">
              <a:lnSpc>
                <a:spcPct val="100000"/>
              </a:lnSpc>
              <a:spcBef>
                <a:spcPts val="100"/>
              </a:spcBef>
              <a:spcAft>
                <a:spcPts val="0"/>
              </a:spcAft>
              <a:buClr>
                <a:schemeClr val="dk1"/>
              </a:buClr>
              <a:buSzPts val="500"/>
              <a:buNone/>
              <a:defRPr sz="500"/>
            </a:lvl3pPr>
            <a:lvl4pPr indent="-228600" lvl="3" marL="1828800" algn="l">
              <a:lnSpc>
                <a:spcPct val="100000"/>
              </a:lnSpc>
              <a:spcBef>
                <a:spcPts val="100"/>
              </a:spcBef>
              <a:spcAft>
                <a:spcPts val="0"/>
              </a:spcAft>
              <a:buClr>
                <a:schemeClr val="dk1"/>
              </a:buClr>
              <a:buSzPts val="500"/>
              <a:buNone/>
              <a:defRPr sz="500"/>
            </a:lvl4pPr>
            <a:lvl5pPr indent="-228600" lvl="4" marL="2286000" algn="l">
              <a:lnSpc>
                <a:spcPct val="100000"/>
              </a:lnSpc>
              <a:spcBef>
                <a:spcPts val="100"/>
              </a:spcBef>
              <a:spcAft>
                <a:spcPts val="0"/>
              </a:spcAft>
              <a:buClr>
                <a:schemeClr val="dk1"/>
              </a:buClr>
              <a:buSzPts val="500"/>
              <a:buNone/>
              <a:defRPr sz="500"/>
            </a:lvl5pPr>
            <a:lvl6pPr indent="-228600" lvl="5" marL="2743200" algn="l">
              <a:lnSpc>
                <a:spcPct val="100000"/>
              </a:lnSpc>
              <a:spcBef>
                <a:spcPts val="100"/>
              </a:spcBef>
              <a:spcAft>
                <a:spcPts val="0"/>
              </a:spcAft>
              <a:buClr>
                <a:schemeClr val="dk1"/>
              </a:buClr>
              <a:buSzPts val="500"/>
              <a:buNone/>
              <a:defRPr sz="500"/>
            </a:lvl6pPr>
            <a:lvl7pPr indent="-228600" lvl="6" marL="3200400" algn="l">
              <a:lnSpc>
                <a:spcPct val="100000"/>
              </a:lnSpc>
              <a:spcBef>
                <a:spcPts val="100"/>
              </a:spcBef>
              <a:spcAft>
                <a:spcPts val="0"/>
              </a:spcAft>
              <a:buClr>
                <a:schemeClr val="dk1"/>
              </a:buClr>
              <a:buSzPts val="500"/>
              <a:buNone/>
              <a:defRPr sz="500"/>
            </a:lvl7pPr>
            <a:lvl8pPr indent="-228600" lvl="7" marL="3657600" algn="l">
              <a:lnSpc>
                <a:spcPct val="100000"/>
              </a:lnSpc>
              <a:spcBef>
                <a:spcPts val="100"/>
              </a:spcBef>
              <a:spcAft>
                <a:spcPts val="0"/>
              </a:spcAft>
              <a:buClr>
                <a:schemeClr val="dk1"/>
              </a:buClr>
              <a:buSzPts val="500"/>
              <a:buNone/>
              <a:defRPr sz="500"/>
            </a:lvl8pPr>
            <a:lvl9pPr indent="-228600" lvl="8" marL="4114800" algn="l">
              <a:lnSpc>
                <a:spcPct val="100000"/>
              </a:lnSpc>
              <a:spcBef>
                <a:spcPts val="100"/>
              </a:spcBef>
              <a:spcAft>
                <a:spcPts val="0"/>
              </a:spcAft>
              <a:buClr>
                <a:schemeClr val="dk1"/>
              </a:buClr>
              <a:buSzPts val="500"/>
              <a:buNone/>
              <a:defRPr sz="500"/>
            </a:lvl9pPr>
          </a:lstStyle>
          <a:p/>
        </p:txBody>
      </p:sp>
      <p:sp>
        <p:nvSpPr>
          <p:cNvPr id="103" name="Google Shape;103;p53"/>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104" name="Google Shape;104;p53"/>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105" name="Google Shape;105;p53"/>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6" name="Shape 106"/>
        <p:cNvGrpSpPr/>
        <p:nvPr/>
      </p:nvGrpSpPr>
      <p:grpSpPr>
        <a:xfrm>
          <a:off x="0" y="0"/>
          <a:ext cx="0" cy="0"/>
          <a:chOff x="0" y="0"/>
          <a:chExt cx="0" cy="0"/>
        </a:xfrm>
      </p:grpSpPr>
      <p:sp>
        <p:nvSpPr>
          <p:cNvPr id="107" name="Google Shape;107;p54"/>
          <p:cNvSpPr txBox="1"/>
          <p:nvPr>
            <p:ph type="title"/>
          </p:nvPr>
        </p:nvSpPr>
        <p:spPr>
          <a:xfrm>
            <a:off x="896144" y="2400300"/>
            <a:ext cx="2743200" cy="283369"/>
          </a:xfrm>
          <a:prstGeom prst="rect">
            <a:avLst/>
          </a:prstGeom>
          <a:noFill/>
          <a:ln>
            <a:noFill/>
          </a:ln>
        </p:spPr>
        <p:txBody>
          <a:bodyPr anchorCtr="0" anchor="b" bIns="22850" lIns="45725" spcFirstLastPara="1" rIns="45725" wrap="square" tIns="22850">
            <a:normAutofit/>
          </a:bodyPr>
          <a:lstStyle>
            <a:lvl1pPr lvl="0" algn="l">
              <a:lnSpc>
                <a:spcPct val="100000"/>
              </a:lnSpc>
              <a:spcBef>
                <a:spcPts val="0"/>
              </a:spcBef>
              <a:spcAft>
                <a:spcPts val="0"/>
              </a:spcAft>
              <a:buClr>
                <a:schemeClr val="dk1"/>
              </a:buClr>
              <a:buSzPts val="1000"/>
              <a:buFont typeface="Calibri"/>
              <a:buNone/>
              <a:defRPr b="1" sz="1000"/>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108" name="Google Shape;108;p54"/>
          <p:cNvSpPr/>
          <p:nvPr>
            <p:ph idx="2" type="pic"/>
          </p:nvPr>
        </p:nvSpPr>
        <p:spPr>
          <a:xfrm>
            <a:off x="896144" y="306388"/>
            <a:ext cx="2743200" cy="2057400"/>
          </a:xfrm>
          <a:prstGeom prst="rect">
            <a:avLst/>
          </a:prstGeom>
          <a:noFill/>
          <a:ln>
            <a:noFill/>
          </a:ln>
        </p:spPr>
      </p:sp>
      <p:sp>
        <p:nvSpPr>
          <p:cNvPr id="109" name="Google Shape;109;p54"/>
          <p:cNvSpPr txBox="1"/>
          <p:nvPr>
            <p:ph idx="1" type="body"/>
          </p:nvPr>
        </p:nvSpPr>
        <p:spPr>
          <a:xfrm>
            <a:off x="896144" y="2683669"/>
            <a:ext cx="2743200" cy="402431"/>
          </a:xfrm>
          <a:prstGeom prst="rect">
            <a:avLst/>
          </a:prstGeom>
          <a:noFill/>
          <a:ln>
            <a:noFill/>
          </a:ln>
        </p:spPr>
        <p:txBody>
          <a:bodyPr anchorCtr="0" anchor="t" bIns="22850" lIns="45725" spcFirstLastPara="1" rIns="45725" wrap="square" tIns="22850">
            <a:normAutofit/>
          </a:bodyPr>
          <a:lstStyle>
            <a:lvl1pPr indent="-228600" lvl="0" marL="457200" algn="l">
              <a:lnSpc>
                <a:spcPct val="100000"/>
              </a:lnSpc>
              <a:spcBef>
                <a:spcPts val="100"/>
              </a:spcBef>
              <a:spcAft>
                <a:spcPts val="0"/>
              </a:spcAft>
              <a:buClr>
                <a:schemeClr val="dk1"/>
              </a:buClr>
              <a:buSzPts val="700"/>
              <a:buNone/>
              <a:defRPr sz="700"/>
            </a:lvl1pPr>
            <a:lvl2pPr indent="-228600" lvl="1" marL="914400" algn="l">
              <a:lnSpc>
                <a:spcPct val="100000"/>
              </a:lnSpc>
              <a:spcBef>
                <a:spcPts val="100"/>
              </a:spcBef>
              <a:spcAft>
                <a:spcPts val="0"/>
              </a:spcAft>
              <a:buClr>
                <a:schemeClr val="dk1"/>
              </a:buClr>
              <a:buSzPts val="600"/>
              <a:buNone/>
              <a:defRPr sz="600"/>
            </a:lvl2pPr>
            <a:lvl3pPr indent="-228600" lvl="2" marL="1371600" algn="l">
              <a:lnSpc>
                <a:spcPct val="100000"/>
              </a:lnSpc>
              <a:spcBef>
                <a:spcPts val="100"/>
              </a:spcBef>
              <a:spcAft>
                <a:spcPts val="0"/>
              </a:spcAft>
              <a:buClr>
                <a:schemeClr val="dk1"/>
              </a:buClr>
              <a:buSzPts val="500"/>
              <a:buNone/>
              <a:defRPr sz="500"/>
            </a:lvl3pPr>
            <a:lvl4pPr indent="-228600" lvl="3" marL="1828800" algn="l">
              <a:lnSpc>
                <a:spcPct val="100000"/>
              </a:lnSpc>
              <a:spcBef>
                <a:spcPts val="100"/>
              </a:spcBef>
              <a:spcAft>
                <a:spcPts val="0"/>
              </a:spcAft>
              <a:buClr>
                <a:schemeClr val="dk1"/>
              </a:buClr>
              <a:buSzPts val="500"/>
              <a:buNone/>
              <a:defRPr sz="500"/>
            </a:lvl4pPr>
            <a:lvl5pPr indent="-228600" lvl="4" marL="2286000" algn="l">
              <a:lnSpc>
                <a:spcPct val="100000"/>
              </a:lnSpc>
              <a:spcBef>
                <a:spcPts val="100"/>
              </a:spcBef>
              <a:spcAft>
                <a:spcPts val="0"/>
              </a:spcAft>
              <a:buClr>
                <a:schemeClr val="dk1"/>
              </a:buClr>
              <a:buSzPts val="500"/>
              <a:buNone/>
              <a:defRPr sz="500"/>
            </a:lvl5pPr>
            <a:lvl6pPr indent="-228600" lvl="5" marL="2743200" algn="l">
              <a:lnSpc>
                <a:spcPct val="100000"/>
              </a:lnSpc>
              <a:spcBef>
                <a:spcPts val="100"/>
              </a:spcBef>
              <a:spcAft>
                <a:spcPts val="0"/>
              </a:spcAft>
              <a:buClr>
                <a:schemeClr val="dk1"/>
              </a:buClr>
              <a:buSzPts val="500"/>
              <a:buNone/>
              <a:defRPr sz="500"/>
            </a:lvl6pPr>
            <a:lvl7pPr indent="-228600" lvl="6" marL="3200400" algn="l">
              <a:lnSpc>
                <a:spcPct val="100000"/>
              </a:lnSpc>
              <a:spcBef>
                <a:spcPts val="100"/>
              </a:spcBef>
              <a:spcAft>
                <a:spcPts val="0"/>
              </a:spcAft>
              <a:buClr>
                <a:schemeClr val="dk1"/>
              </a:buClr>
              <a:buSzPts val="500"/>
              <a:buNone/>
              <a:defRPr sz="500"/>
            </a:lvl7pPr>
            <a:lvl8pPr indent="-228600" lvl="7" marL="3657600" algn="l">
              <a:lnSpc>
                <a:spcPct val="100000"/>
              </a:lnSpc>
              <a:spcBef>
                <a:spcPts val="100"/>
              </a:spcBef>
              <a:spcAft>
                <a:spcPts val="0"/>
              </a:spcAft>
              <a:buClr>
                <a:schemeClr val="dk1"/>
              </a:buClr>
              <a:buSzPts val="500"/>
              <a:buNone/>
              <a:defRPr sz="500"/>
            </a:lvl8pPr>
            <a:lvl9pPr indent="-228600" lvl="8" marL="4114800" algn="l">
              <a:lnSpc>
                <a:spcPct val="100000"/>
              </a:lnSpc>
              <a:spcBef>
                <a:spcPts val="100"/>
              </a:spcBef>
              <a:spcAft>
                <a:spcPts val="0"/>
              </a:spcAft>
              <a:buClr>
                <a:schemeClr val="dk1"/>
              </a:buClr>
              <a:buSzPts val="500"/>
              <a:buNone/>
              <a:defRPr sz="500"/>
            </a:lvl9pPr>
          </a:lstStyle>
          <a:p/>
        </p:txBody>
      </p:sp>
      <p:sp>
        <p:nvSpPr>
          <p:cNvPr id="110" name="Google Shape;110;p54"/>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111" name="Google Shape;111;p54"/>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112" name="Google Shape;112;p54"/>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3" name="Shape 113"/>
        <p:cNvGrpSpPr/>
        <p:nvPr/>
      </p:nvGrpSpPr>
      <p:grpSpPr>
        <a:xfrm>
          <a:off x="0" y="0"/>
          <a:ext cx="0" cy="0"/>
          <a:chOff x="0" y="0"/>
          <a:chExt cx="0" cy="0"/>
        </a:xfrm>
      </p:grpSpPr>
      <p:sp>
        <p:nvSpPr>
          <p:cNvPr id="114" name="Google Shape;114;p55"/>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lnSpc>
                <a:spcPct val="100000"/>
              </a:lnSpc>
              <a:spcBef>
                <a:spcPts val="0"/>
              </a:spcBef>
              <a:spcAft>
                <a:spcPts val="0"/>
              </a:spcAft>
              <a:buClr>
                <a:schemeClr val="dk1"/>
              </a:buClr>
              <a:buSzPts val="9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115" name="Google Shape;115;p55"/>
          <p:cNvSpPr txBox="1"/>
          <p:nvPr>
            <p:ph idx="1" type="body"/>
          </p:nvPr>
        </p:nvSpPr>
        <p:spPr>
          <a:xfrm rot="5400000">
            <a:off x="1154510" y="-125809"/>
            <a:ext cx="2262981" cy="4114800"/>
          </a:xfrm>
          <a:prstGeom prst="rect">
            <a:avLst/>
          </a:prstGeom>
          <a:noFill/>
          <a:ln>
            <a:noFill/>
          </a:ln>
        </p:spPr>
        <p:txBody>
          <a:bodyPr anchorCtr="0" anchor="t" bIns="22850" lIns="45725" spcFirstLastPara="1" rIns="45725" wrap="square" tIns="22850">
            <a:normAutofit/>
          </a:bodyPr>
          <a:lstStyle>
            <a:lvl1pPr indent="-285750" lvl="0" marL="457200" algn="l">
              <a:lnSpc>
                <a:spcPct val="100000"/>
              </a:lnSpc>
              <a:spcBef>
                <a:spcPts val="200"/>
              </a:spcBef>
              <a:spcAft>
                <a:spcPts val="0"/>
              </a:spcAft>
              <a:buClr>
                <a:schemeClr val="dk1"/>
              </a:buClr>
              <a:buSzPts val="900"/>
              <a:buChar char="•"/>
              <a:defRPr/>
            </a:lvl1pPr>
            <a:lvl2pPr indent="-285750" lvl="1" marL="914400" algn="l">
              <a:lnSpc>
                <a:spcPct val="100000"/>
              </a:lnSpc>
              <a:spcBef>
                <a:spcPts val="200"/>
              </a:spcBef>
              <a:spcAft>
                <a:spcPts val="0"/>
              </a:spcAft>
              <a:buClr>
                <a:schemeClr val="dk1"/>
              </a:buClr>
              <a:buSzPts val="900"/>
              <a:buChar char="–"/>
              <a:defRPr/>
            </a:lvl2pPr>
            <a:lvl3pPr indent="-285750" lvl="2" marL="1371600" algn="l">
              <a:lnSpc>
                <a:spcPct val="100000"/>
              </a:lnSpc>
              <a:spcBef>
                <a:spcPts val="200"/>
              </a:spcBef>
              <a:spcAft>
                <a:spcPts val="0"/>
              </a:spcAft>
              <a:buClr>
                <a:schemeClr val="dk1"/>
              </a:buClr>
              <a:buSzPts val="900"/>
              <a:buChar char="•"/>
              <a:defRPr/>
            </a:lvl3pPr>
            <a:lvl4pPr indent="-285750" lvl="3" marL="1828800" algn="l">
              <a:lnSpc>
                <a:spcPct val="100000"/>
              </a:lnSpc>
              <a:spcBef>
                <a:spcPts val="200"/>
              </a:spcBef>
              <a:spcAft>
                <a:spcPts val="0"/>
              </a:spcAft>
              <a:buClr>
                <a:schemeClr val="dk1"/>
              </a:buClr>
              <a:buSzPts val="900"/>
              <a:buChar char="–"/>
              <a:defRPr/>
            </a:lvl4pPr>
            <a:lvl5pPr indent="-285750" lvl="4" marL="2286000" algn="l">
              <a:lnSpc>
                <a:spcPct val="100000"/>
              </a:lnSpc>
              <a:spcBef>
                <a:spcPts val="200"/>
              </a:spcBef>
              <a:spcAft>
                <a:spcPts val="0"/>
              </a:spcAft>
              <a:buClr>
                <a:schemeClr val="dk1"/>
              </a:buClr>
              <a:buSzPts val="900"/>
              <a:buChar char="»"/>
              <a:defRPr/>
            </a:lvl5pPr>
            <a:lvl6pPr indent="-285750" lvl="5" marL="2743200" algn="l">
              <a:lnSpc>
                <a:spcPct val="100000"/>
              </a:lnSpc>
              <a:spcBef>
                <a:spcPts val="200"/>
              </a:spcBef>
              <a:spcAft>
                <a:spcPts val="0"/>
              </a:spcAft>
              <a:buClr>
                <a:schemeClr val="dk1"/>
              </a:buClr>
              <a:buSzPts val="900"/>
              <a:buChar char="•"/>
              <a:defRPr/>
            </a:lvl6pPr>
            <a:lvl7pPr indent="-285750" lvl="6" marL="3200400" algn="l">
              <a:lnSpc>
                <a:spcPct val="100000"/>
              </a:lnSpc>
              <a:spcBef>
                <a:spcPts val="200"/>
              </a:spcBef>
              <a:spcAft>
                <a:spcPts val="0"/>
              </a:spcAft>
              <a:buClr>
                <a:schemeClr val="dk1"/>
              </a:buClr>
              <a:buSzPts val="900"/>
              <a:buChar char="•"/>
              <a:defRPr/>
            </a:lvl7pPr>
            <a:lvl8pPr indent="-285750" lvl="7" marL="3657600" algn="l">
              <a:lnSpc>
                <a:spcPct val="100000"/>
              </a:lnSpc>
              <a:spcBef>
                <a:spcPts val="200"/>
              </a:spcBef>
              <a:spcAft>
                <a:spcPts val="0"/>
              </a:spcAft>
              <a:buClr>
                <a:schemeClr val="dk1"/>
              </a:buClr>
              <a:buSzPts val="900"/>
              <a:buChar char="•"/>
              <a:defRPr/>
            </a:lvl8pPr>
            <a:lvl9pPr indent="-285750" lvl="8" marL="4114800" algn="l">
              <a:lnSpc>
                <a:spcPct val="100000"/>
              </a:lnSpc>
              <a:spcBef>
                <a:spcPts val="200"/>
              </a:spcBef>
              <a:spcAft>
                <a:spcPts val="0"/>
              </a:spcAft>
              <a:buClr>
                <a:schemeClr val="dk1"/>
              </a:buClr>
              <a:buSzPts val="900"/>
              <a:buChar char="•"/>
              <a:defRPr/>
            </a:lvl9pPr>
          </a:lstStyle>
          <a:p/>
        </p:txBody>
      </p:sp>
      <p:sp>
        <p:nvSpPr>
          <p:cNvPr id="116" name="Google Shape;116;p55"/>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117" name="Google Shape;117;p55"/>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118" name="Google Shape;118;p55"/>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19" name="Shape 119"/>
        <p:cNvGrpSpPr/>
        <p:nvPr/>
      </p:nvGrpSpPr>
      <p:grpSpPr>
        <a:xfrm>
          <a:off x="0" y="0"/>
          <a:ext cx="0" cy="0"/>
          <a:chOff x="0" y="0"/>
          <a:chExt cx="0" cy="0"/>
        </a:xfrm>
      </p:grpSpPr>
      <p:sp>
        <p:nvSpPr>
          <p:cNvPr id="120" name="Google Shape;120;p56"/>
          <p:cNvSpPr txBox="1"/>
          <p:nvPr>
            <p:ph type="title"/>
          </p:nvPr>
        </p:nvSpPr>
        <p:spPr>
          <a:xfrm rot="5400000">
            <a:off x="2366169" y="1085851"/>
            <a:ext cx="2925763" cy="1028700"/>
          </a:xfrm>
          <a:prstGeom prst="rect">
            <a:avLst/>
          </a:prstGeom>
          <a:noFill/>
          <a:ln>
            <a:noFill/>
          </a:ln>
        </p:spPr>
        <p:txBody>
          <a:bodyPr anchorCtr="0" anchor="ctr" bIns="22850" lIns="45725" spcFirstLastPara="1" rIns="45725" wrap="square" tIns="22850">
            <a:normAutofit/>
          </a:bodyPr>
          <a:lstStyle>
            <a:lvl1pPr lvl="0" algn="ctr">
              <a:lnSpc>
                <a:spcPct val="100000"/>
              </a:lnSpc>
              <a:spcBef>
                <a:spcPts val="0"/>
              </a:spcBef>
              <a:spcAft>
                <a:spcPts val="0"/>
              </a:spcAft>
              <a:buClr>
                <a:schemeClr val="dk1"/>
              </a:buClr>
              <a:buSzPts val="9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121" name="Google Shape;121;p56"/>
          <p:cNvSpPr txBox="1"/>
          <p:nvPr>
            <p:ph idx="1" type="body"/>
          </p:nvPr>
        </p:nvSpPr>
        <p:spPr>
          <a:xfrm rot="5400000">
            <a:off x="270669" y="95250"/>
            <a:ext cx="2925763" cy="3009900"/>
          </a:xfrm>
          <a:prstGeom prst="rect">
            <a:avLst/>
          </a:prstGeom>
          <a:noFill/>
          <a:ln>
            <a:noFill/>
          </a:ln>
        </p:spPr>
        <p:txBody>
          <a:bodyPr anchorCtr="0" anchor="t" bIns="22850" lIns="45725" spcFirstLastPara="1" rIns="45725" wrap="square" tIns="22850">
            <a:normAutofit/>
          </a:bodyPr>
          <a:lstStyle>
            <a:lvl1pPr indent="-285750" lvl="0" marL="457200" algn="l">
              <a:lnSpc>
                <a:spcPct val="100000"/>
              </a:lnSpc>
              <a:spcBef>
                <a:spcPts val="200"/>
              </a:spcBef>
              <a:spcAft>
                <a:spcPts val="0"/>
              </a:spcAft>
              <a:buClr>
                <a:schemeClr val="dk1"/>
              </a:buClr>
              <a:buSzPts val="900"/>
              <a:buChar char="•"/>
              <a:defRPr/>
            </a:lvl1pPr>
            <a:lvl2pPr indent="-285750" lvl="1" marL="914400" algn="l">
              <a:lnSpc>
                <a:spcPct val="100000"/>
              </a:lnSpc>
              <a:spcBef>
                <a:spcPts val="200"/>
              </a:spcBef>
              <a:spcAft>
                <a:spcPts val="0"/>
              </a:spcAft>
              <a:buClr>
                <a:schemeClr val="dk1"/>
              </a:buClr>
              <a:buSzPts val="900"/>
              <a:buChar char="–"/>
              <a:defRPr/>
            </a:lvl2pPr>
            <a:lvl3pPr indent="-285750" lvl="2" marL="1371600" algn="l">
              <a:lnSpc>
                <a:spcPct val="100000"/>
              </a:lnSpc>
              <a:spcBef>
                <a:spcPts val="200"/>
              </a:spcBef>
              <a:spcAft>
                <a:spcPts val="0"/>
              </a:spcAft>
              <a:buClr>
                <a:schemeClr val="dk1"/>
              </a:buClr>
              <a:buSzPts val="900"/>
              <a:buChar char="•"/>
              <a:defRPr/>
            </a:lvl3pPr>
            <a:lvl4pPr indent="-285750" lvl="3" marL="1828800" algn="l">
              <a:lnSpc>
                <a:spcPct val="100000"/>
              </a:lnSpc>
              <a:spcBef>
                <a:spcPts val="200"/>
              </a:spcBef>
              <a:spcAft>
                <a:spcPts val="0"/>
              </a:spcAft>
              <a:buClr>
                <a:schemeClr val="dk1"/>
              </a:buClr>
              <a:buSzPts val="900"/>
              <a:buChar char="–"/>
              <a:defRPr/>
            </a:lvl4pPr>
            <a:lvl5pPr indent="-285750" lvl="4" marL="2286000" algn="l">
              <a:lnSpc>
                <a:spcPct val="100000"/>
              </a:lnSpc>
              <a:spcBef>
                <a:spcPts val="200"/>
              </a:spcBef>
              <a:spcAft>
                <a:spcPts val="0"/>
              </a:spcAft>
              <a:buClr>
                <a:schemeClr val="dk1"/>
              </a:buClr>
              <a:buSzPts val="900"/>
              <a:buChar char="»"/>
              <a:defRPr/>
            </a:lvl5pPr>
            <a:lvl6pPr indent="-285750" lvl="5" marL="2743200" algn="l">
              <a:lnSpc>
                <a:spcPct val="100000"/>
              </a:lnSpc>
              <a:spcBef>
                <a:spcPts val="200"/>
              </a:spcBef>
              <a:spcAft>
                <a:spcPts val="0"/>
              </a:spcAft>
              <a:buClr>
                <a:schemeClr val="dk1"/>
              </a:buClr>
              <a:buSzPts val="900"/>
              <a:buChar char="•"/>
              <a:defRPr/>
            </a:lvl6pPr>
            <a:lvl7pPr indent="-285750" lvl="6" marL="3200400" algn="l">
              <a:lnSpc>
                <a:spcPct val="100000"/>
              </a:lnSpc>
              <a:spcBef>
                <a:spcPts val="200"/>
              </a:spcBef>
              <a:spcAft>
                <a:spcPts val="0"/>
              </a:spcAft>
              <a:buClr>
                <a:schemeClr val="dk1"/>
              </a:buClr>
              <a:buSzPts val="900"/>
              <a:buChar char="•"/>
              <a:defRPr/>
            </a:lvl7pPr>
            <a:lvl8pPr indent="-285750" lvl="7" marL="3657600" algn="l">
              <a:lnSpc>
                <a:spcPct val="100000"/>
              </a:lnSpc>
              <a:spcBef>
                <a:spcPts val="200"/>
              </a:spcBef>
              <a:spcAft>
                <a:spcPts val="0"/>
              </a:spcAft>
              <a:buClr>
                <a:schemeClr val="dk1"/>
              </a:buClr>
              <a:buSzPts val="900"/>
              <a:buChar char="•"/>
              <a:defRPr/>
            </a:lvl8pPr>
            <a:lvl9pPr indent="-285750" lvl="8" marL="4114800" algn="l">
              <a:lnSpc>
                <a:spcPct val="100000"/>
              </a:lnSpc>
              <a:spcBef>
                <a:spcPts val="200"/>
              </a:spcBef>
              <a:spcAft>
                <a:spcPts val="0"/>
              </a:spcAft>
              <a:buClr>
                <a:schemeClr val="dk1"/>
              </a:buClr>
              <a:buSzPts val="900"/>
              <a:buChar char="•"/>
              <a:defRPr/>
            </a:lvl9pPr>
          </a:lstStyle>
          <a:p/>
        </p:txBody>
      </p:sp>
      <p:sp>
        <p:nvSpPr>
          <p:cNvPr id="122" name="Google Shape;122;p56"/>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123" name="Google Shape;123;p56"/>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124" name="Google Shape;124;p56"/>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29" name="Shape 129"/>
        <p:cNvGrpSpPr/>
        <p:nvPr/>
      </p:nvGrpSpPr>
      <p:grpSpPr>
        <a:xfrm>
          <a:off x="0" y="0"/>
          <a:ext cx="0" cy="0"/>
          <a:chOff x="0" y="0"/>
          <a:chExt cx="0" cy="0"/>
        </a:xfrm>
      </p:grpSpPr>
      <p:sp>
        <p:nvSpPr>
          <p:cNvPr id="130" name="Google Shape;130;p58"/>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31" name="Google Shape;131;p58"/>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2" name="Google Shape;132;p5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3" name="Shape 133"/>
        <p:cNvGrpSpPr/>
        <p:nvPr/>
      </p:nvGrpSpPr>
      <p:grpSpPr>
        <a:xfrm>
          <a:off x="0" y="0"/>
          <a:ext cx="0" cy="0"/>
          <a:chOff x="0" y="0"/>
          <a:chExt cx="0" cy="0"/>
        </a:xfrm>
      </p:grpSpPr>
      <p:sp>
        <p:nvSpPr>
          <p:cNvPr id="134" name="Google Shape;134;p59"/>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35" name="Google Shape;135;p5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6" name="Shape 136"/>
        <p:cNvGrpSpPr/>
        <p:nvPr/>
      </p:nvGrpSpPr>
      <p:grpSpPr>
        <a:xfrm>
          <a:off x="0" y="0"/>
          <a:ext cx="0" cy="0"/>
          <a:chOff x="0" y="0"/>
          <a:chExt cx="0" cy="0"/>
        </a:xfrm>
      </p:grpSpPr>
      <p:sp>
        <p:nvSpPr>
          <p:cNvPr id="137" name="Google Shape;137;p6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38" name="Google Shape;138;p6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39" name="Google Shape;139;p6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40" name="Shape 140"/>
        <p:cNvGrpSpPr/>
        <p:nvPr/>
      </p:nvGrpSpPr>
      <p:grpSpPr>
        <a:xfrm>
          <a:off x="0" y="0"/>
          <a:ext cx="0" cy="0"/>
          <a:chOff x="0" y="0"/>
          <a:chExt cx="0" cy="0"/>
        </a:xfrm>
      </p:grpSpPr>
      <p:sp>
        <p:nvSpPr>
          <p:cNvPr id="141" name="Google Shape;141;p6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42" name="Google Shape;142;p61"/>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43" name="Google Shape;143;p61"/>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44" name="Google Shape;144;p6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45" name="Shape 145"/>
        <p:cNvGrpSpPr/>
        <p:nvPr/>
      </p:nvGrpSpPr>
      <p:grpSpPr>
        <a:xfrm>
          <a:off x="0" y="0"/>
          <a:ext cx="0" cy="0"/>
          <a:chOff x="0" y="0"/>
          <a:chExt cx="0" cy="0"/>
        </a:xfrm>
      </p:grpSpPr>
      <p:sp>
        <p:nvSpPr>
          <p:cNvPr id="146" name="Google Shape;146;p6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47" name="Google Shape;147;p6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48" name="Shape 148"/>
        <p:cNvGrpSpPr/>
        <p:nvPr/>
      </p:nvGrpSpPr>
      <p:grpSpPr>
        <a:xfrm>
          <a:off x="0" y="0"/>
          <a:ext cx="0" cy="0"/>
          <a:chOff x="0" y="0"/>
          <a:chExt cx="0" cy="0"/>
        </a:xfrm>
      </p:grpSpPr>
      <p:sp>
        <p:nvSpPr>
          <p:cNvPr id="149" name="Google Shape;149;p63"/>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150" name="Google Shape;150;p63"/>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51" name="Google Shape;151;p6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52" name="Shape 152"/>
        <p:cNvGrpSpPr/>
        <p:nvPr/>
      </p:nvGrpSpPr>
      <p:grpSpPr>
        <a:xfrm>
          <a:off x="0" y="0"/>
          <a:ext cx="0" cy="0"/>
          <a:chOff x="0" y="0"/>
          <a:chExt cx="0" cy="0"/>
        </a:xfrm>
      </p:grpSpPr>
      <p:sp>
        <p:nvSpPr>
          <p:cNvPr id="153" name="Google Shape;153;p64"/>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154" name="Google Shape;154;p6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55" name="Shape 155"/>
        <p:cNvGrpSpPr/>
        <p:nvPr/>
      </p:nvGrpSpPr>
      <p:grpSpPr>
        <a:xfrm>
          <a:off x="0" y="0"/>
          <a:ext cx="0" cy="0"/>
          <a:chOff x="0" y="0"/>
          <a:chExt cx="0" cy="0"/>
        </a:xfrm>
      </p:grpSpPr>
      <p:sp>
        <p:nvSpPr>
          <p:cNvPr id="156" name="Google Shape;156;p65"/>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 name="Google Shape;157;p65"/>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158" name="Google Shape;158;p65"/>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59" name="Google Shape;159;p65"/>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60" name="Google Shape;160;p6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61" name="Shape 161"/>
        <p:cNvGrpSpPr/>
        <p:nvPr/>
      </p:nvGrpSpPr>
      <p:grpSpPr>
        <a:xfrm>
          <a:off x="0" y="0"/>
          <a:ext cx="0" cy="0"/>
          <a:chOff x="0" y="0"/>
          <a:chExt cx="0" cy="0"/>
        </a:xfrm>
      </p:grpSpPr>
      <p:sp>
        <p:nvSpPr>
          <p:cNvPr id="162" name="Google Shape;162;p66"/>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163" name="Google Shape;163;p6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64" name="Shape 164"/>
        <p:cNvGrpSpPr/>
        <p:nvPr/>
      </p:nvGrpSpPr>
      <p:grpSpPr>
        <a:xfrm>
          <a:off x="0" y="0"/>
          <a:ext cx="0" cy="0"/>
          <a:chOff x="0" y="0"/>
          <a:chExt cx="0" cy="0"/>
        </a:xfrm>
      </p:grpSpPr>
      <p:sp>
        <p:nvSpPr>
          <p:cNvPr id="165" name="Google Shape;165;p67"/>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166" name="Google Shape;166;p67"/>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167" name="Google Shape;167;p6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68" name="Shape 168"/>
        <p:cNvGrpSpPr/>
        <p:nvPr/>
      </p:nvGrpSpPr>
      <p:grpSpPr>
        <a:xfrm>
          <a:off x="0" y="0"/>
          <a:ext cx="0" cy="0"/>
          <a:chOff x="0" y="0"/>
          <a:chExt cx="0" cy="0"/>
        </a:xfrm>
      </p:grpSpPr>
      <p:sp>
        <p:nvSpPr>
          <p:cNvPr id="169" name="Google Shape;169;p6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4.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slideLayout" Target="../slideLayouts/slideLayout26.xml"/><Relationship Id="rId11" Type="http://schemas.openxmlformats.org/officeDocument/2006/relationships/slideLayout" Target="../slideLayouts/slideLayout33.xml"/><Relationship Id="rId10" Type="http://schemas.openxmlformats.org/officeDocument/2006/relationships/slideLayout" Target="../slideLayouts/slideLayout32.xml"/><Relationship Id="rId12" Type="http://schemas.openxmlformats.org/officeDocument/2006/relationships/theme" Target="../theme/theme2.xml"/><Relationship Id="rId9" Type="http://schemas.openxmlformats.org/officeDocument/2006/relationships/slideLayout" Target="../slideLayouts/slideLayout31.xml"/><Relationship Id="rId5" Type="http://schemas.openxmlformats.org/officeDocument/2006/relationships/slideLayout" Target="../slideLayouts/slideLayout27.xml"/><Relationship Id="rId6" Type="http://schemas.openxmlformats.org/officeDocument/2006/relationships/slideLayout" Target="../slideLayouts/slideLayout28.xml"/><Relationship Id="rId7" Type="http://schemas.openxmlformats.org/officeDocument/2006/relationships/slideLayout" Target="../slideLayouts/slideLayout29.xml"/><Relationship Id="rId8"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3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3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3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35"/>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marR="0" rtl="0" algn="ctr">
              <a:lnSpc>
                <a:spcPct val="100000"/>
              </a:lnSpc>
              <a:spcBef>
                <a:spcPts val="0"/>
              </a:spcBef>
              <a:spcAft>
                <a:spcPts val="0"/>
              </a:spcAft>
              <a:buClr>
                <a:schemeClr val="dk1"/>
              </a:buClr>
              <a:buSzPts val="2200"/>
              <a:buFont typeface="Calibri"/>
              <a:buNone/>
              <a:defRPr b="0" i="0" sz="2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9pPr>
          </a:lstStyle>
          <a:p/>
        </p:txBody>
      </p:sp>
      <p:sp>
        <p:nvSpPr>
          <p:cNvPr id="52" name="Google Shape;52;p35"/>
          <p:cNvSpPr txBox="1"/>
          <p:nvPr>
            <p:ph idx="1" type="body"/>
          </p:nvPr>
        </p:nvSpPr>
        <p:spPr>
          <a:xfrm>
            <a:off x="228600" y="800100"/>
            <a:ext cx="4114800" cy="2262982"/>
          </a:xfrm>
          <a:prstGeom prst="rect">
            <a:avLst/>
          </a:prstGeom>
          <a:noFill/>
          <a:ln>
            <a:noFill/>
          </a:ln>
        </p:spPr>
        <p:txBody>
          <a:bodyPr anchorCtr="0" anchor="t" bIns="22850" lIns="45725" spcFirstLastPara="1" rIns="45725" wrap="square" tIns="22850">
            <a:normAutofit/>
          </a:bodyPr>
          <a:lstStyle>
            <a:lvl1pPr indent="-330200" lvl="0" marL="457200" marR="0" rtl="0" algn="l">
              <a:lnSpc>
                <a:spcPct val="100000"/>
              </a:lnSpc>
              <a:spcBef>
                <a:spcPts val="3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1pPr>
            <a:lvl2pPr indent="-317500" lvl="1" marL="914400" marR="0" rtl="0" algn="l">
              <a:lnSpc>
                <a:spcPct val="100000"/>
              </a:lnSpc>
              <a:spcBef>
                <a:spcPts val="3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2pPr>
            <a:lvl3pPr indent="-304800" lvl="2" marL="1371600" marR="0" rtl="0" algn="l">
              <a:lnSpc>
                <a:spcPct val="100000"/>
              </a:lnSpc>
              <a:spcBef>
                <a:spcPts val="200"/>
              </a:spcBef>
              <a:spcAft>
                <a:spcPts val="0"/>
              </a:spcAft>
              <a:buClr>
                <a:schemeClr val="dk1"/>
              </a:buClr>
              <a:buSzPts val="1200"/>
              <a:buFont typeface="Arial"/>
              <a:buChar char="•"/>
              <a:defRPr b="0" i="0" sz="1200" u="none" cap="none" strike="noStrike">
                <a:solidFill>
                  <a:schemeClr val="dk1"/>
                </a:solidFill>
                <a:latin typeface="Calibri"/>
                <a:ea typeface="Calibri"/>
                <a:cs typeface="Calibri"/>
                <a:sym typeface="Calibri"/>
              </a:defRPr>
            </a:lvl3pPr>
            <a:lvl4pPr indent="-292100" lvl="3" marL="1828800" marR="0" rtl="0" algn="l">
              <a:lnSpc>
                <a:spcPct val="100000"/>
              </a:lnSpc>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4pPr>
            <a:lvl5pPr indent="-292100" lvl="4" marL="2286000" marR="0" rtl="0" algn="l">
              <a:lnSpc>
                <a:spcPct val="100000"/>
              </a:lnSpc>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5pPr>
            <a:lvl6pPr indent="-292100" lvl="5" marL="2743200" marR="0" rtl="0" algn="l">
              <a:lnSpc>
                <a:spcPct val="100000"/>
              </a:lnSpc>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6pPr>
            <a:lvl7pPr indent="-292100" lvl="6" marL="3200400" marR="0" rtl="0" algn="l">
              <a:lnSpc>
                <a:spcPct val="100000"/>
              </a:lnSpc>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7pPr>
            <a:lvl8pPr indent="-292100" lvl="7" marL="3657600" marR="0" rtl="0" algn="l">
              <a:lnSpc>
                <a:spcPct val="100000"/>
              </a:lnSpc>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8pPr>
            <a:lvl9pPr indent="-292100" lvl="8" marL="4114800" marR="0" rtl="0" algn="l">
              <a:lnSpc>
                <a:spcPct val="100000"/>
              </a:lnSpc>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9pPr>
          </a:lstStyle>
          <a:p/>
        </p:txBody>
      </p:sp>
      <p:sp>
        <p:nvSpPr>
          <p:cNvPr id="53" name="Google Shape;53;p35"/>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marR="0" rtl="0" algn="l">
              <a:lnSpc>
                <a:spcPct val="100000"/>
              </a:lnSpc>
              <a:spcBef>
                <a:spcPts val="0"/>
              </a:spcBef>
              <a:spcAft>
                <a:spcPts val="0"/>
              </a:spcAft>
              <a:buClr>
                <a:srgbClr val="000000"/>
              </a:buClr>
              <a:buSzPts val="700"/>
              <a:buFont typeface="Arial"/>
              <a:buNone/>
              <a:defRPr b="0" i="0" sz="6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9pPr>
          </a:lstStyle>
          <a:p/>
        </p:txBody>
      </p:sp>
      <p:sp>
        <p:nvSpPr>
          <p:cNvPr id="54" name="Google Shape;54;p35"/>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marR="0" rtl="0" algn="ctr">
              <a:lnSpc>
                <a:spcPct val="100000"/>
              </a:lnSpc>
              <a:spcBef>
                <a:spcPts val="0"/>
              </a:spcBef>
              <a:spcAft>
                <a:spcPts val="0"/>
              </a:spcAft>
              <a:buClr>
                <a:srgbClr val="000000"/>
              </a:buClr>
              <a:buSzPts val="700"/>
              <a:buFont typeface="Arial"/>
              <a:buNone/>
              <a:defRPr b="0" i="0" sz="6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9pPr>
          </a:lstStyle>
          <a:p/>
        </p:txBody>
      </p:sp>
      <p:sp>
        <p:nvSpPr>
          <p:cNvPr id="55" name="Google Shape;55;p35"/>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marR="0" rtl="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125" name="Shape 125"/>
        <p:cNvGrpSpPr/>
        <p:nvPr/>
      </p:nvGrpSpPr>
      <p:grpSpPr>
        <a:xfrm>
          <a:off x="0" y="0"/>
          <a:ext cx="0" cy="0"/>
          <a:chOff x="0" y="0"/>
          <a:chExt cx="0" cy="0"/>
        </a:xfrm>
      </p:grpSpPr>
      <p:sp>
        <p:nvSpPr>
          <p:cNvPr id="126" name="Google Shape;126;p5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127" name="Google Shape;127;p5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128" name="Google Shape;128;p5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1" Type="http://schemas.openxmlformats.org/officeDocument/2006/relationships/image" Target="../media/image3.png"/><Relationship Id="rId10" Type="http://schemas.openxmlformats.org/officeDocument/2006/relationships/image" Target="../media/image16.png"/><Relationship Id="rId13" Type="http://schemas.openxmlformats.org/officeDocument/2006/relationships/image" Target="../media/image6.png"/><Relationship Id="rId12" Type="http://schemas.openxmlformats.org/officeDocument/2006/relationships/image" Target="../media/image19.png"/><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9.png"/><Relationship Id="rId4" Type="http://schemas.openxmlformats.org/officeDocument/2006/relationships/image" Target="../media/image4.png"/><Relationship Id="rId9" Type="http://schemas.openxmlformats.org/officeDocument/2006/relationships/image" Target="../media/image46.png"/><Relationship Id="rId14" Type="http://schemas.openxmlformats.org/officeDocument/2006/relationships/image" Target="../media/image13.png"/><Relationship Id="rId5" Type="http://schemas.openxmlformats.org/officeDocument/2006/relationships/image" Target="../media/image35.png"/><Relationship Id="rId6" Type="http://schemas.openxmlformats.org/officeDocument/2006/relationships/image" Target="../media/image7.png"/><Relationship Id="rId7" Type="http://schemas.openxmlformats.org/officeDocument/2006/relationships/image" Target="../media/image2.png"/><Relationship Id="rId8" Type="http://schemas.openxmlformats.org/officeDocument/2006/relationships/image" Target="../media/image1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9.png"/><Relationship Id="rId4" Type="http://schemas.openxmlformats.org/officeDocument/2006/relationships/image" Target="../media/image1.png"/><Relationship Id="rId5" Type="http://schemas.openxmlformats.org/officeDocument/2006/relationships/image" Target="../media/image5.png"/><Relationship Id="rId6" Type="http://schemas.openxmlformats.org/officeDocument/2006/relationships/hyperlink" Target="https://www.youtube.com/watch?v=5ClH6xfmvNA" TargetMode="External"/><Relationship Id="rId7" Type="http://schemas.openxmlformats.org/officeDocument/2006/relationships/hyperlink" Target="https://www.youtube.com/watch?v=z9KVFq_fzsY"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9.png"/><Relationship Id="rId4" Type="http://schemas.openxmlformats.org/officeDocument/2006/relationships/image" Target="../media/image35.png"/><Relationship Id="rId5" Type="http://schemas.openxmlformats.org/officeDocument/2006/relationships/image" Target="../media/image7.png"/><Relationship Id="rId6" Type="http://schemas.openxmlformats.org/officeDocument/2006/relationships/image" Target="../media/image11.png"/><Relationship Id="rId7"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9.png"/><Relationship Id="rId4" Type="http://schemas.openxmlformats.org/officeDocument/2006/relationships/image" Target="../media/image21.png"/><Relationship Id="rId5" Type="http://schemas.openxmlformats.org/officeDocument/2006/relationships/image" Target="../media/image27.png"/><Relationship Id="rId6" Type="http://schemas.openxmlformats.org/officeDocument/2006/relationships/image" Target="../media/image2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9.png"/><Relationship Id="rId4" Type="http://schemas.openxmlformats.org/officeDocument/2006/relationships/image" Target="../media/image20.png"/><Relationship Id="rId5" Type="http://schemas.openxmlformats.org/officeDocument/2006/relationships/image" Target="../media/image23.png"/><Relationship Id="rId6" Type="http://schemas.openxmlformats.org/officeDocument/2006/relationships/image" Target="../media/image1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9.png"/><Relationship Id="rId4" Type="http://schemas.openxmlformats.org/officeDocument/2006/relationships/image" Target="../media/image7.png"/><Relationship Id="rId9" Type="http://schemas.openxmlformats.org/officeDocument/2006/relationships/image" Target="../media/image29.png"/><Relationship Id="rId5" Type="http://schemas.openxmlformats.org/officeDocument/2006/relationships/image" Target="../media/image2.png"/><Relationship Id="rId6" Type="http://schemas.openxmlformats.org/officeDocument/2006/relationships/image" Target="../media/image11.png"/><Relationship Id="rId7" Type="http://schemas.openxmlformats.org/officeDocument/2006/relationships/image" Target="../media/image3.png"/><Relationship Id="rId8" Type="http://schemas.openxmlformats.org/officeDocument/2006/relationships/image" Target="../media/image13.png"/></Relationships>
</file>

<file path=ppt/slides/_rels/slide7.xml.rels><?xml version="1.0" encoding="UTF-8" standalone="yes"?><Relationships xmlns="http://schemas.openxmlformats.org/package/2006/relationships"><Relationship Id="rId11" Type="http://schemas.openxmlformats.org/officeDocument/2006/relationships/image" Target="../media/image33.png"/><Relationship Id="rId10" Type="http://schemas.openxmlformats.org/officeDocument/2006/relationships/image" Target="../media/image26.png"/><Relationship Id="rId12" Type="http://schemas.openxmlformats.org/officeDocument/2006/relationships/image" Target="../media/image30.png"/><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9.png"/><Relationship Id="rId4" Type="http://schemas.openxmlformats.org/officeDocument/2006/relationships/image" Target="../media/image7.png"/><Relationship Id="rId9" Type="http://schemas.openxmlformats.org/officeDocument/2006/relationships/image" Target="../media/image31.png"/><Relationship Id="rId5" Type="http://schemas.openxmlformats.org/officeDocument/2006/relationships/image" Target="../media/image2.png"/><Relationship Id="rId6" Type="http://schemas.openxmlformats.org/officeDocument/2006/relationships/image" Target="../media/image11.png"/><Relationship Id="rId7" Type="http://schemas.openxmlformats.org/officeDocument/2006/relationships/image" Target="../media/image3.png"/><Relationship Id="rId8"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9.png"/><Relationship Id="rId4" Type="http://schemas.openxmlformats.org/officeDocument/2006/relationships/image" Target="../media/image7.png"/><Relationship Id="rId9" Type="http://schemas.openxmlformats.org/officeDocument/2006/relationships/image" Target="../media/image24.png"/><Relationship Id="rId5" Type="http://schemas.openxmlformats.org/officeDocument/2006/relationships/image" Target="../media/image2.png"/><Relationship Id="rId6" Type="http://schemas.openxmlformats.org/officeDocument/2006/relationships/image" Target="../media/image11.png"/><Relationship Id="rId7" Type="http://schemas.openxmlformats.org/officeDocument/2006/relationships/image" Target="../media/image3.png"/><Relationship Id="rId8"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9.png"/><Relationship Id="rId4" Type="http://schemas.openxmlformats.org/officeDocument/2006/relationships/image" Target="../media/image7.png"/><Relationship Id="rId9" Type="http://schemas.openxmlformats.org/officeDocument/2006/relationships/image" Target="../media/image39.png"/><Relationship Id="rId5" Type="http://schemas.openxmlformats.org/officeDocument/2006/relationships/image" Target="../media/image2.png"/><Relationship Id="rId6" Type="http://schemas.openxmlformats.org/officeDocument/2006/relationships/image" Target="../media/image11.png"/><Relationship Id="rId7" Type="http://schemas.openxmlformats.org/officeDocument/2006/relationships/image" Target="../media/image3.png"/><Relationship Id="rId8" Type="http://schemas.openxmlformats.org/officeDocument/2006/relationships/image" Target="../media/image13.png"/></Relationships>
</file>

<file path=ppt/slides/_rels/slide10.xml.rels><?xml version="1.0" encoding="UTF-8" standalone="yes"?><Relationships xmlns="http://schemas.openxmlformats.org/package/2006/relationships"><Relationship Id="rId11" Type="http://schemas.openxmlformats.org/officeDocument/2006/relationships/image" Target="../media/image57.png"/><Relationship Id="rId10" Type="http://schemas.openxmlformats.org/officeDocument/2006/relationships/image" Target="../media/image34.png"/><Relationship Id="rId13" Type="http://schemas.openxmlformats.org/officeDocument/2006/relationships/image" Target="../media/image36.png"/><Relationship Id="rId12" Type="http://schemas.openxmlformats.org/officeDocument/2006/relationships/image" Target="../media/image40.png"/><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9.png"/><Relationship Id="rId4" Type="http://schemas.openxmlformats.org/officeDocument/2006/relationships/image" Target="../media/image7.png"/><Relationship Id="rId9" Type="http://schemas.openxmlformats.org/officeDocument/2006/relationships/image" Target="../media/image28.png"/><Relationship Id="rId14" Type="http://schemas.openxmlformats.org/officeDocument/2006/relationships/image" Target="../media/image38.png"/><Relationship Id="rId5" Type="http://schemas.openxmlformats.org/officeDocument/2006/relationships/image" Target="../media/image2.png"/><Relationship Id="rId6" Type="http://schemas.openxmlformats.org/officeDocument/2006/relationships/image" Target="../media/image11.png"/><Relationship Id="rId7" Type="http://schemas.openxmlformats.org/officeDocument/2006/relationships/image" Target="../media/image3.png"/><Relationship Id="rId8" Type="http://schemas.openxmlformats.org/officeDocument/2006/relationships/image" Target="../media/image6.png"/></Relationships>
</file>

<file path=ppt/slides/_rels/slide11.xml.rels><?xml version="1.0" encoding="UTF-8" standalone="yes"?><Relationships xmlns="http://schemas.openxmlformats.org/package/2006/relationships"><Relationship Id="rId11" Type="http://schemas.openxmlformats.org/officeDocument/2006/relationships/image" Target="../media/image28.png"/><Relationship Id="rId10" Type="http://schemas.openxmlformats.org/officeDocument/2006/relationships/image" Target="../media/image6.png"/><Relationship Id="rId12" Type="http://schemas.openxmlformats.org/officeDocument/2006/relationships/image" Target="../media/image45.png"/><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9.png"/><Relationship Id="rId4" Type="http://schemas.openxmlformats.org/officeDocument/2006/relationships/image" Target="../media/image35.png"/><Relationship Id="rId9" Type="http://schemas.openxmlformats.org/officeDocument/2006/relationships/image" Target="../media/image3.png"/><Relationship Id="rId5" Type="http://schemas.openxmlformats.org/officeDocument/2006/relationships/image" Target="../media/image7.png"/><Relationship Id="rId6" Type="http://schemas.openxmlformats.org/officeDocument/2006/relationships/image" Target="../media/image2.png"/><Relationship Id="rId7" Type="http://schemas.openxmlformats.org/officeDocument/2006/relationships/image" Target="../media/image11.png"/><Relationship Id="rId8" Type="http://schemas.openxmlformats.org/officeDocument/2006/relationships/image" Target="../media/image4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9.png"/><Relationship Id="rId4" Type="http://schemas.openxmlformats.org/officeDocument/2006/relationships/image" Target="../media/image48.png"/><Relationship Id="rId5" Type="http://schemas.openxmlformats.org/officeDocument/2006/relationships/image" Target="../media/image46.png"/><Relationship Id="rId6" Type="http://schemas.openxmlformats.org/officeDocument/2006/relationships/image" Target="../media/image6.png"/><Relationship Id="rId7" Type="http://schemas.openxmlformats.org/officeDocument/2006/relationships/image" Target="../media/image2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9.png"/><Relationship Id="rId4" Type="http://schemas.openxmlformats.org/officeDocument/2006/relationships/image" Target="../media/image48.png"/><Relationship Id="rId5" Type="http://schemas.openxmlformats.org/officeDocument/2006/relationships/image" Target="../media/image46.png"/><Relationship Id="rId6" Type="http://schemas.openxmlformats.org/officeDocument/2006/relationships/image" Target="../media/image6.png"/><Relationship Id="rId7" Type="http://schemas.openxmlformats.org/officeDocument/2006/relationships/image" Target="../media/image2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9.png"/><Relationship Id="rId4" Type="http://schemas.openxmlformats.org/officeDocument/2006/relationships/image" Target="../media/image48.png"/><Relationship Id="rId5" Type="http://schemas.openxmlformats.org/officeDocument/2006/relationships/image" Target="../media/image46.png"/><Relationship Id="rId6" Type="http://schemas.openxmlformats.org/officeDocument/2006/relationships/image" Target="../media/image6.png"/><Relationship Id="rId7" Type="http://schemas.openxmlformats.org/officeDocument/2006/relationships/image" Target="../media/image2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9.png"/><Relationship Id="rId4" Type="http://schemas.openxmlformats.org/officeDocument/2006/relationships/image" Target="../media/image48.png"/><Relationship Id="rId5" Type="http://schemas.openxmlformats.org/officeDocument/2006/relationships/image" Target="../media/image46.png"/><Relationship Id="rId6" Type="http://schemas.openxmlformats.org/officeDocument/2006/relationships/image" Target="../media/image6.png"/><Relationship Id="rId7" Type="http://schemas.openxmlformats.org/officeDocument/2006/relationships/image" Target="../media/image2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9.png"/><Relationship Id="rId4" Type="http://schemas.openxmlformats.org/officeDocument/2006/relationships/image" Target="../media/image3.png"/><Relationship Id="rId5" Type="http://schemas.openxmlformats.org/officeDocument/2006/relationships/image" Target="../media/image44.png"/><Relationship Id="rId6" Type="http://schemas.openxmlformats.org/officeDocument/2006/relationships/image" Target="../media/image4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6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56.jpg"/><Relationship Id="rId4" Type="http://schemas.openxmlformats.org/officeDocument/2006/relationships/image" Target="../media/image4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image" Target="../media/image56.jpg"/><Relationship Id="rId4" Type="http://schemas.openxmlformats.org/officeDocument/2006/relationships/image" Target="../media/image52.png"/><Relationship Id="rId5" Type="http://schemas.openxmlformats.org/officeDocument/2006/relationships/image" Target="../media/image6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 Id="rId3" Type="http://schemas.openxmlformats.org/officeDocument/2006/relationships/image" Target="../media/image56.jpg"/><Relationship Id="rId4" Type="http://schemas.openxmlformats.org/officeDocument/2006/relationships/image" Target="../media/image52.png"/><Relationship Id="rId5" Type="http://schemas.openxmlformats.org/officeDocument/2006/relationships/image" Target="../media/image6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 Id="rId3" Type="http://schemas.openxmlformats.org/officeDocument/2006/relationships/image" Target="../media/image66.png"/><Relationship Id="rId4" Type="http://schemas.openxmlformats.org/officeDocument/2006/relationships/image" Target="../media/image63.png"/><Relationship Id="rId5" Type="http://schemas.openxmlformats.org/officeDocument/2006/relationships/image" Target="../media/image51.png"/><Relationship Id="rId6" Type="http://schemas.openxmlformats.org/officeDocument/2006/relationships/image" Target="../media/image5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 Id="rId3" Type="http://schemas.openxmlformats.org/officeDocument/2006/relationships/image" Target="../media/image66.png"/><Relationship Id="rId4" Type="http://schemas.openxmlformats.org/officeDocument/2006/relationships/image" Target="../media/image5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 Id="rId3" Type="http://schemas.openxmlformats.org/officeDocument/2006/relationships/image" Target="../media/image66.png"/><Relationship Id="rId4" Type="http://schemas.openxmlformats.org/officeDocument/2006/relationships/image" Target="../media/image5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 Id="rId3" Type="http://schemas.openxmlformats.org/officeDocument/2006/relationships/image" Target="../media/image66.png"/><Relationship Id="rId4" Type="http://schemas.openxmlformats.org/officeDocument/2006/relationships/image" Target="../media/image6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 Id="rId3" Type="http://schemas.openxmlformats.org/officeDocument/2006/relationships/image" Target="../media/image56.jpg"/><Relationship Id="rId4" Type="http://schemas.openxmlformats.org/officeDocument/2006/relationships/image" Target="../media/image65.png"/><Relationship Id="rId5" Type="http://schemas.openxmlformats.org/officeDocument/2006/relationships/hyperlink" Target="http://git-scm.com/download/win" TargetMode="External"/><Relationship Id="rId6" Type="http://schemas.openxmlformats.org/officeDocument/2006/relationships/image" Target="../media/image5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 Id="rId3" Type="http://schemas.openxmlformats.org/officeDocument/2006/relationships/image" Target="../media/image56.jpg"/><Relationship Id="rId4" Type="http://schemas.openxmlformats.org/officeDocument/2006/relationships/image" Target="../media/image69.png"/><Relationship Id="rId5" Type="http://schemas.openxmlformats.org/officeDocument/2006/relationships/hyperlink" Target="https://education.github.com/pack" TargetMode="External"/><Relationship Id="rId6" Type="http://schemas.openxmlformats.org/officeDocument/2006/relationships/hyperlink" Target="https://www.gitkraken.com" TargetMode="External"/><Relationship Id="rId7" Type="http://schemas.openxmlformats.org/officeDocument/2006/relationships/image" Target="../media/image5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 Id="rId3" Type="http://schemas.openxmlformats.org/officeDocument/2006/relationships/image" Target="../media/image56.jpg"/><Relationship Id="rId4" Type="http://schemas.openxmlformats.org/officeDocument/2006/relationships/image" Target="../media/image69.png"/><Relationship Id="rId5" Type="http://schemas.openxmlformats.org/officeDocument/2006/relationships/image" Target="../media/image63.png"/><Relationship Id="rId6" Type="http://schemas.openxmlformats.org/officeDocument/2006/relationships/image" Target="../media/image5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 Id="rId3" Type="http://schemas.openxmlformats.org/officeDocument/2006/relationships/image" Target="../media/image71.png"/></Relationships>
</file>

<file path=ppt/slides/_rels/slide29.xml.rels><?xml version="1.0" encoding="UTF-8" standalone="yes"?><Relationships xmlns="http://schemas.openxmlformats.org/package/2006/relationships"><Relationship Id="rId11" Type="http://schemas.openxmlformats.org/officeDocument/2006/relationships/image" Target="../media/image16.png"/><Relationship Id="rId10" Type="http://schemas.openxmlformats.org/officeDocument/2006/relationships/image" Target="../media/image46.png"/><Relationship Id="rId13" Type="http://schemas.openxmlformats.org/officeDocument/2006/relationships/image" Target="../media/image19.png"/><Relationship Id="rId12" Type="http://schemas.openxmlformats.org/officeDocument/2006/relationships/image" Target="../media/image3.png"/><Relationship Id="rId1" Type="http://schemas.openxmlformats.org/officeDocument/2006/relationships/slideLayout" Target="../slideLayouts/slideLayout12.xml"/><Relationship Id="rId2" Type="http://schemas.openxmlformats.org/officeDocument/2006/relationships/notesSlide" Target="../notesSlides/notesSlide29.xml"/><Relationship Id="rId3" Type="http://schemas.openxmlformats.org/officeDocument/2006/relationships/image" Target="../media/image9.png"/><Relationship Id="rId4" Type="http://schemas.openxmlformats.org/officeDocument/2006/relationships/image" Target="../media/image35.png"/><Relationship Id="rId9" Type="http://schemas.openxmlformats.org/officeDocument/2006/relationships/image" Target="../media/image11.png"/><Relationship Id="rId15" Type="http://schemas.openxmlformats.org/officeDocument/2006/relationships/image" Target="../media/image13.png"/><Relationship Id="rId14" Type="http://schemas.openxmlformats.org/officeDocument/2006/relationships/image" Target="../media/image6.png"/><Relationship Id="rId16" Type="http://schemas.openxmlformats.org/officeDocument/2006/relationships/image" Target="../media/image28.png"/><Relationship Id="rId5" Type="http://schemas.openxmlformats.org/officeDocument/2006/relationships/image" Target="../media/image48.png"/><Relationship Id="rId6" Type="http://schemas.openxmlformats.org/officeDocument/2006/relationships/image" Target="../media/image7.png"/><Relationship Id="rId7" Type="http://schemas.openxmlformats.org/officeDocument/2006/relationships/image" Target="../media/image2.png"/><Relationship Id="rId8" Type="http://schemas.openxmlformats.org/officeDocument/2006/relationships/image" Target="../media/image74.png"/></Relationships>
</file>

<file path=ppt/slides/_rels/slide30.xml.rels><?xml version="1.0" encoding="UTF-8" standalone="yes"?><Relationships xmlns="http://schemas.openxmlformats.org/package/2006/relationships"><Relationship Id="rId11" Type="http://schemas.openxmlformats.org/officeDocument/2006/relationships/image" Target="../media/image16.png"/><Relationship Id="rId10" Type="http://schemas.openxmlformats.org/officeDocument/2006/relationships/image" Target="../media/image46.png"/><Relationship Id="rId13" Type="http://schemas.openxmlformats.org/officeDocument/2006/relationships/image" Target="../media/image19.png"/><Relationship Id="rId12" Type="http://schemas.openxmlformats.org/officeDocument/2006/relationships/image" Target="../media/image3.png"/><Relationship Id="rId1" Type="http://schemas.openxmlformats.org/officeDocument/2006/relationships/slideLayout" Target="../slideLayouts/slideLayout12.xml"/><Relationship Id="rId2" Type="http://schemas.openxmlformats.org/officeDocument/2006/relationships/notesSlide" Target="../notesSlides/notesSlide30.xml"/><Relationship Id="rId3" Type="http://schemas.openxmlformats.org/officeDocument/2006/relationships/image" Target="../media/image9.png"/><Relationship Id="rId4" Type="http://schemas.openxmlformats.org/officeDocument/2006/relationships/image" Target="../media/image35.png"/><Relationship Id="rId9" Type="http://schemas.openxmlformats.org/officeDocument/2006/relationships/image" Target="../media/image11.png"/><Relationship Id="rId15" Type="http://schemas.openxmlformats.org/officeDocument/2006/relationships/image" Target="../media/image13.png"/><Relationship Id="rId14" Type="http://schemas.openxmlformats.org/officeDocument/2006/relationships/image" Target="../media/image6.png"/><Relationship Id="rId16" Type="http://schemas.openxmlformats.org/officeDocument/2006/relationships/image" Target="../media/image28.png"/><Relationship Id="rId5" Type="http://schemas.openxmlformats.org/officeDocument/2006/relationships/image" Target="../media/image48.png"/><Relationship Id="rId6" Type="http://schemas.openxmlformats.org/officeDocument/2006/relationships/image" Target="../media/image7.png"/><Relationship Id="rId7" Type="http://schemas.openxmlformats.org/officeDocument/2006/relationships/image" Target="../media/image2.png"/><Relationship Id="rId8" Type="http://schemas.openxmlformats.org/officeDocument/2006/relationships/image" Target="../media/image74.png"/></Relationships>
</file>

<file path=ppt/slides/_rels/slide31.xml.rels><?xml version="1.0" encoding="UTF-8" standalone="yes"?><Relationships xmlns="http://schemas.openxmlformats.org/package/2006/relationships"><Relationship Id="rId11" Type="http://schemas.openxmlformats.org/officeDocument/2006/relationships/image" Target="../media/image16.png"/><Relationship Id="rId10" Type="http://schemas.openxmlformats.org/officeDocument/2006/relationships/image" Target="../media/image46.png"/><Relationship Id="rId13" Type="http://schemas.openxmlformats.org/officeDocument/2006/relationships/image" Target="../media/image19.png"/><Relationship Id="rId12" Type="http://schemas.openxmlformats.org/officeDocument/2006/relationships/image" Target="../media/image3.png"/><Relationship Id="rId1" Type="http://schemas.openxmlformats.org/officeDocument/2006/relationships/slideLayout" Target="../slideLayouts/slideLayout12.xml"/><Relationship Id="rId2" Type="http://schemas.openxmlformats.org/officeDocument/2006/relationships/notesSlide" Target="../notesSlides/notesSlide31.xml"/><Relationship Id="rId3" Type="http://schemas.openxmlformats.org/officeDocument/2006/relationships/image" Target="../media/image9.png"/><Relationship Id="rId4" Type="http://schemas.openxmlformats.org/officeDocument/2006/relationships/image" Target="../media/image35.png"/><Relationship Id="rId9" Type="http://schemas.openxmlformats.org/officeDocument/2006/relationships/image" Target="../media/image11.png"/><Relationship Id="rId15" Type="http://schemas.openxmlformats.org/officeDocument/2006/relationships/image" Target="../media/image13.png"/><Relationship Id="rId14" Type="http://schemas.openxmlformats.org/officeDocument/2006/relationships/image" Target="../media/image6.png"/><Relationship Id="rId17" Type="http://schemas.openxmlformats.org/officeDocument/2006/relationships/hyperlink" Target="https://www.luisllamas.es/como-usar-objetos-python/" TargetMode="External"/><Relationship Id="rId16" Type="http://schemas.openxmlformats.org/officeDocument/2006/relationships/image" Target="../media/image28.png"/><Relationship Id="rId5" Type="http://schemas.openxmlformats.org/officeDocument/2006/relationships/image" Target="../media/image48.png"/><Relationship Id="rId19" Type="http://schemas.openxmlformats.org/officeDocument/2006/relationships/hyperlink" Target="https://www.atlassian.com/es/git/glossary#commands" TargetMode="External"/><Relationship Id="rId6" Type="http://schemas.openxmlformats.org/officeDocument/2006/relationships/image" Target="../media/image7.png"/><Relationship Id="rId18" Type="http://schemas.openxmlformats.org/officeDocument/2006/relationships/hyperlink" Target="https://about.gitlab.com/es/topics/version-control/" TargetMode="External"/><Relationship Id="rId7" Type="http://schemas.openxmlformats.org/officeDocument/2006/relationships/image" Target="../media/image2.png"/><Relationship Id="rId8" Type="http://schemas.openxmlformats.org/officeDocument/2006/relationships/image" Target="../media/image74.png"/></Relationships>
</file>

<file path=ppt/slides/_rels/slide32.xml.rels><?xml version="1.0" encoding="UTF-8" standalone="yes"?><Relationships xmlns="http://schemas.openxmlformats.org/package/2006/relationships"><Relationship Id="rId11" Type="http://schemas.openxmlformats.org/officeDocument/2006/relationships/image" Target="../media/image16.png"/><Relationship Id="rId10" Type="http://schemas.openxmlformats.org/officeDocument/2006/relationships/image" Target="../media/image46.png"/><Relationship Id="rId13" Type="http://schemas.openxmlformats.org/officeDocument/2006/relationships/image" Target="../media/image19.png"/><Relationship Id="rId12" Type="http://schemas.openxmlformats.org/officeDocument/2006/relationships/image" Target="../media/image3.png"/><Relationship Id="rId1" Type="http://schemas.openxmlformats.org/officeDocument/2006/relationships/slideLayout" Target="../slideLayouts/slideLayout12.xml"/><Relationship Id="rId2" Type="http://schemas.openxmlformats.org/officeDocument/2006/relationships/notesSlide" Target="../notesSlides/notesSlide32.xml"/><Relationship Id="rId3" Type="http://schemas.openxmlformats.org/officeDocument/2006/relationships/image" Target="../media/image9.png"/><Relationship Id="rId4" Type="http://schemas.openxmlformats.org/officeDocument/2006/relationships/image" Target="../media/image35.png"/><Relationship Id="rId9" Type="http://schemas.openxmlformats.org/officeDocument/2006/relationships/image" Target="../media/image11.png"/><Relationship Id="rId15" Type="http://schemas.openxmlformats.org/officeDocument/2006/relationships/image" Target="../media/image13.png"/><Relationship Id="rId14" Type="http://schemas.openxmlformats.org/officeDocument/2006/relationships/image" Target="../media/image6.png"/><Relationship Id="rId17" Type="http://schemas.openxmlformats.org/officeDocument/2006/relationships/image" Target="../media/image73.png"/><Relationship Id="rId16" Type="http://schemas.openxmlformats.org/officeDocument/2006/relationships/image" Target="../media/image28.png"/><Relationship Id="rId5" Type="http://schemas.openxmlformats.org/officeDocument/2006/relationships/image" Target="../media/image48.png"/><Relationship Id="rId6" Type="http://schemas.openxmlformats.org/officeDocument/2006/relationships/image" Target="../media/image7.png"/><Relationship Id="rId7" Type="http://schemas.openxmlformats.org/officeDocument/2006/relationships/image" Target="../media/image2.png"/><Relationship Id="rId8" Type="http://schemas.openxmlformats.org/officeDocument/2006/relationships/image" Target="../media/image7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1"/>
          <p:cNvSpPr/>
          <p:nvPr/>
        </p:nvSpPr>
        <p:spPr>
          <a:xfrm rot="-5400000">
            <a:off x="2037400" y="-2000250"/>
            <a:ext cx="5143500" cy="9144000"/>
          </a:xfrm>
          <a:custGeom>
            <a:rect b="b" l="l" r="r" t="t"/>
            <a:pathLst>
              <a:path extrusionOk="0" h="18288000" w="10287000">
                <a:moveTo>
                  <a:pt x="10287000" y="0"/>
                </a:moveTo>
                <a:lnTo>
                  <a:pt x="10287000" y="18288000"/>
                </a:lnTo>
                <a:lnTo>
                  <a:pt x="0" y="18288000"/>
                </a:lnTo>
                <a:lnTo>
                  <a:pt x="0" y="0"/>
                </a:lnTo>
                <a:lnTo>
                  <a:pt x="10287000" y="0"/>
                </a:lnTo>
                <a:close/>
              </a:path>
            </a:pathLst>
          </a:custGeom>
          <a:blipFill rotWithShape="1">
            <a:blip r:embed="rId3">
              <a:alphaModFix/>
            </a:blip>
            <a:stretch>
              <a:fillRect b="-2735" l="-71846" r="-74126" t="-3624"/>
            </a:stretch>
          </a:blipFill>
          <a:ln>
            <a:noFill/>
          </a:ln>
        </p:spPr>
      </p:sp>
      <p:sp>
        <p:nvSpPr>
          <p:cNvPr id="175" name="Google Shape;175;p1"/>
          <p:cNvSpPr/>
          <p:nvPr/>
        </p:nvSpPr>
        <p:spPr>
          <a:xfrm>
            <a:off x="6270654" y="0"/>
            <a:ext cx="2873346" cy="855890"/>
          </a:xfrm>
          <a:custGeom>
            <a:rect b="b" l="l" r="r" t="t"/>
            <a:pathLst>
              <a:path extrusionOk="0" h="1711780" w="5746691">
                <a:moveTo>
                  <a:pt x="0" y="0"/>
                </a:moveTo>
                <a:lnTo>
                  <a:pt x="5746691" y="0"/>
                </a:lnTo>
                <a:lnTo>
                  <a:pt x="5746691" y="1711780"/>
                </a:lnTo>
                <a:lnTo>
                  <a:pt x="0" y="1711780"/>
                </a:lnTo>
                <a:lnTo>
                  <a:pt x="0" y="0"/>
                </a:lnTo>
                <a:close/>
              </a:path>
            </a:pathLst>
          </a:custGeom>
          <a:blipFill rotWithShape="1">
            <a:blip r:embed="rId4">
              <a:alphaModFix/>
            </a:blip>
            <a:stretch>
              <a:fillRect b="0" l="0" r="0" t="0"/>
            </a:stretch>
          </a:blipFill>
          <a:ln>
            <a:noFill/>
          </a:ln>
        </p:spPr>
      </p:sp>
      <p:sp>
        <p:nvSpPr>
          <p:cNvPr id="176" name="Google Shape;176;p1"/>
          <p:cNvSpPr txBox="1"/>
          <p:nvPr/>
        </p:nvSpPr>
        <p:spPr>
          <a:xfrm>
            <a:off x="531651" y="3497125"/>
            <a:ext cx="7890300" cy="3849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2500"/>
              <a:buFont typeface="Arial"/>
              <a:buNone/>
            </a:pPr>
            <a:r>
              <a:rPr b="1" i="0" lang="es" sz="2500" u="none" cap="none" strike="noStrike">
                <a:solidFill>
                  <a:srgbClr val="131416"/>
                </a:solidFill>
                <a:latin typeface="Open Sans"/>
                <a:ea typeface="Open Sans"/>
                <a:cs typeface="Open Sans"/>
                <a:sym typeface="Open Sans"/>
              </a:rPr>
              <a:t>Introducción a la Programación y Computación 2</a:t>
            </a:r>
            <a:endParaRPr b="1" i="0" sz="2500" u="none" cap="none" strike="noStrike">
              <a:solidFill>
                <a:srgbClr val="131416"/>
              </a:solidFill>
              <a:latin typeface="Open Sans"/>
              <a:ea typeface="Open Sans"/>
              <a:cs typeface="Open Sans"/>
              <a:sym typeface="Open Sans"/>
            </a:endParaRPr>
          </a:p>
        </p:txBody>
      </p:sp>
      <p:sp>
        <p:nvSpPr>
          <p:cNvPr id="177" name="Google Shape;177;p1"/>
          <p:cNvSpPr txBox="1"/>
          <p:nvPr/>
        </p:nvSpPr>
        <p:spPr>
          <a:xfrm>
            <a:off x="1343750" y="1476850"/>
            <a:ext cx="7078200" cy="16992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4600"/>
              <a:buFont typeface="Arial"/>
              <a:buNone/>
            </a:pPr>
            <a:r>
              <a:rPr b="1" i="0" lang="es" sz="4600" u="none" cap="none" strike="noStrike">
                <a:solidFill>
                  <a:srgbClr val="131416"/>
                </a:solidFill>
                <a:latin typeface="DM Sans"/>
                <a:ea typeface="DM Sans"/>
                <a:cs typeface="DM Sans"/>
                <a:sym typeface="DM Sans"/>
              </a:rPr>
              <a:t>Introducción a Python Manejo de versiones </a:t>
            </a:r>
            <a:endParaRPr b="0" i="0" sz="700" u="none" cap="none" strike="noStrike">
              <a:solidFill>
                <a:srgbClr val="000000"/>
              </a:solidFill>
              <a:latin typeface="DM Sans"/>
              <a:ea typeface="DM Sans"/>
              <a:cs typeface="DM Sans"/>
              <a:sym typeface="DM Sans"/>
            </a:endParaRPr>
          </a:p>
        </p:txBody>
      </p:sp>
      <p:sp>
        <p:nvSpPr>
          <p:cNvPr id="178" name="Google Shape;178;p1"/>
          <p:cNvSpPr txBox="1"/>
          <p:nvPr/>
        </p:nvSpPr>
        <p:spPr>
          <a:xfrm>
            <a:off x="578051" y="3945551"/>
            <a:ext cx="3490800" cy="1848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1200"/>
              <a:buFont typeface="Arial"/>
              <a:buNone/>
            </a:pPr>
            <a:r>
              <a:rPr b="1" i="0" lang="es" sz="1200" u="none" cap="none" strike="noStrike">
                <a:solidFill>
                  <a:srgbClr val="131416"/>
                </a:solidFill>
                <a:latin typeface="Open Sans"/>
                <a:ea typeface="Open Sans"/>
                <a:cs typeface="Open Sans"/>
                <a:sym typeface="Open Sans"/>
              </a:rPr>
              <a:t>Escuela de Ingeniería de Ciencias Y Sistemas</a:t>
            </a:r>
            <a:endParaRPr b="1" i="0" sz="1200" u="none" cap="none" strike="noStrike">
              <a:solidFill>
                <a:srgbClr val="131416"/>
              </a:solidFill>
              <a:latin typeface="Open Sans"/>
              <a:ea typeface="Open Sans"/>
              <a:cs typeface="Open Sans"/>
              <a:sym typeface="Open Sans"/>
            </a:endParaRPr>
          </a:p>
        </p:txBody>
      </p:sp>
      <p:sp>
        <p:nvSpPr>
          <p:cNvPr id="179" name="Google Shape;179;p1"/>
          <p:cNvSpPr txBox="1"/>
          <p:nvPr/>
        </p:nvSpPr>
        <p:spPr>
          <a:xfrm>
            <a:off x="656500" y="4193863"/>
            <a:ext cx="3333900" cy="184800"/>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Clr>
                <a:srgbClr val="000000"/>
              </a:buClr>
              <a:buSzPts val="1200"/>
              <a:buFont typeface="Arial"/>
              <a:buNone/>
            </a:pPr>
            <a:r>
              <a:rPr b="1" i="0" lang="es" sz="1200" u="none" cap="none" strike="noStrike">
                <a:solidFill>
                  <a:srgbClr val="131416"/>
                </a:solidFill>
                <a:latin typeface="Open Sans"/>
                <a:ea typeface="Open Sans"/>
                <a:cs typeface="Open Sans"/>
                <a:sym typeface="Open Sans"/>
              </a:rPr>
              <a:t>Facultad de Ingeniería</a:t>
            </a:r>
            <a:endParaRPr b="1" i="0" sz="1200" u="none" cap="none" strike="noStrike">
              <a:solidFill>
                <a:srgbClr val="131416"/>
              </a:solidFill>
              <a:latin typeface="Open Sans"/>
              <a:ea typeface="Open Sans"/>
              <a:cs typeface="Open Sans"/>
              <a:sym typeface="Open Sans"/>
            </a:endParaRPr>
          </a:p>
        </p:txBody>
      </p:sp>
      <p:sp>
        <p:nvSpPr>
          <p:cNvPr id="180" name="Google Shape;180;p1"/>
          <p:cNvSpPr txBox="1"/>
          <p:nvPr/>
        </p:nvSpPr>
        <p:spPr>
          <a:xfrm>
            <a:off x="656500" y="4490102"/>
            <a:ext cx="4057800" cy="184800"/>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Clr>
                <a:srgbClr val="000000"/>
              </a:buClr>
              <a:buSzPts val="1200"/>
              <a:buFont typeface="Arial"/>
              <a:buNone/>
            </a:pPr>
            <a:r>
              <a:rPr b="1" i="0" lang="es" sz="1200" u="none" cap="none" strike="noStrike">
                <a:solidFill>
                  <a:srgbClr val="131416"/>
                </a:solidFill>
                <a:latin typeface="Open Sans"/>
                <a:ea typeface="Open Sans"/>
                <a:cs typeface="Open Sans"/>
                <a:sym typeface="Open Sans"/>
              </a:rPr>
              <a:t>Universidad de San Carlos de Guatemala</a:t>
            </a:r>
            <a:endParaRPr b="0" i="0" sz="700" u="none" cap="none" strike="noStrike">
              <a:solidFill>
                <a:srgbClr val="000000"/>
              </a:solidFill>
              <a:latin typeface="Arial"/>
              <a:ea typeface="Arial"/>
              <a:cs typeface="Arial"/>
              <a:sym typeface="Arial"/>
            </a:endParaRPr>
          </a:p>
        </p:txBody>
      </p:sp>
      <p:sp>
        <p:nvSpPr>
          <p:cNvPr id="181" name="Google Shape;181;p1"/>
          <p:cNvSpPr/>
          <p:nvPr/>
        </p:nvSpPr>
        <p:spPr>
          <a:xfrm>
            <a:off x="-1313224" y="4508997"/>
            <a:ext cx="2449974" cy="1672107"/>
          </a:xfrm>
          <a:custGeom>
            <a:rect b="b" l="l" r="r" t="t"/>
            <a:pathLst>
              <a:path extrusionOk="0" h="3344214" w="4899948">
                <a:moveTo>
                  <a:pt x="0" y="0"/>
                </a:moveTo>
                <a:lnTo>
                  <a:pt x="4899947" y="0"/>
                </a:lnTo>
                <a:lnTo>
                  <a:pt x="4899947" y="3344214"/>
                </a:lnTo>
                <a:lnTo>
                  <a:pt x="0" y="3344214"/>
                </a:lnTo>
                <a:lnTo>
                  <a:pt x="0" y="0"/>
                </a:lnTo>
                <a:close/>
              </a:path>
            </a:pathLst>
          </a:custGeom>
          <a:blipFill rotWithShape="1">
            <a:blip r:embed="rId5">
              <a:alphaModFix/>
            </a:blip>
            <a:stretch>
              <a:fillRect b="0" l="0" r="0" t="0"/>
            </a:stretch>
          </a:blipFill>
          <a:ln>
            <a:noFill/>
          </a:ln>
        </p:spPr>
      </p:sp>
      <p:sp>
        <p:nvSpPr>
          <p:cNvPr id="182" name="Google Shape;182;p1"/>
          <p:cNvSpPr/>
          <p:nvPr/>
        </p:nvSpPr>
        <p:spPr>
          <a:xfrm>
            <a:off x="7107602" y="4270068"/>
            <a:ext cx="2301157" cy="1809285"/>
          </a:xfrm>
          <a:custGeom>
            <a:rect b="b" l="l" r="r" t="t"/>
            <a:pathLst>
              <a:path extrusionOk="0" h="3618569" w="4602314">
                <a:moveTo>
                  <a:pt x="0" y="0"/>
                </a:moveTo>
                <a:lnTo>
                  <a:pt x="4602314" y="0"/>
                </a:lnTo>
                <a:lnTo>
                  <a:pt x="4602314" y="3618570"/>
                </a:lnTo>
                <a:lnTo>
                  <a:pt x="0" y="3618570"/>
                </a:lnTo>
                <a:lnTo>
                  <a:pt x="0" y="0"/>
                </a:lnTo>
                <a:close/>
              </a:path>
            </a:pathLst>
          </a:custGeom>
          <a:blipFill rotWithShape="1">
            <a:blip r:embed="rId6">
              <a:alphaModFix/>
            </a:blip>
            <a:stretch>
              <a:fillRect b="0" l="0" r="0" t="0"/>
            </a:stretch>
          </a:blipFill>
          <a:ln>
            <a:noFill/>
          </a:ln>
        </p:spPr>
      </p:sp>
      <p:sp>
        <p:nvSpPr>
          <p:cNvPr id="183" name="Google Shape;183;p1"/>
          <p:cNvSpPr/>
          <p:nvPr/>
        </p:nvSpPr>
        <p:spPr>
          <a:xfrm>
            <a:off x="-337078" y="-536315"/>
            <a:ext cx="2449974" cy="1534296"/>
          </a:xfrm>
          <a:custGeom>
            <a:rect b="b" l="l" r="r" t="t"/>
            <a:pathLst>
              <a:path extrusionOk="0" h="3068592" w="4899948">
                <a:moveTo>
                  <a:pt x="0" y="0"/>
                </a:moveTo>
                <a:lnTo>
                  <a:pt x="4899948" y="0"/>
                </a:lnTo>
                <a:lnTo>
                  <a:pt x="4899948" y="3068592"/>
                </a:lnTo>
                <a:lnTo>
                  <a:pt x="0" y="3068592"/>
                </a:lnTo>
                <a:lnTo>
                  <a:pt x="0" y="0"/>
                </a:lnTo>
                <a:close/>
              </a:path>
            </a:pathLst>
          </a:custGeom>
          <a:blipFill rotWithShape="1">
            <a:blip r:embed="rId7">
              <a:alphaModFix/>
            </a:blip>
            <a:stretch>
              <a:fillRect b="0" l="0" r="0" t="0"/>
            </a:stretch>
          </a:blipFill>
          <a:ln>
            <a:noFill/>
          </a:ln>
        </p:spPr>
      </p:sp>
      <p:sp>
        <p:nvSpPr>
          <p:cNvPr id="184" name="Google Shape;184;p1"/>
          <p:cNvSpPr/>
          <p:nvPr/>
        </p:nvSpPr>
        <p:spPr>
          <a:xfrm>
            <a:off x="5069468" y="4629150"/>
            <a:ext cx="2038135" cy="1431790"/>
          </a:xfrm>
          <a:custGeom>
            <a:rect b="b" l="l" r="r" t="t"/>
            <a:pathLst>
              <a:path extrusionOk="0" h="2863579" w="4076270">
                <a:moveTo>
                  <a:pt x="0" y="0"/>
                </a:moveTo>
                <a:lnTo>
                  <a:pt x="4076270" y="0"/>
                </a:lnTo>
                <a:lnTo>
                  <a:pt x="4076270" y="2863579"/>
                </a:lnTo>
                <a:lnTo>
                  <a:pt x="0" y="2863579"/>
                </a:lnTo>
                <a:lnTo>
                  <a:pt x="0" y="0"/>
                </a:lnTo>
                <a:close/>
              </a:path>
            </a:pathLst>
          </a:custGeom>
          <a:blipFill rotWithShape="1">
            <a:blip r:embed="rId8">
              <a:alphaModFix/>
            </a:blip>
            <a:stretch>
              <a:fillRect b="0" l="0" r="0" t="0"/>
            </a:stretch>
          </a:blipFill>
          <a:ln>
            <a:noFill/>
          </a:ln>
        </p:spPr>
      </p:sp>
      <p:sp>
        <p:nvSpPr>
          <p:cNvPr id="185" name="Google Shape;185;p1"/>
          <p:cNvSpPr/>
          <p:nvPr/>
        </p:nvSpPr>
        <p:spPr>
          <a:xfrm>
            <a:off x="3704661" y="-1350050"/>
            <a:ext cx="2746529" cy="2057400"/>
          </a:xfrm>
          <a:custGeom>
            <a:rect b="b" l="l" r="r" t="t"/>
            <a:pathLst>
              <a:path extrusionOk="0" h="4114800" w="5493058">
                <a:moveTo>
                  <a:pt x="0" y="0"/>
                </a:moveTo>
                <a:lnTo>
                  <a:pt x="5493058" y="0"/>
                </a:lnTo>
                <a:lnTo>
                  <a:pt x="5493058" y="4114800"/>
                </a:lnTo>
                <a:lnTo>
                  <a:pt x="0" y="4114800"/>
                </a:lnTo>
                <a:lnTo>
                  <a:pt x="0" y="0"/>
                </a:lnTo>
                <a:close/>
              </a:path>
            </a:pathLst>
          </a:custGeom>
          <a:blipFill rotWithShape="1">
            <a:blip r:embed="rId9">
              <a:alphaModFix/>
            </a:blip>
            <a:stretch>
              <a:fillRect b="0" l="0" r="0" t="0"/>
            </a:stretch>
          </a:blipFill>
          <a:ln>
            <a:noFill/>
          </a:ln>
        </p:spPr>
      </p:sp>
      <p:sp>
        <p:nvSpPr>
          <p:cNvPr id="186" name="Google Shape;186;p1"/>
          <p:cNvSpPr/>
          <p:nvPr/>
        </p:nvSpPr>
        <p:spPr>
          <a:xfrm rot="4741666">
            <a:off x="-1480973" y="1832278"/>
            <a:ext cx="2443761" cy="1365451"/>
          </a:xfrm>
          <a:custGeom>
            <a:rect b="b" l="l" r="r" t="t"/>
            <a:pathLst>
              <a:path extrusionOk="0" h="2735694" w="4896097">
                <a:moveTo>
                  <a:pt x="0" y="0"/>
                </a:moveTo>
                <a:lnTo>
                  <a:pt x="4896097" y="0"/>
                </a:lnTo>
                <a:lnTo>
                  <a:pt x="4896097" y="2735694"/>
                </a:lnTo>
                <a:lnTo>
                  <a:pt x="0" y="2735694"/>
                </a:lnTo>
                <a:lnTo>
                  <a:pt x="0" y="0"/>
                </a:lnTo>
                <a:close/>
              </a:path>
            </a:pathLst>
          </a:custGeom>
          <a:blipFill rotWithShape="1">
            <a:blip r:embed="rId10">
              <a:alphaModFix/>
            </a:blip>
            <a:stretch>
              <a:fillRect b="0" l="0" r="0" t="0"/>
            </a:stretch>
          </a:blipFill>
          <a:ln>
            <a:noFill/>
          </a:ln>
        </p:spPr>
      </p:sp>
      <p:sp>
        <p:nvSpPr>
          <p:cNvPr id="187" name="Google Shape;187;p1"/>
          <p:cNvSpPr/>
          <p:nvPr/>
        </p:nvSpPr>
        <p:spPr>
          <a:xfrm>
            <a:off x="2415741" y="-813253"/>
            <a:ext cx="1446381" cy="1459651"/>
          </a:xfrm>
          <a:custGeom>
            <a:rect b="b" l="l" r="r" t="t"/>
            <a:pathLst>
              <a:path extrusionOk="0" h="2919301" w="2892762">
                <a:moveTo>
                  <a:pt x="0" y="0"/>
                </a:moveTo>
                <a:lnTo>
                  <a:pt x="2892761" y="0"/>
                </a:lnTo>
                <a:lnTo>
                  <a:pt x="2892761" y="2919300"/>
                </a:lnTo>
                <a:lnTo>
                  <a:pt x="0" y="2919300"/>
                </a:lnTo>
                <a:lnTo>
                  <a:pt x="0" y="0"/>
                </a:lnTo>
                <a:close/>
              </a:path>
            </a:pathLst>
          </a:custGeom>
          <a:blipFill rotWithShape="1">
            <a:blip r:embed="rId11">
              <a:alphaModFix/>
            </a:blip>
            <a:stretch>
              <a:fillRect b="0" l="0" r="0" t="0"/>
            </a:stretch>
          </a:blipFill>
          <a:ln>
            <a:noFill/>
          </a:ln>
        </p:spPr>
      </p:sp>
      <p:sp>
        <p:nvSpPr>
          <p:cNvPr id="188" name="Google Shape;188;p1"/>
          <p:cNvSpPr/>
          <p:nvPr/>
        </p:nvSpPr>
        <p:spPr>
          <a:xfrm>
            <a:off x="8629650" y="1131171"/>
            <a:ext cx="1787771" cy="1787771"/>
          </a:xfrm>
          <a:custGeom>
            <a:rect b="b" l="l" r="r" t="t"/>
            <a:pathLst>
              <a:path extrusionOk="0" h="3575541" w="3575541">
                <a:moveTo>
                  <a:pt x="0" y="0"/>
                </a:moveTo>
                <a:lnTo>
                  <a:pt x="3575541" y="0"/>
                </a:lnTo>
                <a:lnTo>
                  <a:pt x="3575541" y="3575541"/>
                </a:lnTo>
                <a:lnTo>
                  <a:pt x="0" y="3575541"/>
                </a:lnTo>
                <a:lnTo>
                  <a:pt x="0" y="0"/>
                </a:lnTo>
                <a:close/>
              </a:path>
            </a:pathLst>
          </a:custGeom>
          <a:blipFill rotWithShape="1">
            <a:blip r:embed="rId12">
              <a:alphaModFix/>
            </a:blip>
            <a:stretch>
              <a:fillRect b="0" l="0" r="0" t="0"/>
            </a:stretch>
          </a:blipFill>
          <a:ln>
            <a:noFill/>
          </a:ln>
        </p:spPr>
      </p:sp>
      <p:sp>
        <p:nvSpPr>
          <p:cNvPr id="189" name="Google Shape;189;p1"/>
          <p:cNvSpPr/>
          <p:nvPr/>
        </p:nvSpPr>
        <p:spPr>
          <a:xfrm>
            <a:off x="1387400" y="4690519"/>
            <a:ext cx="1293510" cy="1193263"/>
          </a:xfrm>
          <a:custGeom>
            <a:rect b="b" l="l" r="r" t="t"/>
            <a:pathLst>
              <a:path extrusionOk="0" h="2386526" w="2587020">
                <a:moveTo>
                  <a:pt x="0" y="0"/>
                </a:moveTo>
                <a:lnTo>
                  <a:pt x="2587020" y="0"/>
                </a:lnTo>
                <a:lnTo>
                  <a:pt x="2587020" y="2386526"/>
                </a:lnTo>
                <a:lnTo>
                  <a:pt x="0" y="2386526"/>
                </a:lnTo>
                <a:lnTo>
                  <a:pt x="0" y="0"/>
                </a:lnTo>
                <a:close/>
              </a:path>
            </a:pathLst>
          </a:custGeom>
          <a:blipFill rotWithShape="1">
            <a:blip r:embed="rId13">
              <a:alphaModFix/>
            </a:blip>
            <a:stretch>
              <a:fillRect b="0" l="0" r="0" t="0"/>
            </a:stretch>
          </a:blipFill>
          <a:ln>
            <a:noFill/>
          </a:ln>
        </p:spPr>
      </p:sp>
      <p:sp>
        <p:nvSpPr>
          <p:cNvPr id="190" name="Google Shape;190;p1"/>
          <p:cNvSpPr/>
          <p:nvPr/>
        </p:nvSpPr>
        <p:spPr>
          <a:xfrm rot="-5279728">
            <a:off x="8220571" y="3485016"/>
            <a:ext cx="1692529" cy="577575"/>
          </a:xfrm>
          <a:custGeom>
            <a:rect b="b" l="l" r="r" t="t"/>
            <a:pathLst>
              <a:path extrusionOk="0" h="1154444" w="3382987">
                <a:moveTo>
                  <a:pt x="0" y="0"/>
                </a:moveTo>
                <a:lnTo>
                  <a:pt x="3382987" y="0"/>
                </a:lnTo>
                <a:lnTo>
                  <a:pt x="3382987" y="1154445"/>
                </a:lnTo>
                <a:lnTo>
                  <a:pt x="0" y="1154445"/>
                </a:lnTo>
                <a:lnTo>
                  <a:pt x="0" y="0"/>
                </a:lnTo>
                <a:close/>
              </a:path>
            </a:pathLst>
          </a:custGeom>
          <a:blipFill rotWithShape="1">
            <a:blip r:embed="rId14">
              <a:alphaModFix/>
            </a:blip>
            <a:stretch>
              <a:fillRect b="0" l="0" r="0" t="0"/>
            </a:stretch>
          </a:blipFill>
          <a:ln>
            <a:noFill/>
          </a:ln>
        </p:spPr>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2"/>
          <p:cNvSpPr/>
          <p:nvPr/>
        </p:nvSpPr>
        <p:spPr>
          <a:xfrm rot="-5400000">
            <a:off x="2037400" y="-2000250"/>
            <a:ext cx="5143500" cy="9144000"/>
          </a:xfrm>
          <a:custGeom>
            <a:rect b="b" l="l" r="r" t="t"/>
            <a:pathLst>
              <a:path extrusionOk="0" h="18288000" w="10287000">
                <a:moveTo>
                  <a:pt x="10287000" y="0"/>
                </a:moveTo>
                <a:lnTo>
                  <a:pt x="10287000" y="18288000"/>
                </a:lnTo>
                <a:lnTo>
                  <a:pt x="0" y="18288000"/>
                </a:lnTo>
                <a:lnTo>
                  <a:pt x="0" y="0"/>
                </a:lnTo>
                <a:lnTo>
                  <a:pt x="10287000" y="0"/>
                </a:lnTo>
                <a:close/>
              </a:path>
            </a:pathLst>
          </a:custGeom>
          <a:blipFill rotWithShape="1">
            <a:blip r:embed="rId3">
              <a:alphaModFix/>
            </a:blip>
            <a:stretch>
              <a:fillRect b="-2735" l="-71846" r="-74126" t="-3624"/>
            </a:stretch>
          </a:blipFill>
          <a:ln>
            <a:noFill/>
          </a:ln>
        </p:spPr>
      </p:sp>
      <p:sp>
        <p:nvSpPr>
          <p:cNvPr id="196" name="Google Shape;196;p2"/>
          <p:cNvSpPr/>
          <p:nvPr/>
        </p:nvSpPr>
        <p:spPr>
          <a:xfrm>
            <a:off x="439327" y="2370221"/>
            <a:ext cx="226679" cy="275047"/>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4">
              <a:alphaModFix/>
            </a:blip>
            <a:stretch>
              <a:fillRect b="0" l="0" r="0" t="0"/>
            </a:stretch>
          </a:blipFill>
          <a:ln>
            <a:noFill/>
          </a:ln>
        </p:spPr>
      </p:sp>
      <p:sp>
        <p:nvSpPr>
          <p:cNvPr id="197" name="Google Shape;197;p2"/>
          <p:cNvSpPr/>
          <p:nvPr/>
        </p:nvSpPr>
        <p:spPr>
          <a:xfrm>
            <a:off x="325877" y="1714868"/>
            <a:ext cx="376946" cy="436464"/>
          </a:xfrm>
          <a:custGeom>
            <a:rect b="b" l="l" r="r" t="t"/>
            <a:pathLst>
              <a:path extrusionOk="0" h="872928" w="753892">
                <a:moveTo>
                  <a:pt x="0" y="0"/>
                </a:moveTo>
                <a:lnTo>
                  <a:pt x="753892" y="0"/>
                </a:lnTo>
                <a:lnTo>
                  <a:pt x="753892" y="872927"/>
                </a:lnTo>
                <a:lnTo>
                  <a:pt x="0" y="872927"/>
                </a:lnTo>
                <a:lnTo>
                  <a:pt x="0" y="0"/>
                </a:lnTo>
                <a:close/>
              </a:path>
            </a:pathLst>
          </a:custGeom>
          <a:blipFill rotWithShape="1">
            <a:blip r:embed="rId5">
              <a:alphaModFix/>
            </a:blip>
            <a:stretch>
              <a:fillRect b="0" l="0" r="0" t="0"/>
            </a:stretch>
          </a:blipFill>
          <a:ln>
            <a:noFill/>
          </a:ln>
        </p:spPr>
      </p:sp>
      <p:sp>
        <p:nvSpPr>
          <p:cNvPr id="198" name="Google Shape;198;p2"/>
          <p:cNvSpPr txBox="1"/>
          <p:nvPr/>
        </p:nvSpPr>
        <p:spPr>
          <a:xfrm>
            <a:off x="325875" y="245525"/>
            <a:ext cx="3855300" cy="11544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7500"/>
              <a:buFont typeface="Arial"/>
              <a:buNone/>
            </a:pPr>
            <a:r>
              <a:rPr b="0" i="0" lang="es" sz="7500" u="none" cap="none" strike="noStrike">
                <a:solidFill>
                  <a:srgbClr val="131416"/>
                </a:solidFill>
                <a:latin typeface="Pacifico"/>
                <a:ea typeface="Pacifico"/>
                <a:cs typeface="Pacifico"/>
                <a:sym typeface="Pacifico"/>
              </a:rPr>
              <a:t>Agenda</a:t>
            </a:r>
            <a:endParaRPr b="0" i="0" sz="700" u="none" cap="none" strike="noStrike">
              <a:solidFill>
                <a:srgbClr val="000000"/>
              </a:solidFill>
              <a:latin typeface="Pacifico"/>
              <a:ea typeface="Pacifico"/>
              <a:cs typeface="Pacifico"/>
              <a:sym typeface="Pacifico"/>
            </a:endParaRPr>
          </a:p>
        </p:txBody>
      </p:sp>
      <p:sp>
        <p:nvSpPr>
          <p:cNvPr id="199" name="Google Shape;199;p2"/>
          <p:cNvSpPr txBox="1"/>
          <p:nvPr/>
        </p:nvSpPr>
        <p:spPr>
          <a:xfrm>
            <a:off x="933495" y="1506994"/>
            <a:ext cx="1840689" cy="777964"/>
          </a:xfrm>
          <a:prstGeom prst="rect">
            <a:avLst/>
          </a:prstGeom>
          <a:noFill/>
          <a:ln>
            <a:noFill/>
          </a:ln>
        </p:spPr>
        <p:txBody>
          <a:bodyPr anchorCtr="0" anchor="ctr" bIns="25400" lIns="25400" spcFirstLastPara="1" rIns="25400" wrap="square" tIns="25400">
            <a:noAutofit/>
          </a:bodyPr>
          <a:lstStyle/>
          <a:p>
            <a:pPr indent="0" lvl="0" marL="0" marR="0" rtl="0" algn="ctr">
              <a:lnSpc>
                <a:spcPct val="148017"/>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RECORDATORIOS</a:t>
            </a:r>
            <a:endParaRPr b="0" i="0" sz="700" u="none" cap="none" strike="noStrike">
              <a:solidFill>
                <a:srgbClr val="000000"/>
              </a:solidFill>
              <a:latin typeface="Arial"/>
              <a:ea typeface="Arial"/>
              <a:cs typeface="Arial"/>
              <a:sym typeface="Arial"/>
            </a:endParaRPr>
          </a:p>
        </p:txBody>
      </p:sp>
      <p:sp>
        <p:nvSpPr>
          <p:cNvPr id="200" name="Google Shape;200;p2"/>
          <p:cNvSpPr txBox="1"/>
          <p:nvPr/>
        </p:nvSpPr>
        <p:spPr>
          <a:xfrm>
            <a:off x="5052995" y="195384"/>
            <a:ext cx="4208400" cy="11544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7500"/>
              <a:buFont typeface="Arial"/>
              <a:buNone/>
            </a:pPr>
            <a:r>
              <a:rPr b="0" i="0" lang="es" sz="7500" u="none" cap="none" strike="noStrike">
                <a:solidFill>
                  <a:srgbClr val="131416"/>
                </a:solidFill>
                <a:latin typeface="Lobster"/>
                <a:ea typeface="Lobster"/>
                <a:cs typeface="Lobster"/>
                <a:sym typeface="Lobster"/>
              </a:rPr>
              <a:t>Recursos</a:t>
            </a:r>
            <a:endParaRPr b="0" i="0" sz="700" u="none" cap="none" strike="noStrike">
              <a:solidFill>
                <a:srgbClr val="000000"/>
              </a:solidFill>
              <a:latin typeface="Lobster"/>
              <a:ea typeface="Lobster"/>
              <a:cs typeface="Lobster"/>
              <a:sym typeface="Lobster"/>
            </a:endParaRPr>
          </a:p>
        </p:txBody>
      </p:sp>
      <p:sp>
        <p:nvSpPr>
          <p:cNvPr id="201" name="Google Shape;201;p2"/>
          <p:cNvSpPr/>
          <p:nvPr/>
        </p:nvSpPr>
        <p:spPr>
          <a:xfrm>
            <a:off x="439327" y="2811640"/>
            <a:ext cx="226679" cy="275047"/>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4">
              <a:alphaModFix/>
            </a:blip>
            <a:stretch>
              <a:fillRect b="0" l="0" r="0" t="0"/>
            </a:stretch>
          </a:blipFill>
          <a:ln>
            <a:noFill/>
          </a:ln>
        </p:spPr>
      </p:sp>
      <p:sp>
        <p:nvSpPr>
          <p:cNvPr id="202" name="Google Shape;202;p2"/>
          <p:cNvSpPr/>
          <p:nvPr/>
        </p:nvSpPr>
        <p:spPr>
          <a:xfrm>
            <a:off x="439327" y="3302427"/>
            <a:ext cx="226679" cy="275047"/>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4">
              <a:alphaModFix/>
            </a:blip>
            <a:stretch>
              <a:fillRect b="0" l="0" r="0" t="0"/>
            </a:stretch>
          </a:blipFill>
          <a:ln>
            <a:noFill/>
          </a:ln>
        </p:spPr>
      </p:sp>
      <p:sp>
        <p:nvSpPr>
          <p:cNvPr id="203" name="Google Shape;203;p2"/>
          <p:cNvSpPr/>
          <p:nvPr/>
        </p:nvSpPr>
        <p:spPr>
          <a:xfrm>
            <a:off x="439327" y="3802318"/>
            <a:ext cx="226679" cy="275047"/>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4">
              <a:alphaModFix/>
            </a:blip>
            <a:stretch>
              <a:fillRect b="0" l="0" r="0" t="0"/>
            </a:stretch>
          </a:blipFill>
          <a:ln>
            <a:noFill/>
          </a:ln>
        </p:spPr>
      </p:sp>
      <p:sp>
        <p:nvSpPr>
          <p:cNvPr id="204" name="Google Shape;204;p2"/>
          <p:cNvSpPr txBox="1"/>
          <p:nvPr/>
        </p:nvSpPr>
        <p:spPr>
          <a:xfrm>
            <a:off x="799471" y="2331350"/>
            <a:ext cx="3333000" cy="422700"/>
          </a:xfrm>
          <a:prstGeom prst="rect">
            <a:avLst/>
          </a:prstGeom>
          <a:noFill/>
          <a:ln>
            <a:noFill/>
          </a:ln>
        </p:spPr>
        <p:txBody>
          <a:bodyPr anchorCtr="0" anchor="ctr" bIns="25400" lIns="25400" spcFirstLastPara="1" rIns="25400" wrap="square" tIns="25400">
            <a:noAutofit/>
          </a:bodyPr>
          <a:lstStyle/>
          <a:p>
            <a:pPr indent="0" lvl="0" marL="0" marR="0" rtl="0" algn="l">
              <a:lnSpc>
                <a:spcPct val="148017"/>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Programación Orientada a Objetos</a:t>
            </a:r>
            <a:endParaRPr b="0" i="0" sz="700" u="none" cap="none" strike="noStrike">
              <a:solidFill>
                <a:srgbClr val="000000"/>
              </a:solidFill>
              <a:latin typeface="Arial"/>
              <a:ea typeface="Arial"/>
              <a:cs typeface="Arial"/>
              <a:sym typeface="Arial"/>
            </a:endParaRPr>
          </a:p>
        </p:txBody>
      </p:sp>
      <p:sp>
        <p:nvSpPr>
          <p:cNvPr id="205" name="Google Shape;205;p2"/>
          <p:cNvSpPr txBox="1"/>
          <p:nvPr/>
        </p:nvSpPr>
        <p:spPr>
          <a:xfrm>
            <a:off x="799476" y="2762700"/>
            <a:ext cx="4503000" cy="422700"/>
          </a:xfrm>
          <a:prstGeom prst="rect">
            <a:avLst/>
          </a:prstGeom>
          <a:noFill/>
          <a:ln>
            <a:noFill/>
          </a:ln>
        </p:spPr>
        <p:txBody>
          <a:bodyPr anchorCtr="0" anchor="ctr" bIns="25400" lIns="25400" spcFirstLastPara="1" rIns="25400" wrap="square" tIns="25400">
            <a:noAutofit/>
          </a:bodyPr>
          <a:lstStyle/>
          <a:p>
            <a:pPr indent="0" lvl="0" marL="0" marR="0" rtl="0" algn="l">
              <a:lnSpc>
                <a:spcPct val="148017"/>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Pilares de la Programación Orientada a objetos</a:t>
            </a:r>
            <a:endParaRPr b="0" i="0" sz="700" u="none" cap="none" strike="noStrike">
              <a:solidFill>
                <a:srgbClr val="000000"/>
              </a:solidFill>
              <a:latin typeface="Arial"/>
              <a:ea typeface="Arial"/>
              <a:cs typeface="Arial"/>
              <a:sym typeface="Arial"/>
            </a:endParaRPr>
          </a:p>
        </p:txBody>
      </p:sp>
      <p:grpSp>
        <p:nvGrpSpPr>
          <p:cNvPr id="206" name="Google Shape;206;p2"/>
          <p:cNvGrpSpPr/>
          <p:nvPr/>
        </p:nvGrpSpPr>
        <p:grpSpPr>
          <a:xfrm>
            <a:off x="5557375" y="1532637"/>
            <a:ext cx="2676771" cy="533914"/>
            <a:chOff x="5557375" y="1532637"/>
            <a:chExt cx="2676771" cy="533914"/>
          </a:xfrm>
        </p:grpSpPr>
        <p:sp>
          <p:nvSpPr>
            <p:cNvPr id="207" name="Google Shape;207;p2"/>
            <p:cNvSpPr/>
            <p:nvPr/>
          </p:nvSpPr>
          <p:spPr>
            <a:xfrm>
              <a:off x="5557375" y="1532637"/>
              <a:ext cx="2676771" cy="533914"/>
            </a:xfrm>
            <a:custGeom>
              <a:rect b="b" l="l" r="r" t="t"/>
              <a:pathLst>
                <a:path extrusionOk="0" h="333738" w="1410014">
                  <a:moveTo>
                    <a:pt x="1206814" y="0"/>
                  </a:moveTo>
                  <a:lnTo>
                    <a:pt x="0" y="0"/>
                  </a:lnTo>
                  <a:lnTo>
                    <a:pt x="0" y="333738"/>
                  </a:lnTo>
                  <a:lnTo>
                    <a:pt x="1206814" y="333738"/>
                  </a:lnTo>
                  <a:lnTo>
                    <a:pt x="1410014" y="166869"/>
                  </a:lnTo>
                  <a:lnTo>
                    <a:pt x="1206814" y="0"/>
                  </a:lnTo>
                  <a:close/>
                </a:path>
              </a:pathLst>
            </a:custGeom>
            <a:solidFill>
              <a:srgbClr val="8AB7E2"/>
            </a:solidFill>
            <a:ln>
              <a:noFill/>
            </a:ln>
          </p:spPr>
        </p:sp>
        <p:sp>
          <p:nvSpPr>
            <p:cNvPr id="208" name="Google Shape;208;p2"/>
            <p:cNvSpPr txBox="1"/>
            <p:nvPr/>
          </p:nvSpPr>
          <p:spPr>
            <a:xfrm>
              <a:off x="5663450" y="1599488"/>
              <a:ext cx="17142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s" sz="1400" u="sng" cap="none" strike="noStrike">
                  <a:solidFill>
                    <a:schemeClr val="lt1"/>
                  </a:solidFill>
                  <a:latin typeface="Arial"/>
                  <a:ea typeface="Arial"/>
                  <a:cs typeface="Arial"/>
                  <a:sym typeface="Arial"/>
                  <a:hlinkClick r:id="rId6">
                    <a:extLst>
                      <a:ext uri="{A12FA001-AC4F-418D-AE19-62706E023703}">
                        <ahyp:hlinkClr val="tx"/>
                      </a:ext>
                    </a:extLst>
                  </a:hlinkClick>
                </a:rPr>
                <a:t>Acerca de Git</a:t>
              </a:r>
              <a:endParaRPr b="0" i="0" sz="1400" u="none" cap="none" strike="noStrike">
                <a:solidFill>
                  <a:schemeClr val="lt1"/>
                </a:solidFill>
                <a:latin typeface="Arial"/>
                <a:ea typeface="Arial"/>
                <a:cs typeface="Arial"/>
                <a:sym typeface="Arial"/>
              </a:endParaRPr>
            </a:p>
          </p:txBody>
        </p:sp>
      </p:grpSp>
      <p:sp>
        <p:nvSpPr>
          <p:cNvPr id="209" name="Google Shape;209;p2"/>
          <p:cNvSpPr txBox="1"/>
          <p:nvPr/>
        </p:nvSpPr>
        <p:spPr>
          <a:xfrm>
            <a:off x="799471" y="3223325"/>
            <a:ext cx="3333000" cy="422700"/>
          </a:xfrm>
          <a:prstGeom prst="rect">
            <a:avLst/>
          </a:prstGeom>
          <a:noFill/>
          <a:ln>
            <a:noFill/>
          </a:ln>
        </p:spPr>
        <p:txBody>
          <a:bodyPr anchorCtr="0" anchor="ctr" bIns="25400" lIns="25400" spcFirstLastPara="1" rIns="25400" wrap="square" tIns="25400">
            <a:noAutofit/>
          </a:bodyPr>
          <a:lstStyle/>
          <a:p>
            <a:pPr indent="0" lvl="0" marL="0" marR="0" rtl="0" algn="l">
              <a:lnSpc>
                <a:spcPct val="148017"/>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Manejo de Versiones</a:t>
            </a:r>
            <a:endParaRPr b="0" i="0" sz="700" u="none" cap="none" strike="noStrike">
              <a:solidFill>
                <a:srgbClr val="000000"/>
              </a:solidFill>
              <a:latin typeface="Arial"/>
              <a:ea typeface="Arial"/>
              <a:cs typeface="Arial"/>
              <a:sym typeface="Arial"/>
            </a:endParaRPr>
          </a:p>
        </p:txBody>
      </p:sp>
      <p:sp>
        <p:nvSpPr>
          <p:cNvPr id="210" name="Google Shape;210;p2"/>
          <p:cNvSpPr txBox="1"/>
          <p:nvPr/>
        </p:nvSpPr>
        <p:spPr>
          <a:xfrm>
            <a:off x="799476" y="3728500"/>
            <a:ext cx="4503000" cy="422700"/>
          </a:xfrm>
          <a:prstGeom prst="rect">
            <a:avLst/>
          </a:prstGeom>
          <a:noFill/>
          <a:ln>
            <a:noFill/>
          </a:ln>
        </p:spPr>
        <p:txBody>
          <a:bodyPr anchorCtr="0" anchor="ctr" bIns="25400" lIns="25400" spcFirstLastPara="1" rIns="25400" wrap="square" tIns="25400">
            <a:noAutofit/>
          </a:bodyPr>
          <a:lstStyle/>
          <a:p>
            <a:pPr indent="0" lvl="0" marL="0" marR="0" rtl="0" algn="l">
              <a:lnSpc>
                <a:spcPct val="148017"/>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Software para versionar</a:t>
            </a:r>
            <a:endParaRPr b="0" i="0" sz="700" u="none" cap="none" strike="noStrike">
              <a:solidFill>
                <a:srgbClr val="000000"/>
              </a:solidFill>
              <a:latin typeface="Arial"/>
              <a:ea typeface="Arial"/>
              <a:cs typeface="Arial"/>
              <a:sym typeface="Arial"/>
            </a:endParaRPr>
          </a:p>
        </p:txBody>
      </p:sp>
      <p:grpSp>
        <p:nvGrpSpPr>
          <p:cNvPr id="211" name="Google Shape;211;p2"/>
          <p:cNvGrpSpPr/>
          <p:nvPr/>
        </p:nvGrpSpPr>
        <p:grpSpPr>
          <a:xfrm>
            <a:off x="5558013" y="2249412"/>
            <a:ext cx="2675502" cy="533981"/>
            <a:chOff x="5557375" y="1532637"/>
            <a:chExt cx="2675502" cy="533981"/>
          </a:xfrm>
        </p:grpSpPr>
        <p:sp>
          <p:nvSpPr>
            <p:cNvPr id="212" name="Google Shape;212;p2"/>
            <p:cNvSpPr/>
            <p:nvPr/>
          </p:nvSpPr>
          <p:spPr>
            <a:xfrm>
              <a:off x="5557375" y="1532637"/>
              <a:ext cx="2675502" cy="533981"/>
            </a:xfrm>
            <a:custGeom>
              <a:rect b="b" l="l" r="r" t="t"/>
              <a:pathLst>
                <a:path extrusionOk="0" h="333738" w="1410014">
                  <a:moveTo>
                    <a:pt x="1206814" y="0"/>
                  </a:moveTo>
                  <a:lnTo>
                    <a:pt x="0" y="0"/>
                  </a:lnTo>
                  <a:lnTo>
                    <a:pt x="0" y="333738"/>
                  </a:lnTo>
                  <a:lnTo>
                    <a:pt x="1206814" y="333738"/>
                  </a:lnTo>
                  <a:lnTo>
                    <a:pt x="1410014" y="166869"/>
                  </a:lnTo>
                  <a:lnTo>
                    <a:pt x="1206814" y="0"/>
                  </a:lnTo>
                  <a:close/>
                </a:path>
              </a:pathLst>
            </a:custGeom>
            <a:solidFill>
              <a:srgbClr val="FFFFFF"/>
            </a:solidFill>
            <a:ln>
              <a:noFill/>
            </a:ln>
          </p:spPr>
        </p:sp>
        <p:sp>
          <p:nvSpPr>
            <p:cNvPr id="213" name="Google Shape;213;p2"/>
            <p:cNvSpPr txBox="1"/>
            <p:nvPr/>
          </p:nvSpPr>
          <p:spPr>
            <a:xfrm>
              <a:off x="5663450" y="1599488"/>
              <a:ext cx="17142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s" sz="1400" u="sng" cap="none" strike="noStrike">
                  <a:solidFill>
                    <a:srgbClr val="8AB7E2"/>
                  </a:solidFill>
                  <a:latin typeface="Arial"/>
                  <a:ea typeface="Arial"/>
                  <a:cs typeface="Arial"/>
                  <a:sym typeface="Arial"/>
                  <a:hlinkClick r:id="rId7">
                    <a:extLst>
                      <a:ext uri="{A12FA001-AC4F-418D-AE19-62706E023703}">
                        <ahyp:hlinkClr val="tx"/>
                      </a:ext>
                    </a:extLst>
                  </a:hlinkClick>
                </a:rPr>
                <a:t>Release</a:t>
              </a:r>
              <a:endParaRPr b="0" i="0" sz="1400" u="none" cap="none" strike="noStrike">
                <a:solidFill>
                  <a:srgbClr val="8AB7E2"/>
                </a:solidFill>
                <a:latin typeface="Arial"/>
                <a:ea typeface="Arial"/>
                <a:cs typeface="Arial"/>
                <a:sym typeface="Arial"/>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3"/>
          <p:cNvSpPr/>
          <p:nvPr/>
        </p:nvSpPr>
        <p:spPr>
          <a:xfrm rot="-5400000">
            <a:off x="2037400" y="-2000250"/>
            <a:ext cx="5143500" cy="9144000"/>
          </a:xfrm>
          <a:custGeom>
            <a:rect b="b" l="l" r="r" t="t"/>
            <a:pathLst>
              <a:path extrusionOk="0" h="18288000" w="10287000">
                <a:moveTo>
                  <a:pt x="10287000" y="0"/>
                </a:moveTo>
                <a:lnTo>
                  <a:pt x="10287000" y="18288000"/>
                </a:lnTo>
                <a:lnTo>
                  <a:pt x="0" y="18288000"/>
                </a:lnTo>
                <a:lnTo>
                  <a:pt x="0" y="0"/>
                </a:lnTo>
                <a:lnTo>
                  <a:pt x="10287000" y="0"/>
                </a:lnTo>
                <a:close/>
              </a:path>
            </a:pathLst>
          </a:custGeom>
          <a:blipFill rotWithShape="1">
            <a:blip r:embed="rId3">
              <a:alphaModFix/>
            </a:blip>
            <a:stretch>
              <a:fillRect b="-2735" l="-71846" r="-74126" t="-3624"/>
            </a:stretch>
          </a:blipFill>
          <a:ln>
            <a:noFill/>
          </a:ln>
        </p:spPr>
      </p:sp>
      <p:sp>
        <p:nvSpPr>
          <p:cNvPr id="219" name="Google Shape;219;p3"/>
          <p:cNvSpPr txBox="1"/>
          <p:nvPr/>
        </p:nvSpPr>
        <p:spPr>
          <a:xfrm>
            <a:off x="687445" y="327182"/>
            <a:ext cx="6995700" cy="4617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3000"/>
              <a:buFont typeface="Arial"/>
              <a:buNone/>
            </a:pPr>
            <a:r>
              <a:rPr b="0" i="0" lang="es" sz="3000" u="none" cap="none" strike="noStrike">
                <a:solidFill>
                  <a:srgbClr val="131416"/>
                </a:solidFill>
                <a:latin typeface="Impact"/>
                <a:ea typeface="Impact"/>
                <a:cs typeface="Impact"/>
                <a:sym typeface="Impact"/>
              </a:rPr>
              <a:t>COMPETENCIA QUE DESARROLLAREMOS</a:t>
            </a:r>
            <a:endParaRPr b="0" i="0" sz="700" u="none" cap="none" strike="noStrike">
              <a:solidFill>
                <a:srgbClr val="000000"/>
              </a:solidFill>
              <a:latin typeface="Impact"/>
              <a:ea typeface="Impact"/>
              <a:cs typeface="Impact"/>
              <a:sym typeface="Impact"/>
            </a:endParaRPr>
          </a:p>
        </p:txBody>
      </p:sp>
      <p:sp>
        <p:nvSpPr>
          <p:cNvPr id="220" name="Google Shape;220;p3"/>
          <p:cNvSpPr txBox="1"/>
          <p:nvPr/>
        </p:nvSpPr>
        <p:spPr>
          <a:xfrm>
            <a:off x="1245101" y="1269450"/>
            <a:ext cx="6898200" cy="2604600"/>
          </a:xfrm>
          <a:prstGeom prst="rect">
            <a:avLst/>
          </a:prstGeom>
          <a:noFill/>
          <a:ln>
            <a:noFill/>
          </a:ln>
        </p:spPr>
        <p:txBody>
          <a:bodyPr anchorCtr="0" anchor="t" bIns="0" lIns="0" spcFirstLastPara="1" rIns="0" wrap="square" tIns="0">
            <a:spAutoFit/>
          </a:bodyPr>
          <a:lstStyle/>
          <a:p>
            <a:pPr indent="-342900" lvl="0" marL="457200" marR="0" rtl="0" algn="l">
              <a:lnSpc>
                <a:spcPct val="140007"/>
              </a:lnSpc>
              <a:spcBef>
                <a:spcPts val="0"/>
              </a:spcBef>
              <a:spcAft>
                <a:spcPts val="0"/>
              </a:spcAft>
              <a:buClr>
                <a:srgbClr val="131416"/>
              </a:buClr>
              <a:buSzPts val="1800"/>
              <a:buFont typeface="DM Sans Light"/>
              <a:buChar char="●"/>
            </a:pPr>
            <a:r>
              <a:rPr b="0" i="0" lang="es" sz="1800" u="none" cap="none" strike="noStrike">
                <a:solidFill>
                  <a:srgbClr val="131416"/>
                </a:solidFill>
                <a:latin typeface="DM Sans Light"/>
                <a:ea typeface="DM Sans Light"/>
                <a:cs typeface="DM Sans Light"/>
                <a:sym typeface="DM Sans Light"/>
              </a:rPr>
              <a:t>Aplica estructuras de control y funciones mediante programación básica en Python. para desarrollar algoritmos que resuelvan problemas.</a:t>
            </a:r>
            <a:endParaRPr b="0" i="0" sz="1800" u="none" cap="none" strike="noStrike">
              <a:solidFill>
                <a:srgbClr val="131416"/>
              </a:solidFill>
              <a:latin typeface="DM Sans Light"/>
              <a:ea typeface="DM Sans Light"/>
              <a:cs typeface="DM Sans Light"/>
              <a:sym typeface="DM Sans Light"/>
            </a:endParaRPr>
          </a:p>
          <a:p>
            <a:pPr indent="-342900" lvl="0" marL="457200" marR="0" rtl="0" algn="l">
              <a:lnSpc>
                <a:spcPct val="140007"/>
              </a:lnSpc>
              <a:spcBef>
                <a:spcPts val="0"/>
              </a:spcBef>
              <a:spcAft>
                <a:spcPts val="0"/>
              </a:spcAft>
              <a:buClr>
                <a:srgbClr val="131416"/>
              </a:buClr>
              <a:buSzPts val="1800"/>
              <a:buFont typeface="DM Sans Light"/>
              <a:buChar char="●"/>
            </a:pPr>
            <a:r>
              <a:rPr b="0" i="0" lang="es" sz="1800" u="none" cap="none" strike="noStrike">
                <a:solidFill>
                  <a:srgbClr val="131416"/>
                </a:solidFill>
                <a:latin typeface="DM Sans Light"/>
                <a:ea typeface="DM Sans Light"/>
                <a:cs typeface="DM Sans Light"/>
                <a:sym typeface="DM Sans Light"/>
              </a:rPr>
              <a:t>Aplica técnicas de control de versiones, como Git Flow, branching, merging y versionamiento semántico en GIT para asegurar la calidad del software mediante un historial de cambios estructurado.</a:t>
            </a:r>
            <a:endParaRPr b="0" i="0" sz="1800" u="none" cap="none" strike="noStrike">
              <a:solidFill>
                <a:srgbClr val="131416"/>
              </a:solidFill>
              <a:latin typeface="DM Sans Light"/>
              <a:ea typeface="DM Sans Light"/>
              <a:cs typeface="DM Sans Light"/>
              <a:sym typeface="DM Sans Light"/>
            </a:endParaRPr>
          </a:p>
        </p:txBody>
      </p:sp>
      <p:sp>
        <p:nvSpPr>
          <p:cNvPr id="221" name="Google Shape;221;p3"/>
          <p:cNvSpPr/>
          <p:nvPr/>
        </p:nvSpPr>
        <p:spPr>
          <a:xfrm>
            <a:off x="-711820" y="3833899"/>
            <a:ext cx="2025667" cy="1382518"/>
          </a:xfrm>
          <a:custGeom>
            <a:rect b="b" l="l" r="r" t="t"/>
            <a:pathLst>
              <a:path extrusionOk="0" h="2765036" w="4051334">
                <a:moveTo>
                  <a:pt x="0" y="0"/>
                </a:moveTo>
                <a:lnTo>
                  <a:pt x="4051334" y="0"/>
                </a:lnTo>
                <a:lnTo>
                  <a:pt x="4051334" y="2765036"/>
                </a:lnTo>
                <a:lnTo>
                  <a:pt x="0" y="2765036"/>
                </a:lnTo>
                <a:lnTo>
                  <a:pt x="0" y="0"/>
                </a:lnTo>
                <a:close/>
              </a:path>
            </a:pathLst>
          </a:custGeom>
          <a:blipFill rotWithShape="1">
            <a:blip r:embed="rId4">
              <a:alphaModFix/>
            </a:blip>
            <a:stretch>
              <a:fillRect b="0" l="0" r="0" t="0"/>
            </a:stretch>
          </a:blipFill>
          <a:ln>
            <a:noFill/>
          </a:ln>
        </p:spPr>
      </p:sp>
      <p:sp>
        <p:nvSpPr>
          <p:cNvPr id="222" name="Google Shape;222;p3"/>
          <p:cNvSpPr/>
          <p:nvPr/>
        </p:nvSpPr>
        <p:spPr>
          <a:xfrm>
            <a:off x="7706278" y="3819543"/>
            <a:ext cx="2301157" cy="1809285"/>
          </a:xfrm>
          <a:custGeom>
            <a:rect b="b" l="l" r="r" t="t"/>
            <a:pathLst>
              <a:path extrusionOk="0" h="3618569" w="4602314">
                <a:moveTo>
                  <a:pt x="0" y="0"/>
                </a:moveTo>
                <a:lnTo>
                  <a:pt x="4602314" y="0"/>
                </a:lnTo>
                <a:lnTo>
                  <a:pt x="4602314" y="3618569"/>
                </a:lnTo>
                <a:lnTo>
                  <a:pt x="0" y="3618569"/>
                </a:lnTo>
                <a:lnTo>
                  <a:pt x="0" y="0"/>
                </a:lnTo>
                <a:close/>
              </a:path>
            </a:pathLst>
          </a:custGeom>
          <a:blipFill rotWithShape="1">
            <a:blip r:embed="rId5">
              <a:alphaModFix/>
            </a:blip>
            <a:stretch>
              <a:fillRect b="0" l="0" r="0" t="0"/>
            </a:stretch>
          </a:blipFill>
          <a:ln>
            <a:noFill/>
          </a:ln>
        </p:spPr>
      </p:sp>
      <p:sp>
        <p:nvSpPr>
          <p:cNvPr id="223" name="Google Shape;223;p3"/>
          <p:cNvSpPr/>
          <p:nvPr/>
        </p:nvSpPr>
        <p:spPr>
          <a:xfrm>
            <a:off x="5625587" y="4167581"/>
            <a:ext cx="1584640" cy="1113210"/>
          </a:xfrm>
          <a:custGeom>
            <a:rect b="b" l="l" r="r" t="t"/>
            <a:pathLst>
              <a:path extrusionOk="0" h="2226419" w="3169280">
                <a:moveTo>
                  <a:pt x="0" y="0"/>
                </a:moveTo>
                <a:lnTo>
                  <a:pt x="3169280" y="0"/>
                </a:lnTo>
                <a:lnTo>
                  <a:pt x="3169280" y="2226419"/>
                </a:lnTo>
                <a:lnTo>
                  <a:pt x="0" y="2226419"/>
                </a:lnTo>
                <a:lnTo>
                  <a:pt x="0" y="0"/>
                </a:lnTo>
                <a:close/>
              </a:path>
            </a:pathLst>
          </a:custGeom>
          <a:blipFill rotWithShape="1">
            <a:blip r:embed="rId6">
              <a:alphaModFix/>
            </a:blip>
            <a:stretch>
              <a:fillRect b="0" l="0" r="0" t="0"/>
            </a:stretch>
          </a:blipFill>
          <a:ln>
            <a:noFill/>
          </a:ln>
        </p:spPr>
      </p:sp>
      <p:sp>
        <p:nvSpPr>
          <p:cNvPr id="224" name="Google Shape;224;p3"/>
          <p:cNvSpPr/>
          <p:nvPr/>
        </p:nvSpPr>
        <p:spPr>
          <a:xfrm>
            <a:off x="1540941" y="4023154"/>
            <a:ext cx="1293510" cy="1193263"/>
          </a:xfrm>
          <a:custGeom>
            <a:rect b="b" l="l" r="r" t="t"/>
            <a:pathLst>
              <a:path extrusionOk="0" h="2386526" w="2587020">
                <a:moveTo>
                  <a:pt x="0" y="0"/>
                </a:moveTo>
                <a:lnTo>
                  <a:pt x="2587020" y="0"/>
                </a:lnTo>
                <a:lnTo>
                  <a:pt x="2587020" y="2386526"/>
                </a:lnTo>
                <a:lnTo>
                  <a:pt x="0" y="2386526"/>
                </a:lnTo>
                <a:lnTo>
                  <a:pt x="0" y="0"/>
                </a:lnTo>
                <a:close/>
              </a:path>
            </a:pathLst>
          </a:custGeom>
          <a:blipFill rotWithShape="1">
            <a:blip r:embed="rId7">
              <a:alphaModFix/>
            </a:blip>
            <a:stretch>
              <a:fillRect b="0" l="0" r="0" t="0"/>
            </a:stretch>
          </a:blipFill>
          <a:ln>
            <a:noFill/>
          </a:ln>
        </p:spPr>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4"/>
          <p:cNvSpPr/>
          <p:nvPr/>
        </p:nvSpPr>
        <p:spPr>
          <a:xfrm rot="-5400000">
            <a:off x="2000250" y="-2000250"/>
            <a:ext cx="5143500" cy="9144000"/>
          </a:xfrm>
          <a:custGeom>
            <a:rect b="b" l="l" r="r" t="t"/>
            <a:pathLst>
              <a:path extrusionOk="0" h="18288000" w="10287000">
                <a:moveTo>
                  <a:pt x="10287000" y="0"/>
                </a:moveTo>
                <a:lnTo>
                  <a:pt x="10287000" y="18288000"/>
                </a:lnTo>
                <a:lnTo>
                  <a:pt x="0" y="18288000"/>
                </a:lnTo>
                <a:lnTo>
                  <a:pt x="0" y="0"/>
                </a:lnTo>
                <a:lnTo>
                  <a:pt x="10287000" y="0"/>
                </a:lnTo>
                <a:close/>
              </a:path>
            </a:pathLst>
          </a:custGeom>
          <a:blipFill rotWithShape="1">
            <a:blip r:embed="rId3">
              <a:alphaModFix/>
            </a:blip>
            <a:stretch>
              <a:fillRect b="-2742" l="-71843" r="-74128" t="-3623"/>
            </a:stretch>
          </a:blipFill>
          <a:ln>
            <a:noFill/>
          </a:ln>
        </p:spPr>
      </p:sp>
      <p:sp>
        <p:nvSpPr>
          <p:cNvPr id="230" name="Google Shape;230;p4"/>
          <p:cNvSpPr/>
          <p:nvPr/>
        </p:nvSpPr>
        <p:spPr>
          <a:xfrm>
            <a:off x="6949879" y="395451"/>
            <a:ext cx="2057400" cy="20574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blip>
            <a:stretch>
              <a:fillRect b="0" l="0" r="0" t="0"/>
            </a:stretch>
          </a:blipFill>
          <a:ln>
            <a:noFill/>
          </a:ln>
        </p:spPr>
      </p:sp>
      <p:sp>
        <p:nvSpPr>
          <p:cNvPr id="231" name="Google Shape;231;p4"/>
          <p:cNvSpPr/>
          <p:nvPr/>
        </p:nvSpPr>
        <p:spPr>
          <a:xfrm>
            <a:off x="537832" y="2297130"/>
            <a:ext cx="1655180" cy="1630352"/>
          </a:xfrm>
          <a:custGeom>
            <a:rect b="b" l="l" r="r" t="t"/>
            <a:pathLst>
              <a:path extrusionOk="0" h="3260704" w="3310360">
                <a:moveTo>
                  <a:pt x="0" y="0"/>
                </a:moveTo>
                <a:lnTo>
                  <a:pt x="3310360" y="0"/>
                </a:lnTo>
                <a:lnTo>
                  <a:pt x="3310360" y="3260705"/>
                </a:lnTo>
                <a:lnTo>
                  <a:pt x="0" y="3260705"/>
                </a:lnTo>
                <a:lnTo>
                  <a:pt x="0" y="0"/>
                </a:lnTo>
                <a:close/>
              </a:path>
            </a:pathLst>
          </a:custGeom>
          <a:blipFill rotWithShape="1">
            <a:blip r:embed="rId5">
              <a:alphaModFix/>
            </a:blip>
            <a:stretch>
              <a:fillRect b="0" l="0" r="0" t="0"/>
            </a:stretch>
          </a:blipFill>
          <a:ln>
            <a:noFill/>
          </a:ln>
        </p:spPr>
      </p:sp>
      <p:sp>
        <p:nvSpPr>
          <p:cNvPr id="232" name="Google Shape;232;p4"/>
          <p:cNvSpPr/>
          <p:nvPr/>
        </p:nvSpPr>
        <p:spPr>
          <a:xfrm>
            <a:off x="159968" y="4166347"/>
            <a:ext cx="755728" cy="814388"/>
          </a:xfrm>
          <a:custGeom>
            <a:rect b="b" l="l" r="r" t="t"/>
            <a:pathLst>
              <a:path extrusionOk="0" h="1628775" w="1511456">
                <a:moveTo>
                  <a:pt x="0" y="0"/>
                </a:moveTo>
                <a:lnTo>
                  <a:pt x="1511456" y="0"/>
                </a:lnTo>
                <a:lnTo>
                  <a:pt x="1511456" y="1628775"/>
                </a:lnTo>
                <a:lnTo>
                  <a:pt x="0" y="1628775"/>
                </a:lnTo>
                <a:lnTo>
                  <a:pt x="0" y="0"/>
                </a:lnTo>
                <a:close/>
              </a:path>
            </a:pathLst>
          </a:custGeom>
          <a:blipFill rotWithShape="1">
            <a:blip r:embed="rId6">
              <a:alphaModFix/>
            </a:blip>
            <a:stretch>
              <a:fillRect b="0" l="0" r="0" t="0"/>
            </a:stretch>
          </a:blipFill>
          <a:ln>
            <a:noFill/>
          </a:ln>
        </p:spPr>
      </p:sp>
      <p:sp>
        <p:nvSpPr>
          <p:cNvPr id="233" name="Google Shape;233;p4"/>
          <p:cNvSpPr txBox="1"/>
          <p:nvPr/>
        </p:nvSpPr>
        <p:spPr>
          <a:xfrm>
            <a:off x="303069" y="604838"/>
            <a:ext cx="5807693" cy="1453428"/>
          </a:xfrm>
          <a:prstGeom prst="rect">
            <a:avLst/>
          </a:prstGeom>
          <a:noFill/>
          <a:ln>
            <a:noFill/>
          </a:ln>
        </p:spPr>
        <p:txBody>
          <a:bodyPr anchorCtr="0" anchor="t" bIns="0" lIns="0" spcFirstLastPara="1" rIns="0" wrap="square" tIns="0">
            <a:spAutoFit/>
          </a:bodyPr>
          <a:lstStyle/>
          <a:p>
            <a:pPr indent="0" lvl="0" marL="0" marR="0" rtl="0" algn="l">
              <a:lnSpc>
                <a:spcPct val="97000"/>
              </a:lnSpc>
              <a:spcBef>
                <a:spcPts val="0"/>
              </a:spcBef>
              <a:spcAft>
                <a:spcPts val="0"/>
              </a:spcAft>
              <a:buClr>
                <a:srgbClr val="000000"/>
              </a:buClr>
              <a:buSzPts val="3900"/>
              <a:buFont typeface="Arial"/>
              <a:buNone/>
            </a:pPr>
            <a:r>
              <a:rPr b="1" i="0" lang="es" sz="3900" u="none" cap="none" strike="noStrike">
                <a:solidFill>
                  <a:srgbClr val="000000"/>
                </a:solidFill>
                <a:latin typeface="DM Sans"/>
                <a:ea typeface="DM Sans"/>
                <a:cs typeface="DM Sans"/>
                <a:sym typeface="DM Sans"/>
              </a:rPr>
              <a:t>PROGRAMACIÓN ORIENTADA A OBJETOS (POO)</a:t>
            </a:r>
            <a:endParaRPr b="0" i="0" sz="700" u="none" cap="none" strike="noStrike">
              <a:solidFill>
                <a:srgbClr val="000000"/>
              </a:solidFill>
              <a:latin typeface="Arial"/>
              <a:ea typeface="Arial"/>
              <a:cs typeface="Arial"/>
              <a:sym typeface="Arial"/>
            </a:endParaRPr>
          </a:p>
        </p:txBody>
      </p:sp>
      <p:sp>
        <p:nvSpPr>
          <p:cNvPr id="234" name="Google Shape;234;p4"/>
          <p:cNvSpPr txBox="1"/>
          <p:nvPr/>
        </p:nvSpPr>
        <p:spPr>
          <a:xfrm>
            <a:off x="2630435" y="2278080"/>
            <a:ext cx="4098330" cy="1429702"/>
          </a:xfrm>
          <a:prstGeom prst="rect">
            <a:avLst/>
          </a:prstGeom>
          <a:noFill/>
          <a:ln>
            <a:noFill/>
          </a:ln>
        </p:spPr>
        <p:txBody>
          <a:bodyPr anchorCtr="0" anchor="t" bIns="0" lIns="0" spcFirstLastPara="1" rIns="0" wrap="square" tIns="0">
            <a:spAutoFit/>
          </a:bodyPr>
          <a:lstStyle/>
          <a:p>
            <a:pPr indent="0" lvl="0" marL="0" marR="0" rtl="0" algn="just">
              <a:lnSpc>
                <a:spcPct val="135014"/>
              </a:lnSpc>
              <a:spcBef>
                <a:spcPts val="0"/>
              </a:spcBef>
              <a:spcAft>
                <a:spcPts val="0"/>
              </a:spcAft>
              <a:buClr>
                <a:srgbClr val="000000"/>
              </a:buClr>
              <a:buSzPts val="1200"/>
              <a:buFont typeface="Arial"/>
              <a:buNone/>
            </a:pPr>
            <a:r>
              <a:rPr b="0" i="0" lang="es" sz="1200" u="none" cap="none" strike="noStrike">
                <a:solidFill>
                  <a:srgbClr val="000000"/>
                </a:solidFill>
                <a:latin typeface="DM Sans"/>
                <a:ea typeface="DM Sans"/>
                <a:cs typeface="DM Sans"/>
                <a:sym typeface="DM Sans"/>
              </a:rPr>
              <a:t>Es un </a:t>
            </a:r>
            <a:r>
              <a:rPr b="1" i="0" lang="es" sz="1200" u="none" cap="none" strike="noStrike">
                <a:solidFill>
                  <a:srgbClr val="000000"/>
                </a:solidFill>
                <a:latin typeface="DM Sans"/>
                <a:ea typeface="DM Sans"/>
                <a:cs typeface="DM Sans"/>
                <a:sym typeface="DM Sans"/>
              </a:rPr>
              <a:t>paradigma </a:t>
            </a:r>
            <a:r>
              <a:rPr b="0" i="0" lang="es" sz="1200" u="none" cap="none" strike="noStrike">
                <a:solidFill>
                  <a:srgbClr val="000000"/>
                </a:solidFill>
                <a:latin typeface="DM Sans"/>
                <a:ea typeface="DM Sans"/>
                <a:cs typeface="DM Sans"/>
                <a:sym typeface="DM Sans"/>
              </a:rPr>
              <a:t>de Programación. Donde el código se organiza alrededor de objetos que pueden contener datos </a:t>
            </a:r>
            <a:r>
              <a:rPr b="1" i="0" lang="es" sz="1200" u="none" cap="none" strike="noStrike">
                <a:solidFill>
                  <a:srgbClr val="000000"/>
                </a:solidFill>
                <a:latin typeface="DM Sans"/>
                <a:ea typeface="DM Sans"/>
                <a:cs typeface="DM Sans"/>
                <a:sym typeface="DM Sans"/>
              </a:rPr>
              <a:t>(atributos)</a:t>
            </a:r>
            <a:r>
              <a:rPr b="0" i="0" lang="es" sz="1200" u="none" cap="none" strike="noStrike">
                <a:solidFill>
                  <a:srgbClr val="000000"/>
                </a:solidFill>
                <a:latin typeface="DM Sans"/>
                <a:ea typeface="DM Sans"/>
                <a:cs typeface="DM Sans"/>
                <a:sym typeface="DM Sans"/>
              </a:rPr>
              <a:t> y procedimientos </a:t>
            </a:r>
            <a:r>
              <a:rPr b="1" i="0" lang="es" sz="1200" u="none" cap="none" strike="noStrike">
                <a:solidFill>
                  <a:srgbClr val="000000"/>
                </a:solidFill>
                <a:latin typeface="DM Sans"/>
                <a:ea typeface="DM Sans"/>
                <a:cs typeface="DM Sans"/>
                <a:sym typeface="DM Sans"/>
              </a:rPr>
              <a:t>(métodos)</a:t>
            </a:r>
            <a:r>
              <a:rPr b="0" i="0" lang="es" sz="1200" u="none" cap="none" strike="noStrike">
                <a:solidFill>
                  <a:srgbClr val="000000"/>
                </a:solidFill>
                <a:latin typeface="DM Sans"/>
                <a:ea typeface="DM Sans"/>
                <a:cs typeface="DM Sans"/>
                <a:sym typeface="DM Sans"/>
              </a:rPr>
              <a:t> que operan sobre esos datos. Se centra en modelar entidades del mundo real como objetos con comportamientos y propiedades.</a:t>
            </a:r>
            <a:endParaRPr b="0" i="0" sz="700" u="none" cap="none" strike="noStrike">
              <a:solidFill>
                <a:srgbClr val="000000"/>
              </a:solidFill>
              <a:latin typeface="Arial"/>
              <a:ea typeface="Arial"/>
              <a:cs typeface="Arial"/>
              <a:sym typeface="Arial"/>
            </a:endParaRPr>
          </a:p>
        </p:txBody>
      </p:sp>
      <p:sp>
        <p:nvSpPr>
          <p:cNvPr id="235" name="Google Shape;235;p4"/>
          <p:cNvSpPr txBox="1"/>
          <p:nvPr/>
        </p:nvSpPr>
        <p:spPr>
          <a:xfrm>
            <a:off x="1215815" y="4381024"/>
            <a:ext cx="7413835" cy="481965"/>
          </a:xfrm>
          <a:prstGeom prst="rect">
            <a:avLst/>
          </a:prstGeom>
          <a:noFill/>
          <a:ln>
            <a:noFill/>
          </a:ln>
        </p:spPr>
        <p:txBody>
          <a:bodyPr anchorCtr="0" anchor="t" bIns="0" lIns="0" spcFirstLastPara="1" rIns="0" wrap="square" tIns="0">
            <a:spAutoFit/>
          </a:bodyPr>
          <a:lstStyle/>
          <a:p>
            <a:pPr indent="0" lvl="0" marL="0" marR="0" rtl="0" algn="just">
              <a:lnSpc>
                <a:spcPct val="135018"/>
              </a:lnSpc>
              <a:spcBef>
                <a:spcPts val="0"/>
              </a:spcBef>
              <a:spcAft>
                <a:spcPts val="0"/>
              </a:spcAft>
              <a:buClr>
                <a:srgbClr val="000000"/>
              </a:buClr>
              <a:buSzPts val="900"/>
              <a:buFont typeface="Arial"/>
              <a:buNone/>
            </a:pPr>
            <a:r>
              <a:rPr b="1" i="1" lang="es" sz="900" u="none" cap="none" strike="noStrike">
                <a:solidFill>
                  <a:srgbClr val="000000"/>
                </a:solidFill>
                <a:latin typeface="DM Sans"/>
                <a:ea typeface="DM Sans"/>
                <a:cs typeface="DM Sans"/>
                <a:sym typeface="DM Sans"/>
              </a:rPr>
              <a:t>PARADIGMA:</a:t>
            </a:r>
            <a:r>
              <a:rPr b="0" i="1" lang="es" sz="900" u="none" cap="none" strike="noStrike">
                <a:solidFill>
                  <a:srgbClr val="000000"/>
                </a:solidFill>
                <a:latin typeface="Sansita"/>
                <a:ea typeface="Sansita"/>
                <a:cs typeface="Sansita"/>
                <a:sym typeface="Sansita"/>
              </a:rPr>
              <a:t> Estilo o manera de programación de software. Se refiere a un conjunto de reglas, convenciones y técnicas aplicables en todos los niveles del diseño de programas e influyen en cómo se resuelven los problemas y se expresan las soluciones en código.</a:t>
            </a:r>
            <a:endParaRPr b="0" i="0" sz="7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5"/>
          <p:cNvSpPr/>
          <p:nvPr/>
        </p:nvSpPr>
        <p:spPr>
          <a:xfrm rot="-5400000">
            <a:off x="2000250" y="-2000250"/>
            <a:ext cx="5143500" cy="9144000"/>
          </a:xfrm>
          <a:custGeom>
            <a:rect b="b" l="l" r="r" t="t"/>
            <a:pathLst>
              <a:path extrusionOk="0" h="18288000" w="10287000">
                <a:moveTo>
                  <a:pt x="10287000" y="0"/>
                </a:moveTo>
                <a:lnTo>
                  <a:pt x="10287000" y="18288000"/>
                </a:lnTo>
                <a:lnTo>
                  <a:pt x="0" y="18288000"/>
                </a:lnTo>
                <a:lnTo>
                  <a:pt x="0" y="0"/>
                </a:lnTo>
                <a:lnTo>
                  <a:pt x="10287000" y="0"/>
                </a:lnTo>
                <a:close/>
              </a:path>
            </a:pathLst>
          </a:custGeom>
          <a:blipFill rotWithShape="1">
            <a:blip r:embed="rId3">
              <a:alphaModFix/>
            </a:blip>
            <a:stretch>
              <a:fillRect b="-2742" l="-71843" r="-74128" t="-3623"/>
            </a:stretch>
          </a:blipFill>
          <a:ln>
            <a:noFill/>
          </a:ln>
        </p:spPr>
      </p:sp>
      <p:sp>
        <p:nvSpPr>
          <p:cNvPr id="241" name="Google Shape;241;p5"/>
          <p:cNvSpPr/>
          <p:nvPr/>
        </p:nvSpPr>
        <p:spPr>
          <a:xfrm>
            <a:off x="2951353" y="1430562"/>
            <a:ext cx="2283471" cy="1712603"/>
          </a:xfrm>
          <a:custGeom>
            <a:rect b="b" l="l" r="r" t="t"/>
            <a:pathLst>
              <a:path extrusionOk="0" h="3425206" w="4566942">
                <a:moveTo>
                  <a:pt x="0" y="0"/>
                </a:moveTo>
                <a:lnTo>
                  <a:pt x="4566942" y="0"/>
                </a:lnTo>
                <a:lnTo>
                  <a:pt x="4566942" y="3425207"/>
                </a:lnTo>
                <a:lnTo>
                  <a:pt x="0" y="3425207"/>
                </a:lnTo>
                <a:lnTo>
                  <a:pt x="0" y="0"/>
                </a:lnTo>
                <a:close/>
              </a:path>
            </a:pathLst>
          </a:custGeom>
          <a:blipFill rotWithShape="1">
            <a:blip r:embed="rId4">
              <a:alphaModFix/>
            </a:blip>
            <a:stretch>
              <a:fillRect b="0" l="0" r="0" t="0"/>
            </a:stretch>
          </a:blipFill>
          <a:ln>
            <a:noFill/>
          </a:ln>
        </p:spPr>
      </p:sp>
      <p:sp>
        <p:nvSpPr>
          <p:cNvPr id="242" name="Google Shape;242;p5"/>
          <p:cNvSpPr/>
          <p:nvPr/>
        </p:nvSpPr>
        <p:spPr>
          <a:xfrm>
            <a:off x="5529655" y="2697680"/>
            <a:ext cx="3227488" cy="2027621"/>
          </a:xfrm>
          <a:custGeom>
            <a:rect b="b" l="l" r="r" t="t"/>
            <a:pathLst>
              <a:path extrusionOk="0" h="4055243" w="6454975">
                <a:moveTo>
                  <a:pt x="0" y="0"/>
                </a:moveTo>
                <a:lnTo>
                  <a:pt x="6454974" y="0"/>
                </a:lnTo>
                <a:lnTo>
                  <a:pt x="6454974" y="4055243"/>
                </a:lnTo>
                <a:lnTo>
                  <a:pt x="0" y="4055243"/>
                </a:lnTo>
                <a:lnTo>
                  <a:pt x="0" y="0"/>
                </a:lnTo>
                <a:close/>
              </a:path>
            </a:pathLst>
          </a:custGeom>
          <a:blipFill rotWithShape="1">
            <a:blip r:embed="rId5">
              <a:alphaModFix/>
            </a:blip>
            <a:stretch>
              <a:fillRect b="0" l="0" r="0" t="0"/>
            </a:stretch>
          </a:blipFill>
          <a:ln>
            <a:noFill/>
          </a:ln>
        </p:spPr>
      </p:sp>
      <p:sp>
        <p:nvSpPr>
          <p:cNvPr id="243" name="Google Shape;243;p5"/>
          <p:cNvSpPr txBox="1"/>
          <p:nvPr/>
        </p:nvSpPr>
        <p:spPr>
          <a:xfrm>
            <a:off x="404999" y="526431"/>
            <a:ext cx="7846281" cy="499785"/>
          </a:xfrm>
          <a:prstGeom prst="rect">
            <a:avLst/>
          </a:prstGeom>
          <a:noFill/>
          <a:ln>
            <a:noFill/>
          </a:ln>
        </p:spPr>
        <p:txBody>
          <a:bodyPr anchorCtr="0" anchor="t" bIns="0" lIns="0" spcFirstLastPara="1" rIns="0" wrap="square" tIns="0">
            <a:spAutoFit/>
          </a:bodyPr>
          <a:lstStyle/>
          <a:p>
            <a:pPr indent="0" lvl="0" marL="0" marR="0" rtl="0" algn="l">
              <a:lnSpc>
                <a:spcPct val="97000"/>
              </a:lnSpc>
              <a:spcBef>
                <a:spcPts val="0"/>
              </a:spcBef>
              <a:spcAft>
                <a:spcPts val="0"/>
              </a:spcAft>
              <a:buClr>
                <a:srgbClr val="000000"/>
              </a:buClr>
              <a:buSzPts val="3900"/>
              <a:buFont typeface="Arial"/>
              <a:buNone/>
            </a:pPr>
            <a:r>
              <a:rPr b="1" i="0" lang="es" sz="3900" u="none" cap="none" strike="noStrike">
                <a:solidFill>
                  <a:srgbClr val="000000"/>
                </a:solidFill>
                <a:latin typeface="DM Sans"/>
                <a:ea typeface="DM Sans"/>
                <a:cs typeface="DM Sans"/>
                <a:sym typeface="DM Sans"/>
              </a:rPr>
              <a:t>PRINCIPALES CONCEPTOS:</a:t>
            </a:r>
            <a:endParaRPr b="0" i="0" sz="700" u="none" cap="none" strike="noStrike">
              <a:solidFill>
                <a:srgbClr val="000000"/>
              </a:solidFill>
              <a:latin typeface="Arial"/>
              <a:ea typeface="Arial"/>
              <a:cs typeface="Arial"/>
              <a:sym typeface="Arial"/>
            </a:endParaRPr>
          </a:p>
        </p:txBody>
      </p:sp>
      <p:sp>
        <p:nvSpPr>
          <p:cNvPr id="244" name="Google Shape;244;p5"/>
          <p:cNvSpPr txBox="1"/>
          <p:nvPr/>
        </p:nvSpPr>
        <p:spPr>
          <a:xfrm>
            <a:off x="693776" y="1656978"/>
            <a:ext cx="2682259" cy="2488927"/>
          </a:xfrm>
          <a:prstGeom prst="rect">
            <a:avLst/>
          </a:prstGeom>
          <a:noFill/>
          <a:ln>
            <a:noFill/>
          </a:ln>
        </p:spPr>
        <p:txBody>
          <a:bodyPr anchorCtr="0" anchor="t" bIns="0" lIns="0" spcFirstLastPara="1" rIns="0" wrap="square" tIns="0">
            <a:spAutoFit/>
          </a:bodyPr>
          <a:lstStyle/>
          <a:p>
            <a:pPr indent="0" lvl="0" marL="0" marR="0" rtl="0" algn="just">
              <a:lnSpc>
                <a:spcPct val="134994"/>
              </a:lnSpc>
              <a:spcBef>
                <a:spcPts val="0"/>
              </a:spcBef>
              <a:spcAft>
                <a:spcPts val="0"/>
              </a:spcAft>
              <a:buClr>
                <a:srgbClr val="000000"/>
              </a:buClr>
              <a:buSzPts val="2100"/>
              <a:buFont typeface="Arial"/>
              <a:buNone/>
            </a:pPr>
            <a:r>
              <a:rPr b="0" i="1" lang="es" sz="2100" u="none" cap="none" strike="noStrike">
                <a:solidFill>
                  <a:srgbClr val="000000"/>
                </a:solidFill>
                <a:latin typeface="Sansita"/>
                <a:ea typeface="Sansita"/>
                <a:cs typeface="Sansita"/>
                <a:sym typeface="Sansita"/>
              </a:rPr>
              <a:t>CLASES</a:t>
            </a:r>
            <a:endParaRPr b="0" i="0" sz="700" u="none" cap="none" strike="noStrike">
              <a:solidFill>
                <a:srgbClr val="000000"/>
              </a:solidFill>
              <a:latin typeface="Arial"/>
              <a:ea typeface="Arial"/>
              <a:cs typeface="Arial"/>
              <a:sym typeface="Arial"/>
            </a:endParaRPr>
          </a:p>
          <a:p>
            <a:pPr indent="0" lvl="0" marL="0" marR="0" rtl="0" algn="just">
              <a:lnSpc>
                <a:spcPct val="134994"/>
              </a:lnSpc>
              <a:spcBef>
                <a:spcPts val="0"/>
              </a:spcBef>
              <a:spcAft>
                <a:spcPts val="0"/>
              </a:spcAft>
              <a:buClr>
                <a:srgbClr val="000000"/>
              </a:buClr>
              <a:buSzPts val="2100"/>
              <a:buFont typeface="Arial"/>
              <a:buNone/>
            </a:pPr>
            <a:r>
              <a:t/>
            </a:r>
            <a:endParaRPr b="0" i="1" sz="2100" u="none" cap="none" strike="noStrike">
              <a:solidFill>
                <a:srgbClr val="000000"/>
              </a:solidFill>
              <a:latin typeface="Sansita"/>
              <a:ea typeface="Sansita"/>
              <a:cs typeface="Sansita"/>
              <a:sym typeface="Sansita"/>
            </a:endParaRPr>
          </a:p>
          <a:p>
            <a:pPr indent="0" lvl="0" marL="0" marR="0" rtl="0" algn="just">
              <a:lnSpc>
                <a:spcPct val="134994"/>
              </a:lnSpc>
              <a:spcBef>
                <a:spcPts val="0"/>
              </a:spcBef>
              <a:spcAft>
                <a:spcPts val="0"/>
              </a:spcAft>
              <a:buClr>
                <a:srgbClr val="000000"/>
              </a:buClr>
              <a:buSzPts val="2100"/>
              <a:buFont typeface="Arial"/>
              <a:buNone/>
            </a:pPr>
            <a:r>
              <a:rPr b="0" i="1" lang="es" sz="2100" u="none" cap="none" strike="noStrike">
                <a:solidFill>
                  <a:srgbClr val="000000"/>
                </a:solidFill>
                <a:latin typeface="Sansita"/>
                <a:ea typeface="Sansita"/>
                <a:cs typeface="Sansita"/>
                <a:sym typeface="Sansita"/>
              </a:rPr>
              <a:t>OBJETOS</a:t>
            </a:r>
            <a:endParaRPr b="0" i="0" sz="700" u="none" cap="none" strike="noStrike">
              <a:solidFill>
                <a:srgbClr val="000000"/>
              </a:solidFill>
              <a:latin typeface="Arial"/>
              <a:ea typeface="Arial"/>
              <a:cs typeface="Arial"/>
              <a:sym typeface="Arial"/>
            </a:endParaRPr>
          </a:p>
          <a:p>
            <a:pPr indent="0" lvl="0" marL="0" marR="0" rtl="0" algn="just">
              <a:lnSpc>
                <a:spcPct val="134994"/>
              </a:lnSpc>
              <a:spcBef>
                <a:spcPts val="0"/>
              </a:spcBef>
              <a:spcAft>
                <a:spcPts val="0"/>
              </a:spcAft>
              <a:buClr>
                <a:srgbClr val="000000"/>
              </a:buClr>
              <a:buSzPts val="2100"/>
              <a:buFont typeface="Arial"/>
              <a:buNone/>
            </a:pPr>
            <a:r>
              <a:t/>
            </a:r>
            <a:endParaRPr b="0" i="1" sz="2100" u="none" cap="none" strike="noStrike">
              <a:solidFill>
                <a:srgbClr val="000000"/>
              </a:solidFill>
              <a:latin typeface="Sansita"/>
              <a:ea typeface="Sansita"/>
              <a:cs typeface="Sansita"/>
              <a:sym typeface="Sansita"/>
            </a:endParaRPr>
          </a:p>
          <a:p>
            <a:pPr indent="0" lvl="0" marL="0" marR="0" rtl="0" algn="just">
              <a:lnSpc>
                <a:spcPct val="134994"/>
              </a:lnSpc>
              <a:spcBef>
                <a:spcPts val="0"/>
              </a:spcBef>
              <a:spcAft>
                <a:spcPts val="0"/>
              </a:spcAft>
              <a:buClr>
                <a:srgbClr val="000000"/>
              </a:buClr>
              <a:buSzPts val="2100"/>
              <a:buFont typeface="Arial"/>
              <a:buNone/>
            </a:pPr>
            <a:r>
              <a:rPr b="0" i="1" lang="es" sz="2100" u="none" cap="none" strike="noStrike">
                <a:solidFill>
                  <a:srgbClr val="000000"/>
                </a:solidFill>
                <a:latin typeface="Sansita"/>
                <a:ea typeface="Sansita"/>
                <a:cs typeface="Sansita"/>
                <a:sym typeface="Sansita"/>
              </a:rPr>
              <a:t>ATRIBUTOS</a:t>
            </a:r>
            <a:endParaRPr b="0" i="0" sz="700" u="none" cap="none" strike="noStrike">
              <a:solidFill>
                <a:srgbClr val="000000"/>
              </a:solidFill>
              <a:latin typeface="Arial"/>
              <a:ea typeface="Arial"/>
              <a:cs typeface="Arial"/>
              <a:sym typeface="Arial"/>
            </a:endParaRPr>
          </a:p>
          <a:p>
            <a:pPr indent="0" lvl="0" marL="0" marR="0" rtl="0" algn="just">
              <a:lnSpc>
                <a:spcPct val="134994"/>
              </a:lnSpc>
              <a:spcBef>
                <a:spcPts val="0"/>
              </a:spcBef>
              <a:spcAft>
                <a:spcPts val="0"/>
              </a:spcAft>
              <a:buClr>
                <a:srgbClr val="000000"/>
              </a:buClr>
              <a:buSzPts val="2100"/>
              <a:buFont typeface="Arial"/>
              <a:buNone/>
            </a:pPr>
            <a:r>
              <a:t/>
            </a:r>
            <a:endParaRPr b="0" i="1" sz="2100" u="none" cap="none" strike="noStrike">
              <a:solidFill>
                <a:srgbClr val="000000"/>
              </a:solidFill>
              <a:latin typeface="Sansita"/>
              <a:ea typeface="Sansita"/>
              <a:cs typeface="Sansita"/>
              <a:sym typeface="Sansita"/>
            </a:endParaRPr>
          </a:p>
          <a:p>
            <a:pPr indent="0" lvl="0" marL="0" marR="0" rtl="0" algn="just">
              <a:lnSpc>
                <a:spcPct val="134994"/>
              </a:lnSpc>
              <a:spcBef>
                <a:spcPts val="0"/>
              </a:spcBef>
              <a:spcAft>
                <a:spcPts val="0"/>
              </a:spcAft>
              <a:buClr>
                <a:srgbClr val="000000"/>
              </a:buClr>
              <a:buSzPts val="2100"/>
              <a:buFont typeface="Arial"/>
              <a:buNone/>
            </a:pPr>
            <a:r>
              <a:rPr b="0" i="1" lang="es" sz="2100" u="none" cap="none" strike="noStrike">
                <a:solidFill>
                  <a:srgbClr val="000000"/>
                </a:solidFill>
                <a:latin typeface="Sansita"/>
                <a:ea typeface="Sansita"/>
                <a:cs typeface="Sansita"/>
                <a:sym typeface="Sansita"/>
              </a:rPr>
              <a:t>4 PILARES DE POO</a:t>
            </a:r>
            <a:endParaRPr b="0" i="0" sz="700" u="none" cap="none" strike="noStrike">
              <a:solidFill>
                <a:srgbClr val="000000"/>
              </a:solidFill>
              <a:latin typeface="Arial"/>
              <a:ea typeface="Arial"/>
              <a:cs typeface="Arial"/>
              <a:sym typeface="Arial"/>
            </a:endParaRPr>
          </a:p>
        </p:txBody>
      </p:sp>
      <p:sp>
        <p:nvSpPr>
          <p:cNvPr id="245" name="Google Shape;245;p5"/>
          <p:cNvSpPr/>
          <p:nvPr/>
        </p:nvSpPr>
        <p:spPr>
          <a:xfrm>
            <a:off x="397491" y="1685554"/>
            <a:ext cx="233718" cy="251859"/>
          </a:xfrm>
          <a:custGeom>
            <a:rect b="b" l="l" r="r" t="t"/>
            <a:pathLst>
              <a:path extrusionOk="0" h="503718" w="467436">
                <a:moveTo>
                  <a:pt x="0" y="0"/>
                </a:moveTo>
                <a:lnTo>
                  <a:pt x="467436" y="0"/>
                </a:lnTo>
                <a:lnTo>
                  <a:pt x="467436" y="503718"/>
                </a:lnTo>
                <a:lnTo>
                  <a:pt x="0" y="503718"/>
                </a:lnTo>
                <a:lnTo>
                  <a:pt x="0" y="0"/>
                </a:lnTo>
                <a:close/>
              </a:path>
            </a:pathLst>
          </a:custGeom>
          <a:blipFill rotWithShape="1">
            <a:blip r:embed="rId6">
              <a:alphaModFix/>
            </a:blip>
            <a:stretch>
              <a:fillRect b="0" l="0" r="0" t="0"/>
            </a:stretch>
          </a:blipFill>
          <a:ln>
            <a:noFill/>
          </a:ln>
        </p:spPr>
      </p:sp>
      <p:sp>
        <p:nvSpPr>
          <p:cNvPr id="246" name="Google Shape;246;p5"/>
          <p:cNvSpPr/>
          <p:nvPr/>
        </p:nvSpPr>
        <p:spPr>
          <a:xfrm>
            <a:off x="397491" y="2445821"/>
            <a:ext cx="233718" cy="251859"/>
          </a:xfrm>
          <a:custGeom>
            <a:rect b="b" l="l" r="r" t="t"/>
            <a:pathLst>
              <a:path extrusionOk="0" h="503718" w="467436">
                <a:moveTo>
                  <a:pt x="0" y="0"/>
                </a:moveTo>
                <a:lnTo>
                  <a:pt x="467436" y="0"/>
                </a:lnTo>
                <a:lnTo>
                  <a:pt x="467436" y="503718"/>
                </a:lnTo>
                <a:lnTo>
                  <a:pt x="0" y="503718"/>
                </a:lnTo>
                <a:lnTo>
                  <a:pt x="0" y="0"/>
                </a:lnTo>
                <a:close/>
              </a:path>
            </a:pathLst>
          </a:custGeom>
          <a:blipFill rotWithShape="1">
            <a:blip r:embed="rId6">
              <a:alphaModFix/>
            </a:blip>
            <a:stretch>
              <a:fillRect b="0" l="0" r="0" t="0"/>
            </a:stretch>
          </a:blipFill>
          <a:ln>
            <a:noFill/>
          </a:ln>
        </p:spPr>
      </p:sp>
      <p:sp>
        <p:nvSpPr>
          <p:cNvPr id="247" name="Google Shape;247;p5"/>
          <p:cNvSpPr/>
          <p:nvPr/>
        </p:nvSpPr>
        <p:spPr>
          <a:xfrm>
            <a:off x="404999" y="3143166"/>
            <a:ext cx="233718" cy="251859"/>
          </a:xfrm>
          <a:custGeom>
            <a:rect b="b" l="l" r="r" t="t"/>
            <a:pathLst>
              <a:path extrusionOk="0" h="503718" w="467436">
                <a:moveTo>
                  <a:pt x="0" y="0"/>
                </a:moveTo>
                <a:lnTo>
                  <a:pt x="467435" y="0"/>
                </a:lnTo>
                <a:lnTo>
                  <a:pt x="467435" y="503718"/>
                </a:lnTo>
                <a:lnTo>
                  <a:pt x="0" y="503718"/>
                </a:lnTo>
                <a:lnTo>
                  <a:pt x="0" y="0"/>
                </a:lnTo>
                <a:close/>
              </a:path>
            </a:pathLst>
          </a:custGeom>
          <a:blipFill rotWithShape="1">
            <a:blip r:embed="rId6">
              <a:alphaModFix/>
            </a:blip>
            <a:stretch>
              <a:fillRect b="0" l="0" r="0" t="0"/>
            </a:stretch>
          </a:blipFill>
          <a:ln>
            <a:noFill/>
          </a:ln>
        </p:spPr>
      </p:sp>
      <p:sp>
        <p:nvSpPr>
          <p:cNvPr id="248" name="Google Shape;248;p5"/>
          <p:cNvSpPr/>
          <p:nvPr/>
        </p:nvSpPr>
        <p:spPr>
          <a:xfrm>
            <a:off x="397491" y="3894047"/>
            <a:ext cx="233718" cy="251859"/>
          </a:xfrm>
          <a:custGeom>
            <a:rect b="b" l="l" r="r" t="t"/>
            <a:pathLst>
              <a:path extrusionOk="0" h="503718" w="467436">
                <a:moveTo>
                  <a:pt x="0" y="0"/>
                </a:moveTo>
                <a:lnTo>
                  <a:pt x="467436" y="0"/>
                </a:lnTo>
                <a:lnTo>
                  <a:pt x="467436" y="503718"/>
                </a:lnTo>
                <a:lnTo>
                  <a:pt x="0" y="503718"/>
                </a:lnTo>
                <a:lnTo>
                  <a:pt x="0" y="0"/>
                </a:lnTo>
                <a:close/>
              </a:path>
            </a:pathLst>
          </a:custGeom>
          <a:blipFill rotWithShape="1">
            <a:blip r:embed="rId6">
              <a:alphaModFix/>
            </a:blip>
            <a:stretch>
              <a:fillRect b="0" l="0" r="0" t="0"/>
            </a:stretch>
          </a:blipFill>
          <a:ln>
            <a:noFill/>
          </a:ln>
        </p:spPr>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6"/>
          <p:cNvSpPr/>
          <p:nvPr/>
        </p:nvSpPr>
        <p:spPr>
          <a:xfrm rot="-5400000">
            <a:off x="2000250" y="-2000250"/>
            <a:ext cx="5143500" cy="9144000"/>
          </a:xfrm>
          <a:custGeom>
            <a:rect b="b" l="l" r="r" t="t"/>
            <a:pathLst>
              <a:path extrusionOk="0" h="18288000" w="10287000">
                <a:moveTo>
                  <a:pt x="10287000" y="0"/>
                </a:moveTo>
                <a:lnTo>
                  <a:pt x="10287000" y="18288000"/>
                </a:lnTo>
                <a:lnTo>
                  <a:pt x="0" y="18288000"/>
                </a:lnTo>
                <a:lnTo>
                  <a:pt x="0" y="0"/>
                </a:lnTo>
                <a:lnTo>
                  <a:pt x="10287000" y="0"/>
                </a:lnTo>
                <a:close/>
              </a:path>
            </a:pathLst>
          </a:custGeom>
          <a:blipFill rotWithShape="1">
            <a:blip r:embed="rId3">
              <a:alphaModFix/>
            </a:blip>
            <a:stretch>
              <a:fillRect b="-2742" l="-71843" r="-74128" t="-3623"/>
            </a:stretch>
          </a:blipFill>
          <a:ln>
            <a:noFill/>
          </a:ln>
        </p:spPr>
      </p:sp>
      <p:sp>
        <p:nvSpPr>
          <p:cNvPr id="254" name="Google Shape;254;p6"/>
          <p:cNvSpPr/>
          <p:nvPr/>
        </p:nvSpPr>
        <p:spPr>
          <a:xfrm>
            <a:off x="7676745" y="4270068"/>
            <a:ext cx="2301157" cy="1809285"/>
          </a:xfrm>
          <a:custGeom>
            <a:rect b="b" l="l" r="r" t="t"/>
            <a:pathLst>
              <a:path extrusionOk="0" h="3618569" w="4602314">
                <a:moveTo>
                  <a:pt x="0" y="0"/>
                </a:moveTo>
                <a:lnTo>
                  <a:pt x="4602314" y="0"/>
                </a:lnTo>
                <a:lnTo>
                  <a:pt x="4602314" y="3618570"/>
                </a:lnTo>
                <a:lnTo>
                  <a:pt x="0" y="3618570"/>
                </a:lnTo>
                <a:lnTo>
                  <a:pt x="0" y="0"/>
                </a:lnTo>
                <a:close/>
              </a:path>
            </a:pathLst>
          </a:custGeom>
          <a:blipFill rotWithShape="1">
            <a:blip r:embed="rId4">
              <a:alphaModFix/>
            </a:blip>
            <a:stretch>
              <a:fillRect b="0" l="0" r="0" t="0"/>
            </a:stretch>
          </a:blipFill>
          <a:ln>
            <a:noFill/>
          </a:ln>
        </p:spPr>
      </p:sp>
      <p:sp>
        <p:nvSpPr>
          <p:cNvPr id="255" name="Google Shape;255;p6"/>
          <p:cNvSpPr/>
          <p:nvPr/>
        </p:nvSpPr>
        <p:spPr>
          <a:xfrm>
            <a:off x="-337078" y="-536315"/>
            <a:ext cx="2449974" cy="1534296"/>
          </a:xfrm>
          <a:custGeom>
            <a:rect b="b" l="l" r="r" t="t"/>
            <a:pathLst>
              <a:path extrusionOk="0" h="3068592" w="4899948">
                <a:moveTo>
                  <a:pt x="0" y="0"/>
                </a:moveTo>
                <a:lnTo>
                  <a:pt x="4899948" y="0"/>
                </a:lnTo>
                <a:lnTo>
                  <a:pt x="4899948" y="3068592"/>
                </a:lnTo>
                <a:lnTo>
                  <a:pt x="0" y="3068592"/>
                </a:lnTo>
                <a:lnTo>
                  <a:pt x="0" y="0"/>
                </a:lnTo>
                <a:close/>
              </a:path>
            </a:pathLst>
          </a:custGeom>
          <a:blipFill rotWithShape="1">
            <a:blip r:embed="rId5">
              <a:alphaModFix/>
            </a:blip>
            <a:stretch>
              <a:fillRect b="0" l="0" r="0" t="0"/>
            </a:stretch>
          </a:blipFill>
          <a:ln>
            <a:noFill/>
          </a:ln>
        </p:spPr>
      </p:sp>
      <p:sp>
        <p:nvSpPr>
          <p:cNvPr id="256" name="Google Shape;256;p6"/>
          <p:cNvSpPr/>
          <p:nvPr/>
        </p:nvSpPr>
        <p:spPr>
          <a:xfrm>
            <a:off x="4572000" y="4629150"/>
            <a:ext cx="2038135" cy="1431790"/>
          </a:xfrm>
          <a:custGeom>
            <a:rect b="b" l="l" r="r" t="t"/>
            <a:pathLst>
              <a:path extrusionOk="0" h="2863579" w="4076270">
                <a:moveTo>
                  <a:pt x="0" y="0"/>
                </a:moveTo>
                <a:lnTo>
                  <a:pt x="4076270" y="0"/>
                </a:lnTo>
                <a:lnTo>
                  <a:pt x="4076270" y="2863579"/>
                </a:lnTo>
                <a:lnTo>
                  <a:pt x="0" y="2863579"/>
                </a:lnTo>
                <a:lnTo>
                  <a:pt x="0" y="0"/>
                </a:lnTo>
                <a:close/>
              </a:path>
            </a:pathLst>
          </a:custGeom>
          <a:blipFill rotWithShape="1">
            <a:blip r:embed="rId6">
              <a:alphaModFix/>
            </a:blip>
            <a:stretch>
              <a:fillRect b="0" l="0" r="0" t="0"/>
            </a:stretch>
          </a:blipFill>
          <a:ln>
            <a:noFill/>
          </a:ln>
        </p:spPr>
      </p:sp>
      <p:sp>
        <p:nvSpPr>
          <p:cNvPr id="257" name="Google Shape;257;p6"/>
          <p:cNvSpPr/>
          <p:nvPr/>
        </p:nvSpPr>
        <p:spPr>
          <a:xfrm>
            <a:off x="2501974" y="-945300"/>
            <a:ext cx="1446381" cy="1459651"/>
          </a:xfrm>
          <a:custGeom>
            <a:rect b="b" l="l" r="r" t="t"/>
            <a:pathLst>
              <a:path extrusionOk="0" h="2919301" w="2892762">
                <a:moveTo>
                  <a:pt x="0" y="0"/>
                </a:moveTo>
                <a:lnTo>
                  <a:pt x="2892762" y="0"/>
                </a:lnTo>
                <a:lnTo>
                  <a:pt x="2892762" y="2919301"/>
                </a:lnTo>
                <a:lnTo>
                  <a:pt x="0" y="2919301"/>
                </a:lnTo>
                <a:lnTo>
                  <a:pt x="0" y="0"/>
                </a:lnTo>
                <a:close/>
              </a:path>
            </a:pathLst>
          </a:custGeom>
          <a:blipFill rotWithShape="1">
            <a:blip r:embed="rId7">
              <a:alphaModFix/>
            </a:blip>
            <a:stretch>
              <a:fillRect b="0" l="0" r="0" t="0"/>
            </a:stretch>
          </a:blipFill>
          <a:ln>
            <a:noFill/>
          </a:ln>
        </p:spPr>
      </p:sp>
      <p:sp>
        <p:nvSpPr>
          <p:cNvPr id="258" name="Google Shape;258;p6"/>
          <p:cNvSpPr/>
          <p:nvPr/>
        </p:nvSpPr>
        <p:spPr>
          <a:xfrm rot="-5282649">
            <a:off x="8002143" y="132687"/>
            <a:ext cx="2008604" cy="685436"/>
          </a:xfrm>
          <a:custGeom>
            <a:rect b="b" l="l" r="r" t="t"/>
            <a:pathLst>
              <a:path extrusionOk="0" h="1370872" w="4017207">
                <a:moveTo>
                  <a:pt x="0" y="0"/>
                </a:moveTo>
                <a:lnTo>
                  <a:pt x="4017207" y="0"/>
                </a:lnTo>
                <a:lnTo>
                  <a:pt x="4017207" y="1370872"/>
                </a:lnTo>
                <a:lnTo>
                  <a:pt x="0" y="1370872"/>
                </a:lnTo>
                <a:lnTo>
                  <a:pt x="0" y="0"/>
                </a:lnTo>
                <a:close/>
              </a:path>
            </a:pathLst>
          </a:custGeom>
          <a:blipFill rotWithShape="1">
            <a:blip r:embed="rId8">
              <a:alphaModFix/>
            </a:blip>
            <a:stretch>
              <a:fillRect b="0" l="0" r="0" t="0"/>
            </a:stretch>
          </a:blipFill>
          <a:ln>
            <a:noFill/>
          </a:ln>
        </p:spPr>
      </p:sp>
      <p:sp>
        <p:nvSpPr>
          <p:cNvPr id="259" name="Google Shape;259;p6"/>
          <p:cNvSpPr/>
          <p:nvPr/>
        </p:nvSpPr>
        <p:spPr>
          <a:xfrm>
            <a:off x="4681723" y="1089851"/>
            <a:ext cx="4145600" cy="3028889"/>
          </a:xfrm>
          <a:custGeom>
            <a:rect b="b" l="l" r="r" t="t"/>
            <a:pathLst>
              <a:path extrusionOk="0" h="6057777" w="8291200">
                <a:moveTo>
                  <a:pt x="0" y="0"/>
                </a:moveTo>
                <a:lnTo>
                  <a:pt x="8291200" y="0"/>
                </a:lnTo>
                <a:lnTo>
                  <a:pt x="8291200" y="6057777"/>
                </a:lnTo>
                <a:lnTo>
                  <a:pt x="0" y="6057777"/>
                </a:lnTo>
                <a:lnTo>
                  <a:pt x="0" y="0"/>
                </a:lnTo>
                <a:close/>
              </a:path>
            </a:pathLst>
          </a:custGeom>
          <a:blipFill rotWithShape="1">
            <a:blip r:embed="rId9">
              <a:alphaModFix/>
            </a:blip>
            <a:stretch>
              <a:fillRect b="0" l="0" r="0" t="0"/>
            </a:stretch>
          </a:blipFill>
          <a:ln>
            <a:noFill/>
          </a:ln>
        </p:spPr>
      </p:sp>
      <p:sp>
        <p:nvSpPr>
          <p:cNvPr id="260" name="Google Shape;260;p6"/>
          <p:cNvSpPr txBox="1"/>
          <p:nvPr/>
        </p:nvSpPr>
        <p:spPr>
          <a:xfrm>
            <a:off x="582324" y="1185101"/>
            <a:ext cx="3924377" cy="1141095"/>
          </a:xfrm>
          <a:prstGeom prst="rect">
            <a:avLst/>
          </a:prstGeom>
          <a:noFill/>
          <a:ln>
            <a:noFill/>
          </a:ln>
        </p:spPr>
        <p:txBody>
          <a:bodyPr anchorCtr="0" anchor="t" bIns="0" lIns="0" spcFirstLastPara="1" rIns="0" wrap="square" tIns="0">
            <a:spAutoFit/>
          </a:bodyPr>
          <a:lstStyle/>
          <a:p>
            <a:pPr indent="0" lvl="0" marL="0" marR="0" rtl="0" algn="l">
              <a:lnSpc>
                <a:spcPct val="97000"/>
              </a:lnSpc>
              <a:spcBef>
                <a:spcPts val="0"/>
              </a:spcBef>
              <a:spcAft>
                <a:spcPts val="0"/>
              </a:spcAft>
              <a:buClr>
                <a:srgbClr val="000000"/>
              </a:buClr>
              <a:buSzPts val="4500"/>
              <a:buFont typeface="Arial"/>
              <a:buNone/>
            </a:pPr>
            <a:r>
              <a:rPr b="1" i="0" lang="es" sz="4500" u="none" cap="none" strike="noStrike">
                <a:solidFill>
                  <a:srgbClr val="000000"/>
                </a:solidFill>
                <a:latin typeface="DM Sans"/>
                <a:ea typeface="DM Sans"/>
                <a:cs typeface="DM Sans"/>
                <a:sym typeface="DM Sans"/>
              </a:rPr>
              <a:t>¿Qué son las clases?</a:t>
            </a:r>
            <a:endParaRPr b="0" i="0" sz="700" u="none" cap="none" strike="noStrike">
              <a:solidFill>
                <a:srgbClr val="000000"/>
              </a:solidFill>
              <a:latin typeface="Arial"/>
              <a:ea typeface="Arial"/>
              <a:cs typeface="Arial"/>
              <a:sym typeface="Arial"/>
            </a:endParaRPr>
          </a:p>
        </p:txBody>
      </p:sp>
      <p:sp>
        <p:nvSpPr>
          <p:cNvPr id="261" name="Google Shape;261;p6"/>
          <p:cNvSpPr txBox="1"/>
          <p:nvPr/>
        </p:nvSpPr>
        <p:spPr>
          <a:xfrm>
            <a:off x="667399" y="2397634"/>
            <a:ext cx="3754225" cy="1448942"/>
          </a:xfrm>
          <a:prstGeom prst="rect">
            <a:avLst/>
          </a:prstGeom>
          <a:noFill/>
          <a:ln>
            <a:noFill/>
          </a:ln>
        </p:spPr>
        <p:txBody>
          <a:bodyPr anchorCtr="0" anchor="t" bIns="0" lIns="0" spcFirstLastPara="1" rIns="0" wrap="square" tIns="0">
            <a:spAutoFit/>
          </a:bodyPr>
          <a:lstStyle/>
          <a:p>
            <a:pPr indent="0" lvl="0" marL="0" marR="0" rtl="0" algn="just">
              <a:lnSpc>
                <a:spcPct val="135000"/>
              </a:lnSpc>
              <a:spcBef>
                <a:spcPts val="0"/>
              </a:spcBef>
              <a:spcAft>
                <a:spcPts val="0"/>
              </a:spcAft>
              <a:buClr>
                <a:srgbClr val="000000"/>
              </a:buClr>
              <a:buSzPts val="1400"/>
              <a:buFont typeface="Arial"/>
              <a:buNone/>
            </a:pPr>
            <a:r>
              <a:rPr b="0" i="0" lang="es" sz="1400" u="none" cap="none" strike="noStrike">
                <a:solidFill>
                  <a:srgbClr val="000000"/>
                </a:solidFill>
                <a:latin typeface="DM Sans"/>
                <a:ea typeface="DM Sans"/>
                <a:cs typeface="DM Sans"/>
                <a:sym typeface="DM Sans"/>
              </a:rPr>
              <a:t>Pueden definirse las clases como “moldes” o “plantillas” en donde se define la estructura y comportamiento que tendrán los objetos. Se describe lo que son los atributos y métodos que los objetos tendrán.</a:t>
            </a:r>
            <a:endParaRPr b="0" i="0" sz="7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7"/>
          <p:cNvSpPr/>
          <p:nvPr/>
        </p:nvSpPr>
        <p:spPr>
          <a:xfrm rot="-5400000">
            <a:off x="2000250" y="-2000250"/>
            <a:ext cx="5143500" cy="9144000"/>
          </a:xfrm>
          <a:custGeom>
            <a:rect b="b" l="l" r="r" t="t"/>
            <a:pathLst>
              <a:path extrusionOk="0" h="18288000" w="10287000">
                <a:moveTo>
                  <a:pt x="10287000" y="0"/>
                </a:moveTo>
                <a:lnTo>
                  <a:pt x="10287000" y="18288000"/>
                </a:lnTo>
                <a:lnTo>
                  <a:pt x="0" y="18288000"/>
                </a:lnTo>
                <a:lnTo>
                  <a:pt x="0" y="0"/>
                </a:lnTo>
                <a:lnTo>
                  <a:pt x="10287000" y="0"/>
                </a:lnTo>
                <a:close/>
              </a:path>
            </a:pathLst>
          </a:custGeom>
          <a:blipFill rotWithShape="1">
            <a:blip r:embed="rId3">
              <a:alphaModFix/>
            </a:blip>
            <a:stretch>
              <a:fillRect b="-2742" l="-71843" r="-74128" t="-3623"/>
            </a:stretch>
          </a:blipFill>
          <a:ln>
            <a:noFill/>
          </a:ln>
        </p:spPr>
      </p:sp>
      <p:sp>
        <p:nvSpPr>
          <p:cNvPr id="267" name="Google Shape;267;p7"/>
          <p:cNvSpPr/>
          <p:nvPr/>
        </p:nvSpPr>
        <p:spPr>
          <a:xfrm>
            <a:off x="7676745" y="4270068"/>
            <a:ext cx="2301157" cy="1809285"/>
          </a:xfrm>
          <a:custGeom>
            <a:rect b="b" l="l" r="r" t="t"/>
            <a:pathLst>
              <a:path extrusionOk="0" h="3618569" w="4602314">
                <a:moveTo>
                  <a:pt x="0" y="0"/>
                </a:moveTo>
                <a:lnTo>
                  <a:pt x="4602314" y="0"/>
                </a:lnTo>
                <a:lnTo>
                  <a:pt x="4602314" y="3618570"/>
                </a:lnTo>
                <a:lnTo>
                  <a:pt x="0" y="3618570"/>
                </a:lnTo>
                <a:lnTo>
                  <a:pt x="0" y="0"/>
                </a:lnTo>
                <a:close/>
              </a:path>
            </a:pathLst>
          </a:custGeom>
          <a:blipFill rotWithShape="1">
            <a:blip r:embed="rId4">
              <a:alphaModFix/>
            </a:blip>
            <a:stretch>
              <a:fillRect b="0" l="0" r="0" t="0"/>
            </a:stretch>
          </a:blipFill>
          <a:ln>
            <a:noFill/>
          </a:ln>
        </p:spPr>
      </p:sp>
      <p:sp>
        <p:nvSpPr>
          <p:cNvPr id="268" name="Google Shape;268;p7"/>
          <p:cNvSpPr/>
          <p:nvPr/>
        </p:nvSpPr>
        <p:spPr>
          <a:xfrm>
            <a:off x="-337078" y="-536315"/>
            <a:ext cx="2449974" cy="1534296"/>
          </a:xfrm>
          <a:custGeom>
            <a:rect b="b" l="l" r="r" t="t"/>
            <a:pathLst>
              <a:path extrusionOk="0" h="3068592" w="4899948">
                <a:moveTo>
                  <a:pt x="0" y="0"/>
                </a:moveTo>
                <a:lnTo>
                  <a:pt x="4899948" y="0"/>
                </a:lnTo>
                <a:lnTo>
                  <a:pt x="4899948" y="3068592"/>
                </a:lnTo>
                <a:lnTo>
                  <a:pt x="0" y="3068592"/>
                </a:lnTo>
                <a:lnTo>
                  <a:pt x="0" y="0"/>
                </a:lnTo>
                <a:close/>
              </a:path>
            </a:pathLst>
          </a:custGeom>
          <a:blipFill rotWithShape="1">
            <a:blip r:embed="rId5">
              <a:alphaModFix/>
            </a:blip>
            <a:stretch>
              <a:fillRect b="0" l="0" r="0" t="0"/>
            </a:stretch>
          </a:blipFill>
          <a:ln>
            <a:noFill/>
          </a:ln>
        </p:spPr>
      </p:sp>
      <p:sp>
        <p:nvSpPr>
          <p:cNvPr id="269" name="Google Shape;269;p7"/>
          <p:cNvSpPr/>
          <p:nvPr/>
        </p:nvSpPr>
        <p:spPr>
          <a:xfrm>
            <a:off x="4572000" y="4629150"/>
            <a:ext cx="2038135" cy="1431790"/>
          </a:xfrm>
          <a:custGeom>
            <a:rect b="b" l="l" r="r" t="t"/>
            <a:pathLst>
              <a:path extrusionOk="0" h="2863579" w="4076270">
                <a:moveTo>
                  <a:pt x="0" y="0"/>
                </a:moveTo>
                <a:lnTo>
                  <a:pt x="4076270" y="0"/>
                </a:lnTo>
                <a:lnTo>
                  <a:pt x="4076270" y="2863579"/>
                </a:lnTo>
                <a:lnTo>
                  <a:pt x="0" y="2863579"/>
                </a:lnTo>
                <a:lnTo>
                  <a:pt x="0" y="0"/>
                </a:lnTo>
                <a:close/>
              </a:path>
            </a:pathLst>
          </a:custGeom>
          <a:blipFill rotWithShape="1">
            <a:blip r:embed="rId6">
              <a:alphaModFix/>
            </a:blip>
            <a:stretch>
              <a:fillRect b="0" l="0" r="0" t="0"/>
            </a:stretch>
          </a:blipFill>
          <a:ln>
            <a:noFill/>
          </a:ln>
        </p:spPr>
      </p:sp>
      <p:sp>
        <p:nvSpPr>
          <p:cNvPr id="270" name="Google Shape;270;p7"/>
          <p:cNvSpPr/>
          <p:nvPr/>
        </p:nvSpPr>
        <p:spPr>
          <a:xfrm>
            <a:off x="2501974" y="-945300"/>
            <a:ext cx="1446381" cy="1459651"/>
          </a:xfrm>
          <a:custGeom>
            <a:rect b="b" l="l" r="r" t="t"/>
            <a:pathLst>
              <a:path extrusionOk="0" h="2919301" w="2892762">
                <a:moveTo>
                  <a:pt x="0" y="0"/>
                </a:moveTo>
                <a:lnTo>
                  <a:pt x="2892762" y="0"/>
                </a:lnTo>
                <a:lnTo>
                  <a:pt x="2892762" y="2919301"/>
                </a:lnTo>
                <a:lnTo>
                  <a:pt x="0" y="2919301"/>
                </a:lnTo>
                <a:lnTo>
                  <a:pt x="0" y="0"/>
                </a:lnTo>
                <a:close/>
              </a:path>
            </a:pathLst>
          </a:custGeom>
          <a:blipFill rotWithShape="1">
            <a:blip r:embed="rId7">
              <a:alphaModFix/>
            </a:blip>
            <a:stretch>
              <a:fillRect b="0" l="0" r="0" t="0"/>
            </a:stretch>
          </a:blipFill>
          <a:ln>
            <a:noFill/>
          </a:ln>
        </p:spPr>
      </p:sp>
      <p:sp>
        <p:nvSpPr>
          <p:cNvPr id="271" name="Google Shape;271;p7"/>
          <p:cNvSpPr/>
          <p:nvPr/>
        </p:nvSpPr>
        <p:spPr>
          <a:xfrm rot="-5282649">
            <a:off x="8002143" y="132687"/>
            <a:ext cx="2008604" cy="685436"/>
          </a:xfrm>
          <a:custGeom>
            <a:rect b="b" l="l" r="r" t="t"/>
            <a:pathLst>
              <a:path extrusionOk="0" h="1370872" w="4017207">
                <a:moveTo>
                  <a:pt x="0" y="0"/>
                </a:moveTo>
                <a:lnTo>
                  <a:pt x="4017207" y="0"/>
                </a:lnTo>
                <a:lnTo>
                  <a:pt x="4017207" y="1370872"/>
                </a:lnTo>
                <a:lnTo>
                  <a:pt x="0" y="1370872"/>
                </a:lnTo>
                <a:lnTo>
                  <a:pt x="0" y="0"/>
                </a:lnTo>
                <a:close/>
              </a:path>
            </a:pathLst>
          </a:custGeom>
          <a:blipFill rotWithShape="1">
            <a:blip r:embed="rId8">
              <a:alphaModFix/>
            </a:blip>
            <a:stretch>
              <a:fillRect b="0" l="0" r="0" t="0"/>
            </a:stretch>
          </a:blipFill>
          <a:ln>
            <a:noFill/>
          </a:ln>
        </p:spPr>
      </p:sp>
      <p:sp>
        <p:nvSpPr>
          <p:cNvPr id="272" name="Google Shape;272;p7"/>
          <p:cNvSpPr/>
          <p:nvPr/>
        </p:nvSpPr>
        <p:spPr>
          <a:xfrm>
            <a:off x="3855966" y="884631"/>
            <a:ext cx="971460" cy="971460"/>
          </a:xfrm>
          <a:custGeom>
            <a:rect b="b" l="l" r="r" t="t"/>
            <a:pathLst>
              <a:path extrusionOk="0" h="1942919" w="1942919">
                <a:moveTo>
                  <a:pt x="0" y="0"/>
                </a:moveTo>
                <a:lnTo>
                  <a:pt x="1942919" y="0"/>
                </a:lnTo>
                <a:lnTo>
                  <a:pt x="1942919" y="1942919"/>
                </a:lnTo>
                <a:lnTo>
                  <a:pt x="0" y="1942919"/>
                </a:lnTo>
                <a:lnTo>
                  <a:pt x="0" y="0"/>
                </a:lnTo>
                <a:close/>
              </a:path>
            </a:pathLst>
          </a:custGeom>
          <a:blipFill rotWithShape="1">
            <a:blip r:embed="rId9">
              <a:alphaModFix/>
            </a:blip>
            <a:stretch>
              <a:fillRect b="0" l="0" r="0" t="0"/>
            </a:stretch>
          </a:blipFill>
          <a:ln>
            <a:noFill/>
          </a:ln>
        </p:spPr>
      </p:sp>
      <p:sp>
        <p:nvSpPr>
          <p:cNvPr id="273" name="Google Shape;273;p7"/>
          <p:cNvSpPr/>
          <p:nvPr/>
        </p:nvSpPr>
        <p:spPr>
          <a:xfrm>
            <a:off x="378822" y="4065891"/>
            <a:ext cx="747305" cy="896318"/>
          </a:xfrm>
          <a:custGeom>
            <a:rect b="b" l="l" r="r" t="t"/>
            <a:pathLst>
              <a:path extrusionOk="0" h="1792635" w="1494609">
                <a:moveTo>
                  <a:pt x="0" y="0"/>
                </a:moveTo>
                <a:lnTo>
                  <a:pt x="1494610" y="0"/>
                </a:lnTo>
                <a:lnTo>
                  <a:pt x="1494610" y="1792635"/>
                </a:lnTo>
                <a:lnTo>
                  <a:pt x="0" y="1792635"/>
                </a:lnTo>
                <a:lnTo>
                  <a:pt x="0" y="0"/>
                </a:lnTo>
                <a:close/>
              </a:path>
            </a:pathLst>
          </a:custGeom>
          <a:blipFill rotWithShape="1">
            <a:blip r:embed="rId10">
              <a:alphaModFix/>
            </a:blip>
            <a:stretch>
              <a:fillRect b="0" l="0" r="0" t="0"/>
            </a:stretch>
          </a:blipFill>
          <a:ln>
            <a:noFill/>
          </a:ln>
        </p:spPr>
      </p:sp>
      <p:sp>
        <p:nvSpPr>
          <p:cNvPr id="274" name="Google Shape;274;p7"/>
          <p:cNvSpPr/>
          <p:nvPr/>
        </p:nvSpPr>
        <p:spPr>
          <a:xfrm>
            <a:off x="65518" y="108267"/>
            <a:ext cx="897665" cy="1262095"/>
          </a:xfrm>
          <a:custGeom>
            <a:rect b="b" l="l" r="r" t="t"/>
            <a:pathLst>
              <a:path extrusionOk="0" h="2524190" w="1795330">
                <a:moveTo>
                  <a:pt x="0" y="0"/>
                </a:moveTo>
                <a:lnTo>
                  <a:pt x="1795330" y="0"/>
                </a:lnTo>
                <a:lnTo>
                  <a:pt x="1795330" y="2524190"/>
                </a:lnTo>
                <a:lnTo>
                  <a:pt x="0" y="2524190"/>
                </a:lnTo>
                <a:lnTo>
                  <a:pt x="0" y="0"/>
                </a:lnTo>
                <a:close/>
              </a:path>
            </a:pathLst>
          </a:custGeom>
          <a:blipFill rotWithShape="1">
            <a:blip r:embed="rId11">
              <a:alphaModFix/>
            </a:blip>
            <a:stretch>
              <a:fillRect b="0" l="0" r="0" t="0"/>
            </a:stretch>
          </a:blipFill>
          <a:ln>
            <a:noFill/>
          </a:ln>
        </p:spPr>
      </p:sp>
      <p:sp>
        <p:nvSpPr>
          <p:cNvPr id="275" name="Google Shape;275;p7"/>
          <p:cNvSpPr/>
          <p:nvPr/>
        </p:nvSpPr>
        <p:spPr>
          <a:xfrm>
            <a:off x="5085814" y="1311821"/>
            <a:ext cx="3846721" cy="2626616"/>
          </a:xfrm>
          <a:custGeom>
            <a:rect b="b" l="l" r="r" t="t"/>
            <a:pathLst>
              <a:path extrusionOk="0" h="5253231" w="7693442">
                <a:moveTo>
                  <a:pt x="0" y="0"/>
                </a:moveTo>
                <a:lnTo>
                  <a:pt x="7693442" y="0"/>
                </a:lnTo>
                <a:lnTo>
                  <a:pt x="7693442" y="5253231"/>
                </a:lnTo>
                <a:lnTo>
                  <a:pt x="0" y="5253231"/>
                </a:lnTo>
                <a:lnTo>
                  <a:pt x="0" y="0"/>
                </a:lnTo>
                <a:close/>
              </a:path>
            </a:pathLst>
          </a:custGeom>
          <a:blipFill rotWithShape="1">
            <a:blip r:embed="rId12">
              <a:alphaModFix/>
            </a:blip>
            <a:stretch>
              <a:fillRect b="0" l="0" r="0" t="0"/>
            </a:stretch>
          </a:blipFill>
          <a:ln>
            <a:noFill/>
          </a:ln>
        </p:spPr>
      </p:sp>
      <p:sp>
        <p:nvSpPr>
          <p:cNvPr id="276" name="Google Shape;276;p7"/>
          <p:cNvSpPr txBox="1"/>
          <p:nvPr/>
        </p:nvSpPr>
        <p:spPr>
          <a:xfrm>
            <a:off x="752475" y="1172859"/>
            <a:ext cx="3924377" cy="1141095"/>
          </a:xfrm>
          <a:prstGeom prst="rect">
            <a:avLst/>
          </a:prstGeom>
          <a:noFill/>
          <a:ln>
            <a:noFill/>
          </a:ln>
        </p:spPr>
        <p:txBody>
          <a:bodyPr anchorCtr="0" anchor="t" bIns="0" lIns="0" spcFirstLastPara="1" rIns="0" wrap="square" tIns="0">
            <a:spAutoFit/>
          </a:bodyPr>
          <a:lstStyle/>
          <a:p>
            <a:pPr indent="0" lvl="0" marL="0" marR="0" rtl="0" algn="l">
              <a:lnSpc>
                <a:spcPct val="97000"/>
              </a:lnSpc>
              <a:spcBef>
                <a:spcPts val="0"/>
              </a:spcBef>
              <a:spcAft>
                <a:spcPts val="0"/>
              </a:spcAft>
              <a:buClr>
                <a:srgbClr val="000000"/>
              </a:buClr>
              <a:buSzPts val="4500"/>
              <a:buFont typeface="Arial"/>
              <a:buNone/>
            </a:pPr>
            <a:r>
              <a:rPr b="1" i="0" lang="es" sz="4500" u="none" cap="none" strike="noStrike">
                <a:solidFill>
                  <a:srgbClr val="000000"/>
                </a:solidFill>
                <a:latin typeface="DM Sans"/>
                <a:ea typeface="DM Sans"/>
                <a:cs typeface="DM Sans"/>
                <a:sym typeface="DM Sans"/>
              </a:rPr>
              <a:t>¿Qué son objetos?</a:t>
            </a:r>
            <a:endParaRPr b="0" i="0" sz="700" u="none" cap="none" strike="noStrike">
              <a:solidFill>
                <a:srgbClr val="000000"/>
              </a:solidFill>
              <a:latin typeface="Arial"/>
              <a:ea typeface="Arial"/>
              <a:cs typeface="Arial"/>
              <a:sym typeface="Arial"/>
            </a:endParaRPr>
          </a:p>
        </p:txBody>
      </p:sp>
      <p:sp>
        <p:nvSpPr>
          <p:cNvPr id="277" name="Google Shape;277;p7"/>
          <p:cNvSpPr txBox="1"/>
          <p:nvPr/>
        </p:nvSpPr>
        <p:spPr>
          <a:xfrm>
            <a:off x="752475" y="2455927"/>
            <a:ext cx="3754225" cy="1448942"/>
          </a:xfrm>
          <a:prstGeom prst="rect">
            <a:avLst/>
          </a:prstGeom>
          <a:noFill/>
          <a:ln>
            <a:noFill/>
          </a:ln>
        </p:spPr>
        <p:txBody>
          <a:bodyPr anchorCtr="0" anchor="t" bIns="0" lIns="0" spcFirstLastPara="1" rIns="0" wrap="square" tIns="0">
            <a:spAutoFit/>
          </a:bodyPr>
          <a:lstStyle/>
          <a:p>
            <a:pPr indent="0" lvl="0" marL="0" marR="0" rtl="0" algn="just">
              <a:lnSpc>
                <a:spcPct val="135000"/>
              </a:lnSpc>
              <a:spcBef>
                <a:spcPts val="0"/>
              </a:spcBef>
              <a:spcAft>
                <a:spcPts val="0"/>
              </a:spcAft>
              <a:buClr>
                <a:srgbClr val="000000"/>
              </a:buClr>
              <a:buSzPts val="1400"/>
              <a:buFont typeface="Arial"/>
              <a:buNone/>
            </a:pPr>
            <a:r>
              <a:rPr b="0" i="0" lang="es" sz="1400" u="none" cap="none" strike="noStrike">
                <a:solidFill>
                  <a:srgbClr val="000000"/>
                </a:solidFill>
                <a:latin typeface="DM Sans"/>
                <a:ea typeface="DM Sans"/>
                <a:cs typeface="DM Sans"/>
                <a:sym typeface="DM Sans"/>
              </a:rPr>
              <a:t>Elemento que representa cualquier cosa.  Son instancias concretas de una clase. Cada objeto tiene un estado (valores de sus </a:t>
            </a:r>
            <a:r>
              <a:rPr b="1" i="1" lang="es" sz="1400" u="none" cap="none" strike="noStrike">
                <a:solidFill>
                  <a:srgbClr val="000000"/>
                </a:solidFill>
                <a:latin typeface="DM Sans"/>
                <a:ea typeface="DM Sans"/>
                <a:cs typeface="DM Sans"/>
                <a:sym typeface="DM Sans"/>
              </a:rPr>
              <a:t>atributos</a:t>
            </a:r>
            <a:r>
              <a:rPr b="0" i="0" lang="es" sz="1400" u="none" cap="none" strike="noStrike">
                <a:solidFill>
                  <a:srgbClr val="000000"/>
                </a:solidFill>
                <a:latin typeface="DM Sans"/>
                <a:ea typeface="DM Sans"/>
                <a:cs typeface="DM Sans"/>
                <a:sym typeface="DM Sans"/>
              </a:rPr>
              <a:t>) y un comportamiento (</a:t>
            </a:r>
            <a:r>
              <a:rPr b="1" i="1" lang="es" sz="1400" u="none" cap="none" strike="noStrike">
                <a:solidFill>
                  <a:srgbClr val="000000"/>
                </a:solidFill>
                <a:latin typeface="DM Sans"/>
                <a:ea typeface="DM Sans"/>
                <a:cs typeface="DM Sans"/>
                <a:sym typeface="DM Sans"/>
              </a:rPr>
              <a:t>métodos </a:t>
            </a:r>
            <a:r>
              <a:rPr b="0" i="0" lang="es" sz="1400" u="none" cap="none" strike="noStrike">
                <a:solidFill>
                  <a:srgbClr val="000000"/>
                </a:solidFill>
                <a:latin typeface="DM Sans"/>
                <a:ea typeface="DM Sans"/>
                <a:cs typeface="DM Sans"/>
                <a:sym typeface="DM Sans"/>
              </a:rPr>
              <a:t>que puede ejecutar).</a:t>
            </a:r>
            <a:endParaRPr b="0" i="0" sz="7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8"/>
          <p:cNvSpPr/>
          <p:nvPr/>
        </p:nvSpPr>
        <p:spPr>
          <a:xfrm rot="-5400000">
            <a:off x="2000250" y="-2000250"/>
            <a:ext cx="5143500" cy="9144000"/>
          </a:xfrm>
          <a:custGeom>
            <a:rect b="b" l="l" r="r" t="t"/>
            <a:pathLst>
              <a:path extrusionOk="0" h="18288000" w="10287000">
                <a:moveTo>
                  <a:pt x="10287000" y="0"/>
                </a:moveTo>
                <a:lnTo>
                  <a:pt x="10287000" y="18288000"/>
                </a:lnTo>
                <a:lnTo>
                  <a:pt x="0" y="18288000"/>
                </a:lnTo>
                <a:lnTo>
                  <a:pt x="0" y="0"/>
                </a:lnTo>
                <a:lnTo>
                  <a:pt x="10287000" y="0"/>
                </a:lnTo>
                <a:close/>
              </a:path>
            </a:pathLst>
          </a:custGeom>
          <a:blipFill rotWithShape="1">
            <a:blip r:embed="rId3">
              <a:alphaModFix/>
            </a:blip>
            <a:stretch>
              <a:fillRect b="-2742" l="-71843" r="-74128" t="-3623"/>
            </a:stretch>
          </a:blipFill>
          <a:ln>
            <a:noFill/>
          </a:ln>
        </p:spPr>
      </p:sp>
      <p:sp>
        <p:nvSpPr>
          <p:cNvPr id="283" name="Google Shape;283;p8"/>
          <p:cNvSpPr/>
          <p:nvPr/>
        </p:nvSpPr>
        <p:spPr>
          <a:xfrm>
            <a:off x="7676745" y="4270068"/>
            <a:ext cx="2301157" cy="1809285"/>
          </a:xfrm>
          <a:custGeom>
            <a:rect b="b" l="l" r="r" t="t"/>
            <a:pathLst>
              <a:path extrusionOk="0" h="3618569" w="4602314">
                <a:moveTo>
                  <a:pt x="0" y="0"/>
                </a:moveTo>
                <a:lnTo>
                  <a:pt x="4602314" y="0"/>
                </a:lnTo>
                <a:lnTo>
                  <a:pt x="4602314" y="3618570"/>
                </a:lnTo>
                <a:lnTo>
                  <a:pt x="0" y="3618570"/>
                </a:lnTo>
                <a:lnTo>
                  <a:pt x="0" y="0"/>
                </a:lnTo>
                <a:close/>
              </a:path>
            </a:pathLst>
          </a:custGeom>
          <a:blipFill rotWithShape="1">
            <a:blip r:embed="rId4">
              <a:alphaModFix/>
            </a:blip>
            <a:stretch>
              <a:fillRect b="0" l="0" r="0" t="0"/>
            </a:stretch>
          </a:blipFill>
          <a:ln>
            <a:noFill/>
          </a:ln>
        </p:spPr>
      </p:sp>
      <p:sp>
        <p:nvSpPr>
          <p:cNvPr id="284" name="Google Shape;284;p8"/>
          <p:cNvSpPr/>
          <p:nvPr/>
        </p:nvSpPr>
        <p:spPr>
          <a:xfrm>
            <a:off x="-337078" y="-536315"/>
            <a:ext cx="2449974" cy="1534296"/>
          </a:xfrm>
          <a:custGeom>
            <a:rect b="b" l="l" r="r" t="t"/>
            <a:pathLst>
              <a:path extrusionOk="0" h="3068592" w="4899948">
                <a:moveTo>
                  <a:pt x="0" y="0"/>
                </a:moveTo>
                <a:lnTo>
                  <a:pt x="4899948" y="0"/>
                </a:lnTo>
                <a:lnTo>
                  <a:pt x="4899948" y="3068592"/>
                </a:lnTo>
                <a:lnTo>
                  <a:pt x="0" y="3068592"/>
                </a:lnTo>
                <a:lnTo>
                  <a:pt x="0" y="0"/>
                </a:lnTo>
                <a:close/>
              </a:path>
            </a:pathLst>
          </a:custGeom>
          <a:blipFill rotWithShape="1">
            <a:blip r:embed="rId5">
              <a:alphaModFix/>
            </a:blip>
            <a:stretch>
              <a:fillRect b="0" l="0" r="0" t="0"/>
            </a:stretch>
          </a:blipFill>
          <a:ln>
            <a:noFill/>
          </a:ln>
        </p:spPr>
      </p:sp>
      <p:sp>
        <p:nvSpPr>
          <p:cNvPr id="285" name="Google Shape;285;p8"/>
          <p:cNvSpPr/>
          <p:nvPr/>
        </p:nvSpPr>
        <p:spPr>
          <a:xfrm>
            <a:off x="4572000" y="4629150"/>
            <a:ext cx="2038135" cy="1431790"/>
          </a:xfrm>
          <a:custGeom>
            <a:rect b="b" l="l" r="r" t="t"/>
            <a:pathLst>
              <a:path extrusionOk="0" h="2863579" w="4076270">
                <a:moveTo>
                  <a:pt x="0" y="0"/>
                </a:moveTo>
                <a:lnTo>
                  <a:pt x="4076270" y="0"/>
                </a:lnTo>
                <a:lnTo>
                  <a:pt x="4076270" y="2863579"/>
                </a:lnTo>
                <a:lnTo>
                  <a:pt x="0" y="2863579"/>
                </a:lnTo>
                <a:lnTo>
                  <a:pt x="0" y="0"/>
                </a:lnTo>
                <a:close/>
              </a:path>
            </a:pathLst>
          </a:custGeom>
          <a:blipFill rotWithShape="1">
            <a:blip r:embed="rId6">
              <a:alphaModFix/>
            </a:blip>
            <a:stretch>
              <a:fillRect b="0" l="0" r="0" t="0"/>
            </a:stretch>
          </a:blipFill>
          <a:ln>
            <a:noFill/>
          </a:ln>
        </p:spPr>
      </p:sp>
      <p:sp>
        <p:nvSpPr>
          <p:cNvPr id="286" name="Google Shape;286;p8"/>
          <p:cNvSpPr/>
          <p:nvPr/>
        </p:nvSpPr>
        <p:spPr>
          <a:xfrm>
            <a:off x="2501974" y="-945300"/>
            <a:ext cx="1446381" cy="1459651"/>
          </a:xfrm>
          <a:custGeom>
            <a:rect b="b" l="l" r="r" t="t"/>
            <a:pathLst>
              <a:path extrusionOk="0" h="2919301" w="2892762">
                <a:moveTo>
                  <a:pt x="0" y="0"/>
                </a:moveTo>
                <a:lnTo>
                  <a:pt x="2892762" y="0"/>
                </a:lnTo>
                <a:lnTo>
                  <a:pt x="2892762" y="2919301"/>
                </a:lnTo>
                <a:lnTo>
                  <a:pt x="0" y="2919301"/>
                </a:lnTo>
                <a:lnTo>
                  <a:pt x="0" y="0"/>
                </a:lnTo>
                <a:close/>
              </a:path>
            </a:pathLst>
          </a:custGeom>
          <a:blipFill rotWithShape="1">
            <a:blip r:embed="rId7">
              <a:alphaModFix/>
            </a:blip>
            <a:stretch>
              <a:fillRect b="0" l="0" r="0" t="0"/>
            </a:stretch>
          </a:blipFill>
          <a:ln>
            <a:noFill/>
          </a:ln>
        </p:spPr>
      </p:sp>
      <p:sp>
        <p:nvSpPr>
          <p:cNvPr id="287" name="Google Shape;287;p8"/>
          <p:cNvSpPr/>
          <p:nvPr/>
        </p:nvSpPr>
        <p:spPr>
          <a:xfrm rot="-5282649">
            <a:off x="8002143" y="132687"/>
            <a:ext cx="2008604" cy="685436"/>
          </a:xfrm>
          <a:custGeom>
            <a:rect b="b" l="l" r="r" t="t"/>
            <a:pathLst>
              <a:path extrusionOk="0" h="1370872" w="4017207">
                <a:moveTo>
                  <a:pt x="0" y="0"/>
                </a:moveTo>
                <a:lnTo>
                  <a:pt x="4017207" y="0"/>
                </a:lnTo>
                <a:lnTo>
                  <a:pt x="4017207" y="1370872"/>
                </a:lnTo>
                <a:lnTo>
                  <a:pt x="0" y="1370872"/>
                </a:lnTo>
                <a:lnTo>
                  <a:pt x="0" y="0"/>
                </a:lnTo>
                <a:close/>
              </a:path>
            </a:pathLst>
          </a:custGeom>
          <a:blipFill rotWithShape="1">
            <a:blip r:embed="rId8">
              <a:alphaModFix/>
            </a:blip>
            <a:stretch>
              <a:fillRect b="0" l="0" r="0" t="0"/>
            </a:stretch>
          </a:blipFill>
          <a:ln>
            <a:noFill/>
          </a:ln>
        </p:spPr>
      </p:sp>
      <p:sp>
        <p:nvSpPr>
          <p:cNvPr id="288" name="Google Shape;288;p8"/>
          <p:cNvSpPr/>
          <p:nvPr/>
        </p:nvSpPr>
        <p:spPr>
          <a:xfrm>
            <a:off x="4673669" y="1386554"/>
            <a:ext cx="4238686" cy="2726875"/>
          </a:xfrm>
          <a:custGeom>
            <a:rect b="b" l="l" r="r" t="t"/>
            <a:pathLst>
              <a:path extrusionOk="0" h="5453750" w="8477373">
                <a:moveTo>
                  <a:pt x="0" y="0"/>
                </a:moveTo>
                <a:lnTo>
                  <a:pt x="8477373" y="0"/>
                </a:lnTo>
                <a:lnTo>
                  <a:pt x="8477373" y="5453750"/>
                </a:lnTo>
                <a:lnTo>
                  <a:pt x="0" y="5453750"/>
                </a:lnTo>
                <a:lnTo>
                  <a:pt x="0" y="0"/>
                </a:lnTo>
                <a:close/>
              </a:path>
            </a:pathLst>
          </a:custGeom>
          <a:blipFill rotWithShape="1">
            <a:blip r:embed="rId9">
              <a:alphaModFix/>
            </a:blip>
            <a:stretch>
              <a:fillRect b="0" l="0" r="0" t="0"/>
            </a:stretch>
          </a:blipFill>
          <a:ln>
            <a:noFill/>
          </a:ln>
        </p:spPr>
      </p:sp>
      <p:sp>
        <p:nvSpPr>
          <p:cNvPr id="289" name="Google Shape;289;p8"/>
          <p:cNvSpPr txBox="1"/>
          <p:nvPr/>
        </p:nvSpPr>
        <p:spPr>
          <a:xfrm>
            <a:off x="514350" y="863632"/>
            <a:ext cx="3924377" cy="1141095"/>
          </a:xfrm>
          <a:prstGeom prst="rect">
            <a:avLst/>
          </a:prstGeom>
          <a:noFill/>
          <a:ln>
            <a:noFill/>
          </a:ln>
        </p:spPr>
        <p:txBody>
          <a:bodyPr anchorCtr="0" anchor="t" bIns="0" lIns="0" spcFirstLastPara="1" rIns="0" wrap="square" tIns="0">
            <a:spAutoFit/>
          </a:bodyPr>
          <a:lstStyle/>
          <a:p>
            <a:pPr indent="0" lvl="0" marL="0" marR="0" rtl="0" algn="l">
              <a:lnSpc>
                <a:spcPct val="97000"/>
              </a:lnSpc>
              <a:spcBef>
                <a:spcPts val="0"/>
              </a:spcBef>
              <a:spcAft>
                <a:spcPts val="0"/>
              </a:spcAft>
              <a:buClr>
                <a:srgbClr val="000000"/>
              </a:buClr>
              <a:buSzPts val="4500"/>
              <a:buFont typeface="Arial"/>
              <a:buNone/>
            </a:pPr>
            <a:r>
              <a:rPr b="1" i="0" lang="es" sz="4500" u="none" cap="none" strike="noStrike">
                <a:solidFill>
                  <a:srgbClr val="000000"/>
                </a:solidFill>
                <a:latin typeface="DM Sans"/>
                <a:ea typeface="DM Sans"/>
                <a:cs typeface="DM Sans"/>
                <a:sym typeface="DM Sans"/>
              </a:rPr>
              <a:t>¿Qué son atributos?</a:t>
            </a:r>
            <a:endParaRPr b="0" i="0" sz="700" u="none" cap="none" strike="noStrike">
              <a:solidFill>
                <a:srgbClr val="000000"/>
              </a:solidFill>
              <a:latin typeface="Arial"/>
              <a:ea typeface="Arial"/>
              <a:cs typeface="Arial"/>
              <a:sym typeface="Arial"/>
            </a:endParaRPr>
          </a:p>
        </p:txBody>
      </p:sp>
      <p:sp>
        <p:nvSpPr>
          <p:cNvPr id="290" name="Google Shape;290;p8"/>
          <p:cNvSpPr txBox="1"/>
          <p:nvPr/>
        </p:nvSpPr>
        <p:spPr>
          <a:xfrm>
            <a:off x="514350" y="2238089"/>
            <a:ext cx="3483902" cy="1448942"/>
          </a:xfrm>
          <a:prstGeom prst="rect">
            <a:avLst/>
          </a:prstGeom>
          <a:noFill/>
          <a:ln>
            <a:noFill/>
          </a:ln>
        </p:spPr>
        <p:txBody>
          <a:bodyPr anchorCtr="0" anchor="t" bIns="0" lIns="0" spcFirstLastPara="1" rIns="0" wrap="square" tIns="0">
            <a:spAutoFit/>
          </a:bodyPr>
          <a:lstStyle/>
          <a:p>
            <a:pPr indent="0" lvl="0" marL="0" marR="0" rtl="0" algn="just">
              <a:lnSpc>
                <a:spcPct val="135000"/>
              </a:lnSpc>
              <a:spcBef>
                <a:spcPts val="0"/>
              </a:spcBef>
              <a:spcAft>
                <a:spcPts val="0"/>
              </a:spcAft>
              <a:buClr>
                <a:srgbClr val="000000"/>
              </a:buClr>
              <a:buSzPts val="1400"/>
              <a:buFont typeface="Arial"/>
              <a:buNone/>
            </a:pPr>
            <a:r>
              <a:rPr b="0" i="0" lang="es" sz="1400" u="none" cap="none" strike="noStrike">
                <a:solidFill>
                  <a:srgbClr val="000000"/>
                </a:solidFill>
                <a:latin typeface="DM Sans"/>
                <a:ea typeface="DM Sans"/>
                <a:cs typeface="DM Sans"/>
                <a:sym typeface="DM Sans"/>
              </a:rPr>
              <a:t>Los atributos son </a:t>
            </a:r>
            <a:r>
              <a:rPr b="1" i="0" lang="es" sz="1400" u="none" cap="none" strike="noStrike">
                <a:solidFill>
                  <a:srgbClr val="000000"/>
                </a:solidFill>
                <a:latin typeface="DM Sans"/>
                <a:ea typeface="DM Sans"/>
                <a:cs typeface="DM Sans"/>
                <a:sym typeface="DM Sans"/>
              </a:rPr>
              <a:t>variables que contienen los</a:t>
            </a:r>
            <a:r>
              <a:rPr b="0" i="0" lang="es" sz="1400" u="none" cap="none" strike="noStrike">
                <a:solidFill>
                  <a:srgbClr val="000000"/>
                </a:solidFill>
                <a:latin typeface="DM Sans"/>
                <a:ea typeface="DM Sans"/>
                <a:cs typeface="DM Sans"/>
                <a:sym typeface="DM Sans"/>
              </a:rPr>
              <a:t> </a:t>
            </a:r>
            <a:r>
              <a:rPr b="1" i="0" lang="es" sz="1400" u="none" cap="none" strike="noStrike">
                <a:solidFill>
                  <a:srgbClr val="000000"/>
                </a:solidFill>
                <a:latin typeface="DM Sans"/>
                <a:ea typeface="DM Sans"/>
                <a:cs typeface="DM Sans"/>
                <a:sym typeface="DM Sans"/>
              </a:rPr>
              <a:t>datos asociados a un objeto</a:t>
            </a:r>
            <a:r>
              <a:rPr b="0" i="0" lang="es" sz="1400" u="none" cap="none" strike="noStrike">
                <a:solidFill>
                  <a:srgbClr val="000000"/>
                </a:solidFill>
                <a:latin typeface="DM Sans"/>
                <a:ea typeface="DM Sans"/>
                <a:cs typeface="DM Sans"/>
                <a:sym typeface="DM Sans"/>
              </a:rPr>
              <a:t>. Cada objeto tiene su propio conjunto de atributos, que representan su estado en un momento dado.</a:t>
            </a:r>
            <a:endParaRPr b="0" i="0" sz="7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9"/>
          <p:cNvSpPr/>
          <p:nvPr/>
        </p:nvSpPr>
        <p:spPr>
          <a:xfrm rot="-5400000">
            <a:off x="2000250" y="-2000250"/>
            <a:ext cx="5143500" cy="9144000"/>
          </a:xfrm>
          <a:custGeom>
            <a:rect b="b" l="l" r="r" t="t"/>
            <a:pathLst>
              <a:path extrusionOk="0" h="18288000" w="10287000">
                <a:moveTo>
                  <a:pt x="10287000" y="0"/>
                </a:moveTo>
                <a:lnTo>
                  <a:pt x="10287000" y="18288000"/>
                </a:lnTo>
                <a:lnTo>
                  <a:pt x="0" y="18288000"/>
                </a:lnTo>
                <a:lnTo>
                  <a:pt x="0" y="0"/>
                </a:lnTo>
                <a:lnTo>
                  <a:pt x="10287000" y="0"/>
                </a:lnTo>
                <a:close/>
              </a:path>
            </a:pathLst>
          </a:custGeom>
          <a:blipFill rotWithShape="1">
            <a:blip r:embed="rId3">
              <a:alphaModFix/>
            </a:blip>
            <a:stretch>
              <a:fillRect b="-2742" l="-71843" r="-74128" t="-3623"/>
            </a:stretch>
          </a:blipFill>
          <a:ln>
            <a:noFill/>
          </a:ln>
        </p:spPr>
      </p:sp>
      <p:sp>
        <p:nvSpPr>
          <p:cNvPr id="296" name="Google Shape;296;p9"/>
          <p:cNvSpPr/>
          <p:nvPr/>
        </p:nvSpPr>
        <p:spPr>
          <a:xfrm>
            <a:off x="7676745" y="4270068"/>
            <a:ext cx="2301157" cy="1809285"/>
          </a:xfrm>
          <a:custGeom>
            <a:rect b="b" l="l" r="r" t="t"/>
            <a:pathLst>
              <a:path extrusionOk="0" h="3618569" w="4602314">
                <a:moveTo>
                  <a:pt x="0" y="0"/>
                </a:moveTo>
                <a:lnTo>
                  <a:pt x="4602314" y="0"/>
                </a:lnTo>
                <a:lnTo>
                  <a:pt x="4602314" y="3618570"/>
                </a:lnTo>
                <a:lnTo>
                  <a:pt x="0" y="3618570"/>
                </a:lnTo>
                <a:lnTo>
                  <a:pt x="0" y="0"/>
                </a:lnTo>
                <a:close/>
              </a:path>
            </a:pathLst>
          </a:custGeom>
          <a:blipFill rotWithShape="1">
            <a:blip r:embed="rId4">
              <a:alphaModFix/>
            </a:blip>
            <a:stretch>
              <a:fillRect b="0" l="0" r="0" t="0"/>
            </a:stretch>
          </a:blipFill>
          <a:ln>
            <a:noFill/>
          </a:ln>
        </p:spPr>
      </p:sp>
      <p:sp>
        <p:nvSpPr>
          <p:cNvPr id="297" name="Google Shape;297;p9"/>
          <p:cNvSpPr/>
          <p:nvPr/>
        </p:nvSpPr>
        <p:spPr>
          <a:xfrm>
            <a:off x="-337078" y="-536315"/>
            <a:ext cx="2449974" cy="1534296"/>
          </a:xfrm>
          <a:custGeom>
            <a:rect b="b" l="l" r="r" t="t"/>
            <a:pathLst>
              <a:path extrusionOk="0" h="3068592" w="4899948">
                <a:moveTo>
                  <a:pt x="0" y="0"/>
                </a:moveTo>
                <a:lnTo>
                  <a:pt x="4899948" y="0"/>
                </a:lnTo>
                <a:lnTo>
                  <a:pt x="4899948" y="3068592"/>
                </a:lnTo>
                <a:lnTo>
                  <a:pt x="0" y="3068592"/>
                </a:lnTo>
                <a:lnTo>
                  <a:pt x="0" y="0"/>
                </a:lnTo>
                <a:close/>
              </a:path>
            </a:pathLst>
          </a:custGeom>
          <a:blipFill rotWithShape="1">
            <a:blip r:embed="rId5">
              <a:alphaModFix/>
            </a:blip>
            <a:stretch>
              <a:fillRect b="0" l="0" r="0" t="0"/>
            </a:stretch>
          </a:blipFill>
          <a:ln>
            <a:noFill/>
          </a:ln>
        </p:spPr>
      </p:sp>
      <p:sp>
        <p:nvSpPr>
          <p:cNvPr id="298" name="Google Shape;298;p9"/>
          <p:cNvSpPr/>
          <p:nvPr/>
        </p:nvSpPr>
        <p:spPr>
          <a:xfrm>
            <a:off x="4572000" y="4629150"/>
            <a:ext cx="2038135" cy="1431790"/>
          </a:xfrm>
          <a:custGeom>
            <a:rect b="b" l="l" r="r" t="t"/>
            <a:pathLst>
              <a:path extrusionOk="0" h="2863579" w="4076270">
                <a:moveTo>
                  <a:pt x="0" y="0"/>
                </a:moveTo>
                <a:lnTo>
                  <a:pt x="4076270" y="0"/>
                </a:lnTo>
                <a:lnTo>
                  <a:pt x="4076270" y="2863579"/>
                </a:lnTo>
                <a:lnTo>
                  <a:pt x="0" y="2863579"/>
                </a:lnTo>
                <a:lnTo>
                  <a:pt x="0" y="0"/>
                </a:lnTo>
                <a:close/>
              </a:path>
            </a:pathLst>
          </a:custGeom>
          <a:blipFill rotWithShape="1">
            <a:blip r:embed="rId6">
              <a:alphaModFix/>
            </a:blip>
            <a:stretch>
              <a:fillRect b="0" l="0" r="0" t="0"/>
            </a:stretch>
          </a:blipFill>
          <a:ln>
            <a:noFill/>
          </a:ln>
        </p:spPr>
      </p:sp>
      <p:sp>
        <p:nvSpPr>
          <p:cNvPr id="299" name="Google Shape;299;p9"/>
          <p:cNvSpPr/>
          <p:nvPr/>
        </p:nvSpPr>
        <p:spPr>
          <a:xfrm>
            <a:off x="2501974" y="-945300"/>
            <a:ext cx="1446381" cy="1459651"/>
          </a:xfrm>
          <a:custGeom>
            <a:rect b="b" l="l" r="r" t="t"/>
            <a:pathLst>
              <a:path extrusionOk="0" h="2919301" w="2892762">
                <a:moveTo>
                  <a:pt x="0" y="0"/>
                </a:moveTo>
                <a:lnTo>
                  <a:pt x="2892762" y="0"/>
                </a:lnTo>
                <a:lnTo>
                  <a:pt x="2892762" y="2919301"/>
                </a:lnTo>
                <a:lnTo>
                  <a:pt x="0" y="2919301"/>
                </a:lnTo>
                <a:lnTo>
                  <a:pt x="0" y="0"/>
                </a:lnTo>
                <a:close/>
              </a:path>
            </a:pathLst>
          </a:custGeom>
          <a:blipFill rotWithShape="1">
            <a:blip r:embed="rId7">
              <a:alphaModFix/>
            </a:blip>
            <a:stretch>
              <a:fillRect b="0" l="0" r="0" t="0"/>
            </a:stretch>
          </a:blipFill>
          <a:ln>
            <a:noFill/>
          </a:ln>
        </p:spPr>
      </p:sp>
      <p:sp>
        <p:nvSpPr>
          <p:cNvPr id="300" name="Google Shape;300;p9"/>
          <p:cNvSpPr/>
          <p:nvPr/>
        </p:nvSpPr>
        <p:spPr>
          <a:xfrm rot="-5282649">
            <a:off x="8002143" y="132687"/>
            <a:ext cx="2008604" cy="685436"/>
          </a:xfrm>
          <a:custGeom>
            <a:rect b="b" l="l" r="r" t="t"/>
            <a:pathLst>
              <a:path extrusionOk="0" h="1370872" w="4017207">
                <a:moveTo>
                  <a:pt x="0" y="0"/>
                </a:moveTo>
                <a:lnTo>
                  <a:pt x="4017207" y="0"/>
                </a:lnTo>
                <a:lnTo>
                  <a:pt x="4017207" y="1370872"/>
                </a:lnTo>
                <a:lnTo>
                  <a:pt x="0" y="1370872"/>
                </a:lnTo>
                <a:lnTo>
                  <a:pt x="0" y="0"/>
                </a:lnTo>
                <a:close/>
              </a:path>
            </a:pathLst>
          </a:custGeom>
          <a:blipFill rotWithShape="1">
            <a:blip r:embed="rId8">
              <a:alphaModFix/>
            </a:blip>
            <a:stretch>
              <a:fillRect b="0" l="0" r="0" t="0"/>
            </a:stretch>
          </a:blipFill>
          <a:ln>
            <a:noFill/>
          </a:ln>
        </p:spPr>
      </p:sp>
      <p:sp>
        <p:nvSpPr>
          <p:cNvPr id="301" name="Google Shape;301;p9"/>
          <p:cNvSpPr/>
          <p:nvPr/>
        </p:nvSpPr>
        <p:spPr>
          <a:xfrm>
            <a:off x="4679513" y="1615492"/>
            <a:ext cx="3861244" cy="2386951"/>
          </a:xfrm>
          <a:custGeom>
            <a:rect b="b" l="l" r="r" t="t"/>
            <a:pathLst>
              <a:path extrusionOk="0" h="4773902" w="7722488">
                <a:moveTo>
                  <a:pt x="0" y="0"/>
                </a:moveTo>
                <a:lnTo>
                  <a:pt x="7722489" y="0"/>
                </a:lnTo>
                <a:lnTo>
                  <a:pt x="7722489" y="4773902"/>
                </a:lnTo>
                <a:lnTo>
                  <a:pt x="0" y="4773902"/>
                </a:lnTo>
                <a:lnTo>
                  <a:pt x="0" y="0"/>
                </a:lnTo>
                <a:close/>
              </a:path>
            </a:pathLst>
          </a:custGeom>
          <a:blipFill rotWithShape="1">
            <a:blip r:embed="rId9">
              <a:alphaModFix/>
            </a:blip>
            <a:stretch>
              <a:fillRect b="0" l="0" r="0" t="0"/>
            </a:stretch>
          </a:blipFill>
          <a:ln>
            <a:noFill/>
          </a:ln>
        </p:spPr>
      </p:sp>
      <p:sp>
        <p:nvSpPr>
          <p:cNvPr id="302" name="Google Shape;302;p9"/>
          <p:cNvSpPr txBox="1"/>
          <p:nvPr/>
        </p:nvSpPr>
        <p:spPr>
          <a:xfrm>
            <a:off x="514350" y="863631"/>
            <a:ext cx="3924300" cy="1141200"/>
          </a:xfrm>
          <a:prstGeom prst="rect">
            <a:avLst/>
          </a:prstGeom>
          <a:noFill/>
          <a:ln>
            <a:noFill/>
          </a:ln>
        </p:spPr>
        <p:txBody>
          <a:bodyPr anchorCtr="0" anchor="t" bIns="0" lIns="0" spcFirstLastPara="1" rIns="0" wrap="square" tIns="0">
            <a:spAutoFit/>
          </a:bodyPr>
          <a:lstStyle/>
          <a:p>
            <a:pPr indent="0" lvl="0" marL="0" marR="0" rtl="0" algn="l">
              <a:lnSpc>
                <a:spcPct val="97000"/>
              </a:lnSpc>
              <a:spcBef>
                <a:spcPts val="0"/>
              </a:spcBef>
              <a:spcAft>
                <a:spcPts val="0"/>
              </a:spcAft>
              <a:buClr>
                <a:srgbClr val="000000"/>
              </a:buClr>
              <a:buSzPts val="4500"/>
              <a:buFont typeface="Arial"/>
              <a:buNone/>
            </a:pPr>
            <a:r>
              <a:rPr b="1" i="0" lang="es" sz="4500" u="none" cap="none" strike="noStrike">
                <a:solidFill>
                  <a:srgbClr val="000000"/>
                </a:solidFill>
                <a:latin typeface="DM Sans"/>
                <a:ea typeface="DM Sans"/>
                <a:cs typeface="DM Sans"/>
                <a:sym typeface="DM Sans"/>
              </a:rPr>
              <a:t>¿Qué son los métodos?</a:t>
            </a:r>
            <a:endParaRPr b="0" i="0" sz="700" u="none" cap="none" strike="noStrike">
              <a:solidFill>
                <a:srgbClr val="000000"/>
              </a:solidFill>
              <a:latin typeface="Arial"/>
              <a:ea typeface="Arial"/>
              <a:cs typeface="Arial"/>
              <a:sym typeface="Arial"/>
            </a:endParaRPr>
          </a:p>
        </p:txBody>
      </p:sp>
      <p:sp>
        <p:nvSpPr>
          <p:cNvPr id="303" name="Google Shape;303;p9"/>
          <p:cNvSpPr txBox="1"/>
          <p:nvPr/>
        </p:nvSpPr>
        <p:spPr>
          <a:xfrm>
            <a:off x="580283" y="2310615"/>
            <a:ext cx="3483902" cy="1691829"/>
          </a:xfrm>
          <a:prstGeom prst="rect">
            <a:avLst/>
          </a:prstGeom>
          <a:noFill/>
          <a:ln>
            <a:noFill/>
          </a:ln>
        </p:spPr>
        <p:txBody>
          <a:bodyPr anchorCtr="0" anchor="t" bIns="0" lIns="0" spcFirstLastPara="1" rIns="0" wrap="square" tIns="0">
            <a:spAutoFit/>
          </a:bodyPr>
          <a:lstStyle/>
          <a:p>
            <a:pPr indent="0" lvl="0" marL="0" marR="0" rtl="0" algn="just">
              <a:lnSpc>
                <a:spcPct val="135000"/>
              </a:lnSpc>
              <a:spcBef>
                <a:spcPts val="0"/>
              </a:spcBef>
              <a:spcAft>
                <a:spcPts val="0"/>
              </a:spcAft>
              <a:buClr>
                <a:srgbClr val="000000"/>
              </a:buClr>
              <a:buSzPts val="1400"/>
              <a:buFont typeface="Arial"/>
              <a:buNone/>
            </a:pPr>
            <a:r>
              <a:rPr b="0" i="0" lang="es" sz="1400" u="none" cap="none" strike="noStrike">
                <a:solidFill>
                  <a:srgbClr val="000000"/>
                </a:solidFill>
                <a:latin typeface="DM Sans"/>
                <a:ea typeface="DM Sans"/>
                <a:cs typeface="DM Sans"/>
                <a:sym typeface="DM Sans"/>
              </a:rPr>
              <a:t>Los métodos son funciones o procedimientos que </a:t>
            </a:r>
            <a:r>
              <a:rPr b="1" i="0" lang="es" sz="1400" u="none" cap="none" strike="noStrike">
                <a:solidFill>
                  <a:srgbClr val="000000"/>
                </a:solidFill>
                <a:latin typeface="DM Sans"/>
                <a:ea typeface="DM Sans"/>
                <a:cs typeface="DM Sans"/>
                <a:sym typeface="DM Sans"/>
              </a:rPr>
              <a:t>definen el comportamiento de un objeto</a:t>
            </a:r>
            <a:r>
              <a:rPr b="0" i="0" lang="es" sz="1400" u="none" cap="none" strike="noStrike">
                <a:solidFill>
                  <a:srgbClr val="000000"/>
                </a:solidFill>
                <a:latin typeface="DM Sans"/>
                <a:ea typeface="DM Sans"/>
                <a:cs typeface="DM Sans"/>
                <a:sym typeface="DM Sans"/>
              </a:rPr>
              <a:t>. Los métodos pueden acceder y modificar los atributos de un objeto, así como realizar otras acciones relacionadas con el objeto.</a:t>
            </a:r>
            <a:endParaRPr b="0" i="0" sz="7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10"/>
          <p:cNvSpPr/>
          <p:nvPr/>
        </p:nvSpPr>
        <p:spPr>
          <a:xfrm rot="-5400000">
            <a:off x="2000250" y="-2000250"/>
            <a:ext cx="5143500" cy="9144000"/>
          </a:xfrm>
          <a:custGeom>
            <a:rect b="b" l="l" r="r" t="t"/>
            <a:pathLst>
              <a:path extrusionOk="0" h="18288000" w="10287000">
                <a:moveTo>
                  <a:pt x="10287000" y="0"/>
                </a:moveTo>
                <a:lnTo>
                  <a:pt x="10287000" y="18288000"/>
                </a:lnTo>
                <a:lnTo>
                  <a:pt x="0" y="18288000"/>
                </a:lnTo>
                <a:lnTo>
                  <a:pt x="0" y="0"/>
                </a:lnTo>
                <a:lnTo>
                  <a:pt x="10287000" y="0"/>
                </a:lnTo>
                <a:close/>
              </a:path>
            </a:pathLst>
          </a:custGeom>
          <a:blipFill rotWithShape="1">
            <a:blip r:embed="rId3">
              <a:alphaModFix/>
            </a:blip>
            <a:stretch>
              <a:fillRect b="-2745" l="-71843" r="-74128" t="-3625"/>
            </a:stretch>
          </a:blipFill>
          <a:ln>
            <a:noFill/>
          </a:ln>
        </p:spPr>
      </p:sp>
      <p:grpSp>
        <p:nvGrpSpPr>
          <p:cNvPr id="309" name="Google Shape;309;p10"/>
          <p:cNvGrpSpPr/>
          <p:nvPr/>
        </p:nvGrpSpPr>
        <p:grpSpPr>
          <a:xfrm>
            <a:off x="514350" y="539399"/>
            <a:ext cx="2519036" cy="1871148"/>
            <a:chOff x="0" y="-38100"/>
            <a:chExt cx="1048738" cy="779006"/>
          </a:xfrm>
        </p:grpSpPr>
        <p:sp>
          <p:nvSpPr>
            <p:cNvPr id="310" name="Google Shape;310;p10"/>
            <p:cNvSpPr/>
            <p:nvPr/>
          </p:nvSpPr>
          <p:spPr>
            <a:xfrm>
              <a:off x="0" y="0"/>
              <a:ext cx="1048738" cy="740906"/>
            </a:xfrm>
            <a:custGeom>
              <a:rect b="b" l="l" r="r" t="t"/>
              <a:pathLst>
                <a:path extrusionOk="0" h="740906" w="1048738">
                  <a:moveTo>
                    <a:pt x="52247" y="0"/>
                  </a:moveTo>
                  <a:lnTo>
                    <a:pt x="996490" y="0"/>
                  </a:lnTo>
                  <a:cubicBezTo>
                    <a:pt x="1010347" y="0"/>
                    <a:pt x="1023636" y="5505"/>
                    <a:pt x="1033435" y="15303"/>
                  </a:cubicBezTo>
                  <a:cubicBezTo>
                    <a:pt x="1043233" y="25101"/>
                    <a:pt x="1048738" y="38390"/>
                    <a:pt x="1048738" y="52247"/>
                  </a:cubicBezTo>
                  <a:lnTo>
                    <a:pt x="1048738" y="688659"/>
                  </a:lnTo>
                  <a:cubicBezTo>
                    <a:pt x="1048738" y="717514"/>
                    <a:pt x="1025346" y="740906"/>
                    <a:pt x="996490" y="740906"/>
                  </a:cubicBezTo>
                  <a:lnTo>
                    <a:pt x="52247" y="740906"/>
                  </a:lnTo>
                  <a:cubicBezTo>
                    <a:pt x="23392" y="740906"/>
                    <a:pt x="0" y="717514"/>
                    <a:pt x="0" y="688659"/>
                  </a:cubicBezTo>
                  <a:lnTo>
                    <a:pt x="0" y="52247"/>
                  </a:lnTo>
                  <a:cubicBezTo>
                    <a:pt x="0" y="23392"/>
                    <a:pt x="23392" y="0"/>
                    <a:pt x="52247" y="0"/>
                  </a:cubicBezTo>
                  <a:close/>
                </a:path>
              </a:pathLst>
            </a:custGeom>
            <a:solidFill>
              <a:srgbClr val="8AB7E2"/>
            </a:solidFill>
            <a:ln cap="rnd" cmpd="sng" w="19050">
              <a:solidFill>
                <a:srgbClr val="000000"/>
              </a:solidFill>
              <a:prstDash val="solid"/>
              <a:round/>
              <a:headEnd len="sm" w="sm" type="none"/>
              <a:tailEnd len="sm" w="sm" type="none"/>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311" name="Google Shape;311;p10"/>
            <p:cNvSpPr txBox="1"/>
            <p:nvPr/>
          </p:nvSpPr>
          <p:spPr>
            <a:xfrm>
              <a:off x="0" y="-38100"/>
              <a:ext cx="1048738" cy="779006"/>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312" name="Google Shape;312;p10"/>
          <p:cNvGrpSpPr/>
          <p:nvPr/>
        </p:nvGrpSpPr>
        <p:grpSpPr>
          <a:xfrm>
            <a:off x="514350" y="2593814"/>
            <a:ext cx="2519036" cy="1871148"/>
            <a:chOff x="0" y="-38100"/>
            <a:chExt cx="1048738" cy="779006"/>
          </a:xfrm>
        </p:grpSpPr>
        <p:sp>
          <p:nvSpPr>
            <p:cNvPr id="313" name="Google Shape;313;p10"/>
            <p:cNvSpPr/>
            <p:nvPr/>
          </p:nvSpPr>
          <p:spPr>
            <a:xfrm>
              <a:off x="0" y="0"/>
              <a:ext cx="1048738" cy="740906"/>
            </a:xfrm>
            <a:custGeom>
              <a:rect b="b" l="l" r="r" t="t"/>
              <a:pathLst>
                <a:path extrusionOk="0" h="740906" w="1048738">
                  <a:moveTo>
                    <a:pt x="52247" y="0"/>
                  </a:moveTo>
                  <a:lnTo>
                    <a:pt x="996490" y="0"/>
                  </a:lnTo>
                  <a:cubicBezTo>
                    <a:pt x="1010347" y="0"/>
                    <a:pt x="1023636" y="5505"/>
                    <a:pt x="1033435" y="15303"/>
                  </a:cubicBezTo>
                  <a:cubicBezTo>
                    <a:pt x="1043233" y="25101"/>
                    <a:pt x="1048738" y="38390"/>
                    <a:pt x="1048738" y="52247"/>
                  </a:cubicBezTo>
                  <a:lnTo>
                    <a:pt x="1048738" y="688659"/>
                  </a:lnTo>
                  <a:cubicBezTo>
                    <a:pt x="1048738" y="717514"/>
                    <a:pt x="1025346" y="740906"/>
                    <a:pt x="996490" y="740906"/>
                  </a:cubicBezTo>
                  <a:lnTo>
                    <a:pt x="52247" y="740906"/>
                  </a:lnTo>
                  <a:cubicBezTo>
                    <a:pt x="23392" y="740906"/>
                    <a:pt x="0" y="717514"/>
                    <a:pt x="0" y="688659"/>
                  </a:cubicBezTo>
                  <a:lnTo>
                    <a:pt x="0" y="52247"/>
                  </a:lnTo>
                  <a:cubicBezTo>
                    <a:pt x="0" y="23392"/>
                    <a:pt x="23392" y="0"/>
                    <a:pt x="52247" y="0"/>
                  </a:cubicBezTo>
                  <a:close/>
                </a:path>
              </a:pathLst>
            </a:custGeom>
            <a:solidFill>
              <a:srgbClr val="8AB7E2"/>
            </a:solidFill>
            <a:ln cap="rnd" cmpd="sng" w="19050">
              <a:solidFill>
                <a:srgbClr val="000000"/>
              </a:solidFill>
              <a:prstDash val="solid"/>
              <a:round/>
              <a:headEnd len="sm" w="sm" type="none"/>
              <a:tailEnd len="sm" w="sm" type="none"/>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314" name="Google Shape;314;p10"/>
            <p:cNvSpPr txBox="1"/>
            <p:nvPr/>
          </p:nvSpPr>
          <p:spPr>
            <a:xfrm>
              <a:off x="0" y="-38100"/>
              <a:ext cx="1048738" cy="779006"/>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315" name="Google Shape;315;p10"/>
          <p:cNvGrpSpPr/>
          <p:nvPr/>
        </p:nvGrpSpPr>
        <p:grpSpPr>
          <a:xfrm>
            <a:off x="3346266" y="539399"/>
            <a:ext cx="2519035" cy="1871148"/>
            <a:chOff x="0" y="-38100"/>
            <a:chExt cx="1048738" cy="779006"/>
          </a:xfrm>
        </p:grpSpPr>
        <p:sp>
          <p:nvSpPr>
            <p:cNvPr id="316" name="Google Shape;316;p10"/>
            <p:cNvSpPr/>
            <p:nvPr/>
          </p:nvSpPr>
          <p:spPr>
            <a:xfrm>
              <a:off x="0" y="0"/>
              <a:ext cx="1048738" cy="740906"/>
            </a:xfrm>
            <a:custGeom>
              <a:rect b="b" l="l" r="r" t="t"/>
              <a:pathLst>
                <a:path extrusionOk="0" h="740906" w="1048738">
                  <a:moveTo>
                    <a:pt x="52247" y="0"/>
                  </a:moveTo>
                  <a:lnTo>
                    <a:pt x="996490" y="0"/>
                  </a:lnTo>
                  <a:cubicBezTo>
                    <a:pt x="1010347" y="0"/>
                    <a:pt x="1023636" y="5505"/>
                    <a:pt x="1033435" y="15303"/>
                  </a:cubicBezTo>
                  <a:cubicBezTo>
                    <a:pt x="1043233" y="25101"/>
                    <a:pt x="1048738" y="38390"/>
                    <a:pt x="1048738" y="52247"/>
                  </a:cubicBezTo>
                  <a:lnTo>
                    <a:pt x="1048738" y="688659"/>
                  </a:lnTo>
                  <a:cubicBezTo>
                    <a:pt x="1048738" y="717514"/>
                    <a:pt x="1025346" y="740906"/>
                    <a:pt x="996490" y="740906"/>
                  </a:cubicBezTo>
                  <a:lnTo>
                    <a:pt x="52247" y="740906"/>
                  </a:lnTo>
                  <a:cubicBezTo>
                    <a:pt x="23392" y="740906"/>
                    <a:pt x="0" y="717514"/>
                    <a:pt x="0" y="688659"/>
                  </a:cubicBezTo>
                  <a:lnTo>
                    <a:pt x="0" y="52247"/>
                  </a:lnTo>
                  <a:cubicBezTo>
                    <a:pt x="0" y="23392"/>
                    <a:pt x="23392" y="0"/>
                    <a:pt x="52247" y="0"/>
                  </a:cubicBezTo>
                  <a:close/>
                </a:path>
              </a:pathLst>
            </a:custGeom>
            <a:solidFill>
              <a:srgbClr val="FFFFFF"/>
            </a:solidFill>
            <a:ln cap="rnd" cmpd="sng" w="19050">
              <a:solidFill>
                <a:srgbClr val="000000"/>
              </a:solidFill>
              <a:prstDash val="solid"/>
              <a:round/>
              <a:headEnd len="sm" w="sm" type="none"/>
              <a:tailEnd len="sm" w="sm" type="none"/>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317" name="Google Shape;317;p10"/>
            <p:cNvSpPr txBox="1"/>
            <p:nvPr/>
          </p:nvSpPr>
          <p:spPr>
            <a:xfrm>
              <a:off x="0" y="-38100"/>
              <a:ext cx="1048738" cy="779006"/>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318" name="Google Shape;318;p10"/>
          <p:cNvGrpSpPr/>
          <p:nvPr/>
        </p:nvGrpSpPr>
        <p:grpSpPr>
          <a:xfrm>
            <a:off x="3346266" y="2593814"/>
            <a:ext cx="2519035" cy="1871148"/>
            <a:chOff x="0" y="-38100"/>
            <a:chExt cx="1048738" cy="779006"/>
          </a:xfrm>
        </p:grpSpPr>
        <p:sp>
          <p:nvSpPr>
            <p:cNvPr id="319" name="Google Shape;319;p10"/>
            <p:cNvSpPr/>
            <p:nvPr/>
          </p:nvSpPr>
          <p:spPr>
            <a:xfrm>
              <a:off x="0" y="0"/>
              <a:ext cx="1048738" cy="740906"/>
            </a:xfrm>
            <a:custGeom>
              <a:rect b="b" l="l" r="r" t="t"/>
              <a:pathLst>
                <a:path extrusionOk="0" h="740906" w="1048738">
                  <a:moveTo>
                    <a:pt x="52247" y="0"/>
                  </a:moveTo>
                  <a:lnTo>
                    <a:pt x="996490" y="0"/>
                  </a:lnTo>
                  <a:cubicBezTo>
                    <a:pt x="1010347" y="0"/>
                    <a:pt x="1023636" y="5505"/>
                    <a:pt x="1033435" y="15303"/>
                  </a:cubicBezTo>
                  <a:cubicBezTo>
                    <a:pt x="1043233" y="25101"/>
                    <a:pt x="1048738" y="38390"/>
                    <a:pt x="1048738" y="52247"/>
                  </a:cubicBezTo>
                  <a:lnTo>
                    <a:pt x="1048738" y="688659"/>
                  </a:lnTo>
                  <a:cubicBezTo>
                    <a:pt x="1048738" y="717514"/>
                    <a:pt x="1025346" y="740906"/>
                    <a:pt x="996490" y="740906"/>
                  </a:cubicBezTo>
                  <a:lnTo>
                    <a:pt x="52247" y="740906"/>
                  </a:lnTo>
                  <a:cubicBezTo>
                    <a:pt x="23392" y="740906"/>
                    <a:pt x="0" y="717514"/>
                    <a:pt x="0" y="688659"/>
                  </a:cubicBezTo>
                  <a:lnTo>
                    <a:pt x="0" y="52247"/>
                  </a:lnTo>
                  <a:cubicBezTo>
                    <a:pt x="0" y="23392"/>
                    <a:pt x="23392" y="0"/>
                    <a:pt x="52247" y="0"/>
                  </a:cubicBezTo>
                  <a:close/>
                </a:path>
              </a:pathLst>
            </a:custGeom>
            <a:solidFill>
              <a:srgbClr val="FFFFFF"/>
            </a:solidFill>
            <a:ln cap="rnd" cmpd="sng" w="19050">
              <a:solidFill>
                <a:srgbClr val="000000"/>
              </a:solidFill>
              <a:prstDash val="solid"/>
              <a:round/>
              <a:headEnd len="sm" w="sm" type="none"/>
              <a:tailEnd len="sm" w="sm" type="none"/>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320" name="Google Shape;320;p10"/>
            <p:cNvSpPr txBox="1"/>
            <p:nvPr/>
          </p:nvSpPr>
          <p:spPr>
            <a:xfrm>
              <a:off x="0" y="-38100"/>
              <a:ext cx="1048738" cy="779006"/>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321" name="Google Shape;321;p10"/>
          <p:cNvGrpSpPr/>
          <p:nvPr/>
        </p:nvGrpSpPr>
        <p:grpSpPr>
          <a:xfrm>
            <a:off x="514350" y="539398"/>
            <a:ext cx="2519036" cy="425883"/>
            <a:chOff x="0" y="-38100"/>
            <a:chExt cx="1048738" cy="177306"/>
          </a:xfrm>
        </p:grpSpPr>
        <p:sp>
          <p:nvSpPr>
            <p:cNvPr id="322" name="Google Shape;322;p10"/>
            <p:cNvSpPr/>
            <p:nvPr/>
          </p:nvSpPr>
          <p:spPr>
            <a:xfrm>
              <a:off x="0" y="0"/>
              <a:ext cx="1048738" cy="139206"/>
            </a:xfrm>
            <a:custGeom>
              <a:rect b="b" l="l" r="r" t="t"/>
              <a:pathLst>
                <a:path extrusionOk="0" h="139206" w="1048738">
                  <a:moveTo>
                    <a:pt x="26124" y="0"/>
                  </a:moveTo>
                  <a:lnTo>
                    <a:pt x="1022614" y="0"/>
                  </a:lnTo>
                  <a:cubicBezTo>
                    <a:pt x="1029542" y="0"/>
                    <a:pt x="1036187" y="2752"/>
                    <a:pt x="1041086" y="7651"/>
                  </a:cubicBezTo>
                  <a:cubicBezTo>
                    <a:pt x="1045985" y="12551"/>
                    <a:pt x="1048738" y="19195"/>
                    <a:pt x="1048738" y="26124"/>
                  </a:cubicBezTo>
                  <a:lnTo>
                    <a:pt x="1048738" y="113082"/>
                  </a:lnTo>
                  <a:cubicBezTo>
                    <a:pt x="1048738" y="127510"/>
                    <a:pt x="1037042" y="139206"/>
                    <a:pt x="1022614" y="139206"/>
                  </a:cubicBezTo>
                  <a:lnTo>
                    <a:pt x="26124" y="139206"/>
                  </a:lnTo>
                  <a:cubicBezTo>
                    <a:pt x="19195" y="139206"/>
                    <a:pt x="12551" y="136454"/>
                    <a:pt x="7651" y="131554"/>
                  </a:cubicBezTo>
                  <a:cubicBezTo>
                    <a:pt x="2752" y="126655"/>
                    <a:pt x="0" y="120011"/>
                    <a:pt x="0" y="113082"/>
                  </a:cubicBezTo>
                  <a:lnTo>
                    <a:pt x="0" y="26124"/>
                  </a:lnTo>
                  <a:cubicBezTo>
                    <a:pt x="0" y="11696"/>
                    <a:pt x="11696" y="0"/>
                    <a:pt x="26124" y="0"/>
                  </a:cubicBezTo>
                  <a:close/>
                </a:path>
              </a:pathLst>
            </a:custGeom>
            <a:solidFill>
              <a:srgbClr val="FFFFFF"/>
            </a:solidFill>
            <a:ln cap="sq" cmpd="sng" w="19050">
              <a:solidFill>
                <a:srgbClr val="000000"/>
              </a:solidFill>
              <a:prstDash val="solid"/>
              <a:miter lim="8000"/>
              <a:headEnd len="sm" w="sm" type="none"/>
              <a:tailEnd len="sm" w="sm" type="none"/>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323" name="Google Shape;323;p10"/>
            <p:cNvSpPr txBox="1"/>
            <p:nvPr/>
          </p:nvSpPr>
          <p:spPr>
            <a:xfrm>
              <a:off x="0" y="-38100"/>
              <a:ext cx="1048738" cy="177306"/>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324" name="Google Shape;324;p10"/>
          <p:cNvGrpSpPr/>
          <p:nvPr/>
        </p:nvGrpSpPr>
        <p:grpSpPr>
          <a:xfrm>
            <a:off x="514350" y="2593814"/>
            <a:ext cx="2519036" cy="425883"/>
            <a:chOff x="0" y="-38100"/>
            <a:chExt cx="1048738" cy="177306"/>
          </a:xfrm>
        </p:grpSpPr>
        <p:sp>
          <p:nvSpPr>
            <p:cNvPr id="325" name="Google Shape;325;p10"/>
            <p:cNvSpPr/>
            <p:nvPr/>
          </p:nvSpPr>
          <p:spPr>
            <a:xfrm>
              <a:off x="0" y="0"/>
              <a:ext cx="1048738" cy="139206"/>
            </a:xfrm>
            <a:custGeom>
              <a:rect b="b" l="l" r="r" t="t"/>
              <a:pathLst>
                <a:path extrusionOk="0" h="139206" w="1048738">
                  <a:moveTo>
                    <a:pt x="26124" y="0"/>
                  </a:moveTo>
                  <a:lnTo>
                    <a:pt x="1022614" y="0"/>
                  </a:lnTo>
                  <a:cubicBezTo>
                    <a:pt x="1029542" y="0"/>
                    <a:pt x="1036187" y="2752"/>
                    <a:pt x="1041086" y="7651"/>
                  </a:cubicBezTo>
                  <a:cubicBezTo>
                    <a:pt x="1045985" y="12551"/>
                    <a:pt x="1048738" y="19195"/>
                    <a:pt x="1048738" y="26124"/>
                  </a:cubicBezTo>
                  <a:lnTo>
                    <a:pt x="1048738" y="113082"/>
                  </a:lnTo>
                  <a:cubicBezTo>
                    <a:pt x="1048738" y="127510"/>
                    <a:pt x="1037042" y="139206"/>
                    <a:pt x="1022614" y="139206"/>
                  </a:cubicBezTo>
                  <a:lnTo>
                    <a:pt x="26124" y="139206"/>
                  </a:lnTo>
                  <a:cubicBezTo>
                    <a:pt x="19195" y="139206"/>
                    <a:pt x="12551" y="136454"/>
                    <a:pt x="7651" y="131554"/>
                  </a:cubicBezTo>
                  <a:cubicBezTo>
                    <a:pt x="2752" y="126655"/>
                    <a:pt x="0" y="120011"/>
                    <a:pt x="0" y="113082"/>
                  </a:cubicBezTo>
                  <a:lnTo>
                    <a:pt x="0" y="26124"/>
                  </a:lnTo>
                  <a:cubicBezTo>
                    <a:pt x="0" y="11696"/>
                    <a:pt x="11696" y="0"/>
                    <a:pt x="26124" y="0"/>
                  </a:cubicBezTo>
                  <a:close/>
                </a:path>
              </a:pathLst>
            </a:custGeom>
            <a:solidFill>
              <a:srgbClr val="FFFFFF"/>
            </a:solidFill>
            <a:ln cap="sq" cmpd="sng" w="19050">
              <a:solidFill>
                <a:srgbClr val="000000"/>
              </a:solidFill>
              <a:prstDash val="solid"/>
              <a:miter lim="8000"/>
              <a:headEnd len="sm" w="sm" type="none"/>
              <a:tailEnd len="sm" w="sm" type="none"/>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326" name="Google Shape;326;p10"/>
            <p:cNvSpPr txBox="1"/>
            <p:nvPr/>
          </p:nvSpPr>
          <p:spPr>
            <a:xfrm>
              <a:off x="0" y="-38100"/>
              <a:ext cx="1048738" cy="177306"/>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327" name="Google Shape;327;p10"/>
          <p:cNvGrpSpPr/>
          <p:nvPr/>
        </p:nvGrpSpPr>
        <p:grpSpPr>
          <a:xfrm>
            <a:off x="3346266" y="539398"/>
            <a:ext cx="2519035" cy="425883"/>
            <a:chOff x="0" y="-38100"/>
            <a:chExt cx="1048738" cy="177306"/>
          </a:xfrm>
        </p:grpSpPr>
        <p:sp>
          <p:nvSpPr>
            <p:cNvPr id="328" name="Google Shape;328;p10"/>
            <p:cNvSpPr/>
            <p:nvPr/>
          </p:nvSpPr>
          <p:spPr>
            <a:xfrm>
              <a:off x="0" y="0"/>
              <a:ext cx="1048738" cy="139206"/>
            </a:xfrm>
            <a:custGeom>
              <a:rect b="b" l="l" r="r" t="t"/>
              <a:pathLst>
                <a:path extrusionOk="0" h="139206" w="1048738">
                  <a:moveTo>
                    <a:pt x="26124" y="0"/>
                  </a:moveTo>
                  <a:lnTo>
                    <a:pt x="1022614" y="0"/>
                  </a:lnTo>
                  <a:cubicBezTo>
                    <a:pt x="1029542" y="0"/>
                    <a:pt x="1036187" y="2752"/>
                    <a:pt x="1041086" y="7651"/>
                  </a:cubicBezTo>
                  <a:cubicBezTo>
                    <a:pt x="1045985" y="12551"/>
                    <a:pt x="1048738" y="19195"/>
                    <a:pt x="1048738" y="26124"/>
                  </a:cubicBezTo>
                  <a:lnTo>
                    <a:pt x="1048738" y="113082"/>
                  </a:lnTo>
                  <a:cubicBezTo>
                    <a:pt x="1048738" y="127510"/>
                    <a:pt x="1037042" y="139206"/>
                    <a:pt x="1022614" y="139206"/>
                  </a:cubicBezTo>
                  <a:lnTo>
                    <a:pt x="26124" y="139206"/>
                  </a:lnTo>
                  <a:cubicBezTo>
                    <a:pt x="19195" y="139206"/>
                    <a:pt x="12551" y="136454"/>
                    <a:pt x="7651" y="131554"/>
                  </a:cubicBezTo>
                  <a:cubicBezTo>
                    <a:pt x="2752" y="126655"/>
                    <a:pt x="0" y="120011"/>
                    <a:pt x="0" y="113082"/>
                  </a:cubicBezTo>
                  <a:lnTo>
                    <a:pt x="0" y="26124"/>
                  </a:lnTo>
                  <a:cubicBezTo>
                    <a:pt x="0" y="11696"/>
                    <a:pt x="11696" y="0"/>
                    <a:pt x="26124" y="0"/>
                  </a:cubicBezTo>
                  <a:close/>
                </a:path>
              </a:pathLst>
            </a:custGeom>
            <a:solidFill>
              <a:srgbClr val="8AB7E2"/>
            </a:solidFill>
            <a:ln cap="sq" cmpd="sng" w="19050">
              <a:solidFill>
                <a:srgbClr val="000000"/>
              </a:solidFill>
              <a:prstDash val="solid"/>
              <a:miter lim="8000"/>
              <a:headEnd len="sm" w="sm" type="none"/>
              <a:tailEnd len="sm" w="sm" type="none"/>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329" name="Google Shape;329;p10"/>
            <p:cNvSpPr txBox="1"/>
            <p:nvPr/>
          </p:nvSpPr>
          <p:spPr>
            <a:xfrm>
              <a:off x="0" y="-38100"/>
              <a:ext cx="1048738" cy="177306"/>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330" name="Google Shape;330;p10"/>
          <p:cNvGrpSpPr/>
          <p:nvPr/>
        </p:nvGrpSpPr>
        <p:grpSpPr>
          <a:xfrm>
            <a:off x="3346266" y="2593814"/>
            <a:ext cx="2519035" cy="425883"/>
            <a:chOff x="0" y="-38100"/>
            <a:chExt cx="1048738" cy="177306"/>
          </a:xfrm>
        </p:grpSpPr>
        <p:sp>
          <p:nvSpPr>
            <p:cNvPr id="331" name="Google Shape;331;p10"/>
            <p:cNvSpPr/>
            <p:nvPr/>
          </p:nvSpPr>
          <p:spPr>
            <a:xfrm>
              <a:off x="0" y="0"/>
              <a:ext cx="1048738" cy="139206"/>
            </a:xfrm>
            <a:custGeom>
              <a:rect b="b" l="l" r="r" t="t"/>
              <a:pathLst>
                <a:path extrusionOk="0" h="139206" w="1048738">
                  <a:moveTo>
                    <a:pt x="26124" y="0"/>
                  </a:moveTo>
                  <a:lnTo>
                    <a:pt x="1022614" y="0"/>
                  </a:lnTo>
                  <a:cubicBezTo>
                    <a:pt x="1029542" y="0"/>
                    <a:pt x="1036187" y="2752"/>
                    <a:pt x="1041086" y="7651"/>
                  </a:cubicBezTo>
                  <a:cubicBezTo>
                    <a:pt x="1045985" y="12551"/>
                    <a:pt x="1048738" y="19195"/>
                    <a:pt x="1048738" y="26124"/>
                  </a:cubicBezTo>
                  <a:lnTo>
                    <a:pt x="1048738" y="113082"/>
                  </a:lnTo>
                  <a:cubicBezTo>
                    <a:pt x="1048738" y="127510"/>
                    <a:pt x="1037042" y="139206"/>
                    <a:pt x="1022614" y="139206"/>
                  </a:cubicBezTo>
                  <a:lnTo>
                    <a:pt x="26124" y="139206"/>
                  </a:lnTo>
                  <a:cubicBezTo>
                    <a:pt x="19195" y="139206"/>
                    <a:pt x="12551" y="136454"/>
                    <a:pt x="7651" y="131554"/>
                  </a:cubicBezTo>
                  <a:cubicBezTo>
                    <a:pt x="2752" y="126655"/>
                    <a:pt x="0" y="120011"/>
                    <a:pt x="0" y="113082"/>
                  </a:cubicBezTo>
                  <a:lnTo>
                    <a:pt x="0" y="26124"/>
                  </a:lnTo>
                  <a:cubicBezTo>
                    <a:pt x="0" y="11696"/>
                    <a:pt x="11696" y="0"/>
                    <a:pt x="26124" y="0"/>
                  </a:cubicBezTo>
                  <a:close/>
                </a:path>
              </a:pathLst>
            </a:custGeom>
            <a:solidFill>
              <a:srgbClr val="8AB7E2"/>
            </a:solidFill>
            <a:ln cap="sq" cmpd="sng" w="19050">
              <a:solidFill>
                <a:srgbClr val="000000"/>
              </a:solidFill>
              <a:prstDash val="solid"/>
              <a:miter lim="8000"/>
              <a:headEnd len="sm" w="sm" type="none"/>
              <a:tailEnd len="sm" w="sm" type="none"/>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332" name="Google Shape;332;p10"/>
            <p:cNvSpPr txBox="1"/>
            <p:nvPr/>
          </p:nvSpPr>
          <p:spPr>
            <a:xfrm>
              <a:off x="0" y="-38100"/>
              <a:ext cx="1048738" cy="177306"/>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333" name="Google Shape;333;p10"/>
          <p:cNvSpPr/>
          <p:nvPr/>
        </p:nvSpPr>
        <p:spPr>
          <a:xfrm rot="10800000">
            <a:off x="7413997" y="-696223"/>
            <a:ext cx="2008573" cy="1579241"/>
          </a:xfrm>
          <a:custGeom>
            <a:rect b="b" l="l" r="r" t="t"/>
            <a:pathLst>
              <a:path extrusionOk="0" h="3158481" w="4017146">
                <a:moveTo>
                  <a:pt x="0" y="0"/>
                </a:moveTo>
                <a:lnTo>
                  <a:pt x="4017147" y="0"/>
                </a:lnTo>
                <a:lnTo>
                  <a:pt x="4017147" y="3158481"/>
                </a:lnTo>
                <a:lnTo>
                  <a:pt x="0" y="3158481"/>
                </a:lnTo>
                <a:lnTo>
                  <a:pt x="0" y="0"/>
                </a:lnTo>
                <a:close/>
              </a:path>
            </a:pathLst>
          </a:custGeom>
          <a:blipFill rotWithShape="1">
            <a:blip r:embed="rId4">
              <a:alphaModFix/>
            </a:blip>
            <a:stretch>
              <a:fillRect b="0" l="0" r="0" t="0"/>
            </a:stretch>
          </a:blipFill>
          <a:ln>
            <a:noFill/>
          </a:ln>
        </p:spPr>
      </p:sp>
      <p:sp>
        <p:nvSpPr>
          <p:cNvPr id="334" name="Google Shape;334;p10"/>
          <p:cNvSpPr/>
          <p:nvPr/>
        </p:nvSpPr>
        <p:spPr>
          <a:xfrm>
            <a:off x="2290148" y="-808436"/>
            <a:ext cx="2112234" cy="1322787"/>
          </a:xfrm>
          <a:custGeom>
            <a:rect b="b" l="l" r="r" t="t"/>
            <a:pathLst>
              <a:path extrusionOk="0" h="2645573" w="4224468">
                <a:moveTo>
                  <a:pt x="0" y="0"/>
                </a:moveTo>
                <a:lnTo>
                  <a:pt x="4224469" y="0"/>
                </a:lnTo>
                <a:lnTo>
                  <a:pt x="4224469" y="2645573"/>
                </a:lnTo>
                <a:lnTo>
                  <a:pt x="0" y="2645573"/>
                </a:lnTo>
                <a:lnTo>
                  <a:pt x="0" y="0"/>
                </a:lnTo>
                <a:close/>
              </a:path>
            </a:pathLst>
          </a:custGeom>
          <a:blipFill rotWithShape="1">
            <a:blip r:embed="rId5">
              <a:alphaModFix/>
            </a:blip>
            <a:stretch>
              <a:fillRect b="0" l="0" r="0" t="0"/>
            </a:stretch>
          </a:blipFill>
          <a:ln>
            <a:noFill/>
          </a:ln>
        </p:spPr>
      </p:sp>
      <p:sp>
        <p:nvSpPr>
          <p:cNvPr id="335" name="Google Shape;335;p10"/>
          <p:cNvSpPr/>
          <p:nvPr/>
        </p:nvSpPr>
        <p:spPr>
          <a:xfrm>
            <a:off x="4142890" y="4780331"/>
            <a:ext cx="1584640" cy="1113210"/>
          </a:xfrm>
          <a:custGeom>
            <a:rect b="b" l="l" r="r" t="t"/>
            <a:pathLst>
              <a:path extrusionOk="0" h="2226419" w="3169280">
                <a:moveTo>
                  <a:pt x="0" y="0"/>
                </a:moveTo>
                <a:lnTo>
                  <a:pt x="3169280" y="0"/>
                </a:lnTo>
                <a:lnTo>
                  <a:pt x="3169280" y="2226419"/>
                </a:lnTo>
                <a:lnTo>
                  <a:pt x="0" y="2226419"/>
                </a:lnTo>
                <a:lnTo>
                  <a:pt x="0" y="0"/>
                </a:lnTo>
                <a:close/>
              </a:path>
            </a:pathLst>
          </a:custGeom>
          <a:blipFill rotWithShape="1">
            <a:blip r:embed="rId6">
              <a:alphaModFix/>
            </a:blip>
            <a:stretch>
              <a:fillRect b="0" l="0" r="0" t="0"/>
            </a:stretch>
          </a:blipFill>
          <a:ln>
            <a:noFill/>
          </a:ln>
        </p:spPr>
      </p:sp>
      <p:sp>
        <p:nvSpPr>
          <p:cNvPr id="336" name="Google Shape;336;p10"/>
          <p:cNvSpPr/>
          <p:nvPr/>
        </p:nvSpPr>
        <p:spPr>
          <a:xfrm rot="-5400000">
            <a:off x="6067206" y="4622515"/>
            <a:ext cx="1446381" cy="1459651"/>
          </a:xfrm>
          <a:custGeom>
            <a:rect b="b" l="l" r="r" t="t"/>
            <a:pathLst>
              <a:path extrusionOk="0" h="2919301" w="2892762">
                <a:moveTo>
                  <a:pt x="0" y="0"/>
                </a:moveTo>
                <a:lnTo>
                  <a:pt x="2892762" y="0"/>
                </a:lnTo>
                <a:lnTo>
                  <a:pt x="2892762" y="2919301"/>
                </a:lnTo>
                <a:lnTo>
                  <a:pt x="0" y="2919301"/>
                </a:lnTo>
                <a:lnTo>
                  <a:pt x="0" y="0"/>
                </a:lnTo>
                <a:close/>
              </a:path>
            </a:pathLst>
          </a:custGeom>
          <a:blipFill rotWithShape="1">
            <a:blip r:embed="rId7">
              <a:alphaModFix/>
            </a:blip>
            <a:stretch>
              <a:fillRect b="0" l="0" r="0" t="0"/>
            </a:stretch>
          </a:blipFill>
          <a:ln>
            <a:noFill/>
          </a:ln>
        </p:spPr>
      </p:sp>
      <p:sp>
        <p:nvSpPr>
          <p:cNvPr id="337" name="Google Shape;337;p10"/>
          <p:cNvSpPr/>
          <p:nvPr/>
        </p:nvSpPr>
        <p:spPr>
          <a:xfrm>
            <a:off x="-779160" y="4546869"/>
            <a:ext cx="1293510" cy="1193263"/>
          </a:xfrm>
          <a:custGeom>
            <a:rect b="b" l="l" r="r" t="t"/>
            <a:pathLst>
              <a:path extrusionOk="0" h="2386526" w="2587020">
                <a:moveTo>
                  <a:pt x="0" y="0"/>
                </a:moveTo>
                <a:lnTo>
                  <a:pt x="2587020" y="0"/>
                </a:lnTo>
                <a:lnTo>
                  <a:pt x="2587020" y="2386526"/>
                </a:lnTo>
                <a:lnTo>
                  <a:pt x="0" y="2386526"/>
                </a:lnTo>
                <a:lnTo>
                  <a:pt x="0" y="0"/>
                </a:lnTo>
                <a:close/>
              </a:path>
            </a:pathLst>
          </a:custGeom>
          <a:blipFill rotWithShape="1">
            <a:blip r:embed="rId8">
              <a:alphaModFix/>
            </a:blip>
            <a:stretch>
              <a:fillRect b="0" l="0" r="0" t="0"/>
            </a:stretch>
          </a:blipFill>
          <a:ln>
            <a:noFill/>
          </a:ln>
        </p:spPr>
      </p:sp>
      <p:sp>
        <p:nvSpPr>
          <p:cNvPr id="338" name="Google Shape;338;p10"/>
          <p:cNvSpPr/>
          <p:nvPr/>
        </p:nvSpPr>
        <p:spPr>
          <a:xfrm>
            <a:off x="8629650" y="3716927"/>
            <a:ext cx="897483" cy="966335"/>
          </a:xfrm>
          <a:custGeom>
            <a:rect b="b" l="l" r="r" t="t"/>
            <a:pathLst>
              <a:path extrusionOk="0" h="1932669" w="1794966">
                <a:moveTo>
                  <a:pt x="0" y="0"/>
                </a:moveTo>
                <a:lnTo>
                  <a:pt x="1794966" y="0"/>
                </a:lnTo>
                <a:lnTo>
                  <a:pt x="1794966" y="1932669"/>
                </a:lnTo>
                <a:lnTo>
                  <a:pt x="0" y="1932669"/>
                </a:lnTo>
                <a:lnTo>
                  <a:pt x="0" y="0"/>
                </a:lnTo>
                <a:close/>
              </a:path>
            </a:pathLst>
          </a:custGeom>
          <a:blipFill rotWithShape="1">
            <a:blip r:embed="rId9">
              <a:alphaModFix/>
            </a:blip>
            <a:stretch>
              <a:fillRect b="0" l="0" r="0" t="0"/>
            </a:stretch>
          </a:blipFill>
          <a:ln>
            <a:noFill/>
          </a:ln>
        </p:spPr>
      </p:sp>
      <p:sp>
        <p:nvSpPr>
          <p:cNvPr id="339" name="Google Shape;339;p10"/>
          <p:cNvSpPr/>
          <p:nvPr/>
        </p:nvSpPr>
        <p:spPr>
          <a:xfrm>
            <a:off x="-372116" y="230251"/>
            <a:ext cx="744232" cy="801326"/>
          </a:xfrm>
          <a:custGeom>
            <a:rect b="b" l="l" r="r" t="t"/>
            <a:pathLst>
              <a:path extrusionOk="0" h="1602652" w="1488463">
                <a:moveTo>
                  <a:pt x="0" y="0"/>
                </a:moveTo>
                <a:lnTo>
                  <a:pt x="1488464" y="0"/>
                </a:lnTo>
                <a:lnTo>
                  <a:pt x="1488464" y="1602652"/>
                </a:lnTo>
                <a:lnTo>
                  <a:pt x="0" y="1602652"/>
                </a:lnTo>
                <a:lnTo>
                  <a:pt x="0" y="0"/>
                </a:lnTo>
                <a:close/>
              </a:path>
            </a:pathLst>
          </a:custGeom>
          <a:blipFill rotWithShape="1">
            <a:blip r:embed="rId9">
              <a:alphaModFix/>
            </a:blip>
            <a:stretch>
              <a:fillRect b="0" l="0" r="0" t="0"/>
            </a:stretch>
          </a:blipFill>
          <a:ln>
            <a:noFill/>
          </a:ln>
        </p:spPr>
      </p:sp>
      <p:sp>
        <p:nvSpPr>
          <p:cNvPr id="340" name="Google Shape;340;p10"/>
          <p:cNvSpPr/>
          <p:nvPr/>
        </p:nvSpPr>
        <p:spPr>
          <a:xfrm>
            <a:off x="1082525" y="1170069"/>
            <a:ext cx="1249639" cy="1144982"/>
          </a:xfrm>
          <a:custGeom>
            <a:rect b="b" l="l" r="r" t="t"/>
            <a:pathLst>
              <a:path extrusionOk="0" h="2289964" w="2499278">
                <a:moveTo>
                  <a:pt x="0" y="0"/>
                </a:moveTo>
                <a:lnTo>
                  <a:pt x="2499278" y="0"/>
                </a:lnTo>
                <a:lnTo>
                  <a:pt x="2499278" y="2289964"/>
                </a:lnTo>
                <a:lnTo>
                  <a:pt x="0" y="2289964"/>
                </a:lnTo>
                <a:lnTo>
                  <a:pt x="0" y="0"/>
                </a:lnTo>
                <a:close/>
              </a:path>
            </a:pathLst>
          </a:custGeom>
          <a:blipFill rotWithShape="1">
            <a:blip r:embed="rId10">
              <a:alphaModFix/>
            </a:blip>
            <a:stretch>
              <a:fillRect b="0" l="0" r="0" t="0"/>
            </a:stretch>
          </a:blipFill>
          <a:ln>
            <a:noFill/>
          </a:ln>
        </p:spPr>
      </p:sp>
      <p:sp>
        <p:nvSpPr>
          <p:cNvPr id="341" name="Google Shape;341;p10"/>
          <p:cNvSpPr/>
          <p:nvPr/>
        </p:nvSpPr>
        <p:spPr>
          <a:xfrm>
            <a:off x="3966155" y="1030759"/>
            <a:ext cx="1211690" cy="1340245"/>
          </a:xfrm>
          <a:custGeom>
            <a:rect b="b" l="l" r="r" t="t"/>
            <a:pathLst>
              <a:path extrusionOk="0" h="2680489" w="2423381">
                <a:moveTo>
                  <a:pt x="0" y="0"/>
                </a:moveTo>
                <a:lnTo>
                  <a:pt x="2423380" y="0"/>
                </a:lnTo>
                <a:lnTo>
                  <a:pt x="2423380" y="2680489"/>
                </a:lnTo>
                <a:lnTo>
                  <a:pt x="0" y="2680489"/>
                </a:lnTo>
                <a:lnTo>
                  <a:pt x="0" y="0"/>
                </a:lnTo>
                <a:close/>
              </a:path>
            </a:pathLst>
          </a:custGeom>
          <a:blipFill rotWithShape="1">
            <a:blip r:embed="rId11">
              <a:alphaModFix/>
            </a:blip>
            <a:stretch>
              <a:fillRect b="0" l="0" r="0" t="0"/>
            </a:stretch>
          </a:blipFill>
          <a:ln>
            <a:noFill/>
          </a:ln>
        </p:spPr>
      </p:sp>
      <p:sp>
        <p:nvSpPr>
          <p:cNvPr id="342" name="Google Shape;342;p10"/>
          <p:cNvSpPr/>
          <p:nvPr/>
        </p:nvSpPr>
        <p:spPr>
          <a:xfrm>
            <a:off x="1122119" y="3133996"/>
            <a:ext cx="1170450" cy="1158746"/>
          </a:xfrm>
          <a:custGeom>
            <a:rect b="b" l="l" r="r" t="t"/>
            <a:pathLst>
              <a:path extrusionOk="0" h="2317492" w="2340901">
                <a:moveTo>
                  <a:pt x="0" y="0"/>
                </a:moveTo>
                <a:lnTo>
                  <a:pt x="2340901" y="0"/>
                </a:lnTo>
                <a:lnTo>
                  <a:pt x="2340901" y="2317492"/>
                </a:lnTo>
                <a:lnTo>
                  <a:pt x="0" y="2317492"/>
                </a:lnTo>
                <a:lnTo>
                  <a:pt x="0" y="0"/>
                </a:lnTo>
                <a:close/>
              </a:path>
            </a:pathLst>
          </a:custGeom>
          <a:blipFill rotWithShape="1">
            <a:blip r:embed="rId12">
              <a:alphaModFix/>
            </a:blip>
            <a:stretch>
              <a:fillRect b="0" l="0" r="0" t="0"/>
            </a:stretch>
          </a:blipFill>
          <a:ln>
            <a:noFill/>
          </a:ln>
        </p:spPr>
      </p:sp>
      <p:sp>
        <p:nvSpPr>
          <p:cNvPr id="343" name="Google Shape;343;p10"/>
          <p:cNvSpPr/>
          <p:nvPr/>
        </p:nvSpPr>
        <p:spPr>
          <a:xfrm>
            <a:off x="3861548" y="3060139"/>
            <a:ext cx="1488471" cy="1313576"/>
          </a:xfrm>
          <a:custGeom>
            <a:rect b="b" l="l" r="r" t="t"/>
            <a:pathLst>
              <a:path extrusionOk="0" h="2627152" w="2976942">
                <a:moveTo>
                  <a:pt x="0" y="0"/>
                </a:moveTo>
                <a:lnTo>
                  <a:pt x="2976942" y="0"/>
                </a:lnTo>
                <a:lnTo>
                  <a:pt x="2976942" y="2627152"/>
                </a:lnTo>
                <a:lnTo>
                  <a:pt x="0" y="2627152"/>
                </a:lnTo>
                <a:lnTo>
                  <a:pt x="0" y="0"/>
                </a:lnTo>
                <a:close/>
              </a:path>
            </a:pathLst>
          </a:custGeom>
          <a:blipFill rotWithShape="1">
            <a:blip r:embed="rId13">
              <a:alphaModFix/>
            </a:blip>
            <a:stretch>
              <a:fillRect b="0" l="0" r="0" t="0"/>
            </a:stretch>
          </a:blipFill>
          <a:ln>
            <a:noFill/>
          </a:ln>
        </p:spPr>
      </p:sp>
      <p:sp>
        <p:nvSpPr>
          <p:cNvPr id="344" name="Google Shape;344;p10"/>
          <p:cNvSpPr/>
          <p:nvPr/>
        </p:nvSpPr>
        <p:spPr>
          <a:xfrm>
            <a:off x="2694957" y="492030"/>
            <a:ext cx="498920" cy="2057400"/>
          </a:xfrm>
          <a:custGeom>
            <a:rect b="b" l="l" r="r" t="t"/>
            <a:pathLst>
              <a:path extrusionOk="0" h="4114800" w="997839">
                <a:moveTo>
                  <a:pt x="0" y="0"/>
                </a:moveTo>
                <a:lnTo>
                  <a:pt x="997839" y="0"/>
                </a:lnTo>
                <a:lnTo>
                  <a:pt x="997839" y="4114800"/>
                </a:lnTo>
                <a:lnTo>
                  <a:pt x="0" y="4114800"/>
                </a:lnTo>
                <a:lnTo>
                  <a:pt x="0" y="0"/>
                </a:lnTo>
                <a:close/>
              </a:path>
            </a:pathLst>
          </a:custGeom>
          <a:blipFill rotWithShape="1">
            <a:blip r:embed="rId14">
              <a:alphaModFix/>
            </a:blip>
            <a:stretch>
              <a:fillRect b="0" l="0" r="0" t="0"/>
            </a:stretch>
          </a:blipFill>
          <a:ln>
            <a:noFill/>
          </a:ln>
        </p:spPr>
      </p:sp>
      <p:sp>
        <p:nvSpPr>
          <p:cNvPr id="345" name="Google Shape;345;p10"/>
          <p:cNvSpPr txBox="1"/>
          <p:nvPr/>
        </p:nvSpPr>
        <p:spPr>
          <a:xfrm>
            <a:off x="672856" y="726266"/>
            <a:ext cx="1869711" cy="156751"/>
          </a:xfrm>
          <a:prstGeom prst="rect">
            <a:avLst/>
          </a:prstGeom>
          <a:noFill/>
          <a:ln>
            <a:noFill/>
          </a:ln>
        </p:spPr>
        <p:txBody>
          <a:bodyPr anchorCtr="0" anchor="t" bIns="0" lIns="0" spcFirstLastPara="1" rIns="0" wrap="square" tIns="0">
            <a:spAutoFit/>
          </a:bodyPr>
          <a:lstStyle/>
          <a:p>
            <a:pPr indent="0" lvl="0" marL="0" marR="0" rtl="0" algn="l">
              <a:lnSpc>
                <a:spcPct val="117026"/>
              </a:lnSpc>
              <a:spcBef>
                <a:spcPts val="0"/>
              </a:spcBef>
              <a:spcAft>
                <a:spcPts val="0"/>
              </a:spcAft>
              <a:buClr>
                <a:srgbClr val="000000"/>
              </a:buClr>
              <a:buSzPts val="1100"/>
              <a:buFont typeface="Arial"/>
              <a:buNone/>
            </a:pPr>
            <a:r>
              <a:rPr b="0" i="0" lang="es" sz="1100" u="none" cap="none" strike="noStrike">
                <a:solidFill>
                  <a:srgbClr val="000000"/>
                </a:solidFill>
                <a:latin typeface="DM Sans"/>
                <a:ea typeface="DM Sans"/>
                <a:cs typeface="DM Sans"/>
                <a:sym typeface="DM Sans"/>
              </a:rPr>
              <a:t>ENCAPSULAMIENTO</a:t>
            </a:r>
            <a:endParaRPr b="0" i="0" sz="700" u="none" cap="none" strike="noStrike">
              <a:solidFill>
                <a:srgbClr val="000000"/>
              </a:solidFill>
              <a:latin typeface="Arial"/>
              <a:ea typeface="Arial"/>
              <a:cs typeface="Arial"/>
              <a:sym typeface="Arial"/>
            </a:endParaRPr>
          </a:p>
        </p:txBody>
      </p:sp>
      <p:sp>
        <p:nvSpPr>
          <p:cNvPr id="346" name="Google Shape;346;p10"/>
          <p:cNvSpPr txBox="1"/>
          <p:nvPr/>
        </p:nvSpPr>
        <p:spPr>
          <a:xfrm>
            <a:off x="3531413" y="726266"/>
            <a:ext cx="1869711" cy="156751"/>
          </a:xfrm>
          <a:prstGeom prst="rect">
            <a:avLst/>
          </a:prstGeom>
          <a:noFill/>
          <a:ln>
            <a:noFill/>
          </a:ln>
        </p:spPr>
        <p:txBody>
          <a:bodyPr anchorCtr="0" anchor="t" bIns="0" lIns="0" spcFirstLastPara="1" rIns="0" wrap="square" tIns="0">
            <a:spAutoFit/>
          </a:bodyPr>
          <a:lstStyle/>
          <a:p>
            <a:pPr indent="0" lvl="0" marL="0" marR="0" rtl="0" algn="l">
              <a:lnSpc>
                <a:spcPct val="117026"/>
              </a:lnSpc>
              <a:spcBef>
                <a:spcPts val="0"/>
              </a:spcBef>
              <a:spcAft>
                <a:spcPts val="0"/>
              </a:spcAft>
              <a:buClr>
                <a:srgbClr val="000000"/>
              </a:buClr>
              <a:buSzPts val="1100"/>
              <a:buFont typeface="Arial"/>
              <a:buNone/>
            </a:pPr>
            <a:r>
              <a:rPr b="0" i="0" lang="es" sz="1100" u="none" cap="none" strike="noStrike">
                <a:solidFill>
                  <a:srgbClr val="000000"/>
                </a:solidFill>
                <a:latin typeface="DM Sans"/>
                <a:ea typeface="DM Sans"/>
                <a:cs typeface="DM Sans"/>
                <a:sym typeface="DM Sans"/>
              </a:rPr>
              <a:t>ABSTRACCIÓN</a:t>
            </a:r>
            <a:endParaRPr b="0" i="0" sz="700" u="none" cap="none" strike="noStrike">
              <a:solidFill>
                <a:srgbClr val="000000"/>
              </a:solidFill>
              <a:latin typeface="Arial"/>
              <a:ea typeface="Arial"/>
              <a:cs typeface="Arial"/>
              <a:sym typeface="Arial"/>
            </a:endParaRPr>
          </a:p>
        </p:txBody>
      </p:sp>
      <p:sp>
        <p:nvSpPr>
          <p:cNvPr id="347" name="Google Shape;347;p10"/>
          <p:cNvSpPr txBox="1"/>
          <p:nvPr/>
        </p:nvSpPr>
        <p:spPr>
          <a:xfrm>
            <a:off x="672856" y="2777024"/>
            <a:ext cx="2068976" cy="156751"/>
          </a:xfrm>
          <a:prstGeom prst="rect">
            <a:avLst/>
          </a:prstGeom>
          <a:noFill/>
          <a:ln>
            <a:noFill/>
          </a:ln>
        </p:spPr>
        <p:txBody>
          <a:bodyPr anchorCtr="0" anchor="t" bIns="0" lIns="0" spcFirstLastPara="1" rIns="0" wrap="square" tIns="0">
            <a:spAutoFit/>
          </a:bodyPr>
          <a:lstStyle/>
          <a:p>
            <a:pPr indent="0" lvl="0" marL="0" marR="0" rtl="0" algn="l">
              <a:lnSpc>
                <a:spcPct val="117026"/>
              </a:lnSpc>
              <a:spcBef>
                <a:spcPts val="0"/>
              </a:spcBef>
              <a:spcAft>
                <a:spcPts val="0"/>
              </a:spcAft>
              <a:buClr>
                <a:srgbClr val="000000"/>
              </a:buClr>
              <a:buSzPts val="1100"/>
              <a:buFont typeface="Arial"/>
              <a:buNone/>
            </a:pPr>
            <a:r>
              <a:rPr b="0" i="0" lang="es" sz="1100" u="none" cap="none" strike="noStrike">
                <a:solidFill>
                  <a:srgbClr val="000000"/>
                </a:solidFill>
                <a:latin typeface="DM Sans"/>
                <a:ea typeface="DM Sans"/>
                <a:cs typeface="DM Sans"/>
                <a:sym typeface="DM Sans"/>
              </a:rPr>
              <a:t>POLIMORFISMO</a:t>
            </a:r>
            <a:endParaRPr b="0" i="0" sz="700" u="none" cap="none" strike="noStrike">
              <a:solidFill>
                <a:srgbClr val="000000"/>
              </a:solidFill>
              <a:latin typeface="Arial"/>
              <a:ea typeface="Arial"/>
              <a:cs typeface="Arial"/>
              <a:sym typeface="Arial"/>
            </a:endParaRPr>
          </a:p>
        </p:txBody>
      </p:sp>
      <p:sp>
        <p:nvSpPr>
          <p:cNvPr id="348" name="Google Shape;348;p10"/>
          <p:cNvSpPr txBox="1"/>
          <p:nvPr/>
        </p:nvSpPr>
        <p:spPr>
          <a:xfrm>
            <a:off x="3595725" y="2776518"/>
            <a:ext cx="1779013" cy="156751"/>
          </a:xfrm>
          <a:prstGeom prst="rect">
            <a:avLst/>
          </a:prstGeom>
          <a:noFill/>
          <a:ln>
            <a:noFill/>
          </a:ln>
        </p:spPr>
        <p:txBody>
          <a:bodyPr anchorCtr="0" anchor="t" bIns="0" lIns="0" spcFirstLastPara="1" rIns="0" wrap="square" tIns="0">
            <a:spAutoFit/>
          </a:bodyPr>
          <a:lstStyle/>
          <a:p>
            <a:pPr indent="0" lvl="0" marL="0" marR="0" rtl="0" algn="l">
              <a:lnSpc>
                <a:spcPct val="117026"/>
              </a:lnSpc>
              <a:spcBef>
                <a:spcPts val="0"/>
              </a:spcBef>
              <a:spcAft>
                <a:spcPts val="0"/>
              </a:spcAft>
              <a:buClr>
                <a:srgbClr val="000000"/>
              </a:buClr>
              <a:buSzPts val="1100"/>
              <a:buFont typeface="Arial"/>
              <a:buNone/>
            </a:pPr>
            <a:r>
              <a:rPr b="0" i="0" lang="es" sz="1100" u="none" cap="none" strike="noStrike">
                <a:solidFill>
                  <a:srgbClr val="000000"/>
                </a:solidFill>
                <a:latin typeface="DM Sans"/>
                <a:ea typeface="DM Sans"/>
                <a:cs typeface="DM Sans"/>
                <a:sym typeface="DM Sans"/>
              </a:rPr>
              <a:t>HERENCIA</a:t>
            </a:r>
            <a:endParaRPr b="0" i="0" sz="700" u="none" cap="none" strike="noStrike">
              <a:solidFill>
                <a:srgbClr val="000000"/>
              </a:solidFill>
              <a:latin typeface="Arial"/>
              <a:ea typeface="Arial"/>
              <a:cs typeface="Arial"/>
              <a:sym typeface="Arial"/>
            </a:endParaRPr>
          </a:p>
        </p:txBody>
      </p:sp>
      <p:sp>
        <p:nvSpPr>
          <p:cNvPr id="349" name="Google Shape;349;p10"/>
          <p:cNvSpPr txBox="1"/>
          <p:nvPr/>
        </p:nvSpPr>
        <p:spPr>
          <a:xfrm>
            <a:off x="6179626" y="1397743"/>
            <a:ext cx="2600509" cy="615802"/>
          </a:xfrm>
          <a:prstGeom prst="rect">
            <a:avLst/>
          </a:prstGeom>
          <a:noFill/>
          <a:ln>
            <a:noFill/>
          </a:ln>
        </p:spPr>
        <p:txBody>
          <a:bodyPr anchorCtr="0" anchor="t" bIns="0" lIns="0" spcFirstLastPara="1" rIns="0" wrap="square" tIns="0">
            <a:spAutoFit/>
          </a:bodyPr>
          <a:lstStyle/>
          <a:p>
            <a:pPr indent="0" lvl="0" marL="0" marR="0" rtl="0" algn="l">
              <a:lnSpc>
                <a:spcPct val="117007"/>
              </a:lnSpc>
              <a:spcBef>
                <a:spcPts val="0"/>
              </a:spcBef>
              <a:spcAft>
                <a:spcPts val="0"/>
              </a:spcAft>
              <a:buClr>
                <a:srgbClr val="000000"/>
              </a:buClr>
              <a:buSzPts val="4100"/>
              <a:buFont typeface="Arial"/>
              <a:buNone/>
            </a:pPr>
            <a:r>
              <a:rPr b="1" i="1" lang="es" sz="4100" u="none" cap="none" strike="noStrike">
                <a:solidFill>
                  <a:srgbClr val="000000"/>
                </a:solidFill>
                <a:latin typeface="DM Sans"/>
                <a:ea typeface="DM Sans"/>
                <a:cs typeface="DM Sans"/>
                <a:sym typeface="DM Sans"/>
              </a:rPr>
              <a:t>4 PILARES</a:t>
            </a:r>
            <a:endParaRPr b="0" i="0" sz="700" u="none" cap="none" strike="noStrike">
              <a:solidFill>
                <a:srgbClr val="000000"/>
              </a:solidFill>
              <a:latin typeface="Arial"/>
              <a:ea typeface="Arial"/>
              <a:cs typeface="Arial"/>
              <a:sym typeface="Arial"/>
            </a:endParaRPr>
          </a:p>
        </p:txBody>
      </p:sp>
      <p:sp>
        <p:nvSpPr>
          <p:cNvPr id="350" name="Google Shape;350;p10"/>
          <p:cNvSpPr/>
          <p:nvPr/>
        </p:nvSpPr>
        <p:spPr>
          <a:xfrm>
            <a:off x="5553524" y="514350"/>
            <a:ext cx="498920" cy="2057400"/>
          </a:xfrm>
          <a:custGeom>
            <a:rect b="b" l="l" r="r" t="t"/>
            <a:pathLst>
              <a:path extrusionOk="0" h="4114800" w="997839">
                <a:moveTo>
                  <a:pt x="0" y="0"/>
                </a:moveTo>
                <a:lnTo>
                  <a:pt x="997839" y="0"/>
                </a:lnTo>
                <a:lnTo>
                  <a:pt x="997839" y="4114800"/>
                </a:lnTo>
                <a:lnTo>
                  <a:pt x="0" y="4114800"/>
                </a:lnTo>
                <a:lnTo>
                  <a:pt x="0" y="0"/>
                </a:lnTo>
                <a:close/>
              </a:path>
            </a:pathLst>
          </a:custGeom>
          <a:blipFill rotWithShape="1">
            <a:blip r:embed="rId14">
              <a:alphaModFix/>
            </a:blip>
            <a:stretch>
              <a:fillRect b="0" l="0" r="0" t="0"/>
            </a:stretch>
          </a:blipFill>
          <a:ln>
            <a:noFill/>
          </a:ln>
        </p:spPr>
      </p:sp>
      <p:sp>
        <p:nvSpPr>
          <p:cNvPr id="351" name="Google Shape;351;p10"/>
          <p:cNvSpPr/>
          <p:nvPr/>
        </p:nvSpPr>
        <p:spPr>
          <a:xfrm>
            <a:off x="173936" y="2625861"/>
            <a:ext cx="498920" cy="2057400"/>
          </a:xfrm>
          <a:custGeom>
            <a:rect b="b" l="l" r="r" t="t"/>
            <a:pathLst>
              <a:path extrusionOk="0" h="4114800" w="997839">
                <a:moveTo>
                  <a:pt x="0" y="0"/>
                </a:moveTo>
                <a:lnTo>
                  <a:pt x="997839" y="0"/>
                </a:lnTo>
                <a:lnTo>
                  <a:pt x="997839" y="4114800"/>
                </a:lnTo>
                <a:lnTo>
                  <a:pt x="0" y="4114800"/>
                </a:lnTo>
                <a:lnTo>
                  <a:pt x="0" y="0"/>
                </a:lnTo>
                <a:close/>
              </a:path>
            </a:pathLst>
          </a:custGeom>
          <a:blipFill rotWithShape="1">
            <a:blip r:embed="rId14">
              <a:alphaModFix/>
            </a:blip>
            <a:stretch>
              <a:fillRect b="0" l="0" r="0" t="0"/>
            </a:stretch>
          </a:blipFill>
          <a:ln>
            <a:noFill/>
          </a:ln>
        </p:spPr>
      </p:sp>
      <p:sp>
        <p:nvSpPr>
          <p:cNvPr id="352" name="Google Shape;352;p10"/>
          <p:cNvSpPr/>
          <p:nvPr/>
        </p:nvSpPr>
        <p:spPr>
          <a:xfrm>
            <a:off x="3096805" y="2571750"/>
            <a:ext cx="498920" cy="2057400"/>
          </a:xfrm>
          <a:custGeom>
            <a:rect b="b" l="l" r="r" t="t"/>
            <a:pathLst>
              <a:path extrusionOk="0" h="4114800" w="997839">
                <a:moveTo>
                  <a:pt x="0" y="0"/>
                </a:moveTo>
                <a:lnTo>
                  <a:pt x="997839" y="0"/>
                </a:lnTo>
                <a:lnTo>
                  <a:pt x="997839" y="4114800"/>
                </a:lnTo>
                <a:lnTo>
                  <a:pt x="0" y="4114800"/>
                </a:lnTo>
                <a:lnTo>
                  <a:pt x="0" y="0"/>
                </a:lnTo>
                <a:close/>
              </a:path>
            </a:pathLst>
          </a:custGeom>
          <a:blipFill rotWithShape="1">
            <a:blip r:embed="rId14">
              <a:alphaModFix/>
            </a:blip>
            <a:stretch>
              <a:fillRect b="0" l="0" r="0" t="0"/>
            </a:stretch>
          </a:blipFill>
          <a:ln>
            <a:noFill/>
          </a:ln>
        </p:spPr>
      </p:sp>
      <p:sp>
        <p:nvSpPr>
          <p:cNvPr id="353" name="Google Shape;353;p10"/>
          <p:cNvSpPr txBox="1"/>
          <p:nvPr/>
        </p:nvSpPr>
        <p:spPr>
          <a:xfrm>
            <a:off x="6179626" y="2072777"/>
            <a:ext cx="2787838" cy="1206054"/>
          </a:xfrm>
          <a:prstGeom prst="rect">
            <a:avLst/>
          </a:prstGeom>
          <a:noFill/>
          <a:ln>
            <a:noFill/>
          </a:ln>
        </p:spPr>
        <p:txBody>
          <a:bodyPr anchorCtr="0" anchor="t" bIns="0" lIns="0" spcFirstLastPara="1" rIns="0" wrap="square" tIns="0">
            <a:spAutoFit/>
          </a:bodyPr>
          <a:lstStyle/>
          <a:p>
            <a:pPr indent="0" lvl="0" marL="0" marR="0" rtl="0" algn="just">
              <a:lnSpc>
                <a:spcPct val="135000"/>
              </a:lnSpc>
              <a:spcBef>
                <a:spcPts val="0"/>
              </a:spcBef>
              <a:spcAft>
                <a:spcPts val="0"/>
              </a:spcAft>
              <a:buClr>
                <a:srgbClr val="000000"/>
              </a:buClr>
              <a:buSzPts val="1400"/>
              <a:buFont typeface="Arial"/>
              <a:buNone/>
            </a:pPr>
            <a:r>
              <a:rPr b="0" i="0" lang="es" sz="1400" u="none" cap="none" strike="noStrike">
                <a:solidFill>
                  <a:srgbClr val="000000"/>
                </a:solidFill>
                <a:latin typeface="DM Sans"/>
                <a:ea typeface="DM Sans"/>
                <a:cs typeface="DM Sans"/>
                <a:sym typeface="DM Sans"/>
              </a:rPr>
              <a:t>Conceptos fundamentales que guían en el diseño e implementación de los sistemas de software orientados a objetos.</a:t>
            </a:r>
            <a:endParaRPr b="0" i="0" sz="7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11"/>
          <p:cNvSpPr/>
          <p:nvPr/>
        </p:nvSpPr>
        <p:spPr>
          <a:xfrm rot="-5400000">
            <a:off x="2000250" y="-2000250"/>
            <a:ext cx="5143500" cy="9144000"/>
          </a:xfrm>
          <a:custGeom>
            <a:rect b="b" l="l" r="r" t="t"/>
            <a:pathLst>
              <a:path extrusionOk="0" h="18288000" w="10287000">
                <a:moveTo>
                  <a:pt x="10287000" y="0"/>
                </a:moveTo>
                <a:lnTo>
                  <a:pt x="10287000" y="18288000"/>
                </a:lnTo>
                <a:lnTo>
                  <a:pt x="0" y="18288000"/>
                </a:lnTo>
                <a:lnTo>
                  <a:pt x="0" y="0"/>
                </a:lnTo>
                <a:lnTo>
                  <a:pt x="10287000" y="0"/>
                </a:lnTo>
                <a:close/>
              </a:path>
            </a:pathLst>
          </a:custGeom>
          <a:blipFill rotWithShape="1">
            <a:blip r:embed="rId3">
              <a:alphaModFix/>
            </a:blip>
            <a:stretch>
              <a:fillRect b="-2742" l="-71843" r="-74128" t="-3623"/>
            </a:stretch>
          </a:blipFill>
          <a:ln>
            <a:noFill/>
          </a:ln>
        </p:spPr>
      </p:sp>
      <p:cxnSp>
        <p:nvCxnSpPr>
          <p:cNvPr id="359" name="Google Shape;359;p11"/>
          <p:cNvCxnSpPr/>
          <p:nvPr/>
        </p:nvCxnSpPr>
        <p:spPr>
          <a:xfrm>
            <a:off x="-443379" y="3085871"/>
            <a:ext cx="10030757" cy="0"/>
          </a:xfrm>
          <a:prstGeom prst="straightConnector1">
            <a:avLst/>
          </a:prstGeom>
          <a:noFill/>
          <a:ln cap="flat" cmpd="sng" w="28575">
            <a:solidFill>
              <a:srgbClr val="000000"/>
            </a:solidFill>
            <a:prstDash val="solid"/>
            <a:round/>
            <a:headEnd len="sm" w="sm" type="none"/>
            <a:tailEnd len="sm" w="sm" type="none"/>
          </a:ln>
        </p:spPr>
      </p:cxnSp>
      <p:grpSp>
        <p:nvGrpSpPr>
          <p:cNvPr id="360" name="Google Shape;360;p11"/>
          <p:cNvGrpSpPr/>
          <p:nvPr/>
        </p:nvGrpSpPr>
        <p:grpSpPr>
          <a:xfrm>
            <a:off x="3599603" y="2960357"/>
            <a:ext cx="251028" cy="251028"/>
            <a:chOff x="0" y="0"/>
            <a:chExt cx="812800" cy="812800"/>
          </a:xfrm>
        </p:grpSpPr>
        <p:sp>
          <p:nvSpPr>
            <p:cNvPr id="361" name="Google Shape;361;p11"/>
            <p:cNvSpPr/>
            <p:nvPr/>
          </p:nvSpPr>
          <p:spPr>
            <a:xfrm>
              <a:off x="0" y="0"/>
              <a:ext cx="812800" cy="812800"/>
            </a:xfrm>
            <a:custGeom>
              <a:rect b="b" l="l" r="r" t="t"/>
              <a:pathLst>
                <a:path extrusionOk="0"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000000"/>
            </a:solidFill>
            <a:ln>
              <a:noFill/>
            </a:ln>
          </p:spPr>
        </p:sp>
        <p:sp>
          <p:nvSpPr>
            <p:cNvPr id="362" name="Google Shape;362;p11"/>
            <p:cNvSpPr txBox="1"/>
            <p:nvPr/>
          </p:nvSpPr>
          <p:spPr>
            <a:xfrm>
              <a:off x="190500" y="219075"/>
              <a:ext cx="431800" cy="403225"/>
            </a:xfrm>
            <a:prstGeom prst="rect">
              <a:avLst/>
            </a:prstGeom>
            <a:noFill/>
            <a:ln>
              <a:noFill/>
            </a:ln>
          </p:spPr>
          <p:txBody>
            <a:bodyPr anchorCtr="0" anchor="ctr" bIns="25400" lIns="25400" spcFirstLastPara="1" rIns="25400" wrap="square" tIns="25400">
              <a:noAutofit/>
            </a:bodyPr>
            <a:lstStyle/>
            <a:p>
              <a:pPr indent="0" lvl="0" marL="0" marR="0" rtl="0" algn="ctr">
                <a:lnSpc>
                  <a:spcPct val="125888"/>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363" name="Google Shape;363;p11"/>
          <p:cNvGrpSpPr/>
          <p:nvPr/>
        </p:nvGrpSpPr>
        <p:grpSpPr>
          <a:xfrm>
            <a:off x="1113533" y="2960357"/>
            <a:ext cx="251028" cy="251028"/>
            <a:chOff x="0" y="0"/>
            <a:chExt cx="812800" cy="812800"/>
          </a:xfrm>
        </p:grpSpPr>
        <p:sp>
          <p:nvSpPr>
            <p:cNvPr id="364" name="Google Shape;364;p11"/>
            <p:cNvSpPr/>
            <p:nvPr/>
          </p:nvSpPr>
          <p:spPr>
            <a:xfrm>
              <a:off x="0" y="0"/>
              <a:ext cx="812800" cy="812800"/>
            </a:xfrm>
            <a:custGeom>
              <a:rect b="b" l="l" r="r" t="t"/>
              <a:pathLst>
                <a:path extrusionOk="0"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000000"/>
            </a:solidFill>
            <a:ln>
              <a:noFill/>
            </a:ln>
          </p:spPr>
        </p:sp>
        <p:sp>
          <p:nvSpPr>
            <p:cNvPr id="365" name="Google Shape;365;p11"/>
            <p:cNvSpPr txBox="1"/>
            <p:nvPr/>
          </p:nvSpPr>
          <p:spPr>
            <a:xfrm>
              <a:off x="190500" y="219075"/>
              <a:ext cx="431800" cy="403225"/>
            </a:xfrm>
            <a:prstGeom prst="rect">
              <a:avLst/>
            </a:prstGeom>
            <a:noFill/>
            <a:ln>
              <a:noFill/>
            </a:ln>
          </p:spPr>
          <p:txBody>
            <a:bodyPr anchorCtr="0" anchor="ctr" bIns="25400" lIns="25400" spcFirstLastPara="1" rIns="25400" wrap="square" tIns="25400">
              <a:noAutofit/>
            </a:bodyPr>
            <a:lstStyle/>
            <a:p>
              <a:pPr indent="0" lvl="0" marL="0" marR="0" rtl="0" algn="ctr">
                <a:lnSpc>
                  <a:spcPct val="125888"/>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366" name="Google Shape;366;p11"/>
          <p:cNvGrpSpPr/>
          <p:nvPr/>
        </p:nvGrpSpPr>
        <p:grpSpPr>
          <a:xfrm>
            <a:off x="5887380" y="2960357"/>
            <a:ext cx="251028" cy="251028"/>
            <a:chOff x="0" y="0"/>
            <a:chExt cx="812800" cy="812800"/>
          </a:xfrm>
        </p:grpSpPr>
        <p:sp>
          <p:nvSpPr>
            <p:cNvPr id="367" name="Google Shape;367;p11"/>
            <p:cNvSpPr/>
            <p:nvPr/>
          </p:nvSpPr>
          <p:spPr>
            <a:xfrm>
              <a:off x="0" y="0"/>
              <a:ext cx="812800" cy="812800"/>
            </a:xfrm>
            <a:custGeom>
              <a:rect b="b" l="l" r="r" t="t"/>
              <a:pathLst>
                <a:path extrusionOk="0"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000000"/>
            </a:solidFill>
            <a:ln>
              <a:noFill/>
            </a:ln>
          </p:spPr>
        </p:sp>
        <p:sp>
          <p:nvSpPr>
            <p:cNvPr id="368" name="Google Shape;368;p11"/>
            <p:cNvSpPr txBox="1"/>
            <p:nvPr/>
          </p:nvSpPr>
          <p:spPr>
            <a:xfrm>
              <a:off x="190500" y="219075"/>
              <a:ext cx="431800" cy="403225"/>
            </a:xfrm>
            <a:prstGeom prst="rect">
              <a:avLst/>
            </a:prstGeom>
            <a:noFill/>
            <a:ln>
              <a:noFill/>
            </a:ln>
          </p:spPr>
          <p:txBody>
            <a:bodyPr anchorCtr="0" anchor="ctr" bIns="25400" lIns="25400" spcFirstLastPara="1" rIns="25400" wrap="square" tIns="25400">
              <a:noAutofit/>
            </a:bodyPr>
            <a:lstStyle/>
            <a:p>
              <a:pPr indent="0" lvl="0" marL="0" marR="0" rtl="0" algn="ctr">
                <a:lnSpc>
                  <a:spcPct val="125888"/>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369" name="Google Shape;369;p11"/>
          <p:cNvGrpSpPr/>
          <p:nvPr/>
        </p:nvGrpSpPr>
        <p:grpSpPr>
          <a:xfrm>
            <a:off x="8312204" y="2960357"/>
            <a:ext cx="251028" cy="251028"/>
            <a:chOff x="0" y="0"/>
            <a:chExt cx="812800" cy="812800"/>
          </a:xfrm>
        </p:grpSpPr>
        <p:sp>
          <p:nvSpPr>
            <p:cNvPr id="370" name="Google Shape;370;p11"/>
            <p:cNvSpPr/>
            <p:nvPr/>
          </p:nvSpPr>
          <p:spPr>
            <a:xfrm>
              <a:off x="0" y="0"/>
              <a:ext cx="812800" cy="812800"/>
            </a:xfrm>
            <a:custGeom>
              <a:rect b="b" l="l" r="r" t="t"/>
              <a:pathLst>
                <a:path extrusionOk="0"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000000"/>
            </a:solidFill>
            <a:ln>
              <a:noFill/>
            </a:ln>
          </p:spPr>
        </p:sp>
        <p:sp>
          <p:nvSpPr>
            <p:cNvPr id="371" name="Google Shape;371;p11"/>
            <p:cNvSpPr txBox="1"/>
            <p:nvPr/>
          </p:nvSpPr>
          <p:spPr>
            <a:xfrm>
              <a:off x="190500" y="219075"/>
              <a:ext cx="431800" cy="403225"/>
            </a:xfrm>
            <a:prstGeom prst="rect">
              <a:avLst/>
            </a:prstGeom>
            <a:noFill/>
            <a:ln>
              <a:noFill/>
            </a:ln>
          </p:spPr>
          <p:txBody>
            <a:bodyPr anchorCtr="0" anchor="ctr" bIns="25400" lIns="25400" spcFirstLastPara="1" rIns="25400" wrap="square" tIns="25400">
              <a:noAutofit/>
            </a:bodyPr>
            <a:lstStyle/>
            <a:p>
              <a:pPr indent="0" lvl="0" marL="0" marR="0" rtl="0" algn="ctr">
                <a:lnSpc>
                  <a:spcPct val="125888"/>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372" name="Google Shape;372;p11"/>
          <p:cNvSpPr/>
          <p:nvPr/>
        </p:nvSpPr>
        <p:spPr>
          <a:xfrm>
            <a:off x="-786620" y="4446649"/>
            <a:ext cx="2025667" cy="1382518"/>
          </a:xfrm>
          <a:custGeom>
            <a:rect b="b" l="l" r="r" t="t"/>
            <a:pathLst>
              <a:path extrusionOk="0" h="2765036" w="4051334">
                <a:moveTo>
                  <a:pt x="0" y="0"/>
                </a:moveTo>
                <a:lnTo>
                  <a:pt x="4051334" y="0"/>
                </a:lnTo>
                <a:lnTo>
                  <a:pt x="4051334" y="2765036"/>
                </a:lnTo>
                <a:lnTo>
                  <a:pt x="0" y="2765036"/>
                </a:lnTo>
                <a:lnTo>
                  <a:pt x="0" y="0"/>
                </a:lnTo>
                <a:close/>
              </a:path>
            </a:pathLst>
          </a:custGeom>
          <a:blipFill rotWithShape="1">
            <a:blip r:embed="rId4">
              <a:alphaModFix/>
            </a:blip>
            <a:stretch>
              <a:fillRect b="0" l="0" r="0" t="0"/>
            </a:stretch>
          </a:blipFill>
          <a:ln>
            <a:noFill/>
          </a:ln>
        </p:spPr>
      </p:sp>
      <p:sp>
        <p:nvSpPr>
          <p:cNvPr id="373" name="Google Shape;373;p11"/>
          <p:cNvSpPr/>
          <p:nvPr/>
        </p:nvSpPr>
        <p:spPr>
          <a:xfrm>
            <a:off x="7631478" y="4432293"/>
            <a:ext cx="2301157" cy="1809285"/>
          </a:xfrm>
          <a:custGeom>
            <a:rect b="b" l="l" r="r" t="t"/>
            <a:pathLst>
              <a:path extrusionOk="0" h="3618569" w="4602314">
                <a:moveTo>
                  <a:pt x="0" y="0"/>
                </a:moveTo>
                <a:lnTo>
                  <a:pt x="4602314" y="0"/>
                </a:lnTo>
                <a:lnTo>
                  <a:pt x="4602314" y="3618569"/>
                </a:lnTo>
                <a:lnTo>
                  <a:pt x="0" y="3618569"/>
                </a:lnTo>
                <a:lnTo>
                  <a:pt x="0" y="0"/>
                </a:lnTo>
                <a:close/>
              </a:path>
            </a:pathLst>
          </a:custGeom>
          <a:blipFill rotWithShape="1">
            <a:blip r:embed="rId5">
              <a:alphaModFix/>
            </a:blip>
            <a:stretch>
              <a:fillRect b="0" l="0" r="0" t="0"/>
            </a:stretch>
          </a:blipFill>
          <a:ln>
            <a:noFill/>
          </a:ln>
        </p:spPr>
      </p:sp>
      <p:sp>
        <p:nvSpPr>
          <p:cNvPr id="374" name="Google Shape;374;p11"/>
          <p:cNvSpPr/>
          <p:nvPr/>
        </p:nvSpPr>
        <p:spPr>
          <a:xfrm>
            <a:off x="-337078" y="-661393"/>
            <a:ext cx="2112234" cy="1322787"/>
          </a:xfrm>
          <a:custGeom>
            <a:rect b="b" l="l" r="r" t="t"/>
            <a:pathLst>
              <a:path extrusionOk="0" h="2645573" w="4224468">
                <a:moveTo>
                  <a:pt x="0" y="0"/>
                </a:moveTo>
                <a:lnTo>
                  <a:pt x="4224468" y="0"/>
                </a:lnTo>
                <a:lnTo>
                  <a:pt x="4224468" y="2645574"/>
                </a:lnTo>
                <a:lnTo>
                  <a:pt x="0" y="2645574"/>
                </a:lnTo>
                <a:lnTo>
                  <a:pt x="0" y="0"/>
                </a:lnTo>
                <a:close/>
              </a:path>
            </a:pathLst>
          </a:custGeom>
          <a:blipFill rotWithShape="1">
            <a:blip r:embed="rId6">
              <a:alphaModFix/>
            </a:blip>
            <a:stretch>
              <a:fillRect b="0" l="0" r="0" t="0"/>
            </a:stretch>
          </a:blipFill>
          <a:ln>
            <a:noFill/>
          </a:ln>
        </p:spPr>
      </p:sp>
      <p:sp>
        <p:nvSpPr>
          <p:cNvPr id="375" name="Google Shape;375;p11"/>
          <p:cNvSpPr/>
          <p:nvPr/>
        </p:nvSpPr>
        <p:spPr>
          <a:xfrm>
            <a:off x="5550787" y="4780331"/>
            <a:ext cx="1584640" cy="1113210"/>
          </a:xfrm>
          <a:custGeom>
            <a:rect b="b" l="l" r="r" t="t"/>
            <a:pathLst>
              <a:path extrusionOk="0" h="2226419" w="3169280">
                <a:moveTo>
                  <a:pt x="0" y="0"/>
                </a:moveTo>
                <a:lnTo>
                  <a:pt x="3169280" y="0"/>
                </a:lnTo>
                <a:lnTo>
                  <a:pt x="3169280" y="2226419"/>
                </a:lnTo>
                <a:lnTo>
                  <a:pt x="0" y="2226419"/>
                </a:lnTo>
                <a:lnTo>
                  <a:pt x="0" y="0"/>
                </a:lnTo>
                <a:close/>
              </a:path>
            </a:pathLst>
          </a:custGeom>
          <a:blipFill rotWithShape="1">
            <a:blip r:embed="rId7">
              <a:alphaModFix/>
            </a:blip>
            <a:stretch>
              <a:fillRect b="0" l="0" r="0" t="0"/>
            </a:stretch>
          </a:blipFill>
          <a:ln>
            <a:noFill/>
          </a:ln>
        </p:spPr>
      </p:sp>
      <p:sp>
        <p:nvSpPr>
          <p:cNvPr id="376" name="Google Shape;376;p11"/>
          <p:cNvSpPr/>
          <p:nvPr/>
        </p:nvSpPr>
        <p:spPr>
          <a:xfrm>
            <a:off x="4826813" y="-1518966"/>
            <a:ext cx="2746529" cy="2057400"/>
          </a:xfrm>
          <a:custGeom>
            <a:rect b="b" l="l" r="r" t="t"/>
            <a:pathLst>
              <a:path extrusionOk="0" h="4114800" w="5493058">
                <a:moveTo>
                  <a:pt x="0" y="0"/>
                </a:moveTo>
                <a:lnTo>
                  <a:pt x="5493058" y="0"/>
                </a:lnTo>
                <a:lnTo>
                  <a:pt x="5493058" y="4114800"/>
                </a:lnTo>
                <a:lnTo>
                  <a:pt x="0" y="4114800"/>
                </a:lnTo>
                <a:lnTo>
                  <a:pt x="0" y="0"/>
                </a:lnTo>
                <a:close/>
              </a:path>
            </a:pathLst>
          </a:custGeom>
          <a:blipFill rotWithShape="1">
            <a:blip r:embed="rId8">
              <a:alphaModFix/>
            </a:blip>
            <a:stretch>
              <a:fillRect b="0" l="0" r="0" t="0"/>
            </a:stretch>
          </a:blipFill>
          <a:ln>
            <a:noFill/>
          </a:ln>
        </p:spPr>
      </p:sp>
      <p:sp>
        <p:nvSpPr>
          <p:cNvPr id="377" name="Google Shape;377;p11"/>
          <p:cNvSpPr/>
          <p:nvPr/>
        </p:nvSpPr>
        <p:spPr>
          <a:xfrm rot="-5400000">
            <a:off x="1934572" y="-997058"/>
            <a:ext cx="1446381" cy="1459650"/>
          </a:xfrm>
          <a:custGeom>
            <a:rect b="b" l="l" r="r" t="t"/>
            <a:pathLst>
              <a:path extrusionOk="0" h="2919301" w="2892762">
                <a:moveTo>
                  <a:pt x="0" y="0"/>
                </a:moveTo>
                <a:lnTo>
                  <a:pt x="2892761" y="0"/>
                </a:lnTo>
                <a:lnTo>
                  <a:pt x="2892761" y="2919300"/>
                </a:lnTo>
                <a:lnTo>
                  <a:pt x="0" y="2919300"/>
                </a:lnTo>
                <a:lnTo>
                  <a:pt x="0" y="0"/>
                </a:lnTo>
                <a:close/>
              </a:path>
            </a:pathLst>
          </a:custGeom>
          <a:blipFill rotWithShape="1">
            <a:blip r:embed="rId9">
              <a:alphaModFix/>
            </a:blip>
            <a:stretch>
              <a:fillRect b="0" l="0" r="0" t="0"/>
            </a:stretch>
          </a:blipFill>
          <a:ln>
            <a:noFill/>
          </a:ln>
        </p:spPr>
      </p:sp>
      <p:sp>
        <p:nvSpPr>
          <p:cNvPr id="378" name="Google Shape;378;p11"/>
          <p:cNvSpPr/>
          <p:nvPr/>
        </p:nvSpPr>
        <p:spPr>
          <a:xfrm>
            <a:off x="1466141" y="4635904"/>
            <a:ext cx="1293510" cy="1193263"/>
          </a:xfrm>
          <a:custGeom>
            <a:rect b="b" l="l" r="r" t="t"/>
            <a:pathLst>
              <a:path extrusionOk="0" h="2386526" w="2587020">
                <a:moveTo>
                  <a:pt x="0" y="0"/>
                </a:moveTo>
                <a:lnTo>
                  <a:pt x="2587020" y="0"/>
                </a:lnTo>
                <a:lnTo>
                  <a:pt x="2587020" y="2386526"/>
                </a:lnTo>
                <a:lnTo>
                  <a:pt x="0" y="2386526"/>
                </a:lnTo>
                <a:lnTo>
                  <a:pt x="0" y="0"/>
                </a:lnTo>
                <a:close/>
              </a:path>
            </a:pathLst>
          </a:custGeom>
          <a:blipFill rotWithShape="1">
            <a:blip r:embed="rId10">
              <a:alphaModFix/>
            </a:blip>
            <a:stretch>
              <a:fillRect b="0" l="0" r="0" t="0"/>
            </a:stretch>
          </a:blipFill>
          <a:ln>
            <a:noFill/>
          </a:ln>
        </p:spPr>
      </p:sp>
      <p:sp>
        <p:nvSpPr>
          <p:cNvPr id="379" name="Google Shape;379;p11"/>
          <p:cNvSpPr/>
          <p:nvPr/>
        </p:nvSpPr>
        <p:spPr>
          <a:xfrm>
            <a:off x="7631478" y="-536315"/>
            <a:ext cx="998173" cy="1074749"/>
          </a:xfrm>
          <a:custGeom>
            <a:rect b="b" l="l" r="r" t="t"/>
            <a:pathLst>
              <a:path extrusionOk="0" h="2149497" w="1996345">
                <a:moveTo>
                  <a:pt x="0" y="0"/>
                </a:moveTo>
                <a:lnTo>
                  <a:pt x="1996345" y="0"/>
                </a:lnTo>
                <a:lnTo>
                  <a:pt x="1996345" y="2149497"/>
                </a:lnTo>
                <a:lnTo>
                  <a:pt x="0" y="2149497"/>
                </a:lnTo>
                <a:lnTo>
                  <a:pt x="0" y="0"/>
                </a:lnTo>
                <a:close/>
              </a:path>
            </a:pathLst>
          </a:custGeom>
          <a:blipFill rotWithShape="1">
            <a:blip r:embed="rId11">
              <a:alphaModFix/>
            </a:blip>
            <a:stretch>
              <a:fillRect b="0" l="0" r="0" t="0"/>
            </a:stretch>
          </a:blipFill>
          <a:ln>
            <a:noFill/>
          </a:ln>
        </p:spPr>
      </p:sp>
      <p:sp>
        <p:nvSpPr>
          <p:cNvPr id="380" name="Google Shape;380;p11"/>
          <p:cNvSpPr/>
          <p:nvPr/>
        </p:nvSpPr>
        <p:spPr>
          <a:xfrm>
            <a:off x="901517" y="2069643"/>
            <a:ext cx="675061" cy="790701"/>
          </a:xfrm>
          <a:custGeom>
            <a:rect b="b" l="l" r="r" t="t"/>
            <a:pathLst>
              <a:path extrusionOk="0" h="1581401" w="1350121">
                <a:moveTo>
                  <a:pt x="0" y="0"/>
                </a:moveTo>
                <a:lnTo>
                  <a:pt x="1350121" y="0"/>
                </a:lnTo>
                <a:lnTo>
                  <a:pt x="1350121" y="1581401"/>
                </a:lnTo>
                <a:lnTo>
                  <a:pt x="0" y="1581401"/>
                </a:lnTo>
                <a:lnTo>
                  <a:pt x="0" y="0"/>
                </a:lnTo>
                <a:close/>
              </a:path>
            </a:pathLst>
          </a:custGeom>
          <a:blipFill rotWithShape="1">
            <a:blip r:embed="rId12">
              <a:alphaModFix/>
            </a:blip>
            <a:stretch>
              <a:fillRect b="0" l="0" r="0" t="0"/>
            </a:stretch>
          </a:blipFill>
          <a:ln>
            <a:noFill/>
          </a:ln>
        </p:spPr>
      </p:sp>
      <p:sp>
        <p:nvSpPr>
          <p:cNvPr id="381" name="Google Shape;381;p11"/>
          <p:cNvSpPr txBox="1"/>
          <p:nvPr/>
        </p:nvSpPr>
        <p:spPr>
          <a:xfrm>
            <a:off x="313244" y="1820203"/>
            <a:ext cx="1912877" cy="206527"/>
          </a:xfrm>
          <a:prstGeom prst="rect">
            <a:avLst/>
          </a:prstGeom>
          <a:noFill/>
          <a:ln>
            <a:noFill/>
          </a:ln>
        </p:spPr>
        <p:txBody>
          <a:bodyPr anchorCtr="0" anchor="t" bIns="0" lIns="0" spcFirstLastPara="1" rIns="0" wrap="square" tIns="0">
            <a:spAutoFit/>
          </a:bodyPr>
          <a:lstStyle/>
          <a:p>
            <a:pPr indent="0" lvl="0" marL="0" marR="0" rtl="0" algn="l">
              <a:lnSpc>
                <a:spcPct val="103002"/>
              </a:lnSpc>
              <a:spcBef>
                <a:spcPts val="0"/>
              </a:spcBef>
              <a:spcAft>
                <a:spcPts val="0"/>
              </a:spcAft>
              <a:buClr>
                <a:srgbClr val="000000"/>
              </a:buClr>
              <a:buSzPts val="1500"/>
              <a:buFont typeface="Arial"/>
              <a:buNone/>
            </a:pPr>
            <a:r>
              <a:rPr b="1" i="0" lang="es" sz="1500" u="none" cap="none" strike="noStrike">
                <a:solidFill>
                  <a:srgbClr val="000000"/>
                </a:solidFill>
                <a:latin typeface="DM Sans"/>
                <a:ea typeface="DM Sans"/>
                <a:cs typeface="DM Sans"/>
                <a:sym typeface="DM Sans"/>
              </a:rPr>
              <a:t>ENCAPSULAMIENTO</a:t>
            </a:r>
            <a:endParaRPr b="0" i="0" sz="700" u="none" cap="none" strike="noStrike">
              <a:solidFill>
                <a:srgbClr val="000000"/>
              </a:solidFill>
              <a:latin typeface="Arial"/>
              <a:ea typeface="Arial"/>
              <a:cs typeface="Arial"/>
              <a:sym typeface="Arial"/>
            </a:endParaRPr>
          </a:p>
        </p:txBody>
      </p:sp>
      <p:sp>
        <p:nvSpPr>
          <p:cNvPr id="382" name="Google Shape;382;p11"/>
          <p:cNvSpPr txBox="1"/>
          <p:nvPr/>
        </p:nvSpPr>
        <p:spPr>
          <a:xfrm>
            <a:off x="2959546" y="1832660"/>
            <a:ext cx="1508074" cy="224577"/>
          </a:xfrm>
          <a:prstGeom prst="rect">
            <a:avLst/>
          </a:prstGeom>
          <a:noFill/>
          <a:ln>
            <a:noFill/>
          </a:ln>
        </p:spPr>
        <p:txBody>
          <a:bodyPr anchorCtr="0" anchor="t" bIns="0" lIns="0" spcFirstLastPara="1" rIns="0" wrap="square" tIns="0">
            <a:spAutoFit/>
          </a:bodyPr>
          <a:lstStyle/>
          <a:p>
            <a:pPr indent="0" lvl="0" marL="0" marR="0" rtl="0" algn="l">
              <a:lnSpc>
                <a:spcPct val="102977"/>
              </a:lnSpc>
              <a:spcBef>
                <a:spcPts val="0"/>
              </a:spcBef>
              <a:spcAft>
                <a:spcPts val="0"/>
              </a:spcAft>
              <a:buClr>
                <a:srgbClr val="000000"/>
              </a:buClr>
              <a:buSzPts val="1600"/>
              <a:buFont typeface="Arial"/>
              <a:buNone/>
            </a:pPr>
            <a:r>
              <a:rPr b="1" i="0" lang="es" sz="1600" u="none" cap="none" strike="noStrike">
                <a:solidFill>
                  <a:srgbClr val="000000"/>
                </a:solidFill>
                <a:latin typeface="DM Sans"/>
                <a:ea typeface="DM Sans"/>
                <a:cs typeface="DM Sans"/>
                <a:sym typeface="DM Sans"/>
              </a:rPr>
              <a:t>ABSTRACCIÓN</a:t>
            </a:r>
            <a:endParaRPr b="0" i="0" sz="700" u="none" cap="none" strike="noStrike">
              <a:solidFill>
                <a:srgbClr val="000000"/>
              </a:solidFill>
              <a:latin typeface="Arial"/>
              <a:ea typeface="Arial"/>
              <a:cs typeface="Arial"/>
              <a:sym typeface="Arial"/>
            </a:endParaRPr>
          </a:p>
        </p:txBody>
      </p:sp>
      <p:sp>
        <p:nvSpPr>
          <p:cNvPr id="383" name="Google Shape;383;p11"/>
          <p:cNvSpPr txBox="1"/>
          <p:nvPr/>
        </p:nvSpPr>
        <p:spPr>
          <a:xfrm>
            <a:off x="5201965" y="1778392"/>
            <a:ext cx="1621858" cy="224577"/>
          </a:xfrm>
          <a:prstGeom prst="rect">
            <a:avLst/>
          </a:prstGeom>
          <a:noFill/>
          <a:ln>
            <a:noFill/>
          </a:ln>
        </p:spPr>
        <p:txBody>
          <a:bodyPr anchorCtr="0" anchor="t" bIns="0" lIns="0" spcFirstLastPara="1" rIns="0" wrap="square" tIns="0">
            <a:spAutoFit/>
          </a:bodyPr>
          <a:lstStyle/>
          <a:p>
            <a:pPr indent="0" lvl="0" marL="0" marR="0" rtl="0" algn="l">
              <a:lnSpc>
                <a:spcPct val="102977"/>
              </a:lnSpc>
              <a:spcBef>
                <a:spcPts val="0"/>
              </a:spcBef>
              <a:spcAft>
                <a:spcPts val="0"/>
              </a:spcAft>
              <a:buClr>
                <a:srgbClr val="000000"/>
              </a:buClr>
              <a:buSzPts val="1600"/>
              <a:buFont typeface="Arial"/>
              <a:buNone/>
            </a:pPr>
            <a:r>
              <a:rPr b="1" i="0" lang="es" sz="1600" u="none" cap="none" strike="noStrike">
                <a:solidFill>
                  <a:srgbClr val="000000"/>
                </a:solidFill>
                <a:latin typeface="DM Sans"/>
                <a:ea typeface="DM Sans"/>
                <a:cs typeface="DM Sans"/>
                <a:sym typeface="DM Sans"/>
              </a:rPr>
              <a:t>POLIMORFISMO</a:t>
            </a:r>
            <a:endParaRPr b="0" i="0" sz="700" u="none" cap="none" strike="noStrike">
              <a:solidFill>
                <a:srgbClr val="000000"/>
              </a:solidFill>
              <a:latin typeface="Arial"/>
              <a:ea typeface="Arial"/>
              <a:cs typeface="Arial"/>
              <a:sym typeface="Arial"/>
            </a:endParaRPr>
          </a:p>
        </p:txBody>
      </p:sp>
      <p:sp>
        <p:nvSpPr>
          <p:cNvPr id="384" name="Google Shape;384;p11"/>
          <p:cNvSpPr txBox="1"/>
          <p:nvPr/>
        </p:nvSpPr>
        <p:spPr>
          <a:xfrm>
            <a:off x="7894425" y="1808796"/>
            <a:ext cx="1086588" cy="224577"/>
          </a:xfrm>
          <a:prstGeom prst="rect">
            <a:avLst/>
          </a:prstGeom>
          <a:noFill/>
          <a:ln>
            <a:noFill/>
          </a:ln>
        </p:spPr>
        <p:txBody>
          <a:bodyPr anchorCtr="0" anchor="t" bIns="0" lIns="0" spcFirstLastPara="1" rIns="0" wrap="square" tIns="0">
            <a:spAutoFit/>
          </a:bodyPr>
          <a:lstStyle/>
          <a:p>
            <a:pPr indent="0" lvl="0" marL="0" marR="0" rtl="0" algn="l">
              <a:lnSpc>
                <a:spcPct val="102977"/>
              </a:lnSpc>
              <a:spcBef>
                <a:spcPts val="0"/>
              </a:spcBef>
              <a:spcAft>
                <a:spcPts val="0"/>
              </a:spcAft>
              <a:buClr>
                <a:srgbClr val="000000"/>
              </a:buClr>
              <a:buSzPts val="1600"/>
              <a:buFont typeface="Arial"/>
              <a:buNone/>
            </a:pPr>
            <a:r>
              <a:rPr b="1" i="0" lang="es" sz="1600" u="none" cap="none" strike="noStrike">
                <a:solidFill>
                  <a:srgbClr val="000000"/>
                </a:solidFill>
                <a:latin typeface="DM Sans"/>
                <a:ea typeface="DM Sans"/>
                <a:cs typeface="DM Sans"/>
                <a:sym typeface="DM Sans"/>
              </a:rPr>
              <a:t>HERENCIA</a:t>
            </a:r>
            <a:endParaRPr b="0" i="0" sz="700" u="none" cap="none" strike="noStrike">
              <a:solidFill>
                <a:srgbClr val="000000"/>
              </a:solidFill>
              <a:latin typeface="Arial"/>
              <a:ea typeface="Arial"/>
              <a:cs typeface="Arial"/>
              <a:sym typeface="Arial"/>
            </a:endParaRPr>
          </a:p>
        </p:txBody>
      </p:sp>
      <p:sp>
        <p:nvSpPr>
          <p:cNvPr id="385" name="Google Shape;385;p11"/>
          <p:cNvSpPr/>
          <p:nvPr/>
        </p:nvSpPr>
        <p:spPr>
          <a:xfrm>
            <a:off x="3387587" y="2103948"/>
            <a:ext cx="675061" cy="790701"/>
          </a:xfrm>
          <a:custGeom>
            <a:rect b="b" l="l" r="r" t="t"/>
            <a:pathLst>
              <a:path extrusionOk="0" h="1581401" w="1350121">
                <a:moveTo>
                  <a:pt x="0" y="0"/>
                </a:moveTo>
                <a:lnTo>
                  <a:pt x="1350120" y="0"/>
                </a:lnTo>
                <a:lnTo>
                  <a:pt x="1350120" y="1581401"/>
                </a:lnTo>
                <a:lnTo>
                  <a:pt x="0" y="1581401"/>
                </a:lnTo>
                <a:lnTo>
                  <a:pt x="0" y="0"/>
                </a:lnTo>
                <a:close/>
              </a:path>
            </a:pathLst>
          </a:custGeom>
          <a:blipFill rotWithShape="1">
            <a:blip r:embed="rId12">
              <a:alphaModFix/>
            </a:blip>
            <a:stretch>
              <a:fillRect b="0" l="0" r="0" t="0"/>
            </a:stretch>
          </a:blipFill>
          <a:ln>
            <a:noFill/>
          </a:ln>
        </p:spPr>
      </p:sp>
      <p:sp>
        <p:nvSpPr>
          <p:cNvPr id="386" name="Google Shape;386;p11"/>
          <p:cNvSpPr/>
          <p:nvPr/>
        </p:nvSpPr>
        <p:spPr>
          <a:xfrm>
            <a:off x="5668047" y="2103948"/>
            <a:ext cx="675061" cy="790701"/>
          </a:xfrm>
          <a:custGeom>
            <a:rect b="b" l="l" r="r" t="t"/>
            <a:pathLst>
              <a:path extrusionOk="0" h="1581401" w="1350121">
                <a:moveTo>
                  <a:pt x="0" y="0"/>
                </a:moveTo>
                <a:lnTo>
                  <a:pt x="1350121" y="0"/>
                </a:lnTo>
                <a:lnTo>
                  <a:pt x="1350121" y="1581401"/>
                </a:lnTo>
                <a:lnTo>
                  <a:pt x="0" y="1581401"/>
                </a:lnTo>
                <a:lnTo>
                  <a:pt x="0" y="0"/>
                </a:lnTo>
                <a:close/>
              </a:path>
            </a:pathLst>
          </a:custGeom>
          <a:blipFill rotWithShape="1">
            <a:blip r:embed="rId12">
              <a:alphaModFix/>
            </a:blip>
            <a:stretch>
              <a:fillRect b="0" l="0" r="0" t="0"/>
            </a:stretch>
          </a:blipFill>
          <a:ln>
            <a:noFill/>
          </a:ln>
        </p:spPr>
      </p:sp>
      <p:sp>
        <p:nvSpPr>
          <p:cNvPr id="387" name="Google Shape;387;p11"/>
          <p:cNvSpPr/>
          <p:nvPr/>
        </p:nvSpPr>
        <p:spPr>
          <a:xfrm>
            <a:off x="8100188" y="2103948"/>
            <a:ext cx="675060" cy="790701"/>
          </a:xfrm>
          <a:custGeom>
            <a:rect b="b" l="l" r="r" t="t"/>
            <a:pathLst>
              <a:path extrusionOk="0" h="1581401" w="1350121">
                <a:moveTo>
                  <a:pt x="0" y="0"/>
                </a:moveTo>
                <a:lnTo>
                  <a:pt x="1350120" y="0"/>
                </a:lnTo>
                <a:lnTo>
                  <a:pt x="1350120" y="1581401"/>
                </a:lnTo>
                <a:lnTo>
                  <a:pt x="0" y="1581401"/>
                </a:lnTo>
                <a:lnTo>
                  <a:pt x="0" y="0"/>
                </a:lnTo>
                <a:close/>
              </a:path>
            </a:pathLst>
          </a:custGeom>
          <a:blipFill rotWithShape="1">
            <a:blip r:embed="rId12">
              <a:alphaModFix/>
            </a:blip>
            <a:stretch>
              <a:fillRect b="0" l="0" r="0" t="0"/>
            </a:stretch>
          </a:blipFill>
          <a:ln>
            <a:noFill/>
          </a:ln>
        </p:spPr>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12"/>
          <p:cNvSpPr/>
          <p:nvPr/>
        </p:nvSpPr>
        <p:spPr>
          <a:xfrm rot="-5400000">
            <a:off x="2000250" y="-2000250"/>
            <a:ext cx="5143500" cy="9144000"/>
          </a:xfrm>
          <a:custGeom>
            <a:rect b="b" l="l" r="r" t="t"/>
            <a:pathLst>
              <a:path extrusionOk="0" h="18288000" w="10287000">
                <a:moveTo>
                  <a:pt x="10287000" y="0"/>
                </a:moveTo>
                <a:lnTo>
                  <a:pt x="10287000" y="18288000"/>
                </a:lnTo>
                <a:lnTo>
                  <a:pt x="0" y="18288000"/>
                </a:lnTo>
                <a:lnTo>
                  <a:pt x="0" y="0"/>
                </a:lnTo>
                <a:lnTo>
                  <a:pt x="10287000" y="0"/>
                </a:lnTo>
                <a:close/>
              </a:path>
            </a:pathLst>
          </a:custGeom>
          <a:blipFill rotWithShape="1">
            <a:blip r:embed="rId3">
              <a:alphaModFix/>
            </a:blip>
            <a:stretch>
              <a:fillRect b="-2742" l="-71843" r="-74128" t="-3623"/>
            </a:stretch>
          </a:blipFill>
          <a:ln>
            <a:noFill/>
          </a:ln>
        </p:spPr>
      </p:sp>
      <p:sp>
        <p:nvSpPr>
          <p:cNvPr id="393" name="Google Shape;393;p12"/>
          <p:cNvSpPr txBox="1"/>
          <p:nvPr/>
        </p:nvSpPr>
        <p:spPr>
          <a:xfrm>
            <a:off x="225046" y="1007015"/>
            <a:ext cx="6362800" cy="660342"/>
          </a:xfrm>
          <a:prstGeom prst="rect">
            <a:avLst/>
          </a:prstGeom>
          <a:noFill/>
          <a:ln>
            <a:noFill/>
          </a:ln>
        </p:spPr>
        <p:txBody>
          <a:bodyPr anchorCtr="0" anchor="t" bIns="0" lIns="0" spcFirstLastPara="1" rIns="0" wrap="square" tIns="0">
            <a:spAutoFit/>
          </a:bodyPr>
          <a:lstStyle/>
          <a:p>
            <a:pPr indent="0" lvl="0" marL="0" marR="0" rtl="0" algn="l">
              <a:lnSpc>
                <a:spcPct val="96998"/>
              </a:lnSpc>
              <a:spcBef>
                <a:spcPts val="0"/>
              </a:spcBef>
              <a:spcAft>
                <a:spcPts val="0"/>
              </a:spcAft>
              <a:buClr>
                <a:srgbClr val="000000"/>
              </a:buClr>
              <a:buSzPts val="5100"/>
              <a:buFont typeface="Arial"/>
              <a:buNone/>
            </a:pPr>
            <a:r>
              <a:rPr b="1" i="0" lang="es" sz="5100" u="none" cap="none" strike="noStrike">
                <a:solidFill>
                  <a:srgbClr val="000000"/>
                </a:solidFill>
                <a:latin typeface="DM Sans"/>
                <a:ea typeface="DM Sans"/>
                <a:cs typeface="DM Sans"/>
                <a:sym typeface="DM Sans"/>
              </a:rPr>
              <a:t>ENCAPSULAMIENTO</a:t>
            </a:r>
            <a:endParaRPr b="0" i="0" sz="700" u="none" cap="none" strike="noStrike">
              <a:solidFill>
                <a:srgbClr val="000000"/>
              </a:solidFill>
              <a:latin typeface="Arial"/>
              <a:ea typeface="Arial"/>
              <a:cs typeface="Arial"/>
              <a:sym typeface="Arial"/>
            </a:endParaRPr>
          </a:p>
        </p:txBody>
      </p:sp>
      <p:grpSp>
        <p:nvGrpSpPr>
          <p:cNvPr id="394" name="Google Shape;394;p12"/>
          <p:cNvGrpSpPr/>
          <p:nvPr/>
        </p:nvGrpSpPr>
        <p:grpSpPr>
          <a:xfrm>
            <a:off x="1511188" y="1747203"/>
            <a:ext cx="6052252" cy="2215330"/>
            <a:chOff x="0" y="0"/>
            <a:chExt cx="2342659" cy="857492"/>
          </a:xfrm>
        </p:grpSpPr>
        <p:sp>
          <p:nvSpPr>
            <p:cNvPr id="395" name="Google Shape;395;p12"/>
            <p:cNvSpPr/>
            <p:nvPr/>
          </p:nvSpPr>
          <p:spPr>
            <a:xfrm>
              <a:off x="0" y="0"/>
              <a:ext cx="2342659" cy="857492"/>
            </a:xfrm>
            <a:custGeom>
              <a:rect b="b" l="l" r="r" t="t"/>
              <a:pathLst>
                <a:path extrusionOk="0" h="857492" w="2342659">
                  <a:moveTo>
                    <a:pt x="9594" y="0"/>
                  </a:moveTo>
                  <a:lnTo>
                    <a:pt x="2333065" y="0"/>
                  </a:lnTo>
                  <a:cubicBezTo>
                    <a:pt x="2335609" y="0"/>
                    <a:pt x="2338049" y="1011"/>
                    <a:pt x="2339849" y="2810"/>
                  </a:cubicBezTo>
                  <a:cubicBezTo>
                    <a:pt x="2341648" y="4609"/>
                    <a:pt x="2342659" y="7049"/>
                    <a:pt x="2342659" y="9594"/>
                  </a:cubicBezTo>
                  <a:lnTo>
                    <a:pt x="2342659" y="847899"/>
                  </a:lnTo>
                  <a:cubicBezTo>
                    <a:pt x="2342659" y="850443"/>
                    <a:pt x="2341648" y="852883"/>
                    <a:pt x="2339849" y="854682"/>
                  </a:cubicBezTo>
                  <a:cubicBezTo>
                    <a:pt x="2338049" y="856482"/>
                    <a:pt x="2335609" y="857492"/>
                    <a:pt x="2333065" y="857492"/>
                  </a:cubicBezTo>
                  <a:lnTo>
                    <a:pt x="9594" y="857492"/>
                  </a:lnTo>
                  <a:cubicBezTo>
                    <a:pt x="7049" y="857492"/>
                    <a:pt x="4609" y="856482"/>
                    <a:pt x="2810" y="854682"/>
                  </a:cubicBezTo>
                  <a:cubicBezTo>
                    <a:pt x="1011" y="852883"/>
                    <a:pt x="0" y="850443"/>
                    <a:pt x="0" y="847899"/>
                  </a:cubicBezTo>
                  <a:lnTo>
                    <a:pt x="0" y="9594"/>
                  </a:lnTo>
                  <a:cubicBezTo>
                    <a:pt x="0" y="7049"/>
                    <a:pt x="1011" y="4609"/>
                    <a:pt x="2810" y="2810"/>
                  </a:cubicBezTo>
                  <a:cubicBezTo>
                    <a:pt x="4609" y="1011"/>
                    <a:pt x="7049" y="0"/>
                    <a:pt x="9594" y="0"/>
                  </a:cubicBezTo>
                  <a:close/>
                </a:path>
              </a:pathLst>
            </a:custGeom>
            <a:solidFill>
              <a:srgbClr val="8AB7E2"/>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396" name="Google Shape;396;p12"/>
            <p:cNvSpPr txBox="1"/>
            <p:nvPr/>
          </p:nvSpPr>
          <p:spPr>
            <a:xfrm>
              <a:off x="0" y="85725"/>
              <a:ext cx="2342659" cy="771767"/>
            </a:xfrm>
            <a:prstGeom prst="rect">
              <a:avLst/>
            </a:prstGeom>
            <a:noFill/>
            <a:ln>
              <a:noFill/>
            </a:ln>
          </p:spPr>
          <p:txBody>
            <a:bodyPr anchorCtr="0" anchor="ctr" bIns="25400" lIns="25400" spcFirstLastPara="1" rIns="25400" wrap="square" tIns="25400">
              <a:noAutofit/>
            </a:bodyPr>
            <a:lstStyle/>
            <a:p>
              <a:pPr indent="0" lvl="0" marL="0" marR="0" rtl="0" algn="ctr">
                <a:lnSpc>
                  <a:spcPct val="106944"/>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397" name="Google Shape;397;p12"/>
          <p:cNvSpPr txBox="1"/>
          <p:nvPr/>
        </p:nvSpPr>
        <p:spPr>
          <a:xfrm>
            <a:off x="1838665" y="2226899"/>
            <a:ext cx="5397297" cy="1432813"/>
          </a:xfrm>
          <a:prstGeom prst="rect">
            <a:avLst/>
          </a:prstGeom>
          <a:noFill/>
          <a:ln>
            <a:noFill/>
          </a:ln>
        </p:spPr>
        <p:txBody>
          <a:bodyPr anchorCtr="0" anchor="t" bIns="0" lIns="0" spcFirstLastPara="1" rIns="0" wrap="square" tIns="0">
            <a:spAutoFit/>
          </a:bodyPr>
          <a:lstStyle/>
          <a:p>
            <a:pPr indent="0" lvl="0" marL="0" marR="0" rtl="0" algn="just">
              <a:lnSpc>
                <a:spcPct val="135026"/>
              </a:lnSpc>
              <a:spcBef>
                <a:spcPts val="0"/>
              </a:spcBef>
              <a:spcAft>
                <a:spcPts val="0"/>
              </a:spcAft>
              <a:buClr>
                <a:srgbClr val="000000"/>
              </a:buClr>
              <a:buSzPts val="1200"/>
              <a:buFont typeface="Arial"/>
              <a:buNone/>
            </a:pPr>
            <a:r>
              <a:rPr b="0" i="0" lang="es" sz="1200" u="none" cap="none" strike="noStrike">
                <a:solidFill>
                  <a:srgbClr val="000000"/>
                </a:solidFill>
                <a:latin typeface="DM Sans"/>
                <a:ea typeface="DM Sans"/>
                <a:cs typeface="DM Sans"/>
                <a:sym typeface="DM Sans"/>
              </a:rPr>
              <a:t>El encapsulamiento es el principio de ocultar los detalles internos de un objeto y exponer solo una interfaz pública para interactuar con él. Esto se logra utilizando modificadores de acceso (como public, private y protected en muchos lenguajes de programación) para controlar el acceso a los atributos y métodos de una clase. El encapsulamiento ayuda a mantener la integridad y coherencia de los datos al evitar su modificación directa y facilita la reutilización del código.</a:t>
            </a:r>
            <a:endParaRPr b="0" i="0" sz="700" u="none" cap="none" strike="noStrike">
              <a:solidFill>
                <a:srgbClr val="000000"/>
              </a:solidFill>
              <a:latin typeface="Arial"/>
              <a:ea typeface="Arial"/>
              <a:cs typeface="Arial"/>
              <a:sym typeface="Arial"/>
            </a:endParaRPr>
          </a:p>
        </p:txBody>
      </p:sp>
      <p:sp>
        <p:nvSpPr>
          <p:cNvPr id="398" name="Google Shape;398;p12"/>
          <p:cNvSpPr/>
          <p:nvPr/>
        </p:nvSpPr>
        <p:spPr>
          <a:xfrm>
            <a:off x="-424285" y="4459831"/>
            <a:ext cx="1935473" cy="475071"/>
          </a:xfrm>
          <a:custGeom>
            <a:rect b="b" l="l" r="r" t="t"/>
            <a:pathLst>
              <a:path extrusionOk="0" h="950141" w="3870946">
                <a:moveTo>
                  <a:pt x="0" y="0"/>
                </a:moveTo>
                <a:lnTo>
                  <a:pt x="3870946" y="0"/>
                </a:lnTo>
                <a:lnTo>
                  <a:pt x="3870946" y="950141"/>
                </a:lnTo>
                <a:lnTo>
                  <a:pt x="0" y="950141"/>
                </a:lnTo>
                <a:lnTo>
                  <a:pt x="0" y="0"/>
                </a:lnTo>
                <a:close/>
              </a:path>
            </a:pathLst>
          </a:custGeom>
          <a:blipFill rotWithShape="1">
            <a:blip r:embed="rId4">
              <a:alphaModFix/>
            </a:blip>
            <a:stretch>
              <a:fillRect b="0" l="0" r="0" t="0"/>
            </a:stretch>
          </a:blipFill>
          <a:ln>
            <a:noFill/>
          </a:ln>
        </p:spPr>
      </p:sp>
      <p:sp>
        <p:nvSpPr>
          <p:cNvPr id="399" name="Google Shape;399;p12"/>
          <p:cNvSpPr/>
          <p:nvPr/>
        </p:nvSpPr>
        <p:spPr>
          <a:xfrm>
            <a:off x="2236453" y="-1182407"/>
            <a:ext cx="2490476" cy="1865593"/>
          </a:xfrm>
          <a:custGeom>
            <a:rect b="b" l="l" r="r" t="t"/>
            <a:pathLst>
              <a:path extrusionOk="0" h="3731186" w="4980952">
                <a:moveTo>
                  <a:pt x="0" y="0"/>
                </a:moveTo>
                <a:lnTo>
                  <a:pt x="4980951" y="0"/>
                </a:lnTo>
                <a:lnTo>
                  <a:pt x="4980951" y="3731186"/>
                </a:lnTo>
                <a:lnTo>
                  <a:pt x="0" y="3731186"/>
                </a:lnTo>
                <a:lnTo>
                  <a:pt x="0" y="0"/>
                </a:lnTo>
                <a:close/>
              </a:path>
            </a:pathLst>
          </a:custGeom>
          <a:blipFill rotWithShape="1">
            <a:blip r:embed="rId5">
              <a:alphaModFix/>
            </a:blip>
            <a:stretch>
              <a:fillRect b="0" l="0" r="0" t="0"/>
            </a:stretch>
          </a:blipFill>
          <a:ln>
            <a:noFill/>
          </a:ln>
        </p:spPr>
      </p:sp>
      <p:sp>
        <p:nvSpPr>
          <p:cNvPr id="400" name="Google Shape;400;p12"/>
          <p:cNvSpPr/>
          <p:nvPr/>
        </p:nvSpPr>
        <p:spPr>
          <a:xfrm>
            <a:off x="1715537" y="4459830"/>
            <a:ext cx="1293510" cy="1193263"/>
          </a:xfrm>
          <a:custGeom>
            <a:rect b="b" l="l" r="r" t="t"/>
            <a:pathLst>
              <a:path extrusionOk="0" h="2386526" w="2587020">
                <a:moveTo>
                  <a:pt x="0" y="0"/>
                </a:moveTo>
                <a:lnTo>
                  <a:pt x="2587019" y="0"/>
                </a:lnTo>
                <a:lnTo>
                  <a:pt x="2587019" y="2386525"/>
                </a:lnTo>
                <a:lnTo>
                  <a:pt x="0" y="2386525"/>
                </a:lnTo>
                <a:lnTo>
                  <a:pt x="0" y="0"/>
                </a:lnTo>
                <a:close/>
              </a:path>
            </a:pathLst>
          </a:custGeom>
          <a:blipFill rotWithShape="1">
            <a:blip r:embed="rId6">
              <a:alphaModFix/>
            </a:blip>
            <a:stretch>
              <a:fillRect b="0" l="0" r="0" t="0"/>
            </a:stretch>
          </a:blipFill>
          <a:ln>
            <a:noFill/>
          </a:ln>
        </p:spPr>
      </p:sp>
      <p:sp>
        <p:nvSpPr>
          <p:cNvPr id="401" name="Google Shape;401;p12"/>
          <p:cNvSpPr/>
          <p:nvPr/>
        </p:nvSpPr>
        <p:spPr>
          <a:xfrm>
            <a:off x="-424285" y="-372206"/>
            <a:ext cx="1298663" cy="1398292"/>
          </a:xfrm>
          <a:custGeom>
            <a:rect b="b" l="l" r="r" t="t"/>
            <a:pathLst>
              <a:path extrusionOk="0" h="2796583" w="2597326">
                <a:moveTo>
                  <a:pt x="0" y="0"/>
                </a:moveTo>
                <a:lnTo>
                  <a:pt x="2597327" y="0"/>
                </a:lnTo>
                <a:lnTo>
                  <a:pt x="2597327" y="2796583"/>
                </a:lnTo>
                <a:lnTo>
                  <a:pt x="0" y="2796583"/>
                </a:lnTo>
                <a:lnTo>
                  <a:pt x="0" y="0"/>
                </a:lnTo>
                <a:close/>
              </a:path>
            </a:pathLst>
          </a:custGeom>
          <a:blipFill rotWithShape="1">
            <a:blip r:embed="rId7">
              <a:alphaModFix/>
            </a:blip>
            <a:stretch>
              <a:fillRect b="0" l="0" r="0" t="0"/>
            </a:stretch>
          </a:blipFill>
          <a:ln>
            <a:noFill/>
          </a:ln>
        </p:spPr>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13"/>
          <p:cNvSpPr/>
          <p:nvPr/>
        </p:nvSpPr>
        <p:spPr>
          <a:xfrm rot="-5400000">
            <a:off x="2000250" y="-2000250"/>
            <a:ext cx="5143500" cy="9144000"/>
          </a:xfrm>
          <a:custGeom>
            <a:rect b="b" l="l" r="r" t="t"/>
            <a:pathLst>
              <a:path extrusionOk="0" h="18288000" w="10287000">
                <a:moveTo>
                  <a:pt x="10287000" y="0"/>
                </a:moveTo>
                <a:lnTo>
                  <a:pt x="10287000" y="18288000"/>
                </a:lnTo>
                <a:lnTo>
                  <a:pt x="0" y="18288000"/>
                </a:lnTo>
                <a:lnTo>
                  <a:pt x="0" y="0"/>
                </a:lnTo>
                <a:lnTo>
                  <a:pt x="10287000" y="0"/>
                </a:lnTo>
                <a:close/>
              </a:path>
            </a:pathLst>
          </a:custGeom>
          <a:blipFill rotWithShape="1">
            <a:blip r:embed="rId3">
              <a:alphaModFix/>
            </a:blip>
            <a:stretch>
              <a:fillRect b="-2742" l="-71843" r="-74128" t="-3623"/>
            </a:stretch>
          </a:blipFill>
          <a:ln>
            <a:noFill/>
          </a:ln>
        </p:spPr>
      </p:sp>
      <p:sp>
        <p:nvSpPr>
          <p:cNvPr id="407" name="Google Shape;407;p13"/>
          <p:cNvSpPr txBox="1"/>
          <p:nvPr/>
        </p:nvSpPr>
        <p:spPr>
          <a:xfrm>
            <a:off x="225046" y="1007015"/>
            <a:ext cx="6362800" cy="660342"/>
          </a:xfrm>
          <a:prstGeom prst="rect">
            <a:avLst/>
          </a:prstGeom>
          <a:noFill/>
          <a:ln>
            <a:noFill/>
          </a:ln>
        </p:spPr>
        <p:txBody>
          <a:bodyPr anchorCtr="0" anchor="t" bIns="0" lIns="0" spcFirstLastPara="1" rIns="0" wrap="square" tIns="0">
            <a:spAutoFit/>
          </a:bodyPr>
          <a:lstStyle/>
          <a:p>
            <a:pPr indent="0" lvl="0" marL="0" marR="0" rtl="0" algn="l">
              <a:lnSpc>
                <a:spcPct val="96998"/>
              </a:lnSpc>
              <a:spcBef>
                <a:spcPts val="0"/>
              </a:spcBef>
              <a:spcAft>
                <a:spcPts val="0"/>
              </a:spcAft>
              <a:buClr>
                <a:srgbClr val="000000"/>
              </a:buClr>
              <a:buSzPts val="5100"/>
              <a:buFont typeface="Arial"/>
              <a:buNone/>
            </a:pPr>
            <a:r>
              <a:rPr b="1" i="0" lang="es" sz="5100" u="none" cap="none" strike="noStrike">
                <a:solidFill>
                  <a:srgbClr val="000000"/>
                </a:solidFill>
                <a:latin typeface="DM Sans"/>
                <a:ea typeface="DM Sans"/>
                <a:cs typeface="DM Sans"/>
                <a:sym typeface="DM Sans"/>
              </a:rPr>
              <a:t>ABSTRACCIÓN</a:t>
            </a:r>
            <a:endParaRPr b="0" i="0" sz="700" u="none" cap="none" strike="noStrike">
              <a:solidFill>
                <a:srgbClr val="000000"/>
              </a:solidFill>
              <a:latin typeface="Arial"/>
              <a:ea typeface="Arial"/>
              <a:cs typeface="Arial"/>
              <a:sym typeface="Arial"/>
            </a:endParaRPr>
          </a:p>
        </p:txBody>
      </p:sp>
      <p:grpSp>
        <p:nvGrpSpPr>
          <p:cNvPr id="408" name="Google Shape;408;p13"/>
          <p:cNvGrpSpPr/>
          <p:nvPr/>
        </p:nvGrpSpPr>
        <p:grpSpPr>
          <a:xfrm>
            <a:off x="1511188" y="1747203"/>
            <a:ext cx="6052252" cy="2215330"/>
            <a:chOff x="0" y="0"/>
            <a:chExt cx="2342659" cy="857492"/>
          </a:xfrm>
        </p:grpSpPr>
        <p:sp>
          <p:nvSpPr>
            <p:cNvPr id="409" name="Google Shape;409;p13"/>
            <p:cNvSpPr/>
            <p:nvPr/>
          </p:nvSpPr>
          <p:spPr>
            <a:xfrm>
              <a:off x="0" y="0"/>
              <a:ext cx="2342659" cy="857492"/>
            </a:xfrm>
            <a:custGeom>
              <a:rect b="b" l="l" r="r" t="t"/>
              <a:pathLst>
                <a:path extrusionOk="0" h="857492" w="2342659">
                  <a:moveTo>
                    <a:pt x="9594" y="0"/>
                  </a:moveTo>
                  <a:lnTo>
                    <a:pt x="2333065" y="0"/>
                  </a:lnTo>
                  <a:cubicBezTo>
                    <a:pt x="2335609" y="0"/>
                    <a:pt x="2338049" y="1011"/>
                    <a:pt x="2339849" y="2810"/>
                  </a:cubicBezTo>
                  <a:cubicBezTo>
                    <a:pt x="2341648" y="4609"/>
                    <a:pt x="2342659" y="7049"/>
                    <a:pt x="2342659" y="9594"/>
                  </a:cubicBezTo>
                  <a:lnTo>
                    <a:pt x="2342659" y="847899"/>
                  </a:lnTo>
                  <a:cubicBezTo>
                    <a:pt x="2342659" y="850443"/>
                    <a:pt x="2341648" y="852883"/>
                    <a:pt x="2339849" y="854682"/>
                  </a:cubicBezTo>
                  <a:cubicBezTo>
                    <a:pt x="2338049" y="856482"/>
                    <a:pt x="2335609" y="857492"/>
                    <a:pt x="2333065" y="857492"/>
                  </a:cubicBezTo>
                  <a:lnTo>
                    <a:pt x="9594" y="857492"/>
                  </a:lnTo>
                  <a:cubicBezTo>
                    <a:pt x="7049" y="857492"/>
                    <a:pt x="4609" y="856482"/>
                    <a:pt x="2810" y="854682"/>
                  </a:cubicBezTo>
                  <a:cubicBezTo>
                    <a:pt x="1011" y="852883"/>
                    <a:pt x="0" y="850443"/>
                    <a:pt x="0" y="847899"/>
                  </a:cubicBezTo>
                  <a:lnTo>
                    <a:pt x="0" y="9594"/>
                  </a:lnTo>
                  <a:cubicBezTo>
                    <a:pt x="0" y="7049"/>
                    <a:pt x="1011" y="4609"/>
                    <a:pt x="2810" y="2810"/>
                  </a:cubicBezTo>
                  <a:cubicBezTo>
                    <a:pt x="4609" y="1011"/>
                    <a:pt x="7049" y="0"/>
                    <a:pt x="9594" y="0"/>
                  </a:cubicBezTo>
                  <a:close/>
                </a:path>
              </a:pathLst>
            </a:custGeom>
            <a:solidFill>
              <a:srgbClr val="8AB7E2"/>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410" name="Google Shape;410;p13"/>
            <p:cNvSpPr txBox="1"/>
            <p:nvPr/>
          </p:nvSpPr>
          <p:spPr>
            <a:xfrm>
              <a:off x="0" y="85725"/>
              <a:ext cx="2342659" cy="771767"/>
            </a:xfrm>
            <a:prstGeom prst="rect">
              <a:avLst/>
            </a:prstGeom>
            <a:noFill/>
            <a:ln>
              <a:noFill/>
            </a:ln>
          </p:spPr>
          <p:txBody>
            <a:bodyPr anchorCtr="0" anchor="ctr" bIns="25400" lIns="25400" spcFirstLastPara="1" rIns="25400" wrap="square" tIns="25400">
              <a:noAutofit/>
            </a:bodyPr>
            <a:lstStyle/>
            <a:p>
              <a:pPr indent="0" lvl="0" marL="0" marR="0" rtl="0" algn="ctr">
                <a:lnSpc>
                  <a:spcPct val="106944"/>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411" name="Google Shape;411;p13"/>
          <p:cNvSpPr txBox="1"/>
          <p:nvPr/>
        </p:nvSpPr>
        <p:spPr>
          <a:xfrm>
            <a:off x="1838665" y="2226899"/>
            <a:ext cx="5397297" cy="1226872"/>
          </a:xfrm>
          <a:prstGeom prst="rect">
            <a:avLst/>
          </a:prstGeom>
          <a:noFill/>
          <a:ln>
            <a:noFill/>
          </a:ln>
        </p:spPr>
        <p:txBody>
          <a:bodyPr anchorCtr="0" anchor="t" bIns="0" lIns="0" spcFirstLastPara="1" rIns="0" wrap="square" tIns="0">
            <a:spAutoFit/>
          </a:bodyPr>
          <a:lstStyle/>
          <a:p>
            <a:pPr indent="0" lvl="0" marL="0" marR="0" rtl="0" algn="just">
              <a:lnSpc>
                <a:spcPct val="135026"/>
              </a:lnSpc>
              <a:spcBef>
                <a:spcPts val="0"/>
              </a:spcBef>
              <a:spcAft>
                <a:spcPts val="0"/>
              </a:spcAft>
              <a:buClr>
                <a:srgbClr val="000000"/>
              </a:buClr>
              <a:buSzPts val="1200"/>
              <a:buFont typeface="Arial"/>
              <a:buNone/>
            </a:pPr>
            <a:r>
              <a:rPr b="0" i="0" lang="es" sz="1200" u="none" cap="none" strike="noStrike">
                <a:solidFill>
                  <a:srgbClr val="000000"/>
                </a:solidFill>
                <a:latin typeface="DM Sans"/>
                <a:ea typeface="DM Sans"/>
                <a:cs typeface="DM Sans"/>
                <a:sym typeface="DM Sans"/>
              </a:rPr>
              <a:t>La abstracción es el proceso de identificar las características esenciales de un objeto e ignorar los detalles no relevantes. En POO, se utiliza para modelar objetos del mundo real como entidades con atributos y comportamientos relevantes para el sistema que estamos desarrollando. La abstracción nos permite enfocarnos en lo importante y ocultar la complejidad innecesaria.</a:t>
            </a:r>
            <a:endParaRPr b="0" i="0" sz="700" u="none" cap="none" strike="noStrike">
              <a:solidFill>
                <a:srgbClr val="000000"/>
              </a:solidFill>
              <a:latin typeface="Arial"/>
              <a:ea typeface="Arial"/>
              <a:cs typeface="Arial"/>
              <a:sym typeface="Arial"/>
            </a:endParaRPr>
          </a:p>
        </p:txBody>
      </p:sp>
      <p:sp>
        <p:nvSpPr>
          <p:cNvPr id="412" name="Google Shape;412;p13"/>
          <p:cNvSpPr/>
          <p:nvPr/>
        </p:nvSpPr>
        <p:spPr>
          <a:xfrm>
            <a:off x="-424285" y="4459831"/>
            <a:ext cx="1935473" cy="475071"/>
          </a:xfrm>
          <a:custGeom>
            <a:rect b="b" l="l" r="r" t="t"/>
            <a:pathLst>
              <a:path extrusionOk="0" h="950141" w="3870946">
                <a:moveTo>
                  <a:pt x="0" y="0"/>
                </a:moveTo>
                <a:lnTo>
                  <a:pt x="3870946" y="0"/>
                </a:lnTo>
                <a:lnTo>
                  <a:pt x="3870946" y="950141"/>
                </a:lnTo>
                <a:lnTo>
                  <a:pt x="0" y="950141"/>
                </a:lnTo>
                <a:lnTo>
                  <a:pt x="0" y="0"/>
                </a:lnTo>
                <a:close/>
              </a:path>
            </a:pathLst>
          </a:custGeom>
          <a:blipFill rotWithShape="1">
            <a:blip r:embed="rId4">
              <a:alphaModFix/>
            </a:blip>
            <a:stretch>
              <a:fillRect b="0" l="0" r="0" t="0"/>
            </a:stretch>
          </a:blipFill>
          <a:ln>
            <a:noFill/>
          </a:ln>
        </p:spPr>
      </p:sp>
      <p:sp>
        <p:nvSpPr>
          <p:cNvPr id="413" name="Google Shape;413;p13"/>
          <p:cNvSpPr/>
          <p:nvPr/>
        </p:nvSpPr>
        <p:spPr>
          <a:xfrm>
            <a:off x="2236453" y="-1182407"/>
            <a:ext cx="2490476" cy="1865593"/>
          </a:xfrm>
          <a:custGeom>
            <a:rect b="b" l="l" r="r" t="t"/>
            <a:pathLst>
              <a:path extrusionOk="0" h="3731186" w="4980952">
                <a:moveTo>
                  <a:pt x="0" y="0"/>
                </a:moveTo>
                <a:lnTo>
                  <a:pt x="4980951" y="0"/>
                </a:lnTo>
                <a:lnTo>
                  <a:pt x="4980951" y="3731186"/>
                </a:lnTo>
                <a:lnTo>
                  <a:pt x="0" y="3731186"/>
                </a:lnTo>
                <a:lnTo>
                  <a:pt x="0" y="0"/>
                </a:lnTo>
                <a:close/>
              </a:path>
            </a:pathLst>
          </a:custGeom>
          <a:blipFill rotWithShape="1">
            <a:blip r:embed="rId5">
              <a:alphaModFix/>
            </a:blip>
            <a:stretch>
              <a:fillRect b="0" l="0" r="0" t="0"/>
            </a:stretch>
          </a:blipFill>
          <a:ln>
            <a:noFill/>
          </a:ln>
        </p:spPr>
      </p:sp>
      <p:sp>
        <p:nvSpPr>
          <p:cNvPr id="414" name="Google Shape;414;p13"/>
          <p:cNvSpPr/>
          <p:nvPr/>
        </p:nvSpPr>
        <p:spPr>
          <a:xfrm>
            <a:off x="1715537" y="4459830"/>
            <a:ext cx="1293510" cy="1193263"/>
          </a:xfrm>
          <a:custGeom>
            <a:rect b="b" l="l" r="r" t="t"/>
            <a:pathLst>
              <a:path extrusionOk="0" h="2386526" w="2587020">
                <a:moveTo>
                  <a:pt x="0" y="0"/>
                </a:moveTo>
                <a:lnTo>
                  <a:pt x="2587019" y="0"/>
                </a:lnTo>
                <a:lnTo>
                  <a:pt x="2587019" y="2386525"/>
                </a:lnTo>
                <a:lnTo>
                  <a:pt x="0" y="2386525"/>
                </a:lnTo>
                <a:lnTo>
                  <a:pt x="0" y="0"/>
                </a:lnTo>
                <a:close/>
              </a:path>
            </a:pathLst>
          </a:custGeom>
          <a:blipFill rotWithShape="1">
            <a:blip r:embed="rId6">
              <a:alphaModFix/>
            </a:blip>
            <a:stretch>
              <a:fillRect b="0" l="0" r="0" t="0"/>
            </a:stretch>
          </a:blipFill>
          <a:ln>
            <a:noFill/>
          </a:ln>
        </p:spPr>
      </p:sp>
      <p:sp>
        <p:nvSpPr>
          <p:cNvPr id="415" name="Google Shape;415;p13"/>
          <p:cNvSpPr/>
          <p:nvPr/>
        </p:nvSpPr>
        <p:spPr>
          <a:xfrm>
            <a:off x="-424285" y="-372206"/>
            <a:ext cx="1298663" cy="1398292"/>
          </a:xfrm>
          <a:custGeom>
            <a:rect b="b" l="l" r="r" t="t"/>
            <a:pathLst>
              <a:path extrusionOk="0" h="2796583" w="2597326">
                <a:moveTo>
                  <a:pt x="0" y="0"/>
                </a:moveTo>
                <a:lnTo>
                  <a:pt x="2597327" y="0"/>
                </a:lnTo>
                <a:lnTo>
                  <a:pt x="2597327" y="2796583"/>
                </a:lnTo>
                <a:lnTo>
                  <a:pt x="0" y="2796583"/>
                </a:lnTo>
                <a:lnTo>
                  <a:pt x="0" y="0"/>
                </a:lnTo>
                <a:close/>
              </a:path>
            </a:pathLst>
          </a:custGeom>
          <a:blipFill rotWithShape="1">
            <a:blip r:embed="rId7">
              <a:alphaModFix/>
            </a:blip>
            <a:stretch>
              <a:fillRect b="0" l="0" r="0" t="0"/>
            </a:stretch>
          </a:blipFill>
          <a:ln>
            <a:noFill/>
          </a:ln>
        </p:spPr>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14"/>
          <p:cNvSpPr/>
          <p:nvPr/>
        </p:nvSpPr>
        <p:spPr>
          <a:xfrm rot="-5400000">
            <a:off x="2000250" y="-2000250"/>
            <a:ext cx="5143500" cy="9144000"/>
          </a:xfrm>
          <a:custGeom>
            <a:rect b="b" l="l" r="r" t="t"/>
            <a:pathLst>
              <a:path extrusionOk="0" h="18288000" w="10287000">
                <a:moveTo>
                  <a:pt x="10287000" y="0"/>
                </a:moveTo>
                <a:lnTo>
                  <a:pt x="10287000" y="18288000"/>
                </a:lnTo>
                <a:lnTo>
                  <a:pt x="0" y="18288000"/>
                </a:lnTo>
                <a:lnTo>
                  <a:pt x="0" y="0"/>
                </a:lnTo>
                <a:lnTo>
                  <a:pt x="10287000" y="0"/>
                </a:lnTo>
                <a:close/>
              </a:path>
            </a:pathLst>
          </a:custGeom>
          <a:blipFill rotWithShape="1">
            <a:blip r:embed="rId3">
              <a:alphaModFix/>
            </a:blip>
            <a:stretch>
              <a:fillRect b="-2742" l="-71843" r="-74128" t="-3623"/>
            </a:stretch>
          </a:blipFill>
          <a:ln>
            <a:noFill/>
          </a:ln>
        </p:spPr>
      </p:sp>
      <p:sp>
        <p:nvSpPr>
          <p:cNvPr id="421" name="Google Shape;421;p14"/>
          <p:cNvSpPr txBox="1"/>
          <p:nvPr/>
        </p:nvSpPr>
        <p:spPr>
          <a:xfrm>
            <a:off x="225046" y="1007015"/>
            <a:ext cx="6362800" cy="660342"/>
          </a:xfrm>
          <a:prstGeom prst="rect">
            <a:avLst/>
          </a:prstGeom>
          <a:noFill/>
          <a:ln>
            <a:noFill/>
          </a:ln>
        </p:spPr>
        <p:txBody>
          <a:bodyPr anchorCtr="0" anchor="t" bIns="0" lIns="0" spcFirstLastPara="1" rIns="0" wrap="square" tIns="0">
            <a:spAutoFit/>
          </a:bodyPr>
          <a:lstStyle/>
          <a:p>
            <a:pPr indent="0" lvl="0" marL="0" marR="0" rtl="0" algn="l">
              <a:lnSpc>
                <a:spcPct val="96998"/>
              </a:lnSpc>
              <a:spcBef>
                <a:spcPts val="0"/>
              </a:spcBef>
              <a:spcAft>
                <a:spcPts val="0"/>
              </a:spcAft>
              <a:buClr>
                <a:srgbClr val="000000"/>
              </a:buClr>
              <a:buSzPts val="5100"/>
              <a:buFont typeface="Arial"/>
              <a:buNone/>
            </a:pPr>
            <a:r>
              <a:rPr b="1" i="0" lang="es" sz="5100" u="none" cap="none" strike="noStrike">
                <a:solidFill>
                  <a:srgbClr val="000000"/>
                </a:solidFill>
                <a:latin typeface="DM Sans"/>
                <a:ea typeface="DM Sans"/>
                <a:cs typeface="DM Sans"/>
                <a:sym typeface="DM Sans"/>
              </a:rPr>
              <a:t>POLIMORFISMO</a:t>
            </a:r>
            <a:endParaRPr b="0" i="0" sz="700" u="none" cap="none" strike="noStrike">
              <a:solidFill>
                <a:srgbClr val="000000"/>
              </a:solidFill>
              <a:latin typeface="Arial"/>
              <a:ea typeface="Arial"/>
              <a:cs typeface="Arial"/>
              <a:sym typeface="Arial"/>
            </a:endParaRPr>
          </a:p>
        </p:txBody>
      </p:sp>
      <p:grpSp>
        <p:nvGrpSpPr>
          <p:cNvPr id="422" name="Google Shape;422;p14"/>
          <p:cNvGrpSpPr/>
          <p:nvPr/>
        </p:nvGrpSpPr>
        <p:grpSpPr>
          <a:xfrm>
            <a:off x="1511188" y="1747203"/>
            <a:ext cx="6052252" cy="2215330"/>
            <a:chOff x="0" y="0"/>
            <a:chExt cx="2342659" cy="857492"/>
          </a:xfrm>
        </p:grpSpPr>
        <p:sp>
          <p:nvSpPr>
            <p:cNvPr id="423" name="Google Shape;423;p14"/>
            <p:cNvSpPr/>
            <p:nvPr/>
          </p:nvSpPr>
          <p:spPr>
            <a:xfrm>
              <a:off x="0" y="0"/>
              <a:ext cx="2342659" cy="857492"/>
            </a:xfrm>
            <a:custGeom>
              <a:rect b="b" l="l" r="r" t="t"/>
              <a:pathLst>
                <a:path extrusionOk="0" h="857492" w="2342659">
                  <a:moveTo>
                    <a:pt x="9594" y="0"/>
                  </a:moveTo>
                  <a:lnTo>
                    <a:pt x="2333065" y="0"/>
                  </a:lnTo>
                  <a:cubicBezTo>
                    <a:pt x="2335609" y="0"/>
                    <a:pt x="2338049" y="1011"/>
                    <a:pt x="2339849" y="2810"/>
                  </a:cubicBezTo>
                  <a:cubicBezTo>
                    <a:pt x="2341648" y="4609"/>
                    <a:pt x="2342659" y="7049"/>
                    <a:pt x="2342659" y="9594"/>
                  </a:cubicBezTo>
                  <a:lnTo>
                    <a:pt x="2342659" y="847899"/>
                  </a:lnTo>
                  <a:cubicBezTo>
                    <a:pt x="2342659" y="850443"/>
                    <a:pt x="2341648" y="852883"/>
                    <a:pt x="2339849" y="854682"/>
                  </a:cubicBezTo>
                  <a:cubicBezTo>
                    <a:pt x="2338049" y="856482"/>
                    <a:pt x="2335609" y="857492"/>
                    <a:pt x="2333065" y="857492"/>
                  </a:cubicBezTo>
                  <a:lnTo>
                    <a:pt x="9594" y="857492"/>
                  </a:lnTo>
                  <a:cubicBezTo>
                    <a:pt x="7049" y="857492"/>
                    <a:pt x="4609" y="856482"/>
                    <a:pt x="2810" y="854682"/>
                  </a:cubicBezTo>
                  <a:cubicBezTo>
                    <a:pt x="1011" y="852883"/>
                    <a:pt x="0" y="850443"/>
                    <a:pt x="0" y="847899"/>
                  </a:cubicBezTo>
                  <a:lnTo>
                    <a:pt x="0" y="9594"/>
                  </a:lnTo>
                  <a:cubicBezTo>
                    <a:pt x="0" y="7049"/>
                    <a:pt x="1011" y="4609"/>
                    <a:pt x="2810" y="2810"/>
                  </a:cubicBezTo>
                  <a:cubicBezTo>
                    <a:pt x="4609" y="1011"/>
                    <a:pt x="7049" y="0"/>
                    <a:pt x="9594" y="0"/>
                  </a:cubicBezTo>
                  <a:close/>
                </a:path>
              </a:pathLst>
            </a:custGeom>
            <a:solidFill>
              <a:srgbClr val="8AB7E2"/>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424" name="Google Shape;424;p14"/>
            <p:cNvSpPr txBox="1"/>
            <p:nvPr/>
          </p:nvSpPr>
          <p:spPr>
            <a:xfrm>
              <a:off x="0" y="85725"/>
              <a:ext cx="2342659" cy="771767"/>
            </a:xfrm>
            <a:prstGeom prst="rect">
              <a:avLst/>
            </a:prstGeom>
            <a:noFill/>
            <a:ln>
              <a:noFill/>
            </a:ln>
          </p:spPr>
          <p:txBody>
            <a:bodyPr anchorCtr="0" anchor="ctr" bIns="25400" lIns="25400" spcFirstLastPara="1" rIns="25400" wrap="square" tIns="25400">
              <a:noAutofit/>
            </a:bodyPr>
            <a:lstStyle/>
            <a:p>
              <a:pPr indent="0" lvl="0" marL="0" marR="0" rtl="0" algn="ctr">
                <a:lnSpc>
                  <a:spcPct val="106944"/>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425" name="Google Shape;425;p14"/>
          <p:cNvSpPr txBox="1"/>
          <p:nvPr/>
        </p:nvSpPr>
        <p:spPr>
          <a:xfrm>
            <a:off x="1838665" y="1925376"/>
            <a:ext cx="5397297" cy="1844697"/>
          </a:xfrm>
          <a:prstGeom prst="rect">
            <a:avLst/>
          </a:prstGeom>
          <a:noFill/>
          <a:ln>
            <a:noFill/>
          </a:ln>
        </p:spPr>
        <p:txBody>
          <a:bodyPr anchorCtr="0" anchor="t" bIns="0" lIns="0" spcFirstLastPara="1" rIns="0" wrap="square" tIns="0">
            <a:spAutoFit/>
          </a:bodyPr>
          <a:lstStyle/>
          <a:p>
            <a:pPr indent="0" lvl="0" marL="0" marR="0" rtl="0" algn="just">
              <a:lnSpc>
                <a:spcPct val="135026"/>
              </a:lnSpc>
              <a:spcBef>
                <a:spcPts val="0"/>
              </a:spcBef>
              <a:spcAft>
                <a:spcPts val="0"/>
              </a:spcAft>
              <a:buClr>
                <a:srgbClr val="000000"/>
              </a:buClr>
              <a:buSzPts val="1200"/>
              <a:buFont typeface="Arial"/>
              <a:buNone/>
            </a:pPr>
            <a:r>
              <a:rPr b="0" i="0" lang="es" sz="1200" u="none" cap="none" strike="noStrike">
                <a:solidFill>
                  <a:srgbClr val="000000"/>
                </a:solidFill>
                <a:latin typeface="DM Sans"/>
                <a:ea typeface="DM Sans"/>
                <a:cs typeface="DM Sans"/>
                <a:sym typeface="DM Sans"/>
              </a:rPr>
              <a:t>El polimorfismo es la capacidad de un objeto de comportarse de diferentes maneras según el contexto. Esto se puede lograr de varias formas, como el polimorfismo de sobreescritura (cuando una subclase redefine un método heredado de su superclase) y el polimorfismo de sobrecarga (cuando una clase tiene múltiples métodos con el mismo nombre pero con diferentes parámetros). El polimorfismo facilita la interoperabilidad y la extensibilidad del código, permitiendo tratar objetos de diferentes clases de manera uniforme a través de interfaces comunes.</a:t>
            </a:r>
            <a:endParaRPr b="0" i="0" sz="700" u="none" cap="none" strike="noStrike">
              <a:solidFill>
                <a:srgbClr val="000000"/>
              </a:solidFill>
              <a:latin typeface="Arial"/>
              <a:ea typeface="Arial"/>
              <a:cs typeface="Arial"/>
              <a:sym typeface="Arial"/>
            </a:endParaRPr>
          </a:p>
        </p:txBody>
      </p:sp>
      <p:sp>
        <p:nvSpPr>
          <p:cNvPr id="426" name="Google Shape;426;p14"/>
          <p:cNvSpPr/>
          <p:nvPr/>
        </p:nvSpPr>
        <p:spPr>
          <a:xfrm>
            <a:off x="-424285" y="4459831"/>
            <a:ext cx="1935473" cy="475071"/>
          </a:xfrm>
          <a:custGeom>
            <a:rect b="b" l="l" r="r" t="t"/>
            <a:pathLst>
              <a:path extrusionOk="0" h="950141" w="3870946">
                <a:moveTo>
                  <a:pt x="0" y="0"/>
                </a:moveTo>
                <a:lnTo>
                  <a:pt x="3870946" y="0"/>
                </a:lnTo>
                <a:lnTo>
                  <a:pt x="3870946" y="950141"/>
                </a:lnTo>
                <a:lnTo>
                  <a:pt x="0" y="950141"/>
                </a:lnTo>
                <a:lnTo>
                  <a:pt x="0" y="0"/>
                </a:lnTo>
                <a:close/>
              </a:path>
            </a:pathLst>
          </a:custGeom>
          <a:blipFill rotWithShape="1">
            <a:blip r:embed="rId4">
              <a:alphaModFix/>
            </a:blip>
            <a:stretch>
              <a:fillRect b="0" l="0" r="0" t="0"/>
            </a:stretch>
          </a:blipFill>
          <a:ln>
            <a:noFill/>
          </a:ln>
        </p:spPr>
      </p:sp>
      <p:sp>
        <p:nvSpPr>
          <p:cNvPr id="427" name="Google Shape;427;p14"/>
          <p:cNvSpPr/>
          <p:nvPr/>
        </p:nvSpPr>
        <p:spPr>
          <a:xfrm>
            <a:off x="2236453" y="-1182407"/>
            <a:ext cx="2490476" cy="1865593"/>
          </a:xfrm>
          <a:custGeom>
            <a:rect b="b" l="l" r="r" t="t"/>
            <a:pathLst>
              <a:path extrusionOk="0" h="3731186" w="4980952">
                <a:moveTo>
                  <a:pt x="0" y="0"/>
                </a:moveTo>
                <a:lnTo>
                  <a:pt x="4980951" y="0"/>
                </a:lnTo>
                <a:lnTo>
                  <a:pt x="4980951" y="3731186"/>
                </a:lnTo>
                <a:lnTo>
                  <a:pt x="0" y="3731186"/>
                </a:lnTo>
                <a:lnTo>
                  <a:pt x="0" y="0"/>
                </a:lnTo>
                <a:close/>
              </a:path>
            </a:pathLst>
          </a:custGeom>
          <a:blipFill rotWithShape="1">
            <a:blip r:embed="rId5">
              <a:alphaModFix/>
            </a:blip>
            <a:stretch>
              <a:fillRect b="0" l="0" r="0" t="0"/>
            </a:stretch>
          </a:blipFill>
          <a:ln>
            <a:noFill/>
          </a:ln>
        </p:spPr>
      </p:sp>
      <p:sp>
        <p:nvSpPr>
          <p:cNvPr id="428" name="Google Shape;428;p14"/>
          <p:cNvSpPr/>
          <p:nvPr/>
        </p:nvSpPr>
        <p:spPr>
          <a:xfrm>
            <a:off x="1715537" y="4459830"/>
            <a:ext cx="1293510" cy="1193263"/>
          </a:xfrm>
          <a:custGeom>
            <a:rect b="b" l="l" r="r" t="t"/>
            <a:pathLst>
              <a:path extrusionOk="0" h="2386526" w="2587020">
                <a:moveTo>
                  <a:pt x="0" y="0"/>
                </a:moveTo>
                <a:lnTo>
                  <a:pt x="2587019" y="0"/>
                </a:lnTo>
                <a:lnTo>
                  <a:pt x="2587019" y="2386525"/>
                </a:lnTo>
                <a:lnTo>
                  <a:pt x="0" y="2386525"/>
                </a:lnTo>
                <a:lnTo>
                  <a:pt x="0" y="0"/>
                </a:lnTo>
                <a:close/>
              </a:path>
            </a:pathLst>
          </a:custGeom>
          <a:blipFill rotWithShape="1">
            <a:blip r:embed="rId6">
              <a:alphaModFix/>
            </a:blip>
            <a:stretch>
              <a:fillRect b="0" l="0" r="0" t="0"/>
            </a:stretch>
          </a:blipFill>
          <a:ln>
            <a:noFill/>
          </a:ln>
        </p:spPr>
      </p:sp>
      <p:sp>
        <p:nvSpPr>
          <p:cNvPr id="429" name="Google Shape;429;p14"/>
          <p:cNvSpPr/>
          <p:nvPr/>
        </p:nvSpPr>
        <p:spPr>
          <a:xfrm>
            <a:off x="-424285" y="-372206"/>
            <a:ext cx="1298663" cy="1398292"/>
          </a:xfrm>
          <a:custGeom>
            <a:rect b="b" l="l" r="r" t="t"/>
            <a:pathLst>
              <a:path extrusionOk="0" h="2796583" w="2597326">
                <a:moveTo>
                  <a:pt x="0" y="0"/>
                </a:moveTo>
                <a:lnTo>
                  <a:pt x="2597327" y="0"/>
                </a:lnTo>
                <a:lnTo>
                  <a:pt x="2597327" y="2796583"/>
                </a:lnTo>
                <a:lnTo>
                  <a:pt x="0" y="2796583"/>
                </a:lnTo>
                <a:lnTo>
                  <a:pt x="0" y="0"/>
                </a:lnTo>
                <a:close/>
              </a:path>
            </a:pathLst>
          </a:custGeom>
          <a:blipFill rotWithShape="1">
            <a:blip r:embed="rId7">
              <a:alphaModFix/>
            </a:blip>
            <a:stretch>
              <a:fillRect b="0" l="0" r="0" t="0"/>
            </a:stretch>
          </a:blipFill>
          <a:ln>
            <a:noFill/>
          </a:ln>
        </p:spPr>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15"/>
          <p:cNvSpPr/>
          <p:nvPr/>
        </p:nvSpPr>
        <p:spPr>
          <a:xfrm rot="-5400000">
            <a:off x="2000250" y="-2000250"/>
            <a:ext cx="5143500" cy="9144000"/>
          </a:xfrm>
          <a:custGeom>
            <a:rect b="b" l="l" r="r" t="t"/>
            <a:pathLst>
              <a:path extrusionOk="0" h="18288000" w="10287000">
                <a:moveTo>
                  <a:pt x="10287000" y="0"/>
                </a:moveTo>
                <a:lnTo>
                  <a:pt x="10287000" y="18288000"/>
                </a:lnTo>
                <a:lnTo>
                  <a:pt x="0" y="18288000"/>
                </a:lnTo>
                <a:lnTo>
                  <a:pt x="0" y="0"/>
                </a:lnTo>
                <a:lnTo>
                  <a:pt x="10287000" y="0"/>
                </a:lnTo>
                <a:close/>
              </a:path>
            </a:pathLst>
          </a:custGeom>
          <a:blipFill rotWithShape="1">
            <a:blip r:embed="rId3">
              <a:alphaModFix/>
            </a:blip>
            <a:stretch>
              <a:fillRect b="-2742" l="-71843" r="-74128" t="-3623"/>
            </a:stretch>
          </a:blipFill>
          <a:ln>
            <a:noFill/>
          </a:ln>
        </p:spPr>
      </p:sp>
      <p:sp>
        <p:nvSpPr>
          <p:cNvPr id="435" name="Google Shape;435;p15"/>
          <p:cNvSpPr txBox="1"/>
          <p:nvPr/>
        </p:nvSpPr>
        <p:spPr>
          <a:xfrm>
            <a:off x="225046" y="1007015"/>
            <a:ext cx="6362800" cy="660342"/>
          </a:xfrm>
          <a:prstGeom prst="rect">
            <a:avLst/>
          </a:prstGeom>
          <a:noFill/>
          <a:ln>
            <a:noFill/>
          </a:ln>
        </p:spPr>
        <p:txBody>
          <a:bodyPr anchorCtr="0" anchor="t" bIns="0" lIns="0" spcFirstLastPara="1" rIns="0" wrap="square" tIns="0">
            <a:spAutoFit/>
          </a:bodyPr>
          <a:lstStyle/>
          <a:p>
            <a:pPr indent="0" lvl="0" marL="0" marR="0" rtl="0" algn="l">
              <a:lnSpc>
                <a:spcPct val="96998"/>
              </a:lnSpc>
              <a:spcBef>
                <a:spcPts val="0"/>
              </a:spcBef>
              <a:spcAft>
                <a:spcPts val="0"/>
              </a:spcAft>
              <a:buClr>
                <a:srgbClr val="000000"/>
              </a:buClr>
              <a:buSzPts val="5100"/>
              <a:buFont typeface="Arial"/>
              <a:buNone/>
            </a:pPr>
            <a:r>
              <a:rPr b="1" i="0" lang="es" sz="5100" u="none" cap="none" strike="noStrike">
                <a:solidFill>
                  <a:srgbClr val="000000"/>
                </a:solidFill>
                <a:latin typeface="DM Sans"/>
                <a:ea typeface="DM Sans"/>
                <a:cs typeface="DM Sans"/>
                <a:sym typeface="DM Sans"/>
              </a:rPr>
              <a:t>HERENCIA</a:t>
            </a:r>
            <a:endParaRPr b="0" i="0" sz="700" u="none" cap="none" strike="noStrike">
              <a:solidFill>
                <a:srgbClr val="000000"/>
              </a:solidFill>
              <a:latin typeface="Arial"/>
              <a:ea typeface="Arial"/>
              <a:cs typeface="Arial"/>
              <a:sym typeface="Arial"/>
            </a:endParaRPr>
          </a:p>
        </p:txBody>
      </p:sp>
      <p:grpSp>
        <p:nvGrpSpPr>
          <p:cNvPr id="436" name="Google Shape;436;p15"/>
          <p:cNvGrpSpPr/>
          <p:nvPr/>
        </p:nvGrpSpPr>
        <p:grpSpPr>
          <a:xfrm>
            <a:off x="1511188" y="1747203"/>
            <a:ext cx="6052252" cy="2215330"/>
            <a:chOff x="0" y="0"/>
            <a:chExt cx="2342659" cy="857492"/>
          </a:xfrm>
        </p:grpSpPr>
        <p:sp>
          <p:nvSpPr>
            <p:cNvPr id="437" name="Google Shape;437;p15"/>
            <p:cNvSpPr/>
            <p:nvPr/>
          </p:nvSpPr>
          <p:spPr>
            <a:xfrm>
              <a:off x="0" y="0"/>
              <a:ext cx="2342659" cy="857492"/>
            </a:xfrm>
            <a:custGeom>
              <a:rect b="b" l="l" r="r" t="t"/>
              <a:pathLst>
                <a:path extrusionOk="0" h="857492" w="2342659">
                  <a:moveTo>
                    <a:pt x="9594" y="0"/>
                  </a:moveTo>
                  <a:lnTo>
                    <a:pt x="2333065" y="0"/>
                  </a:lnTo>
                  <a:cubicBezTo>
                    <a:pt x="2335609" y="0"/>
                    <a:pt x="2338049" y="1011"/>
                    <a:pt x="2339849" y="2810"/>
                  </a:cubicBezTo>
                  <a:cubicBezTo>
                    <a:pt x="2341648" y="4609"/>
                    <a:pt x="2342659" y="7049"/>
                    <a:pt x="2342659" y="9594"/>
                  </a:cubicBezTo>
                  <a:lnTo>
                    <a:pt x="2342659" y="847899"/>
                  </a:lnTo>
                  <a:cubicBezTo>
                    <a:pt x="2342659" y="850443"/>
                    <a:pt x="2341648" y="852883"/>
                    <a:pt x="2339849" y="854682"/>
                  </a:cubicBezTo>
                  <a:cubicBezTo>
                    <a:pt x="2338049" y="856482"/>
                    <a:pt x="2335609" y="857492"/>
                    <a:pt x="2333065" y="857492"/>
                  </a:cubicBezTo>
                  <a:lnTo>
                    <a:pt x="9594" y="857492"/>
                  </a:lnTo>
                  <a:cubicBezTo>
                    <a:pt x="7049" y="857492"/>
                    <a:pt x="4609" y="856482"/>
                    <a:pt x="2810" y="854682"/>
                  </a:cubicBezTo>
                  <a:cubicBezTo>
                    <a:pt x="1011" y="852883"/>
                    <a:pt x="0" y="850443"/>
                    <a:pt x="0" y="847899"/>
                  </a:cubicBezTo>
                  <a:lnTo>
                    <a:pt x="0" y="9594"/>
                  </a:lnTo>
                  <a:cubicBezTo>
                    <a:pt x="0" y="7049"/>
                    <a:pt x="1011" y="4609"/>
                    <a:pt x="2810" y="2810"/>
                  </a:cubicBezTo>
                  <a:cubicBezTo>
                    <a:pt x="4609" y="1011"/>
                    <a:pt x="7049" y="0"/>
                    <a:pt x="9594" y="0"/>
                  </a:cubicBezTo>
                  <a:close/>
                </a:path>
              </a:pathLst>
            </a:custGeom>
            <a:solidFill>
              <a:srgbClr val="8AB7E2"/>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438" name="Google Shape;438;p15"/>
            <p:cNvSpPr txBox="1"/>
            <p:nvPr/>
          </p:nvSpPr>
          <p:spPr>
            <a:xfrm>
              <a:off x="0" y="85725"/>
              <a:ext cx="2342659" cy="771767"/>
            </a:xfrm>
            <a:prstGeom prst="rect">
              <a:avLst/>
            </a:prstGeom>
            <a:noFill/>
            <a:ln>
              <a:noFill/>
            </a:ln>
          </p:spPr>
          <p:txBody>
            <a:bodyPr anchorCtr="0" anchor="ctr" bIns="25400" lIns="25400" spcFirstLastPara="1" rIns="25400" wrap="square" tIns="25400">
              <a:noAutofit/>
            </a:bodyPr>
            <a:lstStyle/>
            <a:p>
              <a:pPr indent="0" lvl="0" marL="0" marR="0" rtl="0" algn="ctr">
                <a:lnSpc>
                  <a:spcPct val="106944"/>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439" name="Google Shape;439;p15"/>
          <p:cNvSpPr txBox="1"/>
          <p:nvPr/>
        </p:nvSpPr>
        <p:spPr>
          <a:xfrm>
            <a:off x="1838665" y="2083654"/>
            <a:ext cx="5397297" cy="1432814"/>
          </a:xfrm>
          <a:prstGeom prst="rect">
            <a:avLst/>
          </a:prstGeom>
          <a:noFill/>
          <a:ln>
            <a:noFill/>
          </a:ln>
        </p:spPr>
        <p:txBody>
          <a:bodyPr anchorCtr="0" anchor="t" bIns="0" lIns="0" spcFirstLastPara="1" rIns="0" wrap="square" tIns="0">
            <a:spAutoFit/>
          </a:bodyPr>
          <a:lstStyle/>
          <a:p>
            <a:pPr indent="0" lvl="0" marL="0" marR="0" rtl="0" algn="just">
              <a:lnSpc>
                <a:spcPct val="135026"/>
              </a:lnSpc>
              <a:spcBef>
                <a:spcPts val="0"/>
              </a:spcBef>
              <a:spcAft>
                <a:spcPts val="0"/>
              </a:spcAft>
              <a:buClr>
                <a:srgbClr val="000000"/>
              </a:buClr>
              <a:buSzPts val="1200"/>
              <a:buFont typeface="Arial"/>
              <a:buNone/>
            </a:pPr>
            <a:r>
              <a:rPr b="0" i="0" lang="es" sz="1200" u="none" cap="none" strike="noStrike">
                <a:solidFill>
                  <a:srgbClr val="000000"/>
                </a:solidFill>
                <a:latin typeface="DM Sans"/>
                <a:ea typeface="DM Sans"/>
                <a:cs typeface="DM Sans"/>
                <a:sym typeface="DM Sans"/>
              </a:rPr>
              <a:t>La herencia es un mecanismo que permite que una clase (llamada subclase o clase derivada) herede atributos y métodos de otra clase (llamada clase base o superclase). Esto facilita la reutilización de código y la creación de jerarquías de clases, donde las clases derivadas pueden extender o modificar el comportamiento de las clases base. La herencia promueve la cohesión y el principio "es un/a", ya que una subclase es una versión especializada de su superclase.</a:t>
            </a:r>
            <a:endParaRPr b="0" i="0" sz="700" u="none" cap="none" strike="noStrike">
              <a:solidFill>
                <a:srgbClr val="000000"/>
              </a:solidFill>
              <a:latin typeface="Arial"/>
              <a:ea typeface="Arial"/>
              <a:cs typeface="Arial"/>
              <a:sym typeface="Arial"/>
            </a:endParaRPr>
          </a:p>
        </p:txBody>
      </p:sp>
      <p:sp>
        <p:nvSpPr>
          <p:cNvPr id="440" name="Google Shape;440;p15"/>
          <p:cNvSpPr/>
          <p:nvPr/>
        </p:nvSpPr>
        <p:spPr>
          <a:xfrm>
            <a:off x="-424285" y="4459831"/>
            <a:ext cx="1935473" cy="475071"/>
          </a:xfrm>
          <a:custGeom>
            <a:rect b="b" l="l" r="r" t="t"/>
            <a:pathLst>
              <a:path extrusionOk="0" h="950141" w="3870946">
                <a:moveTo>
                  <a:pt x="0" y="0"/>
                </a:moveTo>
                <a:lnTo>
                  <a:pt x="3870946" y="0"/>
                </a:lnTo>
                <a:lnTo>
                  <a:pt x="3870946" y="950141"/>
                </a:lnTo>
                <a:lnTo>
                  <a:pt x="0" y="950141"/>
                </a:lnTo>
                <a:lnTo>
                  <a:pt x="0" y="0"/>
                </a:lnTo>
                <a:close/>
              </a:path>
            </a:pathLst>
          </a:custGeom>
          <a:blipFill rotWithShape="1">
            <a:blip r:embed="rId4">
              <a:alphaModFix/>
            </a:blip>
            <a:stretch>
              <a:fillRect b="0" l="0" r="0" t="0"/>
            </a:stretch>
          </a:blipFill>
          <a:ln>
            <a:noFill/>
          </a:ln>
        </p:spPr>
      </p:sp>
      <p:sp>
        <p:nvSpPr>
          <p:cNvPr id="441" name="Google Shape;441;p15"/>
          <p:cNvSpPr/>
          <p:nvPr/>
        </p:nvSpPr>
        <p:spPr>
          <a:xfrm>
            <a:off x="2236453" y="-1182407"/>
            <a:ext cx="2490476" cy="1865593"/>
          </a:xfrm>
          <a:custGeom>
            <a:rect b="b" l="l" r="r" t="t"/>
            <a:pathLst>
              <a:path extrusionOk="0" h="3731186" w="4980952">
                <a:moveTo>
                  <a:pt x="0" y="0"/>
                </a:moveTo>
                <a:lnTo>
                  <a:pt x="4980951" y="0"/>
                </a:lnTo>
                <a:lnTo>
                  <a:pt x="4980951" y="3731186"/>
                </a:lnTo>
                <a:lnTo>
                  <a:pt x="0" y="3731186"/>
                </a:lnTo>
                <a:lnTo>
                  <a:pt x="0" y="0"/>
                </a:lnTo>
                <a:close/>
              </a:path>
            </a:pathLst>
          </a:custGeom>
          <a:blipFill rotWithShape="1">
            <a:blip r:embed="rId5">
              <a:alphaModFix/>
            </a:blip>
            <a:stretch>
              <a:fillRect b="0" l="0" r="0" t="0"/>
            </a:stretch>
          </a:blipFill>
          <a:ln>
            <a:noFill/>
          </a:ln>
        </p:spPr>
      </p:sp>
      <p:sp>
        <p:nvSpPr>
          <p:cNvPr id="442" name="Google Shape;442;p15"/>
          <p:cNvSpPr/>
          <p:nvPr/>
        </p:nvSpPr>
        <p:spPr>
          <a:xfrm>
            <a:off x="1715537" y="4459830"/>
            <a:ext cx="1293510" cy="1193263"/>
          </a:xfrm>
          <a:custGeom>
            <a:rect b="b" l="l" r="r" t="t"/>
            <a:pathLst>
              <a:path extrusionOk="0" h="2386526" w="2587020">
                <a:moveTo>
                  <a:pt x="0" y="0"/>
                </a:moveTo>
                <a:lnTo>
                  <a:pt x="2587019" y="0"/>
                </a:lnTo>
                <a:lnTo>
                  <a:pt x="2587019" y="2386525"/>
                </a:lnTo>
                <a:lnTo>
                  <a:pt x="0" y="2386525"/>
                </a:lnTo>
                <a:lnTo>
                  <a:pt x="0" y="0"/>
                </a:lnTo>
                <a:close/>
              </a:path>
            </a:pathLst>
          </a:custGeom>
          <a:blipFill rotWithShape="1">
            <a:blip r:embed="rId6">
              <a:alphaModFix/>
            </a:blip>
            <a:stretch>
              <a:fillRect b="0" l="0" r="0" t="0"/>
            </a:stretch>
          </a:blipFill>
          <a:ln>
            <a:noFill/>
          </a:ln>
        </p:spPr>
      </p:sp>
      <p:sp>
        <p:nvSpPr>
          <p:cNvPr id="443" name="Google Shape;443;p15"/>
          <p:cNvSpPr/>
          <p:nvPr/>
        </p:nvSpPr>
        <p:spPr>
          <a:xfrm>
            <a:off x="-424285" y="-372206"/>
            <a:ext cx="1298663" cy="1398292"/>
          </a:xfrm>
          <a:custGeom>
            <a:rect b="b" l="l" r="r" t="t"/>
            <a:pathLst>
              <a:path extrusionOk="0" h="2796583" w="2597326">
                <a:moveTo>
                  <a:pt x="0" y="0"/>
                </a:moveTo>
                <a:lnTo>
                  <a:pt x="2597327" y="0"/>
                </a:lnTo>
                <a:lnTo>
                  <a:pt x="2597327" y="2796583"/>
                </a:lnTo>
                <a:lnTo>
                  <a:pt x="0" y="2796583"/>
                </a:lnTo>
                <a:lnTo>
                  <a:pt x="0" y="0"/>
                </a:lnTo>
                <a:close/>
              </a:path>
            </a:pathLst>
          </a:custGeom>
          <a:blipFill rotWithShape="1">
            <a:blip r:embed="rId7">
              <a:alphaModFix/>
            </a:blip>
            <a:stretch>
              <a:fillRect b="0" l="0" r="0" t="0"/>
            </a:stretch>
          </a:blipFill>
          <a:ln>
            <a:noFill/>
          </a:ln>
        </p:spPr>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16"/>
          <p:cNvSpPr/>
          <p:nvPr/>
        </p:nvSpPr>
        <p:spPr>
          <a:xfrm rot="-5400000">
            <a:off x="2000250" y="-2000250"/>
            <a:ext cx="5143500" cy="9144000"/>
          </a:xfrm>
          <a:custGeom>
            <a:rect b="b" l="l" r="r" t="t"/>
            <a:pathLst>
              <a:path extrusionOk="0" h="18288000" w="10287000">
                <a:moveTo>
                  <a:pt x="10287000" y="0"/>
                </a:moveTo>
                <a:lnTo>
                  <a:pt x="10287000" y="18288000"/>
                </a:lnTo>
                <a:lnTo>
                  <a:pt x="0" y="18288000"/>
                </a:lnTo>
                <a:lnTo>
                  <a:pt x="0" y="0"/>
                </a:lnTo>
                <a:lnTo>
                  <a:pt x="10287000" y="0"/>
                </a:lnTo>
                <a:close/>
              </a:path>
            </a:pathLst>
          </a:custGeom>
          <a:blipFill rotWithShape="1">
            <a:blip r:embed="rId3">
              <a:alphaModFix/>
            </a:blip>
            <a:stretch>
              <a:fillRect b="-2742" l="-71843" r="-74128" t="-3623"/>
            </a:stretch>
          </a:blipFill>
          <a:ln>
            <a:noFill/>
          </a:ln>
        </p:spPr>
      </p:sp>
      <p:sp>
        <p:nvSpPr>
          <p:cNvPr id="449" name="Google Shape;449;p16"/>
          <p:cNvSpPr/>
          <p:nvPr/>
        </p:nvSpPr>
        <p:spPr>
          <a:xfrm>
            <a:off x="6181281" y="658865"/>
            <a:ext cx="2104287" cy="2123592"/>
          </a:xfrm>
          <a:custGeom>
            <a:rect b="b" l="l" r="r" t="t"/>
            <a:pathLst>
              <a:path extrusionOk="0" h="4247184" w="4208573">
                <a:moveTo>
                  <a:pt x="0" y="0"/>
                </a:moveTo>
                <a:lnTo>
                  <a:pt x="4208573" y="0"/>
                </a:lnTo>
                <a:lnTo>
                  <a:pt x="4208573" y="4247184"/>
                </a:lnTo>
                <a:lnTo>
                  <a:pt x="0" y="4247184"/>
                </a:lnTo>
                <a:lnTo>
                  <a:pt x="0" y="0"/>
                </a:lnTo>
                <a:close/>
              </a:path>
            </a:pathLst>
          </a:custGeom>
          <a:blipFill rotWithShape="1">
            <a:blip r:embed="rId4">
              <a:alphaModFix/>
            </a:blip>
            <a:stretch>
              <a:fillRect b="0" l="0" r="0" t="0"/>
            </a:stretch>
          </a:blipFill>
          <a:ln>
            <a:noFill/>
          </a:ln>
        </p:spPr>
      </p:sp>
      <p:sp>
        <p:nvSpPr>
          <p:cNvPr id="450" name="Google Shape;450;p16"/>
          <p:cNvSpPr/>
          <p:nvPr/>
        </p:nvSpPr>
        <p:spPr>
          <a:xfrm>
            <a:off x="1236924" y="2124496"/>
            <a:ext cx="1685790" cy="1685790"/>
          </a:xfrm>
          <a:custGeom>
            <a:rect b="b" l="l" r="r" t="t"/>
            <a:pathLst>
              <a:path extrusionOk="0" h="3371581" w="3371581">
                <a:moveTo>
                  <a:pt x="0" y="0"/>
                </a:moveTo>
                <a:lnTo>
                  <a:pt x="3371581" y="0"/>
                </a:lnTo>
                <a:lnTo>
                  <a:pt x="3371581" y="3371581"/>
                </a:lnTo>
                <a:lnTo>
                  <a:pt x="0" y="3371581"/>
                </a:lnTo>
                <a:lnTo>
                  <a:pt x="0" y="0"/>
                </a:lnTo>
                <a:close/>
              </a:path>
            </a:pathLst>
          </a:custGeom>
          <a:blipFill rotWithShape="1">
            <a:blip r:embed="rId5">
              <a:alphaModFix/>
            </a:blip>
            <a:stretch>
              <a:fillRect b="0" l="0" r="0" t="0"/>
            </a:stretch>
          </a:blipFill>
          <a:ln>
            <a:noFill/>
          </a:ln>
        </p:spPr>
      </p:sp>
      <p:sp>
        <p:nvSpPr>
          <p:cNvPr id="451" name="Google Shape;451;p16"/>
          <p:cNvSpPr/>
          <p:nvPr/>
        </p:nvSpPr>
        <p:spPr>
          <a:xfrm>
            <a:off x="3117390" y="3074164"/>
            <a:ext cx="1770467" cy="1770467"/>
          </a:xfrm>
          <a:custGeom>
            <a:rect b="b" l="l" r="r" t="t"/>
            <a:pathLst>
              <a:path extrusionOk="0" h="3540934" w="3540934">
                <a:moveTo>
                  <a:pt x="0" y="0"/>
                </a:moveTo>
                <a:lnTo>
                  <a:pt x="3540934" y="0"/>
                </a:lnTo>
                <a:lnTo>
                  <a:pt x="3540934" y="3540935"/>
                </a:lnTo>
                <a:lnTo>
                  <a:pt x="0" y="3540935"/>
                </a:lnTo>
                <a:lnTo>
                  <a:pt x="0" y="0"/>
                </a:lnTo>
                <a:close/>
              </a:path>
            </a:pathLst>
          </a:custGeom>
          <a:blipFill rotWithShape="1">
            <a:blip r:embed="rId6">
              <a:alphaModFix/>
            </a:blip>
            <a:stretch>
              <a:fillRect b="0" l="0" r="0" t="0"/>
            </a:stretch>
          </a:blipFill>
          <a:ln>
            <a:noFill/>
          </a:ln>
        </p:spPr>
      </p:sp>
      <p:sp>
        <p:nvSpPr>
          <p:cNvPr id="452" name="Google Shape;452;p16"/>
          <p:cNvSpPr txBox="1"/>
          <p:nvPr/>
        </p:nvSpPr>
        <p:spPr>
          <a:xfrm>
            <a:off x="408392" y="1391190"/>
            <a:ext cx="5988900" cy="705600"/>
          </a:xfrm>
          <a:prstGeom prst="rect">
            <a:avLst/>
          </a:prstGeom>
          <a:noFill/>
          <a:ln>
            <a:noFill/>
          </a:ln>
        </p:spPr>
        <p:txBody>
          <a:bodyPr anchorCtr="0" anchor="t" bIns="0" lIns="0" spcFirstLastPara="1" rIns="0" wrap="square" tIns="0">
            <a:spAutoFit/>
          </a:bodyPr>
          <a:lstStyle/>
          <a:p>
            <a:pPr indent="0" lvl="0" marL="0" marR="0" rtl="0" algn="l">
              <a:lnSpc>
                <a:spcPct val="97000"/>
              </a:lnSpc>
              <a:spcBef>
                <a:spcPts val="0"/>
              </a:spcBef>
              <a:spcAft>
                <a:spcPts val="0"/>
              </a:spcAft>
              <a:buClr>
                <a:srgbClr val="000000"/>
              </a:buClr>
              <a:buSzPts val="4500"/>
              <a:buFont typeface="Arial"/>
              <a:buNone/>
            </a:pPr>
            <a:r>
              <a:rPr b="1" i="0" lang="es" sz="4500" u="none" cap="none" strike="noStrike">
                <a:solidFill>
                  <a:srgbClr val="000000"/>
                </a:solidFill>
                <a:latin typeface="DM Sans"/>
                <a:ea typeface="DM Sans"/>
                <a:cs typeface="DM Sans"/>
                <a:sym typeface="DM Sans"/>
              </a:rPr>
              <a:t>EJEMPLO PRÁCTICO</a:t>
            </a:r>
            <a:endParaRPr b="1" i="0" sz="4500" u="none" cap="none" strike="noStrike">
              <a:solidFill>
                <a:srgbClr val="000000"/>
              </a:solidFill>
              <a:latin typeface="DM Sans"/>
              <a:ea typeface="DM Sans"/>
              <a:cs typeface="DM Sans"/>
              <a:sym typeface="DM Sans"/>
            </a:endParaRPr>
          </a:p>
          <a:p>
            <a:pPr indent="0" lvl="0" marL="0" marR="0" rtl="0" algn="l">
              <a:lnSpc>
                <a:spcPct val="97000"/>
              </a:lnSpc>
              <a:spcBef>
                <a:spcPts val="0"/>
              </a:spcBef>
              <a:spcAft>
                <a:spcPts val="0"/>
              </a:spcAft>
              <a:buClr>
                <a:srgbClr val="000000"/>
              </a:buClr>
              <a:buSzPts val="2900"/>
              <a:buFont typeface="Arial"/>
              <a:buNone/>
            </a:pPr>
            <a:r>
              <a:t/>
            </a:r>
            <a:endParaRPr b="0" i="0" sz="100" u="none" cap="none" strike="noStrike">
              <a:solidFill>
                <a:srgbClr val="FF99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E6E80"/>
        </a:solidFill>
      </p:bgPr>
    </p:bg>
    <p:spTree>
      <p:nvGrpSpPr>
        <p:cNvPr id="456" name="Shape 456"/>
        <p:cNvGrpSpPr/>
        <p:nvPr/>
      </p:nvGrpSpPr>
      <p:grpSpPr>
        <a:xfrm>
          <a:off x="0" y="0"/>
          <a:ext cx="0" cy="0"/>
          <a:chOff x="0" y="0"/>
          <a:chExt cx="0" cy="0"/>
        </a:xfrm>
      </p:grpSpPr>
      <p:grpSp>
        <p:nvGrpSpPr>
          <p:cNvPr id="457" name="Google Shape;457;p17"/>
          <p:cNvGrpSpPr/>
          <p:nvPr/>
        </p:nvGrpSpPr>
        <p:grpSpPr>
          <a:xfrm>
            <a:off x="1097379" y="2704296"/>
            <a:ext cx="8363143" cy="1277285"/>
            <a:chOff x="0" y="-38100"/>
            <a:chExt cx="4577583" cy="699124"/>
          </a:xfrm>
        </p:grpSpPr>
        <p:sp>
          <p:nvSpPr>
            <p:cNvPr id="458" name="Google Shape;458;p17"/>
            <p:cNvSpPr/>
            <p:nvPr/>
          </p:nvSpPr>
          <p:spPr>
            <a:xfrm>
              <a:off x="0" y="0"/>
              <a:ext cx="4577583" cy="661024"/>
            </a:xfrm>
            <a:custGeom>
              <a:rect b="b" l="l" r="r" t="t"/>
              <a:pathLst>
                <a:path extrusionOk="0" h="661024" w="4577583">
                  <a:moveTo>
                    <a:pt x="0" y="0"/>
                  </a:moveTo>
                  <a:lnTo>
                    <a:pt x="4577583" y="0"/>
                  </a:lnTo>
                  <a:lnTo>
                    <a:pt x="4577583" y="661024"/>
                  </a:lnTo>
                  <a:lnTo>
                    <a:pt x="0" y="661024"/>
                  </a:lnTo>
                  <a:close/>
                </a:path>
              </a:pathLst>
            </a:custGeom>
            <a:solidFill>
              <a:srgbClr val="EFA038"/>
            </a:solidFill>
            <a:ln>
              <a:noFill/>
            </a:ln>
          </p:spPr>
        </p:sp>
        <p:sp>
          <p:nvSpPr>
            <p:cNvPr id="459" name="Google Shape;459;p17"/>
            <p:cNvSpPr txBox="1"/>
            <p:nvPr/>
          </p:nvSpPr>
          <p:spPr>
            <a:xfrm>
              <a:off x="0" y="-38100"/>
              <a:ext cx="4577583" cy="699123"/>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460" name="Google Shape;460;p17"/>
          <p:cNvSpPr/>
          <p:nvPr/>
        </p:nvSpPr>
        <p:spPr>
          <a:xfrm flipH="1">
            <a:off x="-341582" y="-427867"/>
            <a:ext cx="3896199" cy="7487393"/>
          </a:xfrm>
          <a:custGeom>
            <a:rect b="b" l="l" r="r" t="t"/>
            <a:pathLst>
              <a:path extrusionOk="0" h="14974785" w="7792398">
                <a:moveTo>
                  <a:pt x="7792398" y="0"/>
                </a:moveTo>
                <a:lnTo>
                  <a:pt x="0" y="0"/>
                </a:lnTo>
                <a:lnTo>
                  <a:pt x="0" y="14974785"/>
                </a:lnTo>
                <a:lnTo>
                  <a:pt x="7792398" y="14974785"/>
                </a:lnTo>
                <a:lnTo>
                  <a:pt x="7792398" y="0"/>
                </a:lnTo>
                <a:close/>
              </a:path>
            </a:pathLst>
          </a:custGeom>
          <a:blipFill rotWithShape="1">
            <a:blip r:embed="rId3">
              <a:alphaModFix/>
            </a:blip>
            <a:stretch>
              <a:fillRect b="0" l="0" r="0" t="0"/>
            </a:stretch>
          </a:blipFill>
          <a:ln>
            <a:noFill/>
          </a:ln>
        </p:spPr>
      </p:sp>
      <p:grpSp>
        <p:nvGrpSpPr>
          <p:cNvPr id="461" name="Google Shape;461;p17"/>
          <p:cNvGrpSpPr/>
          <p:nvPr/>
        </p:nvGrpSpPr>
        <p:grpSpPr>
          <a:xfrm rot="5400000">
            <a:off x="325854" y="556319"/>
            <a:ext cx="1543050" cy="771525"/>
            <a:chOff x="0" y="0"/>
            <a:chExt cx="812800" cy="406400"/>
          </a:xfrm>
        </p:grpSpPr>
        <p:sp>
          <p:nvSpPr>
            <p:cNvPr id="462" name="Google Shape;462;p17"/>
            <p:cNvSpPr/>
            <p:nvPr/>
          </p:nvSpPr>
          <p:spPr>
            <a:xfrm>
              <a:off x="0" y="0"/>
              <a:ext cx="812800" cy="406400"/>
            </a:xfrm>
            <a:custGeom>
              <a:rect b="b" l="l" r="r" t="t"/>
              <a:pathLst>
                <a:path extrusionOk="0" h="406400" w="812800">
                  <a:moveTo>
                    <a:pt x="406400" y="0"/>
                  </a:moveTo>
                  <a:lnTo>
                    <a:pt x="0" y="406400"/>
                  </a:lnTo>
                  <a:lnTo>
                    <a:pt x="203200" y="406400"/>
                  </a:lnTo>
                  <a:lnTo>
                    <a:pt x="203200" y="406400"/>
                  </a:lnTo>
                  <a:lnTo>
                    <a:pt x="609600" y="406400"/>
                  </a:lnTo>
                  <a:lnTo>
                    <a:pt x="609600" y="406400"/>
                  </a:lnTo>
                  <a:lnTo>
                    <a:pt x="812800" y="406400"/>
                  </a:lnTo>
                  <a:lnTo>
                    <a:pt x="406400" y="0"/>
                  </a:lnTo>
                  <a:close/>
                </a:path>
              </a:pathLst>
            </a:custGeom>
            <a:solidFill>
              <a:srgbClr val="EFA038"/>
            </a:solidFill>
            <a:ln>
              <a:noFill/>
            </a:ln>
          </p:spPr>
        </p:sp>
        <p:sp>
          <p:nvSpPr>
            <p:cNvPr id="463" name="Google Shape;463;p17"/>
            <p:cNvSpPr txBox="1"/>
            <p:nvPr/>
          </p:nvSpPr>
          <p:spPr>
            <a:xfrm>
              <a:off x="203200" y="120650"/>
              <a:ext cx="406400" cy="285750"/>
            </a:xfrm>
            <a:prstGeom prst="rect">
              <a:avLst/>
            </a:prstGeom>
            <a:noFill/>
            <a:ln>
              <a:noFill/>
            </a:ln>
          </p:spPr>
          <p:txBody>
            <a:bodyPr anchorCtr="0" anchor="ctr" bIns="25400" lIns="25400" spcFirstLastPara="1" rIns="25400" wrap="square" tIns="25400">
              <a:noAutofit/>
            </a:bodyPr>
            <a:lstStyle/>
            <a:p>
              <a:pPr indent="0" lvl="0" marL="0" marR="0" rtl="0" algn="ctr">
                <a:lnSpc>
                  <a:spcPct val="103833"/>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464" name="Google Shape;464;p17"/>
          <p:cNvGrpSpPr/>
          <p:nvPr/>
        </p:nvGrpSpPr>
        <p:grpSpPr>
          <a:xfrm rot="5400000">
            <a:off x="-1487810" y="1762408"/>
            <a:ext cx="3446919" cy="1723460"/>
            <a:chOff x="0" y="0"/>
            <a:chExt cx="812800" cy="406400"/>
          </a:xfrm>
        </p:grpSpPr>
        <p:sp>
          <p:nvSpPr>
            <p:cNvPr id="465" name="Google Shape;465;p17"/>
            <p:cNvSpPr/>
            <p:nvPr/>
          </p:nvSpPr>
          <p:spPr>
            <a:xfrm>
              <a:off x="0" y="0"/>
              <a:ext cx="812800" cy="406400"/>
            </a:xfrm>
            <a:custGeom>
              <a:rect b="b" l="l" r="r" t="t"/>
              <a:pathLst>
                <a:path extrusionOk="0" h="406400" w="812800">
                  <a:moveTo>
                    <a:pt x="406400" y="0"/>
                  </a:moveTo>
                  <a:lnTo>
                    <a:pt x="0" y="406400"/>
                  </a:lnTo>
                  <a:lnTo>
                    <a:pt x="203200" y="406400"/>
                  </a:lnTo>
                  <a:lnTo>
                    <a:pt x="203200" y="406400"/>
                  </a:lnTo>
                  <a:lnTo>
                    <a:pt x="609600" y="406400"/>
                  </a:lnTo>
                  <a:lnTo>
                    <a:pt x="609600" y="406400"/>
                  </a:lnTo>
                  <a:lnTo>
                    <a:pt x="812800" y="406400"/>
                  </a:lnTo>
                  <a:lnTo>
                    <a:pt x="406400" y="0"/>
                  </a:lnTo>
                  <a:close/>
                </a:path>
              </a:pathLst>
            </a:custGeom>
            <a:solidFill>
              <a:srgbClr val="EFA038"/>
            </a:solidFill>
            <a:ln>
              <a:noFill/>
            </a:ln>
          </p:spPr>
        </p:sp>
        <p:sp>
          <p:nvSpPr>
            <p:cNvPr id="466" name="Google Shape;466;p17"/>
            <p:cNvSpPr txBox="1"/>
            <p:nvPr/>
          </p:nvSpPr>
          <p:spPr>
            <a:xfrm>
              <a:off x="203200" y="120650"/>
              <a:ext cx="406400" cy="285750"/>
            </a:xfrm>
            <a:prstGeom prst="rect">
              <a:avLst/>
            </a:prstGeom>
            <a:noFill/>
            <a:ln>
              <a:noFill/>
            </a:ln>
          </p:spPr>
          <p:txBody>
            <a:bodyPr anchorCtr="0" anchor="ctr" bIns="25400" lIns="25400" spcFirstLastPara="1" rIns="25400" wrap="square" tIns="25400">
              <a:noAutofit/>
            </a:bodyPr>
            <a:lstStyle/>
            <a:p>
              <a:pPr indent="0" lvl="0" marL="0" marR="0" rtl="0" algn="ctr">
                <a:lnSpc>
                  <a:spcPct val="103833"/>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467" name="Google Shape;467;p17"/>
          <p:cNvSpPr txBox="1"/>
          <p:nvPr/>
        </p:nvSpPr>
        <p:spPr>
          <a:xfrm>
            <a:off x="4572000" y="2060551"/>
            <a:ext cx="4071900" cy="461700"/>
          </a:xfrm>
          <a:prstGeom prst="rect">
            <a:avLst/>
          </a:prstGeom>
          <a:noFill/>
          <a:ln>
            <a:noFill/>
          </a:ln>
        </p:spPr>
        <p:txBody>
          <a:bodyPr anchorCtr="0" anchor="t" bIns="0" lIns="0" spcFirstLastPara="1" rIns="0" wrap="square" tIns="0">
            <a:spAutoFit/>
          </a:bodyPr>
          <a:lstStyle/>
          <a:p>
            <a:pPr indent="0" lvl="0" marL="0" marR="0" rtl="0" algn="r">
              <a:lnSpc>
                <a:spcPct val="110005"/>
              </a:lnSpc>
              <a:spcBef>
                <a:spcPts val="0"/>
              </a:spcBef>
              <a:spcAft>
                <a:spcPts val="0"/>
              </a:spcAft>
              <a:buClr>
                <a:srgbClr val="000000"/>
              </a:buClr>
              <a:buSzPts val="5100"/>
              <a:buFont typeface="Arial"/>
              <a:buNone/>
            </a:pPr>
            <a:r>
              <a:rPr b="1" i="0" lang="es" sz="3000" u="none" cap="none" strike="noStrike">
                <a:solidFill>
                  <a:srgbClr val="FFFFFF"/>
                </a:solidFill>
                <a:latin typeface="Amatic SC"/>
                <a:ea typeface="Amatic SC"/>
                <a:cs typeface="Amatic SC"/>
                <a:sym typeface="Amatic SC"/>
              </a:rPr>
              <a:t>UNIDAD 2</a:t>
            </a:r>
            <a:endParaRPr b="0" i="0" sz="3000" u="none" cap="none" strike="noStrike">
              <a:solidFill>
                <a:srgbClr val="000000"/>
              </a:solidFill>
              <a:latin typeface="Amatic SC"/>
              <a:ea typeface="Amatic SC"/>
              <a:cs typeface="Amatic SC"/>
              <a:sym typeface="Amatic SC"/>
            </a:endParaRPr>
          </a:p>
        </p:txBody>
      </p:sp>
      <p:sp>
        <p:nvSpPr>
          <p:cNvPr id="468" name="Google Shape;468;p17"/>
          <p:cNvSpPr txBox="1"/>
          <p:nvPr/>
        </p:nvSpPr>
        <p:spPr>
          <a:xfrm>
            <a:off x="1437675" y="3011826"/>
            <a:ext cx="7682700" cy="17778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rgbClr val="000000"/>
              </a:buClr>
              <a:buSzPts val="5500"/>
              <a:buFont typeface="Arial"/>
              <a:buNone/>
            </a:pPr>
            <a:r>
              <a:rPr b="1" i="0" lang="es" sz="5500" u="none" cap="none" strike="noStrike">
                <a:solidFill>
                  <a:srgbClr val="FFFFFF"/>
                </a:solidFill>
                <a:latin typeface="Arial"/>
                <a:ea typeface="Arial"/>
                <a:cs typeface="Arial"/>
                <a:sym typeface="Arial"/>
              </a:rPr>
              <a:t>MANEJO DE </a:t>
            </a:r>
            <a:r>
              <a:rPr b="1" i="0" lang="es" sz="5500" u="none" cap="none" strike="noStrike">
                <a:solidFill>
                  <a:srgbClr val="FFFFFF"/>
                </a:solidFill>
                <a:latin typeface="Pacifico"/>
                <a:ea typeface="Pacifico"/>
                <a:cs typeface="Pacifico"/>
                <a:sym typeface="Pacifico"/>
              </a:rPr>
              <a:t>VERSIONES</a:t>
            </a:r>
            <a:endParaRPr b="0" i="0" sz="700" u="none" cap="none" strike="noStrike">
              <a:solidFill>
                <a:srgbClr val="000000"/>
              </a:solidFill>
              <a:latin typeface="Pacifico"/>
              <a:ea typeface="Pacifico"/>
              <a:cs typeface="Pacifico"/>
              <a:sym typeface="Pacific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18"/>
          <p:cNvSpPr/>
          <p:nvPr/>
        </p:nvSpPr>
        <p:spPr>
          <a:xfrm>
            <a:off x="0" y="0"/>
            <a:ext cx="9144000" cy="51435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0194" r="-40926" t="-14582"/>
            </a:stretch>
          </a:blipFill>
          <a:ln>
            <a:noFill/>
          </a:ln>
        </p:spPr>
      </p:sp>
      <p:grpSp>
        <p:nvGrpSpPr>
          <p:cNvPr id="474" name="Google Shape;474;p18"/>
          <p:cNvGrpSpPr/>
          <p:nvPr/>
        </p:nvGrpSpPr>
        <p:grpSpPr>
          <a:xfrm>
            <a:off x="4370190" y="3941525"/>
            <a:ext cx="753427" cy="830196"/>
            <a:chOff x="0" y="0"/>
            <a:chExt cx="396867" cy="437305"/>
          </a:xfrm>
        </p:grpSpPr>
        <p:sp>
          <p:nvSpPr>
            <p:cNvPr id="475" name="Google Shape;475;p18"/>
            <p:cNvSpPr/>
            <p:nvPr/>
          </p:nvSpPr>
          <p:spPr>
            <a:xfrm>
              <a:off x="0" y="0"/>
              <a:ext cx="396867" cy="437305"/>
            </a:xfrm>
            <a:custGeom>
              <a:rect b="b" l="l" r="r" t="t"/>
              <a:pathLst>
                <a:path extrusionOk="0" h="437305" w="396867">
                  <a:moveTo>
                    <a:pt x="0" y="0"/>
                  </a:moveTo>
                  <a:lnTo>
                    <a:pt x="396867" y="0"/>
                  </a:lnTo>
                  <a:lnTo>
                    <a:pt x="396867" y="437305"/>
                  </a:lnTo>
                  <a:lnTo>
                    <a:pt x="0" y="437305"/>
                  </a:lnTo>
                  <a:close/>
                </a:path>
              </a:pathLst>
            </a:custGeom>
            <a:solidFill>
              <a:srgbClr val="EFA038"/>
            </a:solidFill>
            <a:ln>
              <a:noFill/>
            </a:ln>
          </p:spPr>
        </p:sp>
        <p:sp>
          <p:nvSpPr>
            <p:cNvPr id="476" name="Google Shape;476;p18"/>
            <p:cNvSpPr txBox="1"/>
            <p:nvPr/>
          </p:nvSpPr>
          <p:spPr>
            <a:xfrm>
              <a:off x="0" y="19050"/>
              <a:ext cx="396867" cy="418255"/>
            </a:xfrm>
            <a:prstGeom prst="rect">
              <a:avLst/>
            </a:prstGeom>
            <a:noFill/>
            <a:ln>
              <a:noFill/>
            </a:ln>
          </p:spPr>
          <p:txBody>
            <a:bodyPr anchorCtr="0" anchor="ctr" bIns="25400" lIns="25400" spcFirstLastPara="1" rIns="25400" wrap="square" tIns="25400">
              <a:noAutofit/>
            </a:bodyPr>
            <a:lstStyle/>
            <a:p>
              <a:pPr indent="0" lvl="0" marL="0" marR="0" rtl="0" algn="ctr">
                <a:lnSpc>
                  <a:spcPct val="103833"/>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477" name="Google Shape;477;p18"/>
          <p:cNvGrpSpPr/>
          <p:nvPr/>
        </p:nvGrpSpPr>
        <p:grpSpPr>
          <a:xfrm>
            <a:off x="4677834" y="897874"/>
            <a:ext cx="3823521" cy="3560975"/>
            <a:chOff x="0" y="0"/>
            <a:chExt cx="2014035" cy="1875740"/>
          </a:xfrm>
        </p:grpSpPr>
        <p:sp>
          <p:nvSpPr>
            <p:cNvPr id="478" name="Google Shape;478;p18"/>
            <p:cNvSpPr/>
            <p:nvPr/>
          </p:nvSpPr>
          <p:spPr>
            <a:xfrm>
              <a:off x="0" y="0"/>
              <a:ext cx="2014035" cy="1875740"/>
            </a:xfrm>
            <a:custGeom>
              <a:rect b="b" l="l" r="r" t="t"/>
              <a:pathLst>
                <a:path extrusionOk="0" h="1875740" w="2014035">
                  <a:moveTo>
                    <a:pt x="0" y="0"/>
                  </a:moveTo>
                  <a:lnTo>
                    <a:pt x="2014035" y="0"/>
                  </a:lnTo>
                  <a:lnTo>
                    <a:pt x="2014035" y="1875740"/>
                  </a:lnTo>
                  <a:lnTo>
                    <a:pt x="0" y="1875740"/>
                  </a:lnTo>
                  <a:close/>
                </a:path>
              </a:pathLst>
            </a:custGeom>
            <a:solidFill>
              <a:srgbClr val="2E6E80"/>
            </a:solidFill>
            <a:ln>
              <a:noFill/>
            </a:ln>
          </p:spPr>
        </p:sp>
        <p:sp>
          <p:nvSpPr>
            <p:cNvPr id="479" name="Google Shape;479;p18"/>
            <p:cNvSpPr txBox="1"/>
            <p:nvPr/>
          </p:nvSpPr>
          <p:spPr>
            <a:xfrm>
              <a:off x="0" y="19050"/>
              <a:ext cx="2014035" cy="1856690"/>
            </a:xfrm>
            <a:prstGeom prst="rect">
              <a:avLst/>
            </a:prstGeom>
            <a:noFill/>
            <a:ln>
              <a:noFill/>
            </a:ln>
          </p:spPr>
          <p:txBody>
            <a:bodyPr anchorCtr="0" anchor="ctr" bIns="25400" lIns="25400" spcFirstLastPara="1" rIns="25400" wrap="square" tIns="25400">
              <a:noAutofit/>
            </a:bodyPr>
            <a:lstStyle/>
            <a:p>
              <a:pPr indent="0" lvl="0" marL="0" marR="0" rtl="0" algn="ctr">
                <a:lnSpc>
                  <a:spcPct val="103833"/>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480" name="Google Shape;480;p18"/>
          <p:cNvGrpSpPr/>
          <p:nvPr/>
        </p:nvGrpSpPr>
        <p:grpSpPr>
          <a:xfrm rot="-5400000">
            <a:off x="1851539" y="175427"/>
            <a:ext cx="83159" cy="3095338"/>
            <a:chOff x="0" y="0"/>
            <a:chExt cx="43804" cy="1630466"/>
          </a:xfrm>
        </p:grpSpPr>
        <p:sp>
          <p:nvSpPr>
            <p:cNvPr id="481" name="Google Shape;481;p18"/>
            <p:cNvSpPr/>
            <p:nvPr/>
          </p:nvSpPr>
          <p:spPr>
            <a:xfrm>
              <a:off x="0" y="0"/>
              <a:ext cx="43804" cy="1630466"/>
            </a:xfrm>
            <a:custGeom>
              <a:rect b="b" l="l" r="r" t="t"/>
              <a:pathLst>
                <a:path extrusionOk="0" h="1630466" w="43804">
                  <a:moveTo>
                    <a:pt x="0" y="0"/>
                  </a:moveTo>
                  <a:lnTo>
                    <a:pt x="43804" y="0"/>
                  </a:lnTo>
                  <a:lnTo>
                    <a:pt x="43804" y="1630466"/>
                  </a:lnTo>
                  <a:lnTo>
                    <a:pt x="0" y="1630466"/>
                  </a:lnTo>
                  <a:close/>
                </a:path>
              </a:pathLst>
            </a:custGeom>
            <a:solidFill>
              <a:srgbClr val="EFA038"/>
            </a:solidFill>
            <a:ln>
              <a:noFill/>
            </a:ln>
          </p:spPr>
        </p:sp>
        <p:sp>
          <p:nvSpPr>
            <p:cNvPr id="482" name="Google Shape;482;p18"/>
            <p:cNvSpPr txBox="1"/>
            <p:nvPr/>
          </p:nvSpPr>
          <p:spPr>
            <a:xfrm>
              <a:off x="0" y="19050"/>
              <a:ext cx="43804" cy="1611416"/>
            </a:xfrm>
            <a:prstGeom prst="rect">
              <a:avLst/>
            </a:prstGeom>
            <a:noFill/>
            <a:ln>
              <a:noFill/>
            </a:ln>
          </p:spPr>
          <p:txBody>
            <a:bodyPr anchorCtr="0" anchor="ctr" bIns="25400" lIns="25400" spcFirstLastPara="1" rIns="25400" wrap="square" tIns="25400">
              <a:noAutofit/>
            </a:bodyPr>
            <a:lstStyle/>
            <a:p>
              <a:pPr indent="0" lvl="0" marL="0" marR="0" rtl="0" algn="ctr">
                <a:lnSpc>
                  <a:spcPct val="103833"/>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483" name="Google Shape;483;p18"/>
          <p:cNvGrpSpPr/>
          <p:nvPr/>
        </p:nvGrpSpPr>
        <p:grpSpPr>
          <a:xfrm>
            <a:off x="8026601" y="578454"/>
            <a:ext cx="687625" cy="676658"/>
            <a:chOff x="0" y="0"/>
            <a:chExt cx="362206" cy="356429"/>
          </a:xfrm>
        </p:grpSpPr>
        <p:sp>
          <p:nvSpPr>
            <p:cNvPr id="484" name="Google Shape;484;p18"/>
            <p:cNvSpPr/>
            <p:nvPr/>
          </p:nvSpPr>
          <p:spPr>
            <a:xfrm>
              <a:off x="0" y="0"/>
              <a:ext cx="362206" cy="356429"/>
            </a:xfrm>
            <a:custGeom>
              <a:rect b="b" l="l" r="r" t="t"/>
              <a:pathLst>
                <a:path extrusionOk="0" h="356429" w="362206">
                  <a:moveTo>
                    <a:pt x="0" y="0"/>
                  </a:moveTo>
                  <a:lnTo>
                    <a:pt x="362206" y="0"/>
                  </a:lnTo>
                  <a:lnTo>
                    <a:pt x="362206" y="356429"/>
                  </a:lnTo>
                  <a:lnTo>
                    <a:pt x="0" y="356429"/>
                  </a:lnTo>
                  <a:close/>
                </a:path>
              </a:pathLst>
            </a:custGeom>
            <a:solidFill>
              <a:srgbClr val="EFA038"/>
            </a:solidFill>
            <a:ln>
              <a:noFill/>
            </a:ln>
          </p:spPr>
        </p:sp>
        <p:sp>
          <p:nvSpPr>
            <p:cNvPr id="485" name="Google Shape;485;p18"/>
            <p:cNvSpPr txBox="1"/>
            <p:nvPr/>
          </p:nvSpPr>
          <p:spPr>
            <a:xfrm>
              <a:off x="0" y="19050"/>
              <a:ext cx="362206" cy="337379"/>
            </a:xfrm>
            <a:prstGeom prst="rect">
              <a:avLst/>
            </a:prstGeom>
            <a:noFill/>
            <a:ln>
              <a:noFill/>
            </a:ln>
          </p:spPr>
          <p:txBody>
            <a:bodyPr anchorCtr="0" anchor="ctr" bIns="25400" lIns="25400" spcFirstLastPara="1" rIns="25400" wrap="square" tIns="25400">
              <a:noAutofit/>
            </a:bodyPr>
            <a:lstStyle/>
            <a:p>
              <a:pPr indent="0" lvl="0" marL="0" marR="0" rtl="0" algn="ctr">
                <a:lnSpc>
                  <a:spcPct val="103833"/>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486" name="Google Shape;486;p18"/>
          <p:cNvSpPr/>
          <p:nvPr/>
        </p:nvSpPr>
        <p:spPr>
          <a:xfrm>
            <a:off x="4749204" y="1925386"/>
            <a:ext cx="3680781" cy="1647588"/>
          </a:xfrm>
          <a:custGeom>
            <a:rect b="b" l="l" r="r" t="t"/>
            <a:pathLst>
              <a:path extrusionOk="0" h="3295175" w="7361562">
                <a:moveTo>
                  <a:pt x="0" y="0"/>
                </a:moveTo>
                <a:lnTo>
                  <a:pt x="7361561" y="0"/>
                </a:lnTo>
                <a:lnTo>
                  <a:pt x="7361561" y="3295176"/>
                </a:lnTo>
                <a:lnTo>
                  <a:pt x="0" y="3295176"/>
                </a:lnTo>
                <a:lnTo>
                  <a:pt x="0" y="0"/>
                </a:lnTo>
                <a:close/>
              </a:path>
            </a:pathLst>
          </a:custGeom>
          <a:blipFill rotWithShape="1">
            <a:blip r:embed="rId4">
              <a:alphaModFix/>
            </a:blip>
            <a:stretch>
              <a:fillRect b="0" l="0" r="0" t="0"/>
            </a:stretch>
          </a:blipFill>
          <a:ln>
            <a:noFill/>
          </a:ln>
        </p:spPr>
      </p:sp>
      <p:sp>
        <p:nvSpPr>
          <p:cNvPr id="487" name="Google Shape;487;p18"/>
          <p:cNvSpPr txBox="1"/>
          <p:nvPr/>
        </p:nvSpPr>
        <p:spPr>
          <a:xfrm>
            <a:off x="398060" y="447675"/>
            <a:ext cx="3302809" cy="11544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3300"/>
              <a:buFont typeface="Arial"/>
              <a:buNone/>
            </a:pPr>
            <a:r>
              <a:rPr b="1" i="0" lang="es" sz="3300" u="none" cap="none" strike="noStrike">
                <a:solidFill>
                  <a:srgbClr val="000000"/>
                </a:solidFill>
                <a:latin typeface="Doto"/>
                <a:ea typeface="Doto"/>
                <a:cs typeface="Doto"/>
                <a:sym typeface="Doto"/>
              </a:rPr>
              <a:t>CONCEPTOS Y FUNDAMENTOS</a:t>
            </a:r>
            <a:endParaRPr b="0" i="0" sz="700" u="none" cap="none" strike="noStrike">
              <a:solidFill>
                <a:srgbClr val="000000"/>
              </a:solidFill>
              <a:latin typeface="Arial"/>
              <a:ea typeface="Arial"/>
              <a:cs typeface="Arial"/>
              <a:sym typeface="Arial"/>
            </a:endParaRPr>
          </a:p>
        </p:txBody>
      </p:sp>
      <p:sp>
        <p:nvSpPr>
          <p:cNvPr id="488" name="Google Shape;488;p18"/>
          <p:cNvSpPr txBox="1"/>
          <p:nvPr/>
        </p:nvSpPr>
        <p:spPr>
          <a:xfrm>
            <a:off x="501795" y="2147368"/>
            <a:ext cx="2938992" cy="194628"/>
          </a:xfrm>
          <a:prstGeom prst="rect">
            <a:avLst/>
          </a:prstGeom>
          <a:noFill/>
          <a:ln>
            <a:noFill/>
          </a:ln>
        </p:spPr>
        <p:txBody>
          <a:bodyPr anchorCtr="0" anchor="t" bIns="0" lIns="0" spcFirstLastPara="1" rIns="0" wrap="square" tIns="0">
            <a:spAutoFit/>
          </a:bodyPr>
          <a:lstStyle/>
          <a:p>
            <a:pPr indent="0" lvl="0" marL="0" marR="0" rtl="0" algn="just">
              <a:lnSpc>
                <a:spcPct val="140017"/>
              </a:lnSpc>
              <a:spcBef>
                <a:spcPts val="0"/>
              </a:spcBef>
              <a:spcAft>
                <a:spcPts val="0"/>
              </a:spcAft>
              <a:buClr>
                <a:srgbClr val="000000"/>
              </a:buClr>
              <a:buSzPts val="1100"/>
              <a:buFont typeface="Arial"/>
              <a:buNone/>
            </a:pPr>
            <a:r>
              <a:rPr b="1" i="0" lang="es" sz="1100" u="none" cap="none" strike="noStrike">
                <a:solidFill>
                  <a:srgbClr val="000000"/>
                </a:solidFill>
                <a:latin typeface="Arial"/>
                <a:ea typeface="Arial"/>
                <a:cs typeface="Arial"/>
                <a:sym typeface="Arial"/>
              </a:rPr>
              <a:t>SISTEMA DE CONTROL DE VERSIONES: </a:t>
            </a:r>
            <a:endParaRPr b="0" i="0" sz="700" u="none" cap="none" strike="noStrike">
              <a:solidFill>
                <a:srgbClr val="000000"/>
              </a:solidFill>
              <a:latin typeface="Arial"/>
              <a:ea typeface="Arial"/>
              <a:cs typeface="Arial"/>
              <a:sym typeface="Arial"/>
            </a:endParaRPr>
          </a:p>
        </p:txBody>
      </p:sp>
      <p:sp>
        <p:nvSpPr>
          <p:cNvPr id="489" name="Google Shape;489;p18"/>
          <p:cNvSpPr txBox="1"/>
          <p:nvPr/>
        </p:nvSpPr>
        <p:spPr>
          <a:xfrm>
            <a:off x="501796" y="3311382"/>
            <a:ext cx="1754870" cy="194628"/>
          </a:xfrm>
          <a:prstGeom prst="rect">
            <a:avLst/>
          </a:prstGeom>
          <a:noFill/>
          <a:ln>
            <a:noFill/>
          </a:ln>
        </p:spPr>
        <p:txBody>
          <a:bodyPr anchorCtr="0" anchor="t" bIns="0" lIns="0" spcFirstLastPara="1" rIns="0" wrap="square" tIns="0">
            <a:spAutoFit/>
          </a:bodyPr>
          <a:lstStyle/>
          <a:p>
            <a:pPr indent="0" lvl="0" marL="0" marR="0" rtl="0" algn="just">
              <a:lnSpc>
                <a:spcPct val="140017"/>
              </a:lnSpc>
              <a:spcBef>
                <a:spcPts val="0"/>
              </a:spcBef>
              <a:spcAft>
                <a:spcPts val="0"/>
              </a:spcAft>
              <a:buClr>
                <a:srgbClr val="000000"/>
              </a:buClr>
              <a:buSzPts val="1100"/>
              <a:buFont typeface="Arial"/>
              <a:buNone/>
            </a:pPr>
            <a:r>
              <a:rPr b="1" i="0" lang="es" sz="1100" u="none" cap="none" strike="noStrike">
                <a:solidFill>
                  <a:srgbClr val="000000"/>
                </a:solidFill>
                <a:latin typeface="Arial"/>
                <a:ea typeface="Arial"/>
                <a:cs typeface="Arial"/>
                <a:sym typeface="Arial"/>
              </a:rPr>
              <a:t>REPOSITORIO:</a:t>
            </a:r>
            <a:endParaRPr b="0" i="0" sz="700" u="none" cap="none" strike="noStrike">
              <a:solidFill>
                <a:srgbClr val="000000"/>
              </a:solidFill>
              <a:latin typeface="Arial"/>
              <a:ea typeface="Arial"/>
              <a:cs typeface="Arial"/>
              <a:sym typeface="Arial"/>
            </a:endParaRPr>
          </a:p>
        </p:txBody>
      </p:sp>
      <p:sp>
        <p:nvSpPr>
          <p:cNvPr id="490" name="Google Shape;490;p18"/>
          <p:cNvSpPr txBox="1"/>
          <p:nvPr/>
        </p:nvSpPr>
        <p:spPr>
          <a:xfrm>
            <a:off x="514350" y="2359430"/>
            <a:ext cx="3067265" cy="794703"/>
          </a:xfrm>
          <a:prstGeom prst="rect">
            <a:avLst/>
          </a:prstGeom>
          <a:noFill/>
          <a:ln>
            <a:noFill/>
          </a:ln>
        </p:spPr>
        <p:txBody>
          <a:bodyPr anchorCtr="0" anchor="t" bIns="0" lIns="0" spcFirstLastPara="1" rIns="0" wrap="square" tIns="0">
            <a:spAutoFit/>
          </a:bodyPr>
          <a:lstStyle/>
          <a:p>
            <a:pPr indent="0" lvl="0" marL="0" marR="0" rtl="0" algn="just">
              <a:lnSpc>
                <a:spcPct val="140017"/>
              </a:lnSpc>
              <a:spcBef>
                <a:spcPts val="0"/>
              </a:spcBef>
              <a:spcAft>
                <a:spcPts val="0"/>
              </a:spcAft>
              <a:buClr>
                <a:srgbClr val="000000"/>
              </a:buClr>
              <a:buSzPts val="1100"/>
              <a:buFont typeface="Arial"/>
              <a:buNone/>
            </a:pPr>
            <a:r>
              <a:rPr b="0" i="0" lang="es" sz="1100" u="none" cap="none" strike="noStrike">
                <a:solidFill>
                  <a:srgbClr val="000000"/>
                </a:solidFill>
                <a:latin typeface="Arial"/>
                <a:ea typeface="Arial"/>
                <a:cs typeface="Arial"/>
                <a:sym typeface="Arial"/>
              </a:rPr>
              <a:t>Sistema que registra los cambios realizados en los archivos a lo largo del tiempo, permitiendo a los usuarios recuperar versiones específicas del código fuente.</a:t>
            </a:r>
            <a:endParaRPr b="0" i="0" sz="700" u="none" cap="none" strike="noStrike">
              <a:solidFill>
                <a:srgbClr val="000000"/>
              </a:solidFill>
              <a:latin typeface="Arial"/>
              <a:ea typeface="Arial"/>
              <a:cs typeface="Arial"/>
              <a:sym typeface="Arial"/>
            </a:endParaRPr>
          </a:p>
        </p:txBody>
      </p:sp>
      <p:sp>
        <p:nvSpPr>
          <p:cNvPr id="491" name="Google Shape;491;p18"/>
          <p:cNvSpPr txBox="1"/>
          <p:nvPr/>
        </p:nvSpPr>
        <p:spPr>
          <a:xfrm>
            <a:off x="501796" y="3525060"/>
            <a:ext cx="3067265" cy="594678"/>
          </a:xfrm>
          <a:prstGeom prst="rect">
            <a:avLst/>
          </a:prstGeom>
          <a:noFill/>
          <a:ln>
            <a:noFill/>
          </a:ln>
        </p:spPr>
        <p:txBody>
          <a:bodyPr anchorCtr="0" anchor="t" bIns="0" lIns="0" spcFirstLastPara="1" rIns="0" wrap="square" tIns="0">
            <a:spAutoFit/>
          </a:bodyPr>
          <a:lstStyle/>
          <a:p>
            <a:pPr indent="0" lvl="0" marL="0" marR="0" rtl="0" algn="just">
              <a:lnSpc>
                <a:spcPct val="140017"/>
              </a:lnSpc>
              <a:spcBef>
                <a:spcPts val="0"/>
              </a:spcBef>
              <a:spcAft>
                <a:spcPts val="0"/>
              </a:spcAft>
              <a:buClr>
                <a:srgbClr val="000000"/>
              </a:buClr>
              <a:buSzPts val="1100"/>
              <a:buFont typeface="Arial"/>
              <a:buNone/>
            </a:pPr>
            <a:r>
              <a:rPr b="0" i="0" lang="es" sz="1100" u="none" cap="none" strike="noStrike">
                <a:solidFill>
                  <a:srgbClr val="000000"/>
                </a:solidFill>
                <a:latin typeface="Arial"/>
                <a:ea typeface="Arial"/>
                <a:cs typeface="Arial"/>
                <a:sym typeface="Arial"/>
              </a:rPr>
              <a:t>Lugar donde se almacenan los archivos y las versiones controladas por el sistema de control de versiones.</a:t>
            </a:r>
            <a:endParaRPr b="0" i="0" sz="700" u="none" cap="none" strike="noStrik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p19"/>
          <p:cNvSpPr/>
          <p:nvPr/>
        </p:nvSpPr>
        <p:spPr>
          <a:xfrm>
            <a:off x="0" y="0"/>
            <a:ext cx="9144000" cy="51435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0194" r="-40926" t="-14582"/>
            </a:stretch>
          </a:blipFill>
          <a:ln>
            <a:noFill/>
          </a:ln>
        </p:spPr>
      </p:sp>
      <p:grpSp>
        <p:nvGrpSpPr>
          <p:cNvPr id="497" name="Google Shape;497;p19"/>
          <p:cNvGrpSpPr/>
          <p:nvPr/>
        </p:nvGrpSpPr>
        <p:grpSpPr>
          <a:xfrm>
            <a:off x="4370190" y="3941525"/>
            <a:ext cx="753427" cy="830196"/>
            <a:chOff x="0" y="0"/>
            <a:chExt cx="396867" cy="437305"/>
          </a:xfrm>
        </p:grpSpPr>
        <p:sp>
          <p:nvSpPr>
            <p:cNvPr id="498" name="Google Shape;498;p19"/>
            <p:cNvSpPr/>
            <p:nvPr/>
          </p:nvSpPr>
          <p:spPr>
            <a:xfrm>
              <a:off x="0" y="0"/>
              <a:ext cx="396867" cy="437305"/>
            </a:xfrm>
            <a:custGeom>
              <a:rect b="b" l="l" r="r" t="t"/>
              <a:pathLst>
                <a:path extrusionOk="0" h="437305" w="396867">
                  <a:moveTo>
                    <a:pt x="0" y="0"/>
                  </a:moveTo>
                  <a:lnTo>
                    <a:pt x="396867" y="0"/>
                  </a:lnTo>
                  <a:lnTo>
                    <a:pt x="396867" y="437305"/>
                  </a:lnTo>
                  <a:lnTo>
                    <a:pt x="0" y="437305"/>
                  </a:lnTo>
                  <a:close/>
                </a:path>
              </a:pathLst>
            </a:custGeom>
            <a:solidFill>
              <a:srgbClr val="EFA038"/>
            </a:solidFill>
            <a:ln>
              <a:noFill/>
            </a:ln>
          </p:spPr>
        </p:sp>
        <p:sp>
          <p:nvSpPr>
            <p:cNvPr id="499" name="Google Shape;499;p19"/>
            <p:cNvSpPr txBox="1"/>
            <p:nvPr/>
          </p:nvSpPr>
          <p:spPr>
            <a:xfrm>
              <a:off x="0" y="19050"/>
              <a:ext cx="396867" cy="418255"/>
            </a:xfrm>
            <a:prstGeom prst="rect">
              <a:avLst/>
            </a:prstGeom>
            <a:noFill/>
            <a:ln>
              <a:noFill/>
            </a:ln>
          </p:spPr>
          <p:txBody>
            <a:bodyPr anchorCtr="0" anchor="ctr" bIns="25400" lIns="25400" spcFirstLastPara="1" rIns="25400" wrap="square" tIns="25400">
              <a:noAutofit/>
            </a:bodyPr>
            <a:lstStyle/>
            <a:p>
              <a:pPr indent="0" lvl="0" marL="0" marR="0" rtl="0" algn="ctr">
                <a:lnSpc>
                  <a:spcPct val="103833"/>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500" name="Google Shape;500;p19"/>
          <p:cNvGrpSpPr/>
          <p:nvPr/>
        </p:nvGrpSpPr>
        <p:grpSpPr>
          <a:xfrm>
            <a:off x="4677834" y="897874"/>
            <a:ext cx="3823521" cy="3560975"/>
            <a:chOff x="0" y="0"/>
            <a:chExt cx="2014035" cy="1875740"/>
          </a:xfrm>
        </p:grpSpPr>
        <p:sp>
          <p:nvSpPr>
            <p:cNvPr id="501" name="Google Shape;501;p19"/>
            <p:cNvSpPr/>
            <p:nvPr/>
          </p:nvSpPr>
          <p:spPr>
            <a:xfrm>
              <a:off x="0" y="0"/>
              <a:ext cx="2014035" cy="1875740"/>
            </a:xfrm>
            <a:custGeom>
              <a:rect b="b" l="l" r="r" t="t"/>
              <a:pathLst>
                <a:path extrusionOk="0" h="1875740" w="2014035">
                  <a:moveTo>
                    <a:pt x="0" y="0"/>
                  </a:moveTo>
                  <a:lnTo>
                    <a:pt x="2014035" y="0"/>
                  </a:lnTo>
                  <a:lnTo>
                    <a:pt x="2014035" y="1875740"/>
                  </a:lnTo>
                  <a:lnTo>
                    <a:pt x="0" y="1875740"/>
                  </a:lnTo>
                  <a:close/>
                </a:path>
              </a:pathLst>
            </a:custGeom>
            <a:solidFill>
              <a:srgbClr val="2E6E80"/>
            </a:solidFill>
            <a:ln>
              <a:noFill/>
            </a:ln>
          </p:spPr>
        </p:sp>
        <p:sp>
          <p:nvSpPr>
            <p:cNvPr id="502" name="Google Shape;502;p19"/>
            <p:cNvSpPr txBox="1"/>
            <p:nvPr/>
          </p:nvSpPr>
          <p:spPr>
            <a:xfrm>
              <a:off x="0" y="19050"/>
              <a:ext cx="2014035" cy="1856690"/>
            </a:xfrm>
            <a:prstGeom prst="rect">
              <a:avLst/>
            </a:prstGeom>
            <a:noFill/>
            <a:ln>
              <a:noFill/>
            </a:ln>
          </p:spPr>
          <p:txBody>
            <a:bodyPr anchorCtr="0" anchor="ctr" bIns="25400" lIns="25400" spcFirstLastPara="1" rIns="25400" wrap="square" tIns="25400">
              <a:noAutofit/>
            </a:bodyPr>
            <a:lstStyle/>
            <a:p>
              <a:pPr indent="0" lvl="0" marL="0" marR="0" rtl="0" algn="ctr">
                <a:lnSpc>
                  <a:spcPct val="103833"/>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503" name="Google Shape;503;p19"/>
          <p:cNvGrpSpPr/>
          <p:nvPr/>
        </p:nvGrpSpPr>
        <p:grpSpPr>
          <a:xfrm rot="-5400000">
            <a:off x="1851539" y="175427"/>
            <a:ext cx="83159" cy="3095338"/>
            <a:chOff x="0" y="0"/>
            <a:chExt cx="43804" cy="1630466"/>
          </a:xfrm>
        </p:grpSpPr>
        <p:sp>
          <p:nvSpPr>
            <p:cNvPr id="504" name="Google Shape;504;p19"/>
            <p:cNvSpPr/>
            <p:nvPr/>
          </p:nvSpPr>
          <p:spPr>
            <a:xfrm>
              <a:off x="0" y="0"/>
              <a:ext cx="43804" cy="1630466"/>
            </a:xfrm>
            <a:custGeom>
              <a:rect b="b" l="l" r="r" t="t"/>
              <a:pathLst>
                <a:path extrusionOk="0" h="1630466" w="43804">
                  <a:moveTo>
                    <a:pt x="0" y="0"/>
                  </a:moveTo>
                  <a:lnTo>
                    <a:pt x="43804" y="0"/>
                  </a:lnTo>
                  <a:lnTo>
                    <a:pt x="43804" y="1630466"/>
                  </a:lnTo>
                  <a:lnTo>
                    <a:pt x="0" y="1630466"/>
                  </a:lnTo>
                  <a:close/>
                </a:path>
              </a:pathLst>
            </a:custGeom>
            <a:solidFill>
              <a:srgbClr val="EFA038"/>
            </a:solidFill>
            <a:ln>
              <a:noFill/>
            </a:ln>
          </p:spPr>
        </p:sp>
        <p:sp>
          <p:nvSpPr>
            <p:cNvPr id="505" name="Google Shape;505;p19"/>
            <p:cNvSpPr txBox="1"/>
            <p:nvPr/>
          </p:nvSpPr>
          <p:spPr>
            <a:xfrm>
              <a:off x="0" y="19050"/>
              <a:ext cx="43804" cy="1611416"/>
            </a:xfrm>
            <a:prstGeom prst="rect">
              <a:avLst/>
            </a:prstGeom>
            <a:noFill/>
            <a:ln>
              <a:noFill/>
            </a:ln>
          </p:spPr>
          <p:txBody>
            <a:bodyPr anchorCtr="0" anchor="ctr" bIns="25400" lIns="25400" spcFirstLastPara="1" rIns="25400" wrap="square" tIns="25400">
              <a:noAutofit/>
            </a:bodyPr>
            <a:lstStyle/>
            <a:p>
              <a:pPr indent="0" lvl="0" marL="0" marR="0" rtl="0" algn="ctr">
                <a:lnSpc>
                  <a:spcPct val="103833"/>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506" name="Google Shape;506;p19"/>
          <p:cNvGrpSpPr/>
          <p:nvPr/>
        </p:nvGrpSpPr>
        <p:grpSpPr>
          <a:xfrm>
            <a:off x="8026601" y="578454"/>
            <a:ext cx="687625" cy="676658"/>
            <a:chOff x="0" y="0"/>
            <a:chExt cx="362206" cy="356429"/>
          </a:xfrm>
        </p:grpSpPr>
        <p:sp>
          <p:nvSpPr>
            <p:cNvPr id="507" name="Google Shape;507;p19"/>
            <p:cNvSpPr/>
            <p:nvPr/>
          </p:nvSpPr>
          <p:spPr>
            <a:xfrm>
              <a:off x="0" y="0"/>
              <a:ext cx="362206" cy="356429"/>
            </a:xfrm>
            <a:custGeom>
              <a:rect b="b" l="l" r="r" t="t"/>
              <a:pathLst>
                <a:path extrusionOk="0" h="356429" w="362206">
                  <a:moveTo>
                    <a:pt x="0" y="0"/>
                  </a:moveTo>
                  <a:lnTo>
                    <a:pt x="362206" y="0"/>
                  </a:lnTo>
                  <a:lnTo>
                    <a:pt x="362206" y="356429"/>
                  </a:lnTo>
                  <a:lnTo>
                    <a:pt x="0" y="356429"/>
                  </a:lnTo>
                  <a:close/>
                </a:path>
              </a:pathLst>
            </a:custGeom>
            <a:solidFill>
              <a:srgbClr val="EFA038"/>
            </a:solidFill>
            <a:ln>
              <a:noFill/>
            </a:ln>
          </p:spPr>
        </p:sp>
        <p:sp>
          <p:nvSpPr>
            <p:cNvPr id="508" name="Google Shape;508;p19"/>
            <p:cNvSpPr txBox="1"/>
            <p:nvPr/>
          </p:nvSpPr>
          <p:spPr>
            <a:xfrm>
              <a:off x="0" y="19050"/>
              <a:ext cx="362206" cy="337379"/>
            </a:xfrm>
            <a:prstGeom prst="rect">
              <a:avLst/>
            </a:prstGeom>
            <a:noFill/>
            <a:ln>
              <a:noFill/>
            </a:ln>
          </p:spPr>
          <p:txBody>
            <a:bodyPr anchorCtr="0" anchor="ctr" bIns="25400" lIns="25400" spcFirstLastPara="1" rIns="25400" wrap="square" tIns="25400">
              <a:noAutofit/>
            </a:bodyPr>
            <a:lstStyle/>
            <a:p>
              <a:pPr indent="0" lvl="0" marL="0" marR="0" rtl="0" algn="ctr">
                <a:lnSpc>
                  <a:spcPct val="103833"/>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509" name="Google Shape;509;p19"/>
          <p:cNvSpPr/>
          <p:nvPr/>
        </p:nvSpPr>
        <p:spPr>
          <a:xfrm>
            <a:off x="6398510" y="2108472"/>
            <a:ext cx="1736729" cy="2108320"/>
          </a:xfrm>
          <a:custGeom>
            <a:rect b="b" l="l" r="r" t="t"/>
            <a:pathLst>
              <a:path extrusionOk="0" h="4216640" w="3473457">
                <a:moveTo>
                  <a:pt x="0" y="0"/>
                </a:moveTo>
                <a:lnTo>
                  <a:pt x="3473456" y="0"/>
                </a:lnTo>
                <a:lnTo>
                  <a:pt x="3473456" y="4216639"/>
                </a:lnTo>
                <a:lnTo>
                  <a:pt x="0" y="4216639"/>
                </a:lnTo>
                <a:lnTo>
                  <a:pt x="0" y="0"/>
                </a:lnTo>
                <a:close/>
              </a:path>
            </a:pathLst>
          </a:custGeom>
          <a:blipFill rotWithShape="1">
            <a:blip r:embed="rId4">
              <a:alphaModFix/>
            </a:blip>
            <a:stretch>
              <a:fillRect b="0" l="0" r="0" t="0"/>
            </a:stretch>
          </a:blipFill>
          <a:ln>
            <a:noFill/>
          </a:ln>
        </p:spPr>
      </p:sp>
      <p:sp>
        <p:nvSpPr>
          <p:cNvPr id="510" name="Google Shape;510;p19"/>
          <p:cNvSpPr/>
          <p:nvPr/>
        </p:nvSpPr>
        <p:spPr>
          <a:xfrm>
            <a:off x="4845815" y="987999"/>
            <a:ext cx="2035840" cy="974658"/>
          </a:xfrm>
          <a:custGeom>
            <a:rect b="b" l="l" r="r" t="t"/>
            <a:pathLst>
              <a:path extrusionOk="0" h="1949317" w="4071680">
                <a:moveTo>
                  <a:pt x="0" y="0"/>
                </a:moveTo>
                <a:lnTo>
                  <a:pt x="4071681" y="0"/>
                </a:lnTo>
                <a:lnTo>
                  <a:pt x="4071681" y="1949317"/>
                </a:lnTo>
                <a:lnTo>
                  <a:pt x="0" y="1949317"/>
                </a:lnTo>
                <a:lnTo>
                  <a:pt x="0" y="0"/>
                </a:lnTo>
                <a:close/>
              </a:path>
            </a:pathLst>
          </a:custGeom>
          <a:blipFill rotWithShape="1">
            <a:blip r:embed="rId5">
              <a:alphaModFix/>
            </a:blip>
            <a:stretch>
              <a:fillRect b="0" l="0" r="0" t="0"/>
            </a:stretch>
          </a:blipFill>
          <a:ln>
            <a:noFill/>
          </a:ln>
        </p:spPr>
      </p:sp>
      <p:sp>
        <p:nvSpPr>
          <p:cNvPr id="511" name="Google Shape;511;p19"/>
          <p:cNvSpPr txBox="1"/>
          <p:nvPr/>
        </p:nvSpPr>
        <p:spPr>
          <a:xfrm>
            <a:off x="398060" y="447675"/>
            <a:ext cx="3302809" cy="11544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3300"/>
              <a:buFont typeface="Arial"/>
              <a:buNone/>
            </a:pPr>
            <a:r>
              <a:rPr b="1" i="0" lang="es" sz="3300" u="none" cap="none" strike="noStrike">
                <a:solidFill>
                  <a:srgbClr val="000000"/>
                </a:solidFill>
                <a:latin typeface="Doto"/>
                <a:ea typeface="Doto"/>
                <a:cs typeface="Doto"/>
                <a:sym typeface="Doto"/>
              </a:rPr>
              <a:t>CONCEPTOS Y FUNDAMENTOS</a:t>
            </a:r>
            <a:endParaRPr b="0" i="0" sz="700" u="none" cap="none" strike="noStrike">
              <a:solidFill>
                <a:srgbClr val="000000"/>
              </a:solidFill>
              <a:latin typeface="Arial"/>
              <a:ea typeface="Arial"/>
              <a:cs typeface="Arial"/>
              <a:sym typeface="Arial"/>
            </a:endParaRPr>
          </a:p>
        </p:txBody>
      </p:sp>
      <p:sp>
        <p:nvSpPr>
          <p:cNvPr id="512" name="Google Shape;512;p19"/>
          <p:cNvSpPr txBox="1"/>
          <p:nvPr/>
        </p:nvSpPr>
        <p:spPr>
          <a:xfrm>
            <a:off x="398060" y="1999252"/>
            <a:ext cx="2938992" cy="194628"/>
          </a:xfrm>
          <a:prstGeom prst="rect">
            <a:avLst/>
          </a:prstGeom>
          <a:noFill/>
          <a:ln>
            <a:noFill/>
          </a:ln>
        </p:spPr>
        <p:txBody>
          <a:bodyPr anchorCtr="0" anchor="t" bIns="0" lIns="0" spcFirstLastPara="1" rIns="0" wrap="square" tIns="0">
            <a:spAutoFit/>
          </a:bodyPr>
          <a:lstStyle/>
          <a:p>
            <a:pPr indent="0" lvl="0" marL="0" marR="0" rtl="0" algn="just">
              <a:lnSpc>
                <a:spcPct val="140017"/>
              </a:lnSpc>
              <a:spcBef>
                <a:spcPts val="0"/>
              </a:spcBef>
              <a:spcAft>
                <a:spcPts val="0"/>
              </a:spcAft>
              <a:buClr>
                <a:srgbClr val="000000"/>
              </a:buClr>
              <a:buSzPts val="1100"/>
              <a:buFont typeface="Arial"/>
              <a:buNone/>
            </a:pPr>
            <a:r>
              <a:rPr b="1" i="0" lang="es" sz="1100" u="none" cap="none" strike="noStrike">
                <a:solidFill>
                  <a:srgbClr val="000000"/>
                </a:solidFill>
                <a:latin typeface="Arial"/>
                <a:ea typeface="Arial"/>
                <a:cs typeface="Arial"/>
                <a:sym typeface="Arial"/>
              </a:rPr>
              <a:t>COMMIT</a:t>
            </a:r>
            <a:endParaRPr b="0" i="0" sz="700" u="none" cap="none" strike="noStrike">
              <a:solidFill>
                <a:srgbClr val="000000"/>
              </a:solidFill>
              <a:latin typeface="Arial"/>
              <a:ea typeface="Arial"/>
              <a:cs typeface="Arial"/>
              <a:sym typeface="Arial"/>
            </a:endParaRPr>
          </a:p>
        </p:txBody>
      </p:sp>
      <p:sp>
        <p:nvSpPr>
          <p:cNvPr id="513" name="Google Shape;513;p19"/>
          <p:cNvSpPr txBox="1"/>
          <p:nvPr/>
        </p:nvSpPr>
        <p:spPr>
          <a:xfrm>
            <a:off x="398060" y="3163266"/>
            <a:ext cx="1754870" cy="194628"/>
          </a:xfrm>
          <a:prstGeom prst="rect">
            <a:avLst/>
          </a:prstGeom>
          <a:noFill/>
          <a:ln>
            <a:noFill/>
          </a:ln>
        </p:spPr>
        <p:txBody>
          <a:bodyPr anchorCtr="0" anchor="t" bIns="0" lIns="0" spcFirstLastPara="1" rIns="0" wrap="square" tIns="0">
            <a:spAutoFit/>
          </a:bodyPr>
          <a:lstStyle/>
          <a:p>
            <a:pPr indent="0" lvl="0" marL="0" marR="0" rtl="0" algn="just">
              <a:lnSpc>
                <a:spcPct val="140017"/>
              </a:lnSpc>
              <a:spcBef>
                <a:spcPts val="0"/>
              </a:spcBef>
              <a:spcAft>
                <a:spcPts val="0"/>
              </a:spcAft>
              <a:buClr>
                <a:srgbClr val="000000"/>
              </a:buClr>
              <a:buSzPts val="1100"/>
              <a:buFont typeface="Arial"/>
              <a:buNone/>
            </a:pPr>
            <a:r>
              <a:rPr b="1" i="0" lang="es" sz="1100" u="none" cap="none" strike="noStrike">
                <a:solidFill>
                  <a:srgbClr val="000000"/>
                </a:solidFill>
                <a:latin typeface="Arial"/>
                <a:ea typeface="Arial"/>
                <a:cs typeface="Arial"/>
                <a:sym typeface="Arial"/>
              </a:rPr>
              <a:t>RAMAS</a:t>
            </a:r>
            <a:endParaRPr b="0" i="0" sz="700" u="none" cap="none" strike="noStrike">
              <a:solidFill>
                <a:srgbClr val="000000"/>
              </a:solidFill>
              <a:latin typeface="Arial"/>
              <a:ea typeface="Arial"/>
              <a:cs typeface="Arial"/>
              <a:sym typeface="Arial"/>
            </a:endParaRPr>
          </a:p>
        </p:txBody>
      </p:sp>
      <p:sp>
        <p:nvSpPr>
          <p:cNvPr id="514" name="Google Shape;514;p19"/>
          <p:cNvSpPr txBox="1"/>
          <p:nvPr/>
        </p:nvSpPr>
        <p:spPr>
          <a:xfrm>
            <a:off x="410614" y="2211314"/>
            <a:ext cx="3067265" cy="794702"/>
          </a:xfrm>
          <a:prstGeom prst="rect">
            <a:avLst/>
          </a:prstGeom>
          <a:noFill/>
          <a:ln>
            <a:noFill/>
          </a:ln>
        </p:spPr>
        <p:txBody>
          <a:bodyPr anchorCtr="0" anchor="t" bIns="0" lIns="0" spcFirstLastPara="1" rIns="0" wrap="square" tIns="0">
            <a:spAutoFit/>
          </a:bodyPr>
          <a:lstStyle/>
          <a:p>
            <a:pPr indent="0" lvl="0" marL="0" marR="0" rtl="0" algn="just">
              <a:lnSpc>
                <a:spcPct val="140017"/>
              </a:lnSpc>
              <a:spcBef>
                <a:spcPts val="0"/>
              </a:spcBef>
              <a:spcAft>
                <a:spcPts val="0"/>
              </a:spcAft>
              <a:buClr>
                <a:srgbClr val="000000"/>
              </a:buClr>
              <a:buSzPts val="1100"/>
              <a:buFont typeface="Arial"/>
              <a:buNone/>
            </a:pPr>
            <a:r>
              <a:rPr b="0" i="0" lang="es" sz="1100" u="none" cap="none" strike="noStrike">
                <a:solidFill>
                  <a:srgbClr val="000000"/>
                </a:solidFill>
                <a:latin typeface="Arial"/>
                <a:ea typeface="Arial"/>
                <a:cs typeface="Arial"/>
                <a:sym typeface="Arial"/>
              </a:rPr>
              <a:t>Un commit es una acción que registra un conjunto de cambios en el repositorio. Cada commit tiene un mensaje descriptivo que explica los cambios realizados.</a:t>
            </a:r>
            <a:endParaRPr b="0" i="0" sz="700" u="none" cap="none" strike="noStrike">
              <a:solidFill>
                <a:srgbClr val="000000"/>
              </a:solidFill>
              <a:latin typeface="Arial"/>
              <a:ea typeface="Arial"/>
              <a:cs typeface="Arial"/>
              <a:sym typeface="Arial"/>
            </a:endParaRPr>
          </a:p>
        </p:txBody>
      </p:sp>
      <p:sp>
        <p:nvSpPr>
          <p:cNvPr id="515" name="Google Shape;515;p19"/>
          <p:cNvSpPr txBox="1"/>
          <p:nvPr/>
        </p:nvSpPr>
        <p:spPr>
          <a:xfrm>
            <a:off x="398060" y="3376943"/>
            <a:ext cx="3067265" cy="1394778"/>
          </a:xfrm>
          <a:prstGeom prst="rect">
            <a:avLst/>
          </a:prstGeom>
          <a:noFill/>
          <a:ln>
            <a:noFill/>
          </a:ln>
        </p:spPr>
        <p:txBody>
          <a:bodyPr anchorCtr="0" anchor="t" bIns="0" lIns="0" spcFirstLastPara="1" rIns="0" wrap="square" tIns="0">
            <a:spAutoFit/>
          </a:bodyPr>
          <a:lstStyle/>
          <a:p>
            <a:pPr indent="0" lvl="0" marL="0" marR="0" rtl="0" algn="just">
              <a:lnSpc>
                <a:spcPct val="140017"/>
              </a:lnSpc>
              <a:spcBef>
                <a:spcPts val="0"/>
              </a:spcBef>
              <a:spcAft>
                <a:spcPts val="0"/>
              </a:spcAft>
              <a:buClr>
                <a:srgbClr val="000000"/>
              </a:buClr>
              <a:buSzPts val="1100"/>
              <a:buFont typeface="Arial"/>
              <a:buNone/>
            </a:pPr>
            <a:r>
              <a:rPr b="0" i="0" lang="es" sz="1100" u="none" cap="none" strike="noStrike">
                <a:solidFill>
                  <a:srgbClr val="000000"/>
                </a:solidFill>
                <a:latin typeface="Arial"/>
                <a:ea typeface="Arial"/>
                <a:cs typeface="Arial"/>
                <a:sym typeface="Arial"/>
              </a:rPr>
              <a:t>Las ramas son líneas de desarrollo independientes que divergen del flujo principal del proyecto (rama principal o "master"). Se utilizan para trabajar en nuevas características, solucionar problemas o realizar experimentos sin afectar directamente la rama principal.</a:t>
            </a:r>
            <a:endParaRPr b="0" i="0" sz="7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20"/>
          <p:cNvSpPr/>
          <p:nvPr/>
        </p:nvSpPr>
        <p:spPr>
          <a:xfrm>
            <a:off x="0" y="0"/>
            <a:ext cx="9144000" cy="51435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0194" r="-40926" t="-14582"/>
            </a:stretch>
          </a:blipFill>
          <a:ln>
            <a:noFill/>
          </a:ln>
        </p:spPr>
      </p:sp>
      <p:grpSp>
        <p:nvGrpSpPr>
          <p:cNvPr id="521" name="Google Shape;521;p20"/>
          <p:cNvGrpSpPr/>
          <p:nvPr/>
        </p:nvGrpSpPr>
        <p:grpSpPr>
          <a:xfrm>
            <a:off x="4370190" y="3941525"/>
            <a:ext cx="753427" cy="830196"/>
            <a:chOff x="0" y="0"/>
            <a:chExt cx="396867" cy="437305"/>
          </a:xfrm>
        </p:grpSpPr>
        <p:sp>
          <p:nvSpPr>
            <p:cNvPr id="522" name="Google Shape;522;p20"/>
            <p:cNvSpPr/>
            <p:nvPr/>
          </p:nvSpPr>
          <p:spPr>
            <a:xfrm>
              <a:off x="0" y="0"/>
              <a:ext cx="396867" cy="437305"/>
            </a:xfrm>
            <a:custGeom>
              <a:rect b="b" l="l" r="r" t="t"/>
              <a:pathLst>
                <a:path extrusionOk="0" h="437305" w="396867">
                  <a:moveTo>
                    <a:pt x="0" y="0"/>
                  </a:moveTo>
                  <a:lnTo>
                    <a:pt x="396867" y="0"/>
                  </a:lnTo>
                  <a:lnTo>
                    <a:pt x="396867" y="437305"/>
                  </a:lnTo>
                  <a:lnTo>
                    <a:pt x="0" y="437305"/>
                  </a:lnTo>
                  <a:close/>
                </a:path>
              </a:pathLst>
            </a:custGeom>
            <a:solidFill>
              <a:srgbClr val="EFA038"/>
            </a:solidFill>
            <a:ln>
              <a:noFill/>
            </a:ln>
          </p:spPr>
        </p:sp>
        <p:sp>
          <p:nvSpPr>
            <p:cNvPr id="523" name="Google Shape;523;p20"/>
            <p:cNvSpPr txBox="1"/>
            <p:nvPr/>
          </p:nvSpPr>
          <p:spPr>
            <a:xfrm>
              <a:off x="0" y="19050"/>
              <a:ext cx="396867" cy="418255"/>
            </a:xfrm>
            <a:prstGeom prst="rect">
              <a:avLst/>
            </a:prstGeom>
            <a:noFill/>
            <a:ln>
              <a:noFill/>
            </a:ln>
          </p:spPr>
          <p:txBody>
            <a:bodyPr anchorCtr="0" anchor="ctr" bIns="25400" lIns="25400" spcFirstLastPara="1" rIns="25400" wrap="square" tIns="25400">
              <a:noAutofit/>
            </a:bodyPr>
            <a:lstStyle/>
            <a:p>
              <a:pPr indent="0" lvl="0" marL="0" marR="0" rtl="0" algn="ctr">
                <a:lnSpc>
                  <a:spcPct val="103833"/>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524" name="Google Shape;524;p20"/>
          <p:cNvGrpSpPr/>
          <p:nvPr/>
        </p:nvGrpSpPr>
        <p:grpSpPr>
          <a:xfrm>
            <a:off x="4677834" y="897874"/>
            <a:ext cx="3823521" cy="3560975"/>
            <a:chOff x="0" y="0"/>
            <a:chExt cx="2014035" cy="1875740"/>
          </a:xfrm>
        </p:grpSpPr>
        <p:sp>
          <p:nvSpPr>
            <p:cNvPr id="525" name="Google Shape;525;p20"/>
            <p:cNvSpPr/>
            <p:nvPr/>
          </p:nvSpPr>
          <p:spPr>
            <a:xfrm>
              <a:off x="0" y="0"/>
              <a:ext cx="2014035" cy="1875740"/>
            </a:xfrm>
            <a:custGeom>
              <a:rect b="b" l="l" r="r" t="t"/>
              <a:pathLst>
                <a:path extrusionOk="0" h="1875740" w="2014035">
                  <a:moveTo>
                    <a:pt x="0" y="0"/>
                  </a:moveTo>
                  <a:lnTo>
                    <a:pt x="2014035" y="0"/>
                  </a:lnTo>
                  <a:lnTo>
                    <a:pt x="2014035" y="1875740"/>
                  </a:lnTo>
                  <a:lnTo>
                    <a:pt x="0" y="1875740"/>
                  </a:lnTo>
                  <a:close/>
                </a:path>
              </a:pathLst>
            </a:custGeom>
            <a:solidFill>
              <a:srgbClr val="2E6E80"/>
            </a:solidFill>
            <a:ln>
              <a:noFill/>
            </a:ln>
          </p:spPr>
        </p:sp>
        <p:sp>
          <p:nvSpPr>
            <p:cNvPr id="526" name="Google Shape;526;p20"/>
            <p:cNvSpPr txBox="1"/>
            <p:nvPr/>
          </p:nvSpPr>
          <p:spPr>
            <a:xfrm>
              <a:off x="0" y="19050"/>
              <a:ext cx="2014035" cy="1856690"/>
            </a:xfrm>
            <a:prstGeom prst="rect">
              <a:avLst/>
            </a:prstGeom>
            <a:noFill/>
            <a:ln>
              <a:noFill/>
            </a:ln>
          </p:spPr>
          <p:txBody>
            <a:bodyPr anchorCtr="0" anchor="ctr" bIns="25400" lIns="25400" spcFirstLastPara="1" rIns="25400" wrap="square" tIns="25400">
              <a:noAutofit/>
            </a:bodyPr>
            <a:lstStyle/>
            <a:p>
              <a:pPr indent="0" lvl="0" marL="0" marR="0" rtl="0" algn="ctr">
                <a:lnSpc>
                  <a:spcPct val="103833"/>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527" name="Google Shape;527;p20"/>
          <p:cNvGrpSpPr/>
          <p:nvPr/>
        </p:nvGrpSpPr>
        <p:grpSpPr>
          <a:xfrm rot="-5400000">
            <a:off x="1851539" y="175427"/>
            <a:ext cx="83159" cy="3095338"/>
            <a:chOff x="0" y="0"/>
            <a:chExt cx="43804" cy="1630466"/>
          </a:xfrm>
        </p:grpSpPr>
        <p:sp>
          <p:nvSpPr>
            <p:cNvPr id="528" name="Google Shape;528;p20"/>
            <p:cNvSpPr/>
            <p:nvPr/>
          </p:nvSpPr>
          <p:spPr>
            <a:xfrm>
              <a:off x="0" y="0"/>
              <a:ext cx="43804" cy="1630466"/>
            </a:xfrm>
            <a:custGeom>
              <a:rect b="b" l="l" r="r" t="t"/>
              <a:pathLst>
                <a:path extrusionOk="0" h="1630466" w="43804">
                  <a:moveTo>
                    <a:pt x="0" y="0"/>
                  </a:moveTo>
                  <a:lnTo>
                    <a:pt x="43804" y="0"/>
                  </a:lnTo>
                  <a:lnTo>
                    <a:pt x="43804" y="1630466"/>
                  </a:lnTo>
                  <a:lnTo>
                    <a:pt x="0" y="1630466"/>
                  </a:lnTo>
                  <a:close/>
                </a:path>
              </a:pathLst>
            </a:custGeom>
            <a:solidFill>
              <a:srgbClr val="EFA038"/>
            </a:solidFill>
            <a:ln>
              <a:noFill/>
            </a:ln>
          </p:spPr>
        </p:sp>
        <p:sp>
          <p:nvSpPr>
            <p:cNvPr id="529" name="Google Shape;529;p20"/>
            <p:cNvSpPr txBox="1"/>
            <p:nvPr/>
          </p:nvSpPr>
          <p:spPr>
            <a:xfrm>
              <a:off x="0" y="19050"/>
              <a:ext cx="43804" cy="1611416"/>
            </a:xfrm>
            <a:prstGeom prst="rect">
              <a:avLst/>
            </a:prstGeom>
            <a:noFill/>
            <a:ln>
              <a:noFill/>
            </a:ln>
          </p:spPr>
          <p:txBody>
            <a:bodyPr anchorCtr="0" anchor="ctr" bIns="25400" lIns="25400" spcFirstLastPara="1" rIns="25400" wrap="square" tIns="25400">
              <a:noAutofit/>
            </a:bodyPr>
            <a:lstStyle/>
            <a:p>
              <a:pPr indent="0" lvl="0" marL="0" marR="0" rtl="0" algn="ctr">
                <a:lnSpc>
                  <a:spcPct val="103833"/>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530" name="Google Shape;530;p20"/>
          <p:cNvGrpSpPr/>
          <p:nvPr/>
        </p:nvGrpSpPr>
        <p:grpSpPr>
          <a:xfrm>
            <a:off x="8026601" y="578454"/>
            <a:ext cx="687625" cy="676658"/>
            <a:chOff x="0" y="0"/>
            <a:chExt cx="362206" cy="356429"/>
          </a:xfrm>
        </p:grpSpPr>
        <p:sp>
          <p:nvSpPr>
            <p:cNvPr id="531" name="Google Shape;531;p20"/>
            <p:cNvSpPr/>
            <p:nvPr/>
          </p:nvSpPr>
          <p:spPr>
            <a:xfrm>
              <a:off x="0" y="0"/>
              <a:ext cx="362206" cy="356429"/>
            </a:xfrm>
            <a:custGeom>
              <a:rect b="b" l="l" r="r" t="t"/>
              <a:pathLst>
                <a:path extrusionOk="0" h="356429" w="362206">
                  <a:moveTo>
                    <a:pt x="0" y="0"/>
                  </a:moveTo>
                  <a:lnTo>
                    <a:pt x="362206" y="0"/>
                  </a:lnTo>
                  <a:lnTo>
                    <a:pt x="362206" y="356429"/>
                  </a:lnTo>
                  <a:lnTo>
                    <a:pt x="0" y="356429"/>
                  </a:lnTo>
                  <a:close/>
                </a:path>
              </a:pathLst>
            </a:custGeom>
            <a:solidFill>
              <a:srgbClr val="EFA038"/>
            </a:solidFill>
            <a:ln>
              <a:noFill/>
            </a:ln>
          </p:spPr>
        </p:sp>
        <p:sp>
          <p:nvSpPr>
            <p:cNvPr id="532" name="Google Shape;532;p20"/>
            <p:cNvSpPr txBox="1"/>
            <p:nvPr/>
          </p:nvSpPr>
          <p:spPr>
            <a:xfrm>
              <a:off x="0" y="19050"/>
              <a:ext cx="362206" cy="337379"/>
            </a:xfrm>
            <a:prstGeom prst="rect">
              <a:avLst/>
            </a:prstGeom>
            <a:noFill/>
            <a:ln>
              <a:noFill/>
            </a:ln>
          </p:spPr>
          <p:txBody>
            <a:bodyPr anchorCtr="0" anchor="ctr" bIns="25400" lIns="25400" spcFirstLastPara="1" rIns="25400" wrap="square" tIns="25400">
              <a:noAutofit/>
            </a:bodyPr>
            <a:lstStyle/>
            <a:p>
              <a:pPr indent="0" lvl="0" marL="0" marR="0" rtl="0" algn="ctr">
                <a:lnSpc>
                  <a:spcPct val="103833"/>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533" name="Google Shape;533;p20"/>
          <p:cNvSpPr/>
          <p:nvPr/>
        </p:nvSpPr>
        <p:spPr>
          <a:xfrm>
            <a:off x="6398510" y="2108472"/>
            <a:ext cx="1736729" cy="2108320"/>
          </a:xfrm>
          <a:custGeom>
            <a:rect b="b" l="l" r="r" t="t"/>
            <a:pathLst>
              <a:path extrusionOk="0" h="4216640" w="3473457">
                <a:moveTo>
                  <a:pt x="0" y="0"/>
                </a:moveTo>
                <a:lnTo>
                  <a:pt x="3473456" y="0"/>
                </a:lnTo>
                <a:lnTo>
                  <a:pt x="3473456" y="4216639"/>
                </a:lnTo>
                <a:lnTo>
                  <a:pt x="0" y="4216639"/>
                </a:lnTo>
                <a:lnTo>
                  <a:pt x="0" y="0"/>
                </a:lnTo>
                <a:close/>
              </a:path>
            </a:pathLst>
          </a:custGeom>
          <a:blipFill rotWithShape="1">
            <a:blip r:embed="rId4">
              <a:alphaModFix/>
            </a:blip>
            <a:stretch>
              <a:fillRect b="0" l="0" r="0" t="0"/>
            </a:stretch>
          </a:blipFill>
          <a:ln>
            <a:noFill/>
          </a:ln>
        </p:spPr>
      </p:sp>
      <p:sp>
        <p:nvSpPr>
          <p:cNvPr id="534" name="Google Shape;534;p20"/>
          <p:cNvSpPr/>
          <p:nvPr/>
        </p:nvSpPr>
        <p:spPr>
          <a:xfrm>
            <a:off x="4845815" y="987999"/>
            <a:ext cx="2035840" cy="974658"/>
          </a:xfrm>
          <a:custGeom>
            <a:rect b="b" l="l" r="r" t="t"/>
            <a:pathLst>
              <a:path extrusionOk="0" h="1949317" w="4071680">
                <a:moveTo>
                  <a:pt x="0" y="0"/>
                </a:moveTo>
                <a:lnTo>
                  <a:pt x="4071681" y="0"/>
                </a:lnTo>
                <a:lnTo>
                  <a:pt x="4071681" y="1949317"/>
                </a:lnTo>
                <a:lnTo>
                  <a:pt x="0" y="1949317"/>
                </a:lnTo>
                <a:lnTo>
                  <a:pt x="0" y="0"/>
                </a:lnTo>
                <a:close/>
              </a:path>
            </a:pathLst>
          </a:custGeom>
          <a:blipFill rotWithShape="1">
            <a:blip r:embed="rId5">
              <a:alphaModFix/>
            </a:blip>
            <a:stretch>
              <a:fillRect b="0" l="0" r="0" t="0"/>
            </a:stretch>
          </a:blipFill>
          <a:ln>
            <a:noFill/>
          </a:ln>
        </p:spPr>
      </p:sp>
      <p:sp>
        <p:nvSpPr>
          <p:cNvPr id="535" name="Google Shape;535;p20"/>
          <p:cNvSpPr txBox="1"/>
          <p:nvPr/>
        </p:nvSpPr>
        <p:spPr>
          <a:xfrm>
            <a:off x="398060" y="447675"/>
            <a:ext cx="3302809" cy="11544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3300"/>
              <a:buFont typeface="Arial"/>
              <a:buNone/>
            </a:pPr>
            <a:r>
              <a:rPr b="1" i="0" lang="es" sz="3300" u="none" cap="none" strike="noStrike">
                <a:solidFill>
                  <a:srgbClr val="000000"/>
                </a:solidFill>
                <a:latin typeface="Doto"/>
                <a:ea typeface="Doto"/>
                <a:cs typeface="Doto"/>
                <a:sym typeface="Doto"/>
              </a:rPr>
              <a:t>CONCEPTOS Y FUNDAMENTOS</a:t>
            </a:r>
            <a:endParaRPr b="0" i="0" sz="700" u="none" cap="none" strike="noStrike">
              <a:solidFill>
                <a:srgbClr val="000000"/>
              </a:solidFill>
              <a:latin typeface="Arial"/>
              <a:ea typeface="Arial"/>
              <a:cs typeface="Arial"/>
              <a:sym typeface="Arial"/>
            </a:endParaRPr>
          </a:p>
        </p:txBody>
      </p:sp>
      <p:sp>
        <p:nvSpPr>
          <p:cNvPr id="536" name="Google Shape;536;p20"/>
          <p:cNvSpPr txBox="1"/>
          <p:nvPr/>
        </p:nvSpPr>
        <p:spPr>
          <a:xfrm>
            <a:off x="398060" y="1999252"/>
            <a:ext cx="2938992" cy="194628"/>
          </a:xfrm>
          <a:prstGeom prst="rect">
            <a:avLst/>
          </a:prstGeom>
          <a:noFill/>
          <a:ln>
            <a:noFill/>
          </a:ln>
        </p:spPr>
        <p:txBody>
          <a:bodyPr anchorCtr="0" anchor="t" bIns="0" lIns="0" spcFirstLastPara="1" rIns="0" wrap="square" tIns="0">
            <a:spAutoFit/>
          </a:bodyPr>
          <a:lstStyle/>
          <a:p>
            <a:pPr indent="0" lvl="0" marL="0" marR="0" rtl="0" algn="just">
              <a:lnSpc>
                <a:spcPct val="140017"/>
              </a:lnSpc>
              <a:spcBef>
                <a:spcPts val="0"/>
              </a:spcBef>
              <a:spcAft>
                <a:spcPts val="0"/>
              </a:spcAft>
              <a:buClr>
                <a:srgbClr val="000000"/>
              </a:buClr>
              <a:buSzPts val="1100"/>
              <a:buFont typeface="Arial"/>
              <a:buNone/>
            </a:pPr>
            <a:r>
              <a:rPr b="1" i="0" lang="es" sz="1100" u="none" cap="none" strike="noStrike">
                <a:solidFill>
                  <a:srgbClr val="000000"/>
                </a:solidFill>
                <a:latin typeface="Arial"/>
                <a:ea typeface="Arial"/>
                <a:cs typeface="Arial"/>
                <a:sym typeface="Arial"/>
              </a:rPr>
              <a:t>ETIQUETAS</a:t>
            </a:r>
            <a:endParaRPr b="0" i="0" sz="700" u="none" cap="none" strike="noStrike">
              <a:solidFill>
                <a:srgbClr val="000000"/>
              </a:solidFill>
              <a:latin typeface="Arial"/>
              <a:ea typeface="Arial"/>
              <a:cs typeface="Arial"/>
              <a:sym typeface="Arial"/>
            </a:endParaRPr>
          </a:p>
        </p:txBody>
      </p:sp>
      <p:sp>
        <p:nvSpPr>
          <p:cNvPr id="537" name="Google Shape;537;p20"/>
          <p:cNvSpPr txBox="1"/>
          <p:nvPr/>
        </p:nvSpPr>
        <p:spPr>
          <a:xfrm>
            <a:off x="398060" y="3346441"/>
            <a:ext cx="1754870" cy="194628"/>
          </a:xfrm>
          <a:prstGeom prst="rect">
            <a:avLst/>
          </a:prstGeom>
          <a:noFill/>
          <a:ln>
            <a:noFill/>
          </a:ln>
        </p:spPr>
        <p:txBody>
          <a:bodyPr anchorCtr="0" anchor="t" bIns="0" lIns="0" spcFirstLastPara="1" rIns="0" wrap="square" tIns="0">
            <a:spAutoFit/>
          </a:bodyPr>
          <a:lstStyle/>
          <a:p>
            <a:pPr indent="0" lvl="0" marL="0" marR="0" rtl="0" algn="just">
              <a:lnSpc>
                <a:spcPct val="140017"/>
              </a:lnSpc>
              <a:spcBef>
                <a:spcPts val="0"/>
              </a:spcBef>
              <a:spcAft>
                <a:spcPts val="0"/>
              </a:spcAft>
              <a:buClr>
                <a:srgbClr val="000000"/>
              </a:buClr>
              <a:buSzPts val="1100"/>
              <a:buFont typeface="Arial"/>
              <a:buNone/>
            </a:pPr>
            <a:r>
              <a:rPr b="1" i="0" lang="es" sz="1100" u="none" cap="none" strike="noStrike">
                <a:solidFill>
                  <a:srgbClr val="000000"/>
                </a:solidFill>
                <a:latin typeface="Arial"/>
                <a:ea typeface="Arial"/>
                <a:cs typeface="Arial"/>
                <a:sym typeface="Arial"/>
              </a:rPr>
              <a:t>CONFLICTOS</a:t>
            </a:r>
            <a:endParaRPr b="0" i="0" sz="700" u="none" cap="none" strike="noStrike">
              <a:solidFill>
                <a:srgbClr val="000000"/>
              </a:solidFill>
              <a:latin typeface="Arial"/>
              <a:ea typeface="Arial"/>
              <a:cs typeface="Arial"/>
              <a:sym typeface="Arial"/>
            </a:endParaRPr>
          </a:p>
        </p:txBody>
      </p:sp>
      <p:sp>
        <p:nvSpPr>
          <p:cNvPr id="538" name="Google Shape;538;p20"/>
          <p:cNvSpPr txBox="1"/>
          <p:nvPr/>
        </p:nvSpPr>
        <p:spPr>
          <a:xfrm>
            <a:off x="410615" y="2211314"/>
            <a:ext cx="3854917" cy="994727"/>
          </a:xfrm>
          <a:prstGeom prst="rect">
            <a:avLst/>
          </a:prstGeom>
          <a:noFill/>
          <a:ln>
            <a:noFill/>
          </a:ln>
        </p:spPr>
        <p:txBody>
          <a:bodyPr anchorCtr="0" anchor="t" bIns="0" lIns="0" spcFirstLastPara="1" rIns="0" wrap="square" tIns="0">
            <a:spAutoFit/>
          </a:bodyPr>
          <a:lstStyle/>
          <a:p>
            <a:pPr indent="0" lvl="0" marL="0" marR="0" rtl="0" algn="just">
              <a:lnSpc>
                <a:spcPct val="140017"/>
              </a:lnSpc>
              <a:spcBef>
                <a:spcPts val="0"/>
              </a:spcBef>
              <a:spcAft>
                <a:spcPts val="0"/>
              </a:spcAft>
              <a:buClr>
                <a:srgbClr val="000000"/>
              </a:buClr>
              <a:buSzPts val="1100"/>
              <a:buFont typeface="Arial"/>
              <a:buNone/>
            </a:pPr>
            <a:r>
              <a:rPr b="0" i="0" lang="es" sz="1100" u="none" cap="none" strike="noStrike">
                <a:solidFill>
                  <a:srgbClr val="000000"/>
                </a:solidFill>
                <a:latin typeface="Arial"/>
                <a:ea typeface="Arial"/>
                <a:cs typeface="Arial"/>
                <a:sym typeface="Arial"/>
              </a:rPr>
              <a:t>(TAGS) Las etiquetas son nombres simbólicos asociados a puntos específicos en la historia del repositorio. Se utilizan para marcar versiones importantes y estables del código fuente, como lanzamientos (versiones) del software.</a:t>
            </a:r>
            <a:endParaRPr b="0" i="0" sz="700" u="none" cap="none" strike="noStrike">
              <a:solidFill>
                <a:srgbClr val="000000"/>
              </a:solidFill>
              <a:latin typeface="Arial"/>
              <a:ea typeface="Arial"/>
              <a:cs typeface="Arial"/>
              <a:sym typeface="Arial"/>
            </a:endParaRPr>
          </a:p>
        </p:txBody>
      </p:sp>
      <p:sp>
        <p:nvSpPr>
          <p:cNvPr id="539" name="Google Shape;539;p20"/>
          <p:cNvSpPr txBox="1"/>
          <p:nvPr/>
        </p:nvSpPr>
        <p:spPr>
          <a:xfrm>
            <a:off x="410615" y="3560118"/>
            <a:ext cx="3470250" cy="1194753"/>
          </a:xfrm>
          <a:prstGeom prst="rect">
            <a:avLst/>
          </a:prstGeom>
          <a:noFill/>
          <a:ln>
            <a:noFill/>
          </a:ln>
        </p:spPr>
        <p:txBody>
          <a:bodyPr anchorCtr="0" anchor="t" bIns="0" lIns="0" spcFirstLastPara="1" rIns="0" wrap="square" tIns="0">
            <a:spAutoFit/>
          </a:bodyPr>
          <a:lstStyle/>
          <a:p>
            <a:pPr indent="0" lvl="0" marL="0" marR="0" rtl="0" algn="just">
              <a:lnSpc>
                <a:spcPct val="140017"/>
              </a:lnSpc>
              <a:spcBef>
                <a:spcPts val="0"/>
              </a:spcBef>
              <a:spcAft>
                <a:spcPts val="0"/>
              </a:spcAft>
              <a:buClr>
                <a:srgbClr val="000000"/>
              </a:buClr>
              <a:buSzPts val="1100"/>
              <a:buFont typeface="Arial"/>
              <a:buNone/>
            </a:pPr>
            <a:r>
              <a:rPr b="0" i="0" lang="es" sz="1100" u="none" cap="none" strike="noStrike">
                <a:solidFill>
                  <a:srgbClr val="000000"/>
                </a:solidFill>
                <a:latin typeface="Arial"/>
                <a:ea typeface="Arial"/>
                <a:cs typeface="Arial"/>
                <a:sym typeface="Arial"/>
              </a:rPr>
              <a:t>Los conflictos ocurren cuando dos o más usuarios realizan cambios en la misma parte del código fuente y estos cambios entran en conflicto al intentar combinarlos. Resolver conflictos es una parte importante del manejo de versiones distribuidas.</a:t>
            </a:r>
            <a:endParaRPr b="0" i="0" sz="7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E6E80"/>
        </a:solidFill>
      </p:bgPr>
    </p:bg>
    <p:spTree>
      <p:nvGrpSpPr>
        <p:cNvPr id="543" name="Shape 543"/>
        <p:cNvGrpSpPr/>
        <p:nvPr/>
      </p:nvGrpSpPr>
      <p:grpSpPr>
        <a:xfrm>
          <a:off x="0" y="0"/>
          <a:ext cx="0" cy="0"/>
          <a:chOff x="0" y="0"/>
          <a:chExt cx="0" cy="0"/>
        </a:xfrm>
      </p:grpSpPr>
      <p:sp>
        <p:nvSpPr>
          <p:cNvPr id="544" name="Google Shape;544;p21"/>
          <p:cNvSpPr/>
          <p:nvPr/>
        </p:nvSpPr>
        <p:spPr>
          <a:xfrm flipH="1">
            <a:off x="-766387" y="2738856"/>
            <a:ext cx="1709822" cy="3285794"/>
          </a:xfrm>
          <a:custGeom>
            <a:rect b="b" l="l" r="r" t="t"/>
            <a:pathLst>
              <a:path extrusionOk="0" h="6571588" w="3419644">
                <a:moveTo>
                  <a:pt x="3419643" y="0"/>
                </a:moveTo>
                <a:lnTo>
                  <a:pt x="0" y="0"/>
                </a:lnTo>
                <a:lnTo>
                  <a:pt x="0" y="6571588"/>
                </a:lnTo>
                <a:lnTo>
                  <a:pt x="3419643" y="6571588"/>
                </a:lnTo>
                <a:lnTo>
                  <a:pt x="3419643" y="0"/>
                </a:lnTo>
                <a:close/>
              </a:path>
            </a:pathLst>
          </a:custGeom>
          <a:blipFill rotWithShape="1">
            <a:blip r:embed="rId3">
              <a:alphaModFix/>
            </a:blip>
            <a:stretch>
              <a:fillRect b="0" l="0" r="0" t="0"/>
            </a:stretch>
          </a:blipFill>
          <a:ln>
            <a:noFill/>
          </a:ln>
        </p:spPr>
      </p:sp>
      <p:cxnSp>
        <p:nvCxnSpPr>
          <p:cNvPr id="545" name="Google Shape;545;p21"/>
          <p:cNvCxnSpPr/>
          <p:nvPr/>
        </p:nvCxnSpPr>
        <p:spPr>
          <a:xfrm>
            <a:off x="740268" y="1945165"/>
            <a:ext cx="3288974" cy="0"/>
          </a:xfrm>
          <a:prstGeom prst="straightConnector1">
            <a:avLst/>
          </a:prstGeom>
          <a:noFill/>
          <a:ln cap="flat" cmpd="sng" w="123825">
            <a:solidFill>
              <a:srgbClr val="EFA038"/>
            </a:solidFill>
            <a:prstDash val="solid"/>
            <a:round/>
            <a:headEnd len="sm" w="sm" type="none"/>
            <a:tailEnd len="sm" w="sm" type="none"/>
          </a:ln>
        </p:spPr>
      </p:cxnSp>
      <p:sp>
        <p:nvSpPr>
          <p:cNvPr id="546" name="Google Shape;546;p21"/>
          <p:cNvSpPr/>
          <p:nvPr/>
        </p:nvSpPr>
        <p:spPr>
          <a:xfrm flipH="1" rot="5400000">
            <a:off x="6646192" y="-1254684"/>
            <a:ext cx="1709822" cy="3285794"/>
          </a:xfrm>
          <a:custGeom>
            <a:rect b="b" l="l" r="r" t="t"/>
            <a:pathLst>
              <a:path extrusionOk="0" h="6571588" w="3419644">
                <a:moveTo>
                  <a:pt x="3419644" y="0"/>
                </a:moveTo>
                <a:lnTo>
                  <a:pt x="0" y="0"/>
                </a:lnTo>
                <a:lnTo>
                  <a:pt x="0" y="6571589"/>
                </a:lnTo>
                <a:lnTo>
                  <a:pt x="3419644" y="6571589"/>
                </a:lnTo>
                <a:lnTo>
                  <a:pt x="3419644" y="0"/>
                </a:lnTo>
                <a:close/>
              </a:path>
            </a:pathLst>
          </a:custGeom>
          <a:blipFill rotWithShape="1">
            <a:blip r:embed="rId3">
              <a:alphaModFix/>
            </a:blip>
            <a:stretch>
              <a:fillRect b="0" l="0" r="0" t="0"/>
            </a:stretch>
          </a:blipFill>
          <a:ln>
            <a:noFill/>
          </a:ln>
        </p:spPr>
      </p:sp>
      <p:sp>
        <p:nvSpPr>
          <p:cNvPr id="547" name="Google Shape;547;p21"/>
          <p:cNvSpPr/>
          <p:nvPr/>
        </p:nvSpPr>
        <p:spPr>
          <a:xfrm>
            <a:off x="6396850" y="2131474"/>
            <a:ext cx="2367383" cy="2134366"/>
          </a:xfrm>
          <a:custGeom>
            <a:rect b="b" l="l" r="r" t="t"/>
            <a:pathLst>
              <a:path extrusionOk="0" h="2799169" w="2977840">
                <a:moveTo>
                  <a:pt x="0" y="0"/>
                </a:moveTo>
                <a:lnTo>
                  <a:pt x="2977840" y="0"/>
                </a:lnTo>
                <a:lnTo>
                  <a:pt x="2977840" y="2799170"/>
                </a:lnTo>
                <a:lnTo>
                  <a:pt x="0" y="2799170"/>
                </a:lnTo>
                <a:lnTo>
                  <a:pt x="0" y="0"/>
                </a:lnTo>
                <a:close/>
              </a:path>
            </a:pathLst>
          </a:custGeom>
          <a:blipFill rotWithShape="1">
            <a:blip r:embed="rId4">
              <a:alphaModFix/>
            </a:blip>
            <a:stretch>
              <a:fillRect b="0" l="0" r="0" t="0"/>
            </a:stretch>
          </a:blipFill>
          <a:ln>
            <a:noFill/>
          </a:ln>
        </p:spPr>
      </p:sp>
      <p:sp>
        <p:nvSpPr>
          <p:cNvPr id="548" name="Google Shape;548;p21"/>
          <p:cNvSpPr txBox="1"/>
          <p:nvPr/>
        </p:nvSpPr>
        <p:spPr>
          <a:xfrm>
            <a:off x="393050" y="1019975"/>
            <a:ext cx="8578800" cy="738900"/>
          </a:xfrm>
          <a:prstGeom prst="rect">
            <a:avLst/>
          </a:prstGeom>
          <a:noFill/>
          <a:ln>
            <a:noFill/>
          </a:ln>
        </p:spPr>
        <p:txBody>
          <a:bodyPr anchorCtr="0" anchor="t" bIns="0" lIns="0" spcFirstLastPara="1" rIns="0" wrap="square" tIns="0">
            <a:spAutoFit/>
          </a:bodyPr>
          <a:lstStyle/>
          <a:p>
            <a:pPr indent="0" lvl="0" marL="0" marR="0" rtl="0" algn="l">
              <a:lnSpc>
                <a:spcPct val="116993"/>
              </a:lnSpc>
              <a:spcBef>
                <a:spcPts val="0"/>
              </a:spcBef>
              <a:spcAft>
                <a:spcPts val="0"/>
              </a:spcAft>
              <a:buClr>
                <a:srgbClr val="000000"/>
              </a:buClr>
              <a:buSzPts val="3600"/>
              <a:buFont typeface="Arial"/>
              <a:buNone/>
            </a:pPr>
            <a:r>
              <a:rPr b="1" i="0" lang="es" sz="4800" u="none" cap="none" strike="noStrike">
                <a:solidFill>
                  <a:srgbClr val="FFFFFF"/>
                </a:solidFill>
                <a:latin typeface="Doto Black"/>
                <a:ea typeface="Doto Black"/>
                <a:cs typeface="Doto Black"/>
                <a:sym typeface="Doto Black"/>
              </a:rPr>
              <a:t>Software para versionar</a:t>
            </a:r>
            <a:endParaRPr b="0" i="0" sz="4800" u="none" cap="none" strike="noStrike">
              <a:solidFill>
                <a:srgbClr val="000000"/>
              </a:solidFill>
              <a:latin typeface="Arial"/>
              <a:ea typeface="Arial"/>
              <a:cs typeface="Arial"/>
              <a:sym typeface="Arial"/>
            </a:endParaRPr>
          </a:p>
        </p:txBody>
      </p:sp>
      <p:pic>
        <p:nvPicPr>
          <p:cNvPr id="549" name="Google Shape;549;p21"/>
          <p:cNvPicPr preferRelativeResize="0"/>
          <p:nvPr/>
        </p:nvPicPr>
        <p:blipFill rotWithShape="1">
          <a:blip r:embed="rId5">
            <a:alphaModFix/>
          </a:blip>
          <a:srcRect b="0" l="0" r="0" t="0"/>
          <a:stretch/>
        </p:blipFill>
        <p:spPr>
          <a:xfrm>
            <a:off x="1151501" y="2050888"/>
            <a:ext cx="2295550" cy="2295550"/>
          </a:xfrm>
          <a:prstGeom prst="rect">
            <a:avLst/>
          </a:prstGeom>
          <a:noFill/>
          <a:ln>
            <a:noFill/>
          </a:ln>
        </p:spPr>
      </p:pic>
      <p:pic>
        <p:nvPicPr>
          <p:cNvPr id="550" name="Google Shape;550;p21"/>
          <p:cNvPicPr preferRelativeResize="0"/>
          <p:nvPr/>
        </p:nvPicPr>
        <p:blipFill rotWithShape="1">
          <a:blip r:embed="rId6">
            <a:alphaModFix/>
          </a:blip>
          <a:srcRect b="0" l="0" r="0" t="0"/>
          <a:stretch/>
        </p:blipFill>
        <p:spPr>
          <a:xfrm>
            <a:off x="3817762" y="2131475"/>
            <a:ext cx="2295550" cy="22955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E6E80"/>
        </a:solidFill>
      </p:bgPr>
    </p:bg>
    <p:spTree>
      <p:nvGrpSpPr>
        <p:cNvPr id="554" name="Shape 554"/>
        <p:cNvGrpSpPr/>
        <p:nvPr/>
      </p:nvGrpSpPr>
      <p:grpSpPr>
        <a:xfrm>
          <a:off x="0" y="0"/>
          <a:ext cx="0" cy="0"/>
          <a:chOff x="0" y="0"/>
          <a:chExt cx="0" cy="0"/>
        </a:xfrm>
      </p:grpSpPr>
      <p:grpSp>
        <p:nvGrpSpPr>
          <p:cNvPr id="555" name="Google Shape;555;p22"/>
          <p:cNvGrpSpPr/>
          <p:nvPr/>
        </p:nvGrpSpPr>
        <p:grpSpPr>
          <a:xfrm>
            <a:off x="606325" y="1681148"/>
            <a:ext cx="6021554" cy="2069742"/>
            <a:chOff x="0" y="0"/>
            <a:chExt cx="3171910" cy="938233"/>
          </a:xfrm>
        </p:grpSpPr>
        <p:sp>
          <p:nvSpPr>
            <p:cNvPr id="556" name="Google Shape;556;p22"/>
            <p:cNvSpPr/>
            <p:nvPr/>
          </p:nvSpPr>
          <p:spPr>
            <a:xfrm>
              <a:off x="0" y="0"/>
              <a:ext cx="3171910" cy="938233"/>
            </a:xfrm>
            <a:custGeom>
              <a:rect b="b" l="l" r="r" t="t"/>
              <a:pathLst>
                <a:path extrusionOk="0" h="938233" w="3171910">
                  <a:moveTo>
                    <a:pt x="0" y="0"/>
                  </a:moveTo>
                  <a:lnTo>
                    <a:pt x="3171910" y="0"/>
                  </a:lnTo>
                  <a:lnTo>
                    <a:pt x="3171910" y="938233"/>
                  </a:lnTo>
                  <a:lnTo>
                    <a:pt x="0" y="938233"/>
                  </a:lnTo>
                  <a:close/>
                </a:path>
              </a:pathLst>
            </a:custGeom>
            <a:solidFill>
              <a:srgbClr val="FFFFFF">
                <a:alpha val="34117"/>
              </a:srgbClr>
            </a:solidFill>
            <a:ln>
              <a:noFill/>
            </a:ln>
          </p:spPr>
        </p:sp>
        <p:sp>
          <p:nvSpPr>
            <p:cNvPr id="557" name="Google Shape;557;p22"/>
            <p:cNvSpPr txBox="1"/>
            <p:nvPr/>
          </p:nvSpPr>
          <p:spPr>
            <a:xfrm>
              <a:off x="0" y="19050"/>
              <a:ext cx="3171910" cy="919183"/>
            </a:xfrm>
            <a:prstGeom prst="rect">
              <a:avLst/>
            </a:prstGeom>
            <a:noFill/>
            <a:ln>
              <a:noFill/>
            </a:ln>
          </p:spPr>
          <p:txBody>
            <a:bodyPr anchorCtr="0" anchor="ctr" bIns="25400" lIns="25400" spcFirstLastPara="1" rIns="25400" wrap="square" tIns="25400">
              <a:noAutofit/>
            </a:bodyPr>
            <a:lstStyle/>
            <a:p>
              <a:pPr indent="0" lvl="0" marL="0" marR="0" rtl="0" algn="ctr">
                <a:lnSpc>
                  <a:spcPct val="103833"/>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558" name="Google Shape;558;p22"/>
          <p:cNvSpPr/>
          <p:nvPr/>
        </p:nvSpPr>
        <p:spPr>
          <a:xfrm flipH="1">
            <a:off x="-766387" y="2738856"/>
            <a:ext cx="1709822" cy="3285794"/>
          </a:xfrm>
          <a:custGeom>
            <a:rect b="b" l="l" r="r" t="t"/>
            <a:pathLst>
              <a:path extrusionOk="0" h="6571588" w="3419644">
                <a:moveTo>
                  <a:pt x="3419643" y="0"/>
                </a:moveTo>
                <a:lnTo>
                  <a:pt x="0" y="0"/>
                </a:lnTo>
                <a:lnTo>
                  <a:pt x="0" y="6571588"/>
                </a:lnTo>
                <a:lnTo>
                  <a:pt x="3419643" y="6571588"/>
                </a:lnTo>
                <a:lnTo>
                  <a:pt x="3419643" y="0"/>
                </a:lnTo>
                <a:close/>
              </a:path>
            </a:pathLst>
          </a:custGeom>
          <a:blipFill rotWithShape="1">
            <a:blip r:embed="rId3">
              <a:alphaModFix/>
            </a:blip>
            <a:stretch>
              <a:fillRect b="0" l="0" r="0" t="0"/>
            </a:stretch>
          </a:blipFill>
          <a:ln>
            <a:noFill/>
          </a:ln>
        </p:spPr>
      </p:sp>
      <p:cxnSp>
        <p:nvCxnSpPr>
          <p:cNvPr id="559" name="Google Shape;559;p22"/>
          <p:cNvCxnSpPr/>
          <p:nvPr/>
        </p:nvCxnSpPr>
        <p:spPr>
          <a:xfrm>
            <a:off x="724342" y="1416527"/>
            <a:ext cx="3288974" cy="0"/>
          </a:xfrm>
          <a:prstGeom prst="straightConnector1">
            <a:avLst/>
          </a:prstGeom>
          <a:noFill/>
          <a:ln cap="flat" cmpd="sng" w="123825">
            <a:solidFill>
              <a:srgbClr val="EFA038"/>
            </a:solidFill>
            <a:prstDash val="solid"/>
            <a:round/>
            <a:headEnd len="sm" w="sm" type="none"/>
            <a:tailEnd len="sm" w="sm" type="none"/>
          </a:ln>
        </p:spPr>
      </p:cxnSp>
      <p:sp>
        <p:nvSpPr>
          <p:cNvPr id="560" name="Google Shape;560;p22"/>
          <p:cNvSpPr/>
          <p:nvPr/>
        </p:nvSpPr>
        <p:spPr>
          <a:xfrm flipH="1" rot="5400000">
            <a:off x="6646192" y="-1254684"/>
            <a:ext cx="1709822" cy="3285794"/>
          </a:xfrm>
          <a:custGeom>
            <a:rect b="b" l="l" r="r" t="t"/>
            <a:pathLst>
              <a:path extrusionOk="0" h="6571588" w="3419644">
                <a:moveTo>
                  <a:pt x="3419644" y="0"/>
                </a:moveTo>
                <a:lnTo>
                  <a:pt x="0" y="0"/>
                </a:lnTo>
                <a:lnTo>
                  <a:pt x="0" y="6571589"/>
                </a:lnTo>
                <a:lnTo>
                  <a:pt x="3419644" y="6571589"/>
                </a:lnTo>
                <a:lnTo>
                  <a:pt x="3419644" y="0"/>
                </a:lnTo>
                <a:close/>
              </a:path>
            </a:pathLst>
          </a:custGeom>
          <a:blipFill rotWithShape="1">
            <a:blip r:embed="rId3">
              <a:alphaModFix/>
            </a:blip>
            <a:stretch>
              <a:fillRect b="0" l="0" r="0" t="0"/>
            </a:stretch>
          </a:blipFill>
          <a:ln>
            <a:noFill/>
          </a:ln>
        </p:spPr>
      </p:sp>
      <p:sp>
        <p:nvSpPr>
          <p:cNvPr id="561" name="Google Shape;561;p22"/>
          <p:cNvSpPr txBox="1"/>
          <p:nvPr/>
        </p:nvSpPr>
        <p:spPr>
          <a:xfrm>
            <a:off x="724342" y="1743764"/>
            <a:ext cx="5237637" cy="1622634"/>
          </a:xfrm>
          <a:prstGeom prst="rect">
            <a:avLst/>
          </a:prstGeom>
          <a:noFill/>
          <a:ln>
            <a:noFill/>
          </a:ln>
        </p:spPr>
        <p:txBody>
          <a:bodyPr anchorCtr="0" anchor="t" bIns="0" lIns="0" spcFirstLastPara="1" rIns="0" wrap="square" tIns="0">
            <a:spAutoFit/>
          </a:bodyPr>
          <a:lstStyle/>
          <a:p>
            <a:pPr indent="0" lvl="0" marL="0" marR="0" rtl="0" algn="just">
              <a:lnSpc>
                <a:spcPct val="140010"/>
              </a:lnSpc>
              <a:spcBef>
                <a:spcPts val="0"/>
              </a:spcBef>
              <a:spcAft>
                <a:spcPts val="0"/>
              </a:spcAft>
              <a:buClr>
                <a:srgbClr val="000000"/>
              </a:buClr>
              <a:buSzPts val="1900"/>
              <a:buFont typeface="Arial"/>
              <a:buNone/>
            </a:pPr>
            <a:r>
              <a:rPr b="0" i="0" lang="es" sz="1900" u="none" cap="none" strike="noStrike">
                <a:solidFill>
                  <a:srgbClr val="000000"/>
                </a:solidFill>
                <a:latin typeface="Arial"/>
                <a:ea typeface="Arial"/>
                <a:cs typeface="Arial"/>
                <a:sym typeface="Arial"/>
              </a:rPr>
              <a:t>Git es un sistema de control de revisiones distribuido, rápido y escalable con un conjunto de comandos inusualmente rico que permite tanto operaciones de alto nivel como acceso completo a componentes internos.</a:t>
            </a:r>
            <a:endParaRPr b="0" i="0" sz="700" u="none" cap="none" strike="noStrike">
              <a:solidFill>
                <a:srgbClr val="000000"/>
              </a:solidFill>
              <a:latin typeface="Arial"/>
              <a:ea typeface="Arial"/>
              <a:cs typeface="Arial"/>
              <a:sym typeface="Arial"/>
            </a:endParaRPr>
          </a:p>
        </p:txBody>
      </p:sp>
      <p:sp>
        <p:nvSpPr>
          <p:cNvPr id="562" name="Google Shape;562;p22"/>
          <p:cNvSpPr txBox="1"/>
          <p:nvPr/>
        </p:nvSpPr>
        <p:spPr>
          <a:xfrm>
            <a:off x="724342" y="852838"/>
            <a:ext cx="3304900" cy="532733"/>
          </a:xfrm>
          <a:prstGeom prst="rect">
            <a:avLst/>
          </a:prstGeom>
          <a:noFill/>
          <a:ln>
            <a:noFill/>
          </a:ln>
        </p:spPr>
        <p:txBody>
          <a:bodyPr anchorCtr="0" anchor="t" bIns="0" lIns="0" spcFirstLastPara="1" rIns="0" wrap="square" tIns="0">
            <a:spAutoFit/>
          </a:bodyPr>
          <a:lstStyle/>
          <a:p>
            <a:pPr indent="0" lvl="0" marL="0" marR="0" rtl="0" algn="l">
              <a:lnSpc>
                <a:spcPct val="116993"/>
              </a:lnSpc>
              <a:spcBef>
                <a:spcPts val="0"/>
              </a:spcBef>
              <a:spcAft>
                <a:spcPts val="0"/>
              </a:spcAft>
              <a:buClr>
                <a:srgbClr val="000000"/>
              </a:buClr>
              <a:buSzPts val="3600"/>
              <a:buFont typeface="Arial"/>
              <a:buNone/>
            </a:pPr>
            <a:r>
              <a:rPr b="1" i="0" lang="es" sz="3600" u="none" cap="none" strike="noStrike">
                <a:solidFill>
                  <a:srgbClr val="FFFFFF"/>
                </a:solidFill>
                <a:latin typeface="Doto Black"/>
                <a:ea typeface="Doto Black"/>
                <a:cs typeface="Doto Black"/>
                <a:sym typeface="Doto Black"/>
              </a:rPr>
              <a:t>GIT</a:t>
            </a:r>
            <a:endParaRPr b="0" i="0" sz="700" u="none" cap="none" strike="noStrike">
              <a:solidFill>
                <a:srgbClr val="000000"/>
              </a:solidFill>
              <a:latin typeface="Arial"/>
              <a:ea typeface="Arial"/>
              <a:cs typeface="Arial"/>
              <a:sym typeface="Arial"/>
            </a:endParaRPr>
          </a:p>
        </p:txBody>
      </p:sp>
      <p:pic>
        <p:nvPicPr>
          <p:cNvPr id="563" name="Google Shape;563;p22"/>
          <p:cNvPicPr preferRelativeResize="0"/>
          <p:nvPr/>
        </p:nvPicPr>
        <p:blipFill rotWithShape="1">
          <a:blip r:embed="rId4">
            <a:alphaModFix/>
          </a:blip>
          <a:srcRect b="0" l="0" r="0" t="0"/>
          <a:stretch/>
        </p:blipFill>
        <p:spPr>
          <a:xfrm>
            <a:off x="6014791" y="2571749"/>
            <a:ext cx="2211321" cy="2211321"/>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E6E80"/>
        </a:solidFill>
      </p:bgPr>
    </p:bg>
    <p:spTree>
      <p:nvGrpSpPr>
        <p:cNvPr id="567" name="Shape 567"/>
        <p:cNvGrpSpPr/>
        <p:nvPr/>
      </p:nvGrpSpPr>
      <p:grpSpPr>
        <a:xfrm>
          <a:off x="0" y="0"/>
          <a:ext cx="0" cy="0"/>
          <a:chOff x="0" y="0"/>
          <a:chExt cx="0" cy="0"/>
        </a:xfrm>
      </p:grpSpPr>
      <p:grpSp>
        <p:nvGrpSpPr>
          <p:cNvPr id="568" name="Google Shape;568;p23"/>
          <p:cNvGrpSpPr/>
          <p:nvPr/>
        </p:nvGrpSpPr>
        <p:grpSpPr>
          <a:xfrm>
            <a:off x="606324" y="1681150"/>
            <a:ext cx="6304171" cy="3173244"/>
            <a:chOff x="0" y="0"/>
            <a:chExt cx="3171910" cy="1671536"/>
          </a:xfrm>
        </p:grpSpPr>
        <p:sp>
          <p:nvSpPr>
            <p:cNvPr id="569" name="Google Shape;569;p23"/>
            <p:cNvSpPr/>
            <p:nvPr/>
          </p:nvSpPr>
          <p:spPr>
            <a:xfrm>
              <a:off x="0" y="0"/>
              <a:ext cx="3171910" cy="1671536"/>
            </a:xfrm>
            <a:custGeom>
              <a:rect b="b" l="l" r="r" t="t"/>
              <a:pathLst>
                <a:path extrusionOk="0" h="1671536" w="3171910">
                  <a:moveTo>
                    <a:pt x="0" y="0"/>
                  </a:moveTo>
                  <a:lnTo>
                    <a:pt x="3171910" y="0"/>
                  </a:lnTo>
                  <a:lnTo>
                    <a:pt x="3171910" y="1671536"/>
                  </a:lnTo>
                  <a:lnTo>
                    <a:pt x="0" y="1671536"/>
                  </a:lnTo>
                  <a:close/>
                </a:path>
              </a:pathLst>
            </a:custGeom>
            <a:solidFill>
              <a:srgbClr val="FFFFFF">
                <a:alpha val="34117"/>
              </a:srgbClr>
            </a:solidFill>
            <a:ln>
              <a:noFill/>
            </a:ln>
          </p:spPr>
        </p:sp>
        <p:sp>
          <p:nvSpPr>
            <p:cNvPr id="570" name="Google Shape;570;p23"/>
            <p:cNvSpPr txBox="1"/>
            <p:nvPr/>
          </p:nvSpPr>
          <p:spPr>
            <a:xfrm>
              <a:off x="0" y="19050"/>
              <a:ext cx="3171910" cy="1652486"/>
            </a:xfrm>
            <a:prstGeom prst="rect">
              <a:avLst/>
            </a:prstGeom>
            <a:noFill/>
            <a:ln>
              <a:noFill/>
            </a:ln>
          </p:spPr>
          <p:txBody>
            <a:bodyPr anchorCtr="0" anchor="ctr" bIns="25400" lIns="25400" spcFirstLastPara="1" rIns="25400" wrap="square" tIns="25400">
              <a:noAutofit/>
            </a:bodyPr>
            <a:lstStyle/>
            <a:p>
              <a:pPr indent="0" lvl="0" marL="0" marR="0" rtl="0" algn="ctr">
                <a:lnSpc>
                  <a:spcPct val="103833"/>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571" name="Google Shape;571;p23"/>
          <p:cNvSpPr/>
          <p:nvPr/>
        </p:nvSpPr>
        <p:spPr>
          <a:xfrm flipH="1">
            <a:off x="-766387" y="2738856"/>
            <a:ext cx="1709822" cy="3285794"/>
          </a:xfrm>
          <a:custGeom>
            <a:rect b="b" l="l" r="r" t="t"/>
            <a:pathLst>
              <a:path extrusionOk="0" h="6571588" w="3419644">
                <a:moveTo>
                  <a:pt x="3419643" y="0"/>
                </a:moveTo>
                <a:lnTo>
                  <a:pt x="0" y="0"/>
                </a:lnTo>
                <a:lnTo>
                  <a:pt x="0" y="6571588"/>
                </a:lnTo>
                <a:lnTo>
                  <a:pt x="3419643" y="6571588"/>
                </a:lnTo>
                <a:lnTo>
                  <a:pt x="3419643" y="0"/>
                </a:lnTo>
                <a:close/>
              </a:path>
            </a:pathLst>
          </a:custGeom>
          <a:blipFill rotWithShape="1">
            <a:blip r:embed="rId3">
              <a:alphaModFix/>
            </a:blip>
            <a:stretch>
              <a:fillRect b="0" l="0" r="0" t="0"/>
            </a:stretch>
          </a:blipFill>
          <a:ln>
            <a:noFill/>
          </a:ln>
        </p:spPr>
      </p:sp>
      <p:cxnSp>
        <p:nvCxnSpPr>
          <p:cNvPr id="572" name="Google Shape;572;p23"/>
          <p:cNvCxnSpPr/>
          <p:nvPr/>
        </p:nvCxnSpPr>
        <p:spPr>
          <a:xfrm>
            <a:off x="724342" y="1416527"/>
            <a:ext cx="3288974" cy="0"/>
          </a:xfrm>
          <a:prstGeom prst="straightConnector1">
            <a:avLst/>
          </a:prstGeom>
          <a:noFill/>
          <a:ln cap="flat" cmpd="sng" w="123825">
            <a:solidFill>
              <a:srgbClr val="EFA038"/>
            </a:solidFill>
            <a:prstDash val="solid"/>
            <a:round/>
            <a:headEnd len="sm" w="sm" type="none"/>
            <a:tailEnd len="sm" w="sm" type="none"/>
          </a:ln>
        </p:spPr>
      </p:cxnSp>
      <p:sp>
        <p:nvSpPr>
          <p:cNvPr id="573" name="Google Shape;573;p23"/>
          <p:cNvSpPr/>
          <p:nvPr/>
        </p:nvSpPr>
        <p:spPr>
          <a:xfrm flipH="1" rot="5400000">
            <a:off x="6646192" y="-1254684"/>
            <a:ext cx="1709822" cy="3285794"/>
          </a:xfrm>
          <a:custGeom>
            <a:rect b="b" l="l" r="r" t="t"/>
            <a:pathLst>
              <a:path extrusionOk="0" h="6571588" w="3419644">
                <a:moveTo>
                  <a:pt x="3419644" y="0"/>
                </a:moveTo>
                <a:lnTo>
                  <a:pt x="0" y="0"/>
                </a:lnTo>
                <a:lnTo>
                  <a:pt x="0" y="6571589"/>
                </a:lnTo>
                <a:lnTo>
                  <a:pt x="3419644" y="6571589"/>
                </a:lnTo>
                <a:lnTo>
                  <a:pt x="3419644" y="0"/>
                </a:lnTo>
                <a:close/>
              </a:path>
            </a:pathLst>
          </a:custGeom>
          <a:blipFill rotWithShape="1">
            <a:blip r:embed="rId3">
              <a:alphaModFix/>
            </a:blip>
            <a:stretch>
              <a:fillRect b="0" l="0" r="0" t="0"/>
            </a:stretch>
          </a:blipFill>
          <a:ln>
            <a:noFill/>
          </a:ln>
        </p:spPr>
      </p:sp>
      <p:sp>
        <p:nvSpPr>
          <p:cNvPr id="574" name="Google Shape;574;p23"/>
          <p:cNvSpPr txBox="1"/>
          <p:nvPr/>
        </p:nvSpPr>
        <p:spPr>
          <a:xfrm>
            <a:off x="724350" y="1743775"/>
            <a:ext cx="6056400" cy="3158700"/>
          </a:xfrm>
          <a:prstGeom prst="rect">
            <a:avLst/>
          </a:prstGeom>
          <a:noFill/>
          <a:ln>
            <a:noFill/>
          </a:ln>
        </p:spPr>
        <p:txBody>
          <a:bodyPr anchorCtr="0" anchor="t" bIns="0" lIns="0" spcFirstLastPara="1" rIns="0" wrap="square" tIns="0">
            <a:spAutoFit/>
          </a:bodyPr>
          <a:lstStyle/>
          <a:p>
            <a:pPr indent="0" lvl="0" marL="0" marR="0" rtl="0" algn="just">
              <a:lnSpc>
                <a:spcPct val="140010"/>
              </a:lnSpc>
              <a:spcBef>
                <a:spcPts val="0"/>
              </a:spcBef>
              <a:spcAft>
                <a:spcPts val="0"/>
              </a:spcAft>
              <a:buClr>
                <a:srgbClr val="000000"/>
              </a:buClr>
              <a:buSzPts val="1900"/>
              <a:buFont typeface="Arial"/>
              <a:buNone/>
            </a:pPr>
            <a:r>
              <a:rPr b="0" i="0" lang="es" sz="1900" u="none" cap="none" strike="noStrike">
                <a:solidFill>
                  <a:srgbClr val="000000"/>
                </a:solidFill>
                <a:latin typeface="Arial"/>
                <a:ea typeface="Arial"/>
                <a:cs typeface="Arial"/>
                <a:sym typeface="Arial"/>
              </a:rPr>
              <a:t>GitKraken es una herramienta de interfaz gráfica de usuario (GUI) diseñada para facilitar el uso de Git, un sistema de control de versiones distribuido ampliamente utilizado. GitKraken proporciona una forma visual e intuitiva de interactuar con repositorios Git y realizar diversas operaciones relacionadas con el control de versiones, como clonar, crear, fusionar y eliminar ramas, realizar commits, resolver conflictos, y más.</a:t>
            </a:r>
            <a:endParaRPr b="0" i="0" sz="700" u="none" cap="none" strike="noStrike">
              <a:solidFill>
                <a:srgbClr val="000000"/>
              </a:solidFill>
              <a:latin typeface="Arial"/>
              <a:ea typeface="Arial"/>
              <a:cs typeface="Arial"/>
              <a:sym typeface="Arial"/>
            </a:endParaRPr>
          </a:p>
        </p:txBody>
      </p:sp>
      <p:sp>
        <p:nvSpPr>
          <p:cNvPr id="575" name="Google Shape;575;p23"/>
          <p:cNvSpPr txBox="1"/>
          <p:nvPr/>
        </p:nvSpPr>
        <p:spPr>
          <a:xfrm>
            <a:off x="724342" y="852838"/>
            <a:ext cx="3304900" cy="532733"/>
          </a:xfrm>
          <a:prstGeom prst="rect">
            <a:avLst/>
          </a:prstGeom>
          <a:noFill/>
          <a:ln>
            <a:noFill/>
          </a:ln>
        </p:spPr>
        <p:txBody>
          <a:bodyPr anchorCtr="0" anchor="t" bIns="0" lIns="0" spcFirstLastPara="1" rIns="0" wrap="square" tIns="0">
            <a:spAutoFit/>
          </a:bodyPr>
          <a:lstStyle/>
          <a:p>
            <a:pPr indent="0" lvl="0" marL="0" marR="0" rtl="0" algn="l">
              <a:lnSpc>
                <a:spcPct val="116993"/>
              </a:lnSpc>
              <a:spcBef>
                <a:spcPts val="0"/>
              </a:spcBef>
              <a:spcAft>
                <a:spcPts val="0"/>
              </a:spcAft>
              <a:buClr>
                <a:srgbClr val="000000"/>
              </a:buClr>
              <a:buSzPts val="3600"/>
              <a:buFont typeface="Arial"/>
              <a:buNone/>
            </a:pPr>
            <a:r>
              <a:rPr b="1" i="0" lang="es" sz="3600" u="none" cap="none" strike="noStrike">
                <a:solidFill>
                  <a:srgbClr val="FFFFFF"/>
                </a:solidFill>
                <a:latin typeface="Doto Black"/>
                <a:ea typeface="Doto Black"/>
                <a:cs typeface="Doto Black"/>
                <a:sym typeface="Doto Black"/>
              </a:rPr>
              <a:t>GITKRAKEN</a:t>
            </a:r>
            <a:endParaRPr b="0" i="0" sz="700" u="none" cap="none" strike="noStrike">
              <a:solidFill>
                <a:srgbClr val="000000"/>
              </a:solidFill>
              <a:latin typeface="Arial"/>
              <a:ea typeface="Arial"/>
              <a:cs typeface="Arial"/>
              <a:sym typeface="Arial"/>
            </a:endParaRPr>
          </a:p>
        </p:txBody>
      </p:sp>
      <p:pic>
        <p:nvPicPr>
          <p:cNvPr id="576" name="Google Shape;576;p23"/>
          <p:cNvPicPr preferRelativeResize="0"/>
          <p:nvPr/>
        </p:nvPicPr>
        <p:blipFill rotWithShape="1">
          <a:blip r:embed="rId4">
            <a:alphaModFix/>
          </a:blip>
          <a:srcRect b="0" l="0" r="0" t="0"/>
          <a:stretch/>
        </p:blipFill>
        <p:spPr>
          <a:xfrm>
            <a:off x="6780746" y="727049"/>
            <a:ext cx="1928704" cy="1683849"/>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E6E80"/>
        </a:solidFill>
      </p:bgPr>
    </p:bg>
    <p:spTree>
      <p:nvGrpSpPr>
        <p:cNvPr id="580" name="Shape 580"/>
        <p:cNvGrpSpPr/>
        <p:nvPr/>
      </p:nvGrpSpPr>
      <p:grpSpPr>
        <a:xfrm>
          <a:off x="0" y="0"/>
          <a:ext cx="0" cy="0"/>
          <a:chOff x="0" y="0"/>
          <a:chExt cx="0" cy="0"/>
        </a:xfrm>
      </p:grpSpPr>
      <p:grpSp>
        <p:nvGrpSpPr>
          <p:cNvPr id="581" name="Google Shape;581;p24"/>
          <p:cNvGrpSpPr/>
          <p:nvPr/>
        </p:nvGrpSpPr>
        <p:grpSpPr>
          <a:xfrm>
            <a:off x="606325" y="1681149"/>
            <a:ext cx="6021554" cy="3211668"/>
            <a:chOff x="0" y="0"/>
            <a:chExt cx="3171910" cy="1517156"/>
          </a:xfrm>
        </p:grpSpPr>
        <p:sp>
          <p:nvSpPr>
            <p:cNvPr id="582" name="Google Shape;582;p24"/>
            <p:cNvSpPr/>
            <p:nvPr/>
          </p:nvSpPr>
          <p:spPr>
            <a:xfrm>
              <a:off x="0" y="0"/>
              <a:ext cx="3171910" cy="1517156"/>
            </a:xfrm>
            <a:custGeom>
              <a:rect b="b" l="l" r="r" t="t"/>
              <a:pathLst>
                <a:path extrusionOk="0" h="1517156" w="3171910">
                  <a:moveTo>
                    <a:pt x="0" y="0"/>
                  </a:moveTo>
                  <a:lnTo>
                    <a:pt x="3171910" y="0"/>
                  </a:lnTo>
                  <a:lnTo>
                    <a:pt x="3171910" y="1517156"/>
                  </a:lnTo>
                  <a:lnTo>
                    <a:pt x="0" y="1517156"/>
                  </a:lnTo>
                  <a:close/>
                </a:path>
              </a:pathLst>
            </a:custGeom>
            <a:solidFill>
              <a:srgbClr val="FFFFFF">
                <a:alpha val="34117"/>
              </a:srgbClr>
            </a:solidFill>
            <a:ln>
              <a:noFill/>
            </a:ln>
          </p:spPr>
        </p:sp>
        <p:sp>
          <p:nvSpPr>
            <p:cNvPr id="583" name="Google Shape;583;p24"/>
            <p:cNvSpPr txBox="1"/>
            <p:nvPr/>
          </p:nvSpPr>
          <p:spPr>
            <a:xfrm>
              <a:off x="0" y="19050"/>
              <a:ext cx="3171910" cy="1498106"/>
            </a:xfrm>
            <a:prstGeom prst="rect">
              <a:avLst/>
            </a:prstGeom>
            <a:noFill/>
            <a:ln>
              <a:noFill/>
            </a:ln>
          </p:spPr>
          <p:txBody>
            <a:bodyPr anchorCtr="0" anchor="ctr" bIns="25400" lIns="25400" spcFirstLastPara="1" rIns="25400" wrap="square" tIns="25400">
              <a:noAutofit/>
            </a:bodyPr>
            <a:lstStyle/>
            <a:p>
              <a:pPr indent="0" lvl="0" marL="0" marR="0" rtl="0" algn="ctr">
                <a:lnSpc>
                  <a:spcPct val="103833"/>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584" name="Google Shape;584;p24"/>
          <p:cNvSpPr/>
          <p:nvPr/>
        </p:nvSpPr>
        <p:spPr>
          <a:xfrm flipH="1">
            <a:off x="-766387" y="2738856"/>
            <a:ext cx="1709822" cy="3285794"/>
          </a:xfrm>
          <a:custGeom>
            <a:rect b="b" l="l" r="r" t="t"/>
            <a:pathLst>
              <a:path extrusionOk="0" h="6571588" w="3419644">
                <a:moveTo>
                  <a:pt x="3419643" y="0"/>
                </a:moveTo>
                <a:lnTo>
                  <a:pt x="0" y="0"/>
                </a:lnTo>
                <a:lnTo>
                  <a:pt x="0" y="6571588"/>
                </a:lnTo>
                <a:lnTo>
                  <a:pt x="3419643" y="6571588"/>
                </a:lnTo>
                <a:lnTo>
                  <a:pt x="3419643" y="0"/>
                </a:lnTo>
                <a:close/>
              </a:path>
            </a:pathLst>
          </a:custGeom>
          <a:blipFill rotWithShape="1">
            <a:blip r:embed="rId3">
              <a:alphaModFix/>
            </a:blip>
            <a:stretch>
              <a:fillRect b="0" l="0" r="0" t="0"/>
            </a:stretch>
          </a:blipFill>
          <a:ln>
            <a:noFill/>
          </a:ln>
        </p:spPr>
      </p:sp>
      <p:cxnSp>
        <p:nvCxnSpPr>
          <p:cNvPr id="585" name="Google Shape;585;p24"/>
          <p:cNvCxnSpPr/>
          <p:nvPr/>
        </p:nvCxnSpPr>
        <p:spPr>
          <a:xfrm>
            <a:off x="724342" y="1416527"/>
            <a:ext cx="3288974" cy="0"/>
          </a:xfrm>
          <a:prstGeom prst="straightConnector1">
            <a:avLst/>
          </a:prstGeom>
          <a:noFill/>
          <a:ln cap="flat" cmpd="sng" w="123825">
            <a:solidFill>
              <a:srgbClr val="EFA038"/>
            </a:solidFill>
            <a:prstDash val="solid"/>
            <a:round/>
            <a:headEnd len="sm" w="sm" type="none"/>
            <a:tailEnd len="sm" w="sm" type="none"/>
          </a:ln>
        </p:spPr>
      </p:cxnSp>
      <p:sp>
        <p:nvSpPr>
          <p:cNvPr id="586" name="Google Shape;586;p24"/>
          <p:cNvSpPr/>
          <p:nvPr/>
        </p:nvSpPr>
        <p:spPr>
          <a:xfrm flipH="1" rot="5400000">
            <a:off x="6646192" y="-1254684"/>
            <a:ext cx="1709822" cy="3285794"/>
          </a:xfrm>
          <a:custGeom>
            <a:rect b="b" l="l" r="r" t="t"/>
            <a:pathLst>
              <a:path extrusionOk="0" h="6571588" w="3419644">
                <a:moveTo>
                  <a:pt x="3419644" y="0"/>
                </a:moveTo>
                <a:lnTo>
                  <a:pt x="0" y="0"/>
                </a:lnTo>
                <a:lnTo>
                  <a:pt x="0" y="6571589"/>
                </a:lnTo>
                <a:lnTo>
                  <a:pt x="3419644" y="6571589"/>
                </a:lnTo>
                <a:lnTo>
                  <a:pt x="3419644" y="0"/>
                </a:lnTo>
                <a:close/>
              </a:path>
            </a:pathLst>
          </a:custGeom>
          <a:blipFill rotWithShape="1">
            <a:blip r:embed="rId3">
              <a:alphaModFix/>
            </a:blip>
            <a:stretch>
              <a:fillRect b="0" l="0" r="0" t="0"/>
            </a:stretch>
          </a:blipFill>
          <a:ln>
            <a:noFill/>
          </a:ln>
        </p:spPr>
      </p:sp>
      <p:sp>
        <p:nvSpPr>
          <p:cNvPr id="587" name="Google Shape;587;p24"/>
          <p:cNvSpPr txBox="1"/>
          <p:nvPr/>
        </p:nvSpPr>
        <p:spPr>
          <a:xfrm>
            <a:off x="724342" y="1743764"/>
            <a:ext cx="5759686" cy="2604901"/>
          </a:xfrm>
          <a:prstGeom prst="rect">
            <a:avLst/>
          </a:prstGeom>
          <a:noFill/>
          <a:ln>
            <a:noFill/>
          </a:ln>
        </p:spPr>
        <p:txBody>
          <a:bodyPr anchorCtr="0" anchor="t" bIns="0" lIns="0" spcFirstLastPara="1" rIns="0" wrap="square" tIns="0">
            <a:spAutoFit/>
          </a:bodyPr>
          <a:lstStyle/>
          <a:p>
            <a:pPr indent="0" lvl="0" marL="0" marR="0" rtl="0" algn="just">
              <a:lnSpc>
                <a:spcPct val="140010"/>
              </a:lnSpc>
              <a:spcBef>
                <a:spcPts val="0"/>
              </a:spcBef>
              <a:spcAft>
                <a:spcPts val="0"/>
              </a:spcAft>
              <a:buClr>
                <a:srgbClr val="000000"/>
              </a:buClr>
              <a:buSzPts val="1900"/>
              <a:buFont typeface="Arial"/>
              <a:buNone/>
            </a:pPr>
            <a:r>
              <a:rPr b="0" i="0" lang="es" sz="1900" u="none" cap="none" strike="noStrike">
                <a:solidFill>
                  <a:srgbClr val="000000"/>
                </a:solidFill>
                <a:latin typeface="Arial"/>
                <a:ea typeface="Arial"/>
                <a:cs typeface="Arial"/>
                <a:sym typeface="Arial"/>
              </a:rPr>
              <a:t>GitHub es una plataforma de desarrollo colaborativo de software basada en la web que utiliza el sistema de control de versiones Git. Fue fundada en 2008 y desde entonces se ha convertido en una de las herramientas más populares para alojar proyectos de código abierto y privado, colaborar en el desarrollo de software y gestionar el control de versiones de proyectos.</a:t>
            </a:r>
            <a:endParaRPr b="0" i="0" sz="700" u="none" cap="none" strike="noStrike">
              <a:solidFill>
                <a:srgbClr val="000000"/>
              </a:solidFill>
              <a:latin typeface="Arial"/>
              <a:ea typeface="Arial"/>
              <a:cs typeface="Arial"/>
              <a:sym typeface="Arial"/>
            </a:endParaRPr>
          </a:p>
        </p:txBody>
      </p:sp>
      <p:sp>
        <p:nvSpPr>
          <p:cNvPr id="588" name="Google Shape;588;p24"/>
          <p:cNvSpPr txBox="1"/>
          <p:nvPr/>
        </p:nvSpPr>
        <p:spPr>
          <a:xfrm>
            <a:off x="724342" y="852838"/>
            <a:ext cx="3304900" cy="532733"/>
          </a:xfrm>
          <a:prstGeom prst="rect">
            <a:avLst/>
          </a:prstGeom>
          <a:noFill/>
          <a:ln>
            <a:noFill/>
          </a:ln>
        </p:spPr>
        <p:txBody>
          <a:bodyPr anchorCtr="0" anchor="t" bIns="0" lIns="0" spcFirstLastPara="1" rIns="0" wrap="square" tIns="0">
            <a:spAutoFit/>
          </a:bodyPr>
          <a:lstStyle/>
          <a:p>
            <a:pPr indent="0" lvl="0" marL="0" marR="0" rtl="0" algn="l">
              <a:lnSpc>
                <a:spcPct val="116993"/>
              </a:lnSpc>
              <a:spcBef>
                <a:spcPts val="0"/>
              </a:spcBef>
              <a:spcAft>
                <a:spcPts val="0"/>
              </a:spcAft>
              <a:buClr>
                <a:srgbClr val="000000"/>
              </a:buClr>
              <a:buSzPts val="3600"/>
              <a:buFont typeface="Arial"/>
              <a:buNone/>
            </a:pPr>
            <a:r>
              <a:rPr b="1" i="0" lang="es" sz="3600" u="none" cap="none" strike="noStrike">
                <a:solidFill>
                  <a:srgbClr val="FFFFFF"/>
                </a:solidFill>
                <a:latin typeface="Doto Black"/>
                <a:ea typeface="Doto Black"/>
                <a:cs typeface="Doto Black"/>
                <a:sym typeface="Doto Black"/>
              </a:rPr>
              <a:t>GITHUB</a:t>
            </a:r>
            <a:endParaRPr b="0" i="0" sz="700" u="none" cap="none" strike="noStrike">
              <a:solidFill>
                <a:srgbClr val="000000"/>
              </a:solidFill>
              <a:latin typeface="Arial"/>
              <a:ea typeface="Arial"/>
              <a:cs typeface="Arial"/>
              <a:sym typeface="Arial"/>
            </a:endParaRPr>
          </a:p>
        </p:txBody>
      </p:sp>
      <p:sp>
        <p:nvSpPr>
          <p:cNvPr id="589" name="Google Shape;589;p24"/>
          <p:cNvSpPr/>
          <p:nvPr/>
        </p:nvSpPr>
        <p:spPr>
          <a:xfrm>
            <a:off x="6377323" y="624252"/>
            <a:ext cx="1756926" cy="1707493"/>
          </a:xfrm>
          <a:custGeom>
            <a:rect b="b" l="l" r="r" t="t"/>
            <a:pathLst>
              <a:path extrusionOk="0" h="2799169" w="2977840">
                <a:moveTo>
                  <a:pt x="0" y="0"/>
                </a:moveTo>
                <a:lnTo>
                  <a:pt x="2977839" y="0"/>
                </a:lnTo>
                <a:lnTo>
                  <a:pt x="2977839" y="2799169"/>
                </a:lnTo>
                <a:lnTo>
                  <a:pt x="0" y="2799169"/>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3" name="Shape 593"/>
        <p:cNvGrpSpPr/>
        <p:nvPr/>
      </p:nvGrpSpPr>
      <p:grpSpPr>
        <a:xfrm>
          <a:off x="0" y="0"/>
          <a:ext cx="0" cy="0"/>
          <a:chOff x="0" y="0"/>
          <a:chExt cx="0" cy="0"/>
        </a:xfrm>
      </p:grpSpPr>
      <p:sp>
        <p:nvSpPr>
          <p:cNvPr id="594" name="Google Shape;594;p25"/>
          <p:cNvSpPr/>
          <p:nvPr/>
        </p:nvSpPr>
        <p:spPr>
          <a:xfrm>
            <a:off x="0" y="0"/>
            <a:ext cx="9144000" cy="51435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14584" l="0" r="-61131" t="0"/>
            </a:stretch>
          </a:blipFill>
          <a:ln>
            <a:noFill/>
          </a:ln>
        </p:spPr>
      </p:sp>
      <p:grpSp>
        <p:nvGrpSpPr>
          <p:cNvPr id="595" name="Google Shape;595;p25"/>
          <p:cNvGrpSpPr/>
          <p:nvPr/>
        </p:nvGrpSpPr>
        <p:grpSpPr>
          <a:xfrm>
            <a:off x="842346" y="2308359"/>
            <a:ext cx="2263392" cy="2056173"/>
            <a:chOff x="0" y="-38100"/>
            <a:chExt cx="1260214" cy="1144838"/>
          </a:xfrm>
        </p:grpSpPr>
        <p:sp>
          <p:nvSpPr>
            <p:cNvPr id="596" name="Google Shape;596;p25"/>
            <p:cNvSpPr/>
            <p:nvPr/>
          </p:nvSpPr>
          <p:spPr>
            <a:xfrm>
              <a:off x="0" y="0"/>
              <a:ext cx="1260214" cy="1106738"/>
            </a:xfrm>
            <a:custGeom>
              <a:rect b="b" l="l" r="r" t="t"/>
              <a:pathLst>
                <a:path extrusionOk="0" h="1106738" w="1260214">
                  <a:moveTo>
                    <a:pt x="0" y="0"/>
                  </a:moveTo>
                  <a:lnTo>
                    <a:pt x="1260214" y="0"/>
                  </a:lnTo>
                  <a:lnTo>
                    <a:pt x="1260214" y="1106738"/>
                  </a:lnTo>
                  <a:lnTo>
                    <a:pt x="0" y="1106738"/>
                  </a:lnTo>
                  <a:close/>
                </a:path>
              </a:pathLst>
            </a:custGeom>
            <a:solidFill>
              <a:srgbClr val="2E6E80"/>
            </a:solidFill>
            <a:ln>
              <a:noFill/>
            </a:ln>
          </p:spPr>
        </p:sp>
        <p:sp>
          <p:nvSpPr>
            <p:cNvPr id="597" name="Google Shape;597;p25"/>
            <p:cNvSpPr txBox="1"/>
            <p:nvPr/>
          </p:nvSpPr>
          <p:spPr>
            <a:xfrm>
              <a:off x="0" y="-38100"/>
              <a:ext cx="1260214" cy="1144838"/>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598" name="Google Shape;598;p25"/>
          <p:cNvSpPr txBox="1"/>
          <p:nvPr/>
        </p:nvSpPr>
        <p:spPr>
          <a:xfrm>
            <a:off x="1323793" y="398373"/>
            <a:ext cx="6370343" cy="568642"/>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3300"/>
              <a:buFont typeface="Arial"/>
              <a:buNone/>
            </a:pPr>
            <a:r>
              <a:rPr b="1" i="0" lang="es" sz="3300" u="none" cap="none" strike="noStrike">
                <a:solidFill>
                  <a:srgbClr val="000000"/>
                </a:solidFill>
                <a:latin typeface="Doto Black"/>
                <a:ea typeface="Doto Black"/>
                <a:cs typeface="Doto Black"/>
                <a:sym typeface="Doto Black"/>
              </a:rPr>
              <a:t>DESCARGA E INSTALACIÓN</a:t>
            </a:r>
            <a:endParaRPr b="0" i="0" sz="700" u="none" cap="none" strike="noStrike">
              <a:solidFill>
                <a:srgbClr val="000000"/>
              </a:solidFill>
              <a:latin typeface="Arial"/>
              <a:ea typeface="Arial"/>
              <a:cs typeface="Arial"/>
              <a:sym typeface="Arial"/>
            </a:endParaRPr>
          </a:p>
        </p:txBody>
      </p:sp>
      <p:cxnSp>
        <p:nvCxnSpPr>
          <p:cNvPr id="599" name="Google Shape;599;p25"/>
          <p:cNvCxnSpPr/>
          <p:nvPr/>
        </p:nvCxnSpPr>
        <p:spPr>
          <a:xfrm flipH="1" rot="10800000">
            <a:off x="842380" y="1528514"/>
            <a:ext cx="7385270" cy="4215"/>
          </a:xfrm>
          <a:prstGeom prst="straightConnector1">
            <a:avLst/>
          </a:prstGeom>
          <a:noFill/>
          <a:ln cap="flat" cmpd="sng" w="238125">
            <a:solidFill>
              <a:srgbClr val="EFA038"/>
            </a:solidFill>
            <a:prstDash val="solid"/>
            <a:round/>
            <a:headEnd len="sm" w="sm" type="none"/>
            <a:tailEnd len="sm" w="sm" type="none"/>
          </a:ln>
        </p:spPr>
      </p:cxnSp>
      <p:cxnSp>
        <p:nvCxnSpPr>
          <p:cNvPr id="600" name="Google Shape;600;p25"/>
          <p:cNvCxnSpPr/>
          <p:nvPr/>
        </p:nvCxnSpPr>
        <p:spPr>
          <a:xfrm>
            <a:off x="1081419" y="2900214"/>
            <a:ext cx="1785246" cy="0"/>
          </a:xfrm>
          <a:prstGeom prst="straightConnector1">
            <a:avLst/>
          </a:prstGeom>
          <a:noFill/>
          <a:ln cap="flat" cmpd="sng" w="85725">
            <a:solidFill>
              <a:srgbClr val="EFA038"/>
            </a:solidFill>
            <a:prstDash val="solid"/>
            <a:round/>
            <a:headEnd len="sm" w="sm" type="none"/>
            <a:tailEnd len="sm" w="sm" type="none"/>
          </a:ln>
        </p:spPr>
      </p:cxnSp>
      <p:sp>
        <p:nvSpPr>
          <p:cNvPr id="601" name="Google Shape;601;p25"/>
          <p:cNvSpPr txBox="1"/>
          <p:nvPr/>
        </p:nvSpPr>
        <p:spPr>
          <a:xfrm>
            <a:off x="1386829" y="920978"/>
            <a:ext cx="6370342" cy="527368"/>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3100"/>
              <a:buFont typeface="Arial"/>
              <a:buNone/>
            </a:pPr>
            <a:r>
              <a:rPr b="1" i="1" lang="es" sz="3100" u="none" cap="none" strike="noStrike">
                <a:solidFill>
                  <a:srgbClr val="000000"/>
                </a:solidFill>
                <a:latin typeface="Doto Black"/>
                <a:ea typeface="Doto Black"/>
                <a:cs typeface="Doto Black"/>
                <a:sym typeface="Doto Black"/>
              </a:rPr>
              <a:t>GIT | GITKRAKEN</a:t>
            </a:r>
            <a:endParaRPr b="0" i="0" sz="700" u="none" cap="none" strike="noStrike">
              <a:solidFill>
                <a:srgbClr val="000000"/>
              </a:solidFill>
              <a:latin typeface="Arial"/>
              <a:ea typeface="Arial"/>
              <a:cs typeface="Arial"/>
              <a:sym typeface="Arial"/>
            </a:endParaRPr>
          </a:p>
        </p:txBody>
      </p:sp>
      <p:sp>
        <p:nvSpPr>
          <p:cNvPr id="602" name="Google Shape;602;p25"/>
          <p:cNvSpPr/>
          <p:nvPr/>
        </p:nvSpPr>
        <p:spPr>
          <a:xfrm>
            <a:off x="3479707" y="1730825"/>
            <a:ext cx="4713669" cy="3279671"/>
          </a:xfrm>
          <a:custGeom>
            <a:rect b="b" l="l" r="r" t="t"/>
            <a:pathLst>
              <a:path extrusionOk="0" h="6559341" w="9427337">
                <a:moveTo>
                  <a:pt x="0" y="0"/>
                </a:moveTo>
                <a:lnTo>
                  <a:pt x="9427337" y="0"/>
                </a:lnTo>
                <a:lnTo>
                  <a:pt x="9427337" y="6559341"/>
                </a:lnTo>
                <a:lnTo>
                  <a:pt x="0" y="6559341"/>
                </a:lnTo>
                <a:lnTo>
                  <a:pt x="0" y="0"/>
                </a:lnTo>
                <a:close/>
              </a:path>
            </a:pathLst>
          </a:custGeom>
          <a:blipFill rotWithShape="1">
            <a:blip r:embed="rId4">
              <a:alphaModFix/>
            </a:blip>
            <a:stretch>
              <a:fillRect b="0" l="0" r="0" t="0"/>
            </a:stretch>
          </a:blipFill>
          <a:ln>
            <a:noFill/>
          </a:ln>
        </p:spPr>
      </p:sp>
      <p:sp>
        <p:nvSpPr>
          <p:cNvPr id="603" name="Google Shape;603;p25"/>
          <p:cNvSpPr txBox="1"/>
          <p:nvPr/>
        </p:nvSpPr>
        <p:spPr>
          <a:xfrm>
            <a:off x="1195840" y="3232566"/>
            <a:ext cx="1556405" cy="456725"/>
          </a:xfrm>
          <a:prstGeom prst="rect">
            <a:avLst/>
          </a:prstGeom>
          <a:noFill/>
          <a:ln>
            <a:noFill/>
          </a:ln>
        </p:spPr>
        <p:txBody>
          <a:bodyPr anchorCtr="0" anchor="t" bIns="0" lIns="0" spcFirstLastPara="1" rIns="0" wrap="square" tIns="0">
            <a:spAutoFit/>
          </a:bodyPr>
          <a:lstStyle/>
          <a:p>
            <a:pPr indent="0" lvl="0" marL="0" marR="0" rtl="0" algn="just">
              <a:lnSpc>
                <a:spcPct val="140003"/>
              </a:lnSpc>
              <a:spcBef>
                <a:spcPts val="0"/>
              </a:spcBef>
              <a:spcAft>
                <a:spcPts val="0"/>
              </a:spcAft>
              <a:buClr>
                <a:srgbClr val="000000"/>
              </a:buClr>
              <a:buSzPts val="2600"/>
              <a:buFont typeface="Arial"/>
              <a:buNone/>
            </a:pPr>
            <a:r>
              <a:rPr b="0" i="1" lang="es" sz="2600" u="sng" cap="none" strike="noStrike">
                <a:solidFill>
                  <a:schemeClr val="hlink"/>
                </a:solidFill>
                <a:latin typeface="Sansita"/>
                <a:ea typeface="Sansita"/>
                <a:cs typeface="Sansita"/>
                <a:sym typeface="Sansita"/>
                <a:hlinkClick r:id="rId5"/>
              </a:rPr>
              <a:t>Click aquí</a:t>
            </a:r>
            <a:endParaRPr b="0" i="0" sz="700" u="none" cap="none" strike="noStrike">
              <a:solidFill>
                <a:srgbClr val="000000"/>
              </a:solidFill>
              <a:latin typeface="Arial"/>
              <a:ea typeface="Arial"/>
              <a:cs typeface="Arial"/>
              <a:sym typeface="Arial"/>
            </a:endParaRPr>
          </a:p>
        </p:txBody>
      </p:sp>
      <p:sp>
        <p:nvSpPr>
          <p:cNvPr id="604" name="Google Shape;604;p25"/>
          <p:cNvSpPr txBox="1"/>
          <p:nvPr/>
        </p:nvSpPr>
        <p:spPr>
          <a:xfrm>
            <a:off x="825192" y="2489355"/>
            <a:ext cx="2297701" cy="303965"/>
          </a:xfrm>
          <a:prstGeom prst="rect">
            <a:avLst/>
          </a:prstGeom>
          <a:noFill/>
          <a:ln>
            <a:noFill/>
          </a:ln>
        </p:spPr>
        <p:txBody>
          <a:bodyPr anchorCtr="0" anchor="t" bIns="0" lIns="0" spcFirstLastPara="1" rIns="0" wrap="square" tIns="0">
            <a:spAutoFit/>
          </a:bodyPr>
          <a:lstStyle/>
          <a:p>
            <a:pPr indent="0" lvl="0" marL="0" marR="0" rtl="0" algn="ctr">
              <a:lnSpc>
                <a:spcPct val="140029"/>
              </a:lnSpc>
              <a:spcBef>
                <a:spcPts val="0"/>
              </a:spcBef>
              <a:spcAft>
                <a:spcPts val="0"/>
              </a:spcAft>
              <a:buClr>
                <a:srgbClr val="000000"/>
              </a:buClr>
              <a:buSzPts val="1700"/>
              <a:buFont typeface="Arial"/>
              <a:buNone/>
            </a:pPr>
            <a:r>
              <a:rPr b="1" i="0" lang="es" sz="1700" u="none" cap="none" strike="noStrike">
                <a:solidFill>
                  <a:srgbClr val="FFFFFF"/>
                </a:solidFill>
                <a:latin typeface="Doto"/>
                <a:ea typeface="Doto"/>
                <a:cs typeface="Doto"/>
                <a:sym typeface="Doto"/>
              </a:rPr>
              <a:t>Visitar el Link:</a:t>
            </a:r>
            <a:endParaRPr b="0" i="0" sz="700" u="none" cap="none" strike="noStrike">
              <a:solidFill>
                <a:srgbClr val="000000"/>
              </a:solidFill>
              <a:latin typeface="Arial"/>
              <a:ea typeface="Arial"/>
              <a:cs typeface="Arial"/>
              <a:sym typeface="Arial"/>
            </a:endParaRPr>
          </a:p>
        </p:txBody>
      </p:sp>
      <p:sp>
        <p:nvSpPr>
          <p:cNvPr id="605" name="Google Shape;605;p25"/>
          <p:cNvSpPr txBox="1"/>
          <p:nvPr/>
        </p:nvSpPr>
        <p:spPr>
          <a:xfrm>
            <a:off x="859500" y="1856568"/>
            <a:ext cx="1892744" cy="262622"/>
          </a:xfrm>
          <a:prstGeom prst="rect">
            <a:avLst/>
          </a:prstGeom>
          <a:noFill/>
          <a:ln>
            <a:noFill/>
          </a:ln>
        </p:spPr>
        <p:txBody>
          <a:bodyPr anchorCtr="0" anchor="t" bIns="0" lIns="0" spcFirstLastPara="1" rIns="0" wrap="square" tIns="0">
            <a:spAutoFit/>
          </a:bodyPr>
          <a:lstStyle/>
          <a:p>
            <a:pPr indent="0" lvl="0" marL="0" marR="0" rtl="0" algn="just">
              <a:lnSpc>
                <a:spcPct val="140012"/>
              </a:lnSpc>
              <a:spcBef>
                <a:spcPts val="0"/>
              </a:spcBef>
              <a:spcAft>
                <a:spcPts val="0"/>
              </a:spcAft>
              <a:buClr>
                <a:srgbClr val="000000"/>
              </a:buClr>
              <a:buSzPts val="1600"/>
              <a:buFont typeface="Arial"/>
              <a:buNone/>
            </a:pPr>
            <a:r>
              <a:rPr b="1" i="0" lang="es" sz="1600" u="none" cap="none" strike="noStrike">
                <a:solidFill>
                  <a:srgbClr val="000000"/>
                </a:solidFill>
                <a:latin typeface="Arial"/>
                <a:ea typeface="Arial"/>
                <a:cs typeface="Arial"/>
                <a:sym typeface="Arial"/>
              </a:rPr>
              <a:t>Sigue estos pasos:</a:t>
            </a:r>
            <a:endParaRPr b="0" i="0" sz="700" u="none" cap="none" strike="noStrike">
              <a:solidFill>
                <a:srgbClr val="000000"/>
              </a:solidFill>
              <a:latin typeface="Arial"/>
              <a:ea typeface="Arial"/>
              <a:cs typeface="Arial"/>
              <a:sym typeface="Arial"/>
            </a:endParaRPr>
          </a:p>
        </p:txBody>
      </p:sp>
      <p:pic>
        <p:nvPicPr>
          <p:cNvPr id="606" name="Google Shape;606;p25"/>
          <p:cNvPicPr preferRelativeResize="0"/>
          <p:nvPr/>
        </p:nvPicPr>
        <p:blipFill rotWithShape="1">
          <a:blip r:embed="rId6">
            <a:alphaModFix/>
          </a:blip>
          <a:srcRect b="0" l="0" r="0" t="0"/>
          <a:stretch/>
        </p:blipFill>
        <p:spPr>
          <a:xfrm>
            <a:off x="7239300" y="71325"/>
            <a:ext cx="1785250" cy="178525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0" name="Shape 610"/>
        <p:cNvGrpSpPr/>
        <p:nvPr/>
      </p:nvGrpSpPr>
      <p:grpSpPr>
        <a:xfrm>
          <a:off x="0" y="0"/>
          <a:ext cx="0" cy="0"/>
          <a:chOff x="0" y="0"/>
          <a:chExt cx="0" cy="0"/>
        </a:xfrm>
      </p:grpSpPr>
      <p:sp>
        <p:nvSpPr>
          <p:cNvPr id="611" name="Google Shape;611;p26"/>
          <p:cNvSpPr/>
          <p:nvPr/>
        </p:nvSpPr>
        <p:spPr>
          <a:xfrm>
            <a:off x="0" y="0"/>
            <a:ext cx="9144000" cy="51435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14584" l="0" r="-61131" t="0"/>
            </a:stretch>
          </a:blipFill>
          <a:ln>
            <a:noFill/>
          </a:ln>
        </p:spPr>
      </p:sp>
      <p:grpSp>
        <p:nvGrpSpPr>
          <p:cNvPr id="612" name="Google Shape;612;p26"/>
          <p:cNvGrpSpPr/>
          <p:nvPr/>
        </p:nvGrpSpPr>
        <p:grpSpPr>
          <a:xfrm>
            <a:off x="347414" y="2130930"/>
            <a:ext cx="2263392" cy="2663166"/>
            <a:chOff x="0" y="-38100"/>
            <a:chExt cx="1260214" cy="1482800"/>
          </a:xfrm>
        </p:grpSpPr>
        <p:sp>
          <p:nvSpPr>
            <p:cNvPr id="613" name="Google Shape;613;p26"/>
            <p:cNvSpPr/>
            <p:nvPr/>
          </p:nvSpPr>
          <p:spPr>
            <a:xfrm>
              <a:off x="0" y="0"/>
              <a:ext cx="1260214" cy="1444700"/>
            </a:xfrm>
            <a:custGeom>
              <a:rect b="b" l="l" r="r" t="t"/>
              <a:pathLst>
                <a:path extrusionOk="0" h="1444700" w="1260214">
                  <a:moveTo>
                    <a:pt x="0" y="0"/>
                  </a:moveTo>
                  <a:lnTo>
                    <a:pt x="1260214" y="0"/>
                  </a:lnTo>
                  <a:lnTo>
                    <a:pt x="1260214" y="1444700"/>
                  </a:lnTo>
                  <a:lnTo>
                    <a:pt x="0" y="1444700"/>
                  </a:lnTo>
                  <a:close/>
                </a:path>
              </a:pathLst>
            </a:custGeom>
            <a:solidFill>
              <a:srgbClr val="2E6E80"/>
            </a:solidFill>
            <a:ln>
              <a:noFill/>
            </a:ln>
          </p:spPr>
        </p:sp>
        <p:sp>
          <p:nvSpPr>
            <p:cNvPr id="614" name="Google Shape;614;p26"/>
            <p:cNvSpPr txBox="1"/>
            <p:nvPr/>
          </p:nvSpPr>
          <p:spPr>
            <a:xfrm>
              <a:off x="0" y="-38100"/>
              <a:ext cx="1260214" cy="14828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615" name="Google Shape;615;p26"/>
          <p:cNvSpPr txBox="1"/>
          <p:nvPr/>
        </p:nvSpPr>
        <p:spPr>
          <a:xfrm>
            <a:off x="1323793" y="398373"/>
            <a:ext cx="6370343" cy="568642"/>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3300"/>
              <a:buFont typeface="Arial"/>
              <a:buNone/>
            </a:pPr>
            <a:r>
              <a:rPr b="1" i="0" lang="es" sz="3300" u="none" cap="none" strike="noStrike">
                <a:solidFill>
                  <a:srgbClr val="000000"/>
                </a:solidFill>
                <a:latin typeface="Doto Black"/>
                <a:ea typeface="Doto Black"/>
                <a:cs typeface="Doto Black"/>
                <a:sym typeface="Doto Black"/>
              </a:rPr>
              <a:t>DESCARGA E INSTALACIÓN</a:t>
            </a:r>
            <a:endParaRPr b="0" i="0" sz="700" u="none" cap="none" strike="noStrike">
              <a:solidFill>
                <a:srgbClr val="000000"/>
              </a:solidFill>
              <a:latin typeface="Arial"/>
              <a:ea typeface="Arial"/>
              <a:cs typeface="Arial"/>
              <a:sym typeface="Arial"/>
            </a:endParaRPr>
          </a:p>
        </p:txBody>
      </p:sp>
      <p:cxnSp>
        <p:nvCxnSpPr>
          <p:cNvPr id="616" name="Google Shape;616;p26"/>
          <p:cNvCxnSpPr/>
          <p:nvPr/>
        </p:nvCxnSpPr>
        <p:spPr>
          <a:xfrm flipH="1" rot="10800000">
            <a:off x="842380" y="1528514"/>
            <a:ext cx="7385270" cy="4215"/>
          </a:xfrm>
          <a:prstGeom prst="straightConnector1">
            <a:avLst/>
          </a:prstGeom>
          <a:noFill/>
          <a:ln cap="flat" cmpd="sng" w="238125">
            <a:solidFill>
              <a:srgbClr val="EFA038"/>
            </a:solidFill>
            <a:prstDash val="solid"/>
            <a:round/>
            <a:headEnd len="sm" w="sm" type="none"/>
            <a:tailEnd len="sm" w="sm" type="none"/>
          </a:ln>
        </p:spPr>
      </p:cxnSp>
      <p:grpSp>
        <p:nvGrpSpPr>
          <p:cNvPr id="617" name="Google Shape;617;p26"/>
          <p:cNvGrpSpPr/>
          <p:nvPr/>
        </p:nvGrpSpPr>
        <p:grpSpPr>
          <a:xfrm>
            <a:off x="2891232" y="2116643"/>
            <a:ext cx="2263392" cy="2677454"/>
            <a:chOff x="0" y="-38100"/>
            <a:chExt cx="1260214" cy="1490755"/>
          </a:xfrm>
        </p:grpSpPr>
        <p:sp>
          <p:nvSpPr>
            <p:cNvPr id="618" name="Google Shape;618;p26"/>
            <p:cNvSpPr/>
            <p:nvPr/>
          </p:nvSpPr>
          <p:spPr>
            <a:xfrm>
              <a:off x="0" y="0"/>
              <a:ext cx="1260214" cy="1452655"/>
            </a:xfrm>
            <a:custGeom>
              <a:rect b="b" l="l" r="r" t="t"/>
              <a:pathLst>
                <a:path extrusionOk="0" h="1452655" w="1260214">
                  <a:moveTo>
                    <a:pt x="0" y="0"/>
                  </a:moveTo>
                  <a:lnTo>
                    <a:pt x="1260214" y="0"/>
                  </a:lnTo>
                  <a:lnTo>
                    <a:pt x="1260214" y="1452655"/>
                  </a:lnTo>
                  <a:lnTo>
                    <a:pt x="0" y="1452655"/>
                  </a:lnTo>
                  <a:close/>
                </a:path>
              </a:pathLst>
            </a:custGeom>
            <a:solidFill>
              <a:srgbClr val="2E6E80"/>
            </a:solidFill>
            <a:ln>
              <a:noFill/>
            </a:ln>
          </p:spPr>
        </p:sp>
        <p:sp>
          <p:nvSpPr>
            <p:cNvPr id="619" name="Google Shape;619;p26"/>
            <p:cNvSpPr txBox="1"/>
            <p:nvPr/>
          </p:nvSpPr>
          <p:spPr>
            <a:xfrm>
              <a:off x="0" y="-38100"/>
              <a:ext cx="1260214" cy="1490755"/>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cxnSp>
        <p:nvCxnSpPr>
          <p:cNvPr id="620" name="Google Shape;620;p26"/>
          <p:cNvCxnSpPr/>
          <p:nvPr/>
        </p:nvCxnSpPr>
        <p:spPr>
          <a:xfrm>
            <a:off x="577349" y="3363500"/>
            <a:ext cx="1785246" cy="0"/>
          </a:xfrm>
          <a:prstGeom prst="straightConnector1">
            <a:avLst/>
          </a:prstGeom>
          <a:noFill/>
          <a:ln cap="flat" cmpd="sng" w="85725">
            <a:solidFill>
              <a:srgbClr val="EFA038"/>
            </a:solidFill>
            <a:prstDash val="solid"/>
            <a:round/>
            <a:headEnd len="sm" w="sm" type="none"/>
            <a:tailEnd len="sm" w="sm" type="none"/>
          </a:ln>
        </p:spPr>
      </p:cxnSp>
      <p:cxnSp>
        <p:nvCxnSpPr>
          <p:cNvPr id="621" name="Google Shape;621;p26"/>
          <p:cNvCxnSpPr/>
          <p:nvPr/>
        </p:nvCxnSpPr>
        <p:spPr>
          <a:xfrm>
            <a:off x="3157857" y="3164657"/>
            <a:ext cx="1785246" cy="0"/>
          </a:xfrm>
          <a:prstGeom prst="straightConnector1">
            <a:avLst/>
          </a:prstGeom>
          <a:noFill/>
          <a:ln cap="flat" cmpd="sng" w="85725">
            <a:solidFill>
              <a:srgbClr val="EFA038"/>
            </a:solidFill>
            <a:prstDash val="solid"/>
            <a:round/>
            <a:headEnd len="sm" w="sm" type="none"/>
            <a:tailEnd len="sm" w="sm" type="none"/>
          </a:ln>
        </p:spPr>
      </p:cxnSp>
      <p:sp>
        <p:nvSpPr>
          <p:cNvPr id="622" name="Google Shape;622;p26"/>
          <p:cNvSpPr txBox="1"/>
          <p:nvPr/>
        </p:nvSpPr>
        <p:spPr>
          <a:xfrm>
            <a:off x="1386829" y="920978"/>
            <a:ext cx="6370342" cy="527368"/>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3100"/>
              <a:buFont typeface="Arial"/>
              <a:buNone/>
            </a:pPr>
            <a:r>
              <a:rPr b="1" i="1" lang="es" sz="3100" u="none" cap="none" strike="noStrike">
                <a:solidFill>
                  <a:srgbClr val="000000"/>
                </a:solidFill>
                <a:latin typeface="Doto Black"/>
                <a:ea typeface="Doto Black"/>
                <a:cs typeface="Doto Black"/>
                <a:sym typeface="Doto Black"/>
              </a:rPr>
              <a:t>GIT | GITKRAKEN</a:t>
            </a:r>
            <a:endParaRPr b="0" i="0" sz="700" u="none" cap="none" strike="noStrike">
              <a:solidFill>
                <a:srgbClr val="000000"/>
              </a:solidFill>
              <a:latin typeface="Arial"/>
              <a:ea typeface="Arial"/>
              <a:cs typeface="Arial"/>
              <a:sym typeface="Arial"/>
            </a:endParaRPr>
          </a:p>
        </p:txBody>
      </p:sp>
      <p:sp>
        <p:nvSpPr>
          <p:cNvPr id="623" name="Google Shape;623;p26"/>
          <p:cNvSpPr/>
          <p:nvPr/>
        </p:nvSpPr>
        <p:spPr>
          <a:xfrm>
            <a:off x="5895557" y="1532729"/>
            <a:ext cx="2332093" cy="3577078"/>
          </a:xfrm>
          <a:custGeom>
            <a:rect b="b" l="l" r="r" t="t"/>
            <a:pathLst>
              <a:path extrusionOk="0" h="7154156" w="4664185">
                <a:moveTo>
                  <a:pt x="0" y="0"/>
                </a:moveTo>
                <a:lnTo>
                  <a:pt x="4664185" y="0"/>
                </a:lnTo>
                <a:lnTo>
                  <a:pt x="4664185" y="7154156"/>
                </a:lnTo>
                <a:lnTo>
                  <a:pt x="0" y="7154156"/>
                </a:lnTo>
                <a:lnTo>
                  <a:pt x="0" y="0"/>
                </a:lnTo>
                <a:close/>
              </a:path>
            </a:pathLst>
          </a:custGeom>
          <a:blipFill rotWithShape="1">
            <a:blip r:embed="rId4">
              <a:alphaModFix/>
            </a:blip>
            <a:stretch>
              <a:fillRect b="0" l="0" r="0" t="0"/>
            </a:stretch>
          </a:blipFill>
          <a:ln>
            <a:noFill/>
          </a:ln>
        </p:spPr>
      </p:sp>
      <p:sp>
        <p:nvSpPr>
          <p:cNvPr id="624" name="Google Shape;624;p26"/>
          <p:cNvSpPr txBox="1"/>
          <p:nvPr/>
        </p:nvSpPr>
        <p:spPr>
          <a:xfrm>
            <a:off x="577349" y="3770694"/>
            <a:ext cx="1691827" cy="501064"/>
          </a:xfrm>
          <a:prstGeom prst="rect">
            <a:avLst/>
          </a:prstGeom>
          <a:noFill/>
          <a:ln>
            <a:noFill/>
          </a:ln>
        </p:spPr>
        <p:txBody>
          <a:bodyPr anchorCtr="0" anchor="t" bIns="0" lIns="0" spcFirstLastPara="1" rIns="0" wrap="square" tIns="0">
            <a:spAutoFit/>
          </a:bodyPr>
          <a:lstStyle/>
          <a:p>
            <a:pPr indent="0" lvl="0" marL="0" marR="0" rtl="0" algn="just">
              <a:lnSpc>
                <a:spcPct val="139993"/>
              </a:lnSpc>
              <a:spcBef>
                <a:spcPts val="0"/>
              </a:spcBef>
              <a:spcAft>
                <a:spcPts val="0"/>
              </a:spcAft>
              <a:buClr>
                <a:srgbClr val="000000"/>
              </a:buClr>
              <a:buSzPts val="3000"/>
              <a:buFont typeface="Arial"/>
              <a:buNone/>
            </a:pPr>
            <a:r>
              <a:rPr b="0" i="1" lang="es" sz="3000" u="sng" cap="none" strike="noStrike">
                <a:solidFill>
                  <a:schemeClr val="hlink"/>
                </a:solidFill>
                <a:latin typeface="Sansita"/>
                <a:ea typeface="Sansita"/>
                <a:cs typeface="Sansita"/>
                <a:sym typeface="Sansita"/>
                <a:hlinkClick r:id="rId5"/>
              </a:rPr>
              <a:t>Click aquí</a:t>
            </a:r>
            <a:endParaRPr b="0" i="0" sz="700" u="none" cap="none" strike="noStrike">
              <a:solidFill>
                <a:srgbClr val="000000"/>
              </a:solidFill>
              <a:latin typeface="Arial"/>
              <a:ea typeface="Arial"/>
              <a:cs typeface="Arial"/>
              <a:sym typeface="Arial"/>
            </a:endParaRPr>
          </a:p>
        </p:txBody>
      </p:sp>
      <p:sp>
        <p:nvSpPr>
          <p:cNvPr id="625" name="Google Shape;625;p26"/>
          <p:cNvSpPr txBox="1"/>
          <p:nvPr/>
        </p:nvSpPr>
        <p:spPr>
          <a:xfrm>
            <a:off x="330259" y="2311926"/>
            <a:ext cx="2297701" cy="913566"/>
          </a:xfrm>
          <a:prstGeom prst="rect">
            <a:avLst/>
          </a:prstGeom>
          <a:noFill/>
          <a:ln>
            <a:noFill/>
          </a:ln>
        </p:spPr>
        <p:txBody>
          <a:bodyPr anchorCtr="0" anchor="t" bIns="0" lIns="0" spcFirstLastPara="1" rIns="0" wrap="square" tIns="0">
            <a:spAutoFit/>
          </a:bodyPr>
          <a:lstStyle/>
          <a:p>
            <a:pPr indent="0" lvl="0" marL="0" marR="0" rtl="0" algn="ctr">
              <a:lnSpc>
                <a:spcPct val="140029"/>
              </a:lnSpc>
              <a:spcBef>
                <a:spcPts val="0"/>
              </a:spcBef>
              <a:spcAft>
                <a:spcPts val="0"/>
              </a:spcAft>
              <a:buClr>
                <a:srgbClr val="000000"/>
              </a:buClr>
              <a:buSzPts val="1700"/>
              <a:buFont typeface="Arial"/>
              <a:buNone/>
            </a:pPr>
            <a:r>
              <a:rPr b="1" i="0" lang="es" sz="1700" u="none" cap="none" strike="noStrike">
                <a:solidFill>
                  <a:srgbClr val="FFFFFF"/>
                </a:solidFill>
                <a:latin typeface="Doto"/>
                <a:ea typeface="Doto"/>
                <a:cs typeface="Doto"/>
                <a:sym typeface="Doto"/>
              </a:rPr>
              <a:t>Asegurate que tienes el pack de Github Student</a:t>
            </a:r>
            <a:endParaRPr b="0" i="0" sz="700" u="none" cap="none" strike="noStrike">
              <a:solidFill>
                <a:srgbClr val="000000"/>
              </a:solidFill>
              <a:latin typeface="Arial"/>
              <a:ea typeface="Arial"/>
              <a:cs typeface="Arial"/>
              <a:sym typeface="Arial"/>
            </a:endParaRPr>
          </a:p>
        </p:txBody>
      </p:sp>
      <p:sp>
        <p:nvSpPr>
          <p:cNvPr id="626" name="Google Shape;626;p26"/>
          <p:cNvSpPr txBox="1"/>
          <p:nvPr/>
        </p:nvSpPr>
        <p:spPr>
          <a:xfrm>
            <a:off x="3157857" y="3770694"/>
            <a:ext cx="1838421" cy="501342"/>
          </a:xfrm>
          <a:prstGeom prst="rect">
            <a:avLst/>
          </a:prstGeom>
          <a:noFill/>
          <a:ln>
            <a:noFill/>
          </a:ln>
        </p:spPr>
        <p:txBody>
          <a:bodyPr anchorCtr="0" anchor="t" bIns="0" lIns="0" spcFirstLastPara="1" rIns="0" wrap="square" tIns="0">
            <a:spAutoFit/>
          </a:bodyPr>
          <a:lstStyle/>
          <a:p>
            <a:pPr indent="0" lvl="0" marL="0" marR="0" rtl="0" algn="just">
              <a:lnSpc>
                <a:spcPct val="140006"/>
              </a:lnSpc>
              <a:spcBef>
                <a:spcPts val="0"/>
              </a:spcBef>
              <a:spcAft>
                <a:spcPts val="0"/>
              </a:spcAft>
              <a:buClr>
                <a:srgbClr val="000000"/>
              </a:buClr>
              <a:buSzPts val="2900"/>
              <a:buFont typeface="Arial"/>
              <a:buNone/>
            </a:pPr>
            <a:r>
              <a:rPr b="0" i="1" lang="es" sz="2900" u="sng" cap="none" strike="noStrike">
                <a:solidFill>
                  <a:schemeClr val="hlink"/>
                </a:solidFill>
                <a:latin typeface="Sansita"/>
                <a:ea typeface="Sansita"/>
                <a:cs typeface="Sansita"/>
                <a:sym typeface="Sansita"/>
                <a:hlinkClick r:id="rId6"/>
              </a:rPr>
              <a:t>Click Aquí</a:t>
            </a:r>
            <a:endParaRPr b="0" i="0" sz="700" u="none" cap="none" strike="noStrike">
              <a:solidFill>
                <a:srgbClr val="000000"/>
              </a:solidFill>
              <a:latin typeface="Arial"/>
              <a:ea typeface="Arial"/>
              <a:cs typeface="Arial"/>
              <a:sym typeface="Arial"/>
            </a:endParaRPr>
          </a:p>
        </p:txBody>
      </p:sp>
      <p:sp>
        <p:nvSpPr>
          <p:cNvPr id="627" name="Google Shape;627;p26"/>
          <p:cNvSpPr txBox="1"/>
          <p:nvPr/>
        </p:nvSpPr>
        <p:spPr>
          <a:xfrm>
            <a:off x="2874078" y="2311926"/>
            <a:ext cx="2297701" cy="608765"/>
          </a:xfrm>
          <a:prstGeom prst="rect">
            <a:avLst/>
          </a:prstGeom>
          <a:noFill/>
          <a:ln>
            <a:noFill/>
          </a:ln>
        </p:spPr>
        <p:txBody>
          <a:bodyPr anchorCtr="0" anchor="t" bIns="0" lIns="0" spcFirstLastPara="1" rIns="0" wrap="square" tIns="0">
            <a:spAutoFit/>
          </a:bodyPr>
          <a:lstStyle/>
          <a:p>
            <a:pPr indent="0" lvl="0" marL="0" marR="0" rtl="0" algn="ctr">
              <a:lnSpc>
                <a:spcPct val="140029"/>
              </a:lnSpc>
              <a:spcBef>
                <a:spcPts val="0"/>
              </a:spcBef>
              <a:spcAft>
                <a:spcPts val="0"/>
              </a:spcAft>
              <a:buClr>
                <a:srgbClr val="000000"/>
              </a:buClr>
              <a:buSzPts val="1700"/>
              <a:buFont typeface="Arial"/>
              <a:buNone/>
            </a:pPr>
            <a:r>
              <a:rPr b="1" i="0" lang="es" sz="1700" u="none" cap="none" strike="noStrike">
                <a:solidFill>
                  <a:srgbClr val="FFFFFF"/>
                </a:solidFill>
                <a:latin typeface="Doto Black"/>
                <a:ea typeface="Doto Black"/>
                <a:cs typeface="Doto Black"/>
                <a:sym typeface="Doto Black"/>
              </a:rPr>
              <a:t>Descarga e Instala Gitkraken</a:t>
            </a:r>
            <a:endParaRPr b="0" i="0" sz="700" u="none" cap="none" strike="noStrike">
              <a:solidFill>
                <a:srgbClr val="000000"/>
              </a:solidFill>
              <a:latin typeface="Arial"/>
              <a:ea typeface="Arial"/>
              <a:cs typeface="Arial"/>
              <a:sym typeface="Arial"/>
            </a:endParaRPr>
          </a:p>
        </p:txBody>
      </p:sp>
      <p:sp>
        <p:nvSpPr>
          <p:cNvPr id="628" name="Google Shape;628;p26"/>
          <p:cNvSpPr txBox="1"/>
          <p:nvPr/>
        </p:nvSpPr>
        <p:spPr>
          <a:xfrm>
            <a:off x="859500" y="1866092"/>
            <a:ext cx="1486991" cy="212516"/>
          </a:xfrm>
          <a:prstGeom prst="rect">
            <a:avLst/>
          </a:prstGeom>
          <a:noFill/>
          <a:ln>
            <a:noFill/>
          </a:ln>
        </p:spPr>
        <p:txBody>
          <a:bodyPr anchorCtr="0" anchor="t" bIns="0" lIns="0" spcFirstLastPara="1" rIns="0" wrap="square" tIns="0">
            <a:spAutoFit/>
          </a:bodyPr>
          <a:lstStyle/>
          <a:p>
            <a:pPr indent="0" lvl="0" marL="0" marR="0" rtl="0" algn="just">
              <a:lnSpc>
                <a:spcPct val="140023"/>
              </a:lnSpc>
              <a:spcBef>
                <a:spcPts val="0"/>
              </a:spcBef>
              <a:spcAft>
                <a:spcPts val="0"/>
              </a:spcAft>
              <a:buClr>
                <a:srgbClr val="000000"/>
              </a:buClr>
              <a:buSzPts val="1300"/>
              <a:buFont typeface="Arial"/>
              <a:buNone/>
            </a:pPr>
            <a:r>
              <a:rPr b="1" i="0" lang="es" sz="1300" u="none" cap="none" strike="noStrike">
                <a:solidFill>
                  <a:srgbClr val="000000"/>
                </a:solidFill>
                <a:latin typeface="Arial"/>
                <a:ea typeface="Arial"/>
                <a:cs typeface="Arial"/>
                <a:sym typeface="Arial"/>
              </a:rPr>
              <a:t>Sigue estos pasos:</a:t>
            </a:r>
            <a:endParaRPr b="0" i="0" sz="700" u="none" cap="none" strike="noStrike">
              <a:solidFill>
                <a:srgbClr val="000000"/>
              </a:solidFill>
              <a:latin typeface="Arial"/>
              <a:ea typeface="Arial"/>
              <a:cs typeface="Arial"/>
              <a:sym typeface="Arial"/>
            </a:endParaRPr>
          </a:p>
        </p:txBody>
      </p:sp>
      <p:pic>
        <p:nvPicPr>
          <p:cNvPr id="629" name="Google Shape;629;p26"/>
          <p:cNvPicPr preferRelativeResize="0"/>
          <p:nvPr/>
        </p:nvPicPr>
        <p:blipFill rotWithShape="1">
          <a:blip r:embed="rId7">
            <a:alphaModFix/>
          </a:blip>
          <a:srcRect b="0" l="0" r="0" t="0"/>
          <a:stretch/>
        </p:blipFill>
        <p:spPr>
          <a:xfrm>
            <a:off x="7493355" y="216425"/>
            <a:ext cx="1411071" cy="123192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3" name="Shape 633"/>
        <p:cNvGrpSpPr/>
        <p:nvPr/>
      </p:nvGrpSpPr>
      <p:grpSpPr>
        <a:xfrm>
          <a:off x="0" y="0"/>
          <a:ext cx="0" cy="0"/>
          <a:chOff x="0" y="0"/>
          <a:chExt cx="0" cy="0"/>
        </a:xfrm>
      </p:grpSpPr>
      <p:sp>
        <p:nvSpPr>
          <p:cNvPr id="634" name="Google Shape;634;p27"/>
          <p:cNvSpPr/>
          <p:nvPr/>
        </p:nvSpPr>
        <p:spPr>
          <a:xfrm>
            <a:off x="0" y="0"/>
            <a:ext cx="9144000" cy="51435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14584" l="0" r="-61131" t="0"/>
            </a:stretch>
          </a:blipFill>
          <a:ln>
            <a:noFill/>
          </a:ln>
        </p:spPr>
      </p:sp>
      <p:grpSp>
        <p:nvGrpSpPr>
          <p:cNvPr id="635" name="Google Shape;635;p27"/>
          <p:cNvGrpSpPr/>
          <p:nvPr/>
        </p:nvGrpSpPr>
        <p:grpSpPr>
          <a:xfrm>
            <a:off x="347414" y="2130930"/>
            <a:ext cx="2263392" cy="2663166"/>
            <a:chOff x="0" y="-38100"/>
            <a:chExt cx="1260214" cy="1482800"/>
          </a:xfrm>
        </p:grpSpPr>
        <p:sp>
          <p:nvSpPr>
            <p:cNvPr id="636" name="Google Shape;636;p27"/>
            <p:cNvSpPr/>
            <p:nvPr/>
          </p:nvSpPr>
          <p:spPr>
            <a:xfrm>
              <a:off x="0" y="0"/>
              <a:ext cx="1260214" cy="1444700"/>
            </a:xfrm>
            <a:custGeom>
              <a:rect b="b" l="l" r="r" t="t"/>
              <a:pathLst>
                <a:path extrusionOk="0" h="1444700" w="1260214">
                  <a:moveTo>
                    <a:pt x="0" y="0"/>
                  </a:moveTo>
                  <a:lnTo>
                    <a:pt x="1260214" y="0"/>
                  </a:lnTo>
                  <a:lnTo>
                    <a:pt x="1260214" y="1444700"/>
                  </a:lnTo>
                  <a:lnTo>
                    <a:pt x="0" y="1444700"/>
                  </a:lnTo>
                  <a:close/>
                </a:path>
              </a:pathLst>
            </a:custGeom>
            <a:solidFill>
              <a:srgbClr val="2E6E80"/>
            </a:solidFill>
            <a:ln>
              <a:noFill/>
            </a:ln>
          </p:spPr>
        </p:sp>
        <p:sp>
          <p:nvSpPr>
            <p:cNvPr id="637" name="Google Shape;637;p27"/>
            <p:cNvSpPr txBox="1"/>
            <p:nvPr/>
          </p:nvSpPr>
          <p:spPr>
            <a:xfrm>
              <a:off x="0" y="-38100"/>
              <a:ext cx="1260214" cy="14828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638" name="Google Shape;638;p27"/>
          <p:cNvSpPr txBox="1"/>
          <p:nvPr/>
        </p:nvSpPr>
        <p:spPr>
          <a:xfrm>
            <a:off x="1323793" y="398373"/>
            <a:ext cx="6370343" cy="568642"/>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3300"/>
              <a:buFont typeface="Arial"/>
              <a:buNone/>
            </a:pPr>
            <a:r>
              <a:rPr b="1" i="0" lang="es" sz="3300" u="none" cap="none" strike="noStrike">
                <a:solidFill>
                  <a:srgbClr val="000000"/>
                </a:solidFill>
                <a:latin typeface="Doto Black"/>
                <a:ea typeface="Doto Black"/>
                <a:cs typeface="Doto Black"/>
                <a:sym typeface="Doto Black"/>
              </a:rPr>
              <a:t>DESCARGA E INSTALACIÓN</a:t>
            </a:r>
            <a:endParaRPr b="0" i="0" sz="700" u="none" cap="none" strike="noStrike">
              <a:solidFill>
                <a:srgbClr val="000000"/>
              </a:solidFill>
              <a:latin typeface="Arial"/>
              <a:ea typeface="Arial"/>
              <a:cs typeface="Arial"/>
              <a:sym typeface="Arial"/>
            </a:endParaRPr>
          </a:p>
        </p:txBody>
      </p:sp>
      <p:cxnSp>
        <p:nvCxnSpPr>
          <p:cNvPr id="639" name="Google Shape;639;p27"/>
          <p:cNvCxnSpPr/>
          <p:nvPr/>
        </p:nvCxnSpPr>
        <p:spPr>
          <a:xfrm flipH="1" rot="10800000">
            <a:off x="842380" y="1528514"/>
            <a:ext cx="7385270" cy="4215"/>
          </a:xfrm>
          <a:prstGeom prst="straightConnector1">
            <a:avLst/>
          </a:prstGeom>
          <a:noFill/>
          <a:ln cap="flat" cmpd="sng" w="238125">
            <a:solidFill>
              <a:srgbClr val="EFA038"/>
            </a:solidFill>
            <a:prstDash val="solid"/>
            <a:round/>
            <a:headEnd len="sm" w="sm" type="none"/>
            <a:tailEnd len="sm" w="sm" type="none"/>
          </a:ln>
        </p:spPr>
      </p:cxnSp>
      <p:cxnSp>
        <p:nvCxnSpPr>
          <p:cNvPr id="640" name="Google Shape;640;p27"/>
          <p:cNvCxnSpPr/>
          <p:nvPr/>
        </p:nvCxnSpPr>
        <p:spPr>
          <a:xfrm>
            <a:off x="603640" y="3475297"/>
            <a:ext cx="1785246" cy="0"/>
          </a:xfrm>
          <a:prstGeom prst="straightConnector1">
            <a:avLst/>
          </a:prstGeom>
          <a:noFill/>
          <a:ln cap="flat" cmpd="sng" w="85725">
            <a:solidFill>
              <a:srgbClr val="EFA038"/>
            </a:solidFill>
            <a:prstDash val="solid"/>
            <a:round/>
            <a:headEnd len="sm" w="sm" type="none"/>
            <a:tailEnd len="sm" w="sm" type="none"/>
          </a:ln>
        </p:spPr>
      </p:cxnSp>
      <p:sp>
        <p:nvSpPr>
          <p:cNvPr id="641" name="Google Shape;641;p27"/>
          <p:cNvSpPr txBox="1"/>
          <p:nvPr/>
        </p:nvSpPr>
        <p:spPr>
          <a:xfrm>
            <a:off x="1386829" y="920978"/>
            <a:ext cx="6370342" cy="527368"/>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3100"/>
              <a:buFont typeface="Arial"/>
              <a:buNone/>
            </a:pPr>
            <a:r>
              <a:rPr b="1" i="1" lang="es" sz="3100" u="none" cap="none" strike="noStrike">
                <a:solidFill>
                  <a:srgbClr val="000000"/>
                </a:solidFill>
                <a:latin typeface="Doto Black"/>
                <a:ea typeface="Doto Black"/>
                <a:cs typeface="Doto Black"/>
                <a:sym typeface="Doto Black"/>
              </a:rPr>
              <a:t>GIT | GITKRAKEN</a:t>
            </a:r>
            <a:endParaRPr b="0" i="0" sz="700" u="none" cap="none" strike="noStrike">
              <a:solidFill>
                <a:srgbClr val="000000"/>
              </a:solidFill>
              <a:latin typeface="Arial"/>
              <a:ea typeface="Arial"/>
              <a:cs typeface="Arial"/>
              <a:sym typeface="Arial"/>
            </a:endParaRPr>
          </a:p>
        </p:txBody>
      </p:sp>
      <p:sp>
        <p:nvSpPr>
          <p:cNvPr id="642" name="Google Shape;642;p27"/>
          <p:cNvSpPr/>
          <p:nvPr/>
        </p:nvSpPr>
        <p:spPr>
          <a:xfrm>
            <a:off x="2953975" y="2571750"/>
            <a:ext cx="2395254" cy="1033702"/>
          </a:xfrm>
          <a:custGeom>
            <a:rect b="b" l="l" r="r" t="t"/>
            <a:pathLst>
              <a:path extrusionOk="0" h="2067404" w="4790507">
                <a:moveTo>
                  <a:pt x="0" y="0"/>
                </a:moveTo>
                <a:lnTo>
                  <a:pt x="4790507" y="0"/>
                </a:lnTo>
                <a:lnTo>
                  <a:pt x="4790507" y="2067404"/>
                </a:lnTo>
                <a:lnTo>
                  <a:pt x="0" y="2067404"/>
                </a:lnTo>
                <a:lnTo>
                  <a:pt x="0" y="0"/>
                </a:lnTo>
                <a:close/>
              </a:path>
            </a:pathLst>
          </a:custGeom>
          <a:blipFill rotWithShape="1">
            <a:blip r:embed="rId4">
              <a:alphaModFix/>
            </a:blip>
            <a:stretch>
              <a:fillRect b="-162467" l="0" r="0" t="-92885"/>
            </a:stretch>
          </a:blipFill>
          <a:ln>
            <a:noFill/>
          </a:ln>
        </p:spPr>
      </p:sp>
      <p:sp>
        <p:nvSpPr>
          <p:cNvPr id="643" name="Google Shape;643;p27"/>
          <p:cNvSpPr/>
          <p:nvPr/>
        </p:nvSpPr>
        <p:spPr>
          <a:xfrm>
            <a:off x="859501" y="3605452"/>
            <a:ext cx="1089041" cy="1023698"/>
          </a:xfrm>
          <a:custGeom>
            <a:rect b="b" l="l" r="r" t="t"/>
            <a:pathLst>
              <a:path extrusionOk="0" h="2047396" w="2178081">
                <a:moveTo>
                  <a:pt x="0" y="0"/>
                </a:moveTo>
                <a:lnTo>
                  <a:pt x="2178081" y="0"/>
                </a:lnTo>
                <a:lnTo>
                  <a:pt x="2178081" y="2047396"/>
                </a:lnTo>
                <a:lnTo>
                  <a:pt x="0" y="2047396"/>
                </a:lnTo>
                <a:lnTo>
                  <a:pt x="0" y="0"/>
                </a:lnTo>
                <a:close/>
              </a:path>
            </a:pathLst>
          </a:custGeom>
          <a:blipFill rotWithShape="1">
            <a:blip r:embed="rId5">
              <a:alphaModFix/>
            </a:blip>
            <a:stretch>
              <a:fillRect b="0" l="0" r="0" t="0"/>
            </a:stretch>
          </a:blipFill>
          <a:ln>
            <a:noFill/>
          </a:ln>
        </p:spPr>
      </p:sp>
      <p:grpSp>
        <p:nvGrpSpPr>
          <p:cNvPr id="644" name="Google Shape;644;p27"/>
          <p:cNvGrpSpPr/>
          <p:nvPr/>
        </p:nvGrpSpPr>
        <p:grpSpPr>
          <a:xfrm>
            <a:off x="2953976" y="2806301"/>
            <a:ext cx="2181810" cy="575612"/>
            <a:chOff x="0" y="0"/>
            <a:chExt cx="2614308" cy="689716"/>
          </a:xfrm>
        </p:grpSpPr>
        <p:sp>
          <p:nvSpPr>
            <p:cNvPr id="645" name="Google Shape;645;p27"/>
            <p:cNvSpPr/>
            <p:nvPr/>
          </p:nvSpPr>
          <p:spPr>
            <a:xfrm>
              <a:off x="0" y="0"/>
              <a:ext cx="2614308" cy="689716"/>
            </a:xfrm>
            <a:custGeom>
              <a:rect b="b" l="l" r="r" t="t"/>
              <a:pathLst>
                <a:path extrusionOk="0" h="689716" w="2614308">
                  <a:moveTo>
                    <a:pt x="1307154" y="0"/>
                  </a:moveTo>
                  <a:cubicBezTo>
                    <a:pt x="585233" y="0"/>
                    <a:pt x="0" y="154398"/>
                    <a:pt x="0" y="344858"/>
                  </a:cubicBezTo>
                  <a:cubicBezTo>
                    <a:pt x="0" y="535318"/>
                    <a:pt x="585233" y="689716"/>
                    <a:pt x="1307154" y="689716"/>
                  </a:cubicBezTo>
                  <a:cubicBezTo>
                    <a:pt x="2029075" y="689716"/>
                    <a:pt x="2614308" y="535318"/>
                    <a:pt x="2614308" y="344858"/>
                  </a:cubicBezTo>
                  <a:cubicBezTo>
                    <a:pt x="2614308" y="154398"/>
                    <a:pt x="2029075" y="0"/>
                    <a:pt x="1307154" y="0"/>
                  </a:cubicBezTo>
                  <a:close/>
                </a:path>
              </a:pathLst>
            </a:custGeom>
            <a:solidFill>
              <a:srgbClr val="000000">
                <a:alpha val="0"/>
              </a:srgbClr>
            </a:solidFill>
            <a:ln cap="sq" cmpd="sng" w="180975">
              <a:solidFill>
                <a:srgbClr val="AC322E"/>
              </a:solidFill>
              <a:prstDash val="solid"/>
              <a:miter lim="8000"/>
              <a:headEnd len="sm" w="sm" type="none"/>
              <a:tailEnd len="sm" w="sm" type="none"/>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6" name="Google Shape;646;p27"/>
            <p:cNvSpPr txBox="1"/>
            <p:nvPr/>
          </p:nvSpPr>
          <p:spPr>
            <a:xfrm>
              <a:off x="245091" y="83711"/>
              <a:ext cx="2124125" cy="541344"/>
            </a:xfrm>
            <a:prstGeom prst="rect">
              <a:avLst/>
            </a:prstGeom>
            <a:noFill/>
            <a:ln>
              <a:noFill/>
            </a:ln>
          </p:spPr>
          <p:txBody>
            <a:bodyPr anchorCtr="0" anchor="ctr" bIns="25400" lIns="25400" spcFirstLastPara="1" rIns="25400" wrap="square" tIns="25400">
              <a:noAutofit/>
            </a:bodyPr>
            <a:lstStyle/>
            <a:p>
              <a:pPr indent="0" lvl="0" marL="0" marR="0" rtl="0" algn="ctr">
                <a:lnSpc>
                  <a:spcPct val="103833"/>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647" name="Google Shape;647;p27"/>
          <p:cNvSpPr txBox="1"/>
          <p:nvPr/>
        </p:nvSpPr>
        <p:spPr>
          <a:xfrm>
            <a:off x="347414" y="2625031"/>
            <a:ext cx="2297700" cy="608765"/>
          </a:xfrm>
          <a:prstGeom prst="rect">
            <a:avLst/>
          </a:prstGeom>
          <a:noFill/>
          <a:ln>
            <a:noFill/>
          </a:ln>
        </p:spPr>
        <p:txBody>
          <a:bodyPr anchorCtr="0" anchor="t" bIns="0" lIns="0" spcFirstLastPara="1" rIns="0" wrap="square" tIns="0">
            <a:spAutoFit/>
          </a:bodyPr>
          <a:lstStyle/>
          <a:p>
            <a:pPr indent="0" lvl="0" marL="0" marR="0" rtl="0" algn="ctr">
              <a:lnSpc>
                <a:spcPct val="140029"/>
              </a:lnSpc>
              <a:spcBef>
                <a:spcPts val="0"/>
              </a:spcBef>
              <a:spcAft>
                <a:spcPts val="0"/>
              </a:spcAft>
              <a:buClr>
                <a:srgbClr val="000000"/>
              </a:buClr>
              <a:buSzPts val="1700"/>
              <a:buFont typeface="Arial"/>
              <a:buNone/>
            </a:pPr>
            <a:r>
              <a:rPr b="1" i="0" lang="es" sz="1700" u="none" cap="none" strike="noStrike">
                <a:solidFill>
                  <a:srgbClr val="FFFFFF"/>
                </a:solidFill>
                <a:latin typeface="Doto"/>
                <a:ea typeface="Doto"/>
                <a:cs typeface="Doto"/>
                <a:sym typeface="Doto"/>
              </a:rPr>
              <a:t>Inicia Sesión con Github</a:t>
            </a:r>
            <a:endParaRPr b="0" i="0" sz="700" u="none" cap="none" strike="noStrike">
              <a:solidFill>
                <a:srgbClr val="000000"/>
              </a:solidFill>
              <a:latin typeface="Arial"/>
              <a:ea typeface="Arial"/>
              <a:cs typeface="Arial"/>
              <a:sym typeface="Arial"/>
            </a:endParaRPr>
          </a:p>
        </p:txBody>
      </p:sp>
      <p:sp>
        <p:nvSpPr>
          <p:cNvPr id="648" name="Google Shape;648;p27"/>
          <p:cNvSpPr txBox="1"/>
          <p:nvPr/>
        </p:nvSpPr>
        <p:spPr>
          <a:xfrm>
            <a:off x="859500" y="1866092"/>
            <a:ext cx="1486991" cy="212516"/>
          </a:xfrm>
          <a:prstGeom prst="rect">
            <a:avLst/>
          </a:prstGeom>
          <a:noFill/>
          <a:ln>
            <a:noFill/>
          </a:ln>
        </p:spPr>
        <p:txBody>
          <a:bodyPr anchorCtr="0" anchor="t" bIns="0" lIns="0" spcFirstLastPara="1" rIns="0" wrap="square" tIns="0">
            <a:spAutoFit/>
          </a:bodyPr>
          <a:lstStyle/>
          <a:p>
            <a:pPr indent="0" lvl="0" marL="0" marR="0" rtl="0" algn="just">
              <a:lnSpc>
                <a:spcPct val="140023"/>
              </a:lnSpc>
              <a:spcBef>
                <a:spcPts val="0"/>
              </a:spcBef>
              <a:spcAft>
                <a:spcPts val="0"/>
              </a:spcAft>
              <a:buClr>
                <a:srgbClr val="000000"/>
              </a:buClr>
              <a:buSzPts val="1300"/>
              <a:buFont typeface="Arial"/>
              <a:buNone/>
            </a:pPr>
            <a:r>
              <a:rPr b="1" i="0" lang="es" sz="1300" u="none" cap="none" strike="noStrike">
                <a:solidFill>
                  <a:srgbClr val="000000"/>
                </a:solidFill>
                <a:latin typeface="Arial"/>
                <a:ea typeface="Arial"/>
                <a:cs typeface="Arial"/>
                <a:sym typeface="Arial"/>
              </a:rPr>
              <a:t>Sigue estos pasos:</a:t>
            </a:r>
            <a:endParaRPr b="0" i="0" sz="700" u="none" cap="none" strike="noStrike">
              <a:solidFill>
                <a:srgbClr val="000000"/>
              </a:solidFill>
              <a:latin typeface="Arial"/>
              <a:ea typeface="Arial"/>
              <a:cs typeface="Arial"/>
              <a:sym typeface="Arial"/>
            </a:endParaRPr>
          </a:p>
        </p:txBody>
      </p:sp>
      <p:sp>
        <p:nvSpPr>
          <p:cNvPr id="649" name="Google Shape;649;p27"/>
          <p:cNvSpPr txBox="1"/>
          <p:nvPr/>
        </p:nvSpPr>
        <p:spPr>
          <a:xfrm>
            <a:off x="5498231" y="1973025"/>
            <a:ext cx="3270440" cy="2779677"/>
          </a:xfrm>
          <a:prstGeom prst="rect">
            <a:avLst/>
          </a:prstGeom>
          <a:noFill/>
          <a:ln>
            <a:noFill/>
          </a:ln>
        </p:spPr>
        <p:txBody>
          <a:bodyPr anchorCtr="0" anchor="t" bIns="0" lIns="0" spcFirstLastPara="1" rIns="0" wrap="square" tIns="0">
            <a:spAutoFit/>
          </a:bodyPr>
          <a:lstStyle/>
          <a:p>
            <a:pPr indent="0" lvl="0" marL="0" marR="0" rtl="0" algn="just">
              <a:lnSpc>
                <a:spcPct val="140005"/>
              </a:lnSpc>
              <a:spcBef>
                <a:spcPts val="0"/>
              </a:spcBef>
              <a:spcAft>
                <a:spcPts val="0"/>
              </a:spcAft>
              <a:buClr>
                <a:srgbClr val="000000"/>
              </a:buClr>
              <a:buSzPts val="1800"/>
              <a:buFont typeface="Arial"/>
              <a:buNone/>
            </a:pPr>
            <a:r>
              <a:rPr b="0" i="0" lang="es" sz="1800" u="none" cap="none" strike="noStrike">
                <a:solidFill>
                  <a:srgbClr val="000000"/>
                </a:solidFill>
                <a:latin typeface="Arial"/>
                <a:ea typeface="Arial"/>
                <a:cs typeface="Arial"/>
                <a:sym typeface="Arial"/>
              </a:rPr>
              <a:t>Los redirigirá a el login en su navegador, una vez autentiquen su cuenta de GitHub y seleccionen la opción de conectar GitKraken guardará su información y al tener el Student Developer Pack la versión PRO se les será otorgada.</a:t>
            </a:r>
            <a:endParaRPr b="0" i="0" sz="700" u="none" cap="none" strike="noStrike">
              <a:solidFill>
                <a:srgbClr val="000000"/>
              </a:solidFill>
              <a:latin typeface="Arial"/>
              <a:ea typeface="Arial"/>
              <a:cs typeface="Arial"/>
              <a:sym typeface="Arial"/>
            </a:endParaRPr>
          </a:p>
        </p:txBody>
      </p:sp>
      <p:pic>
        <p:nvPicPr>
          <p:cNvPr id="650" name="Google Shape;650;p27"/>
          <p:cNvPicPr preferRelativeResize="0"/>
          <p:nvPr/>
        </p:nvPicPr>
        <p:blipFill rotWithShape="1">
          <a:blip r:embed="rId6">
            <a:alphaModFix/>
          </a:blip>
          <a:srcRect b="0" l="0" r="0" t="0"/>
          <a:stretch/>
        </p:blipFill>
        <p:spPr>
          <a:xfrm>
            <a:off x="7435975" y="150150"/>
            <a:ext cx="1487000" cy="129821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E6E80"/>
        </a:solidFill>
      </p:bgPr>
    </p:bg>
    <p:spTree>
      <p:nvGrpSpPr>
        <p:cNvPr id="654" name="Shape 654"/>
        <p:cNvGrpSpPr/>
        <p:nvPr/>
      </p:nvGrpSpPr>
      <p:grpSpPr>
        <a:xfrm>
          <a:off x="0" y="0"/>
          <a:ext cx="0" cy="0"/>
          <a:chOff x="0" y="0"/>
          <a:chExt cx="0" cy="0"/>
        </a:xfrm>
      </p:grpSpPr>
      <p:sp>
        <p:nvSpPr>
          <p:cNvPr id="655" name="Google Shape;655;p28"/>
          <p:cNvSpPr/>
          <p:nvPr/>
        </p:nvSpPr>
        <p:spPr>
          <a:xfrm rot="10800000">
            <a:off x="7549562" y="2601665"/>
            <a:ext cx="2126387" cy="4054971"/>
          </a:xfrm>
          <a:custGeom>
            <a:rect b="b" l="l" r="r" t="t"/>
            <a:pathLst>
              <a:path extrusionOk="0" h="8109941" w="4252774">
                <a:moveTo>
                  <a:pt x="0" y="0"/>
                </a:moveTo>
                <a:lnTo>
                  <a:pt x="4252774" y="0"/>
                </a:lnTo>
                <a:lnTo>
                  <a:pt x="4252774" y="8109940"/>
                </a:lnTo>
                <a:lnTo>
                  <a:pt x="0" y="8109940"/>
                </a:lnTo>
                <a:lnTo>
                  <a:pt x="0" y="0"/>
                </a:lnTo>
                <a:close/>
              </a:path>
            </a:pathLst>
          </a:custGeom>
          <a:blipFill rotWithShape="1">
            <a:blip r:embed="rId3">
              <a:alphaModFix/>
            </a:blip>
            <a:stretch>
              <a:fillRect b="-72229" l="-764106" r="-242700" t="-10643"/>
            </a:stretch>
          </a:blipFill>
          <a:ln>
            <a:noFill/>
          </a:ln>
        </p:spPr>
      </p:sp>
      <p:sp>
        <p:nvSpPr>
          <p:cNvPr id="656" name="Google Shape;656;p28"/>
          <p:cNvSpPr/>
          <p:nvPr/>
        </p:nvSpPr>
        <p:spPr>
          <a:xfrm>
            <a:off x="-199779" y="-205829"/>
            <a:ext cx="2126387" cy="4054971"/>
          </a:xfrm>
          <a:custGeom>
            <a:rect b="b" l="l" r="r" t="t"/>
            <a:pathLst>
              <a:path extrusionOk="0" h="8109941" w="4252774">
                <a:moveTo>
                  <a:pt x="0" y="0"/>
                </a:moveTo>
                <a:lnTo>
                  <a:pt x="4252773" y="0"/>
                </a:lnTo>
                <a:lnTo>
                  <a:pt x="4252773" y="8109941"/>
                </a:lnTo>
                <a:lnTo>
                  <a:pt x="0" y="8109941"/>
                </a:lnTo>
                <a:lnTo>
                  <a:pt x="0" y="0"/>
                </a:lnTo>
                <a:close/>
              </a:path>
            </a:pathLst>
          </a:custGeom>
          <a:blipFill rotWithShape="1">
            <a:blip r:embed="rId3">
              <a:alphaModFix/>
            </a:blip>
            <a:stretch>
              <a:fillRect b="-72229" l="-764106" r="-242700" t="-10643"/>
            </a:stretch>
          </a:blipFill>
          <a:ln>
            <a:noFill/>
          </a:ln>
        </p:spPr>
      </p:sp>
      <p:sp>
        <p:nvSpPr>
          <p:cNvPr id="657" name="Google Shape;657;p28"/>
          <p:cNvSpPr txBox="1"/>
          <p:nvPr/>
        </p:nvSpPr>
        <p:spPr>
          <a:xfrm>
            <a:off x="252058" y="1635275"/>
            <a:ext cx="8639884" cy="1928017"/>
          </a:xfrm>
          <a:prstGeom prst="rect">
            <a:avLst/>
          </a:prstGeom>
          <a:noFill/>
          <a:ln>
            <a:noFill/>
          </a:ln>
        </p:spPr>
        <p:txBody>
          <a:bodyPr anchorCtr="0" anchor="t" bIns="0" lIns="0" spcFirstLastPara="1" rIns="0" wrap="square" tIns="0">
            <a:spAutoFit/>
          </a:bodyPr>
          <a:lstStyle/>
          <a:p>
            <a:pPr indent="0" lvl="0" marL="0" marR="0" rtl="0" algn="ctr">
              <a:lnSpc>
                <a:spcPct val="119997"/>
              </a:lnSpc>
              <a:spcBef>
                <a:spcPts val="0"/>
              </a:spcBef>
              <a:spcAft>
                <a:spcPts val="0"/>
              </a:spcAft>
              <a:buClr>
                <a:srgbClr val="000000"/>
              </a:buClr>
              <a:buSzPts val="4200"/>
              <a:buFont typeface="Arial"/>
              <a:buNone/>
            </a:pPr>
            <a:r>
              <a:rPr b="1" i="0" lang="es" sz="4200" u="none" cap="none" strike="noStrike">
                <a:solidFill>
                  <a:srgbClr val="EFA038"/>
                </a:solidFill>
                <a:latin typeface="Doto Black"/>
                <a:ea typeface="Doto Black"/>
                <a:cs typeface="Doto Black"/>
                <a:sym typeface="Doto Black"/>
              </a:rPr>
              <a:t>EJEMPLO DE UTILIZACIÓN DE GITKRAKEN PARA EL CONTROL DE VERSIONES Y RAMAS</a:t>
            </a:r>
            <a:endParaRPr b="0" i="0" sz="700" u="none" cap="none" strike="noStrike">
              <a:solidFill>
                <a:srgbClr val="000000"/>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1" name="Shape 661"/>
        <p:cNvGrpSpPr/>
        <p:nvPr/>
      </p:nvGrpSpPr>
      <p:grpSpPr>
        <a:xfrm>
          <a:off x="0" y="0"/>
          <a:ext cx="0" cy="0"/>
          <a:chOff x="0" y="0"/>
          <a:chExt cx="0" cy="0"/>
        </a:xfrm>
      </p:grpSpPr>
      <p:sp>
        <p:nvSpPr>
          <p:cNvPr id="662" name="Google Shape;662;p29"/>
          <p:cNvSpPr/>
          <p:nvPr/>
        </p:nvSpPr>
        <p:spPr>
          <a:xfrm rot="-5400000">
            <a:off x="2000250" y="-2000250"/>
            <a:ext cx="5143500" cy="9144000"/>
          </a:xfrm>
          <a:custGeom>
            <a:rect b="b" l="l" r="r" t="t"/>
            <a:pathLst>
              <a:path extrusionOk="0" h="18288000" w="10287000">
                <a:moveTo>
                  <a:pt x="10287000" y="0"/>
                </a:moveTo>
                <a:lnTo>
                  <a:pt x="10287000" y="18288000"/>
                </a:lnTo>
                <a:lnTo>
                  <a:pt x="0" y="18288000"/>
                </a:lnTo>
                <a:lnTo>
                  <a:pt x="0" y="0"/>
                </a:lnTo>
                <a:lnTo>
                  <a:pt x="10287000" y="0"/>
                </a:lnTo>
                <a:close/>
              </a:path>
            </a:pathLst>
          </a:custGeom>
          <a:blipFill rotWithShape="1">
            <a:blip r:embed="rId3">
              <a:alphaModFix/>
            </a:blip>
            <a:stretch>
              <a:fillRect b="-2735" l="-71846" r="-74126" t="-3624"/>
            </a:stretch>
          </a:blipFill>
          <a:ln>
            <a:noFill/>
          </a:ln>
        </p:spPr>
      </p:sp>
      <p:sp>
        <p:nvSpPr>
          <p:cNvPr id="663" name="Google Shape;663;p29"/>
          <p:cNvSpPr/>
          <p:nvPr/>
        </p:nvSpPr>
        <p:spPr>
          <a:xfrm>
            <a:off x="-1164699" y="4307447"/>
            <a:ext cx="2449974" cy="1672107"/>
          </a:xfrm>
          <a:custGeom>
            <a:rect b="b" l="l" r="r" t="t"/>
            <a:pathLst>
              <a:path extrusionOk="0" h="3344214" w="4899948">
                <a:moveTo>
                  <a:pt x="0" y="0"/>
                </a:moveTo>
                <a:lnTo>
                  <a:pt x="4899947" y="0"/>
                </a:lnTo>
                <a:lnTo>
                  <a:pt x="4899947" y="3344214"/>
                </a:lnTo>
                <a:lnTo>
                  <a:pt x="0" y="3344214"/>
                </a:lnTo>
                <a:lnTo>
                  <a:pt x="0" y="0"/>
                </a:lnTo>
                <a:close/>
              </a:path>
            </a:pathLst>
          </a:custGeom>
          <a:blipFill rotWithShape="1">
            <a:blip r:embed="rId4">
              <a:alphaModFix/>
            </a:blip>
            <a:stretch>
              <a:fillRect b="0" l="0" r="0" t="0"/>
            </a:stretch>
          </a:blipFill>
          <a:ln>
            <a:noFill/>
          </a:ln>
        </p:spPr>
      </p:sp>
      <p:sp>
        <p:nvSpPr>
          <p:cNvPr id="664" name="Google Shape;664;p29"/>
          <p:cNvSpPr/>
          <p:nvPr/>
        </p:nvSpPr>
        <p:spPr>
          <a:xfrm>
            <a:off x="3015355" y="4629150"/>
            <a:ext cx="1529915" cy="375525"/>
          </a:xfrm>
          <a:custGeom>
            <a:rect b="b" l="l" r="r" t="t"/>
            <a:pathLst>
              <a:path extrusionOk="0" h="751049" w="3059829">
                <a:moveTo>
                  <a:pt x="0" y="0"/>
                </a:moveTo>
                <a:lnTo>
                  <a:pt x="3059829" y="0"/>
                </a:lnTo>
                <a:lnTo>
                  <a:pt x="3059829" y="751049"/>
                </a:lnTo>
                <a:lnTo>
                  <a:pt x="0" y="751049"/>
                </a:lnTo>
                <a:lnTo>
                  <a:pt x="0" y="0"/>
                </a:lnTo>
                <a:close/>
              </a:path>
            </a:pathLst>
          </a:custGeom>
          <a:blipFill rotWithShape="1">
            <a:blip r:embed="rId5">
              <a:alphaModFix/>
            </a:blip>
            <a:stretch>
              <a:fillRect b="0" l="0" r="0" t="0"/>
            </a:stretch>
          </a:blipFill>
          <a:ln>
            <a:noFill/>
          </a:ln>
        </p:spPr>
      </p:sp>
      <p:sp>
        <p:nvSpPr>
          <p:cNvPr id="665" name="Google Shape;665;p29"/>
          <p:cNvSpPr/>
          <p:nvPr/>
        </p:nvSpPr>
        <p:spPr>
          <a:xfrm>
            <a:off x="7107602" y="4270068"/>
            <a:ext cx="2301157" cy="1809285"/>
          </a:xfrm>
          <a:custGeom>
            <a:rect b="b" l="l" r="r" t="t"/>
            <a:pathLst>
              <a:path extrusionOk="0" h="3618569" w="4602314">
                <a:moveTo>
                  <a:pt x="0" y="0"/>
                </a:moveTo>
                <a:lnTo>
                  <a:pt x="4602314" y="0"/>
                </a:lnTo>
                <a:lnTo>
                  <a:pt x="4602314" y="3618570"/>
                </a:lnTo>
                <a:lnTo>
                  <a:pt x="0" y="3618570"/>
                </a:lnTo>
                <a:lnTo>
                  <a:pt x="0" y="0"/>
                </a:lnTo>
                <a:close/>
              </a:path>
            </a:pathLst>
          </a:custGeom>
          <a:blipFill rotWithShape="1">
            <a:blip r:embed="rId6">
              <a:alphaModFix/>
            </a:blip>
            <a:stretch>
              <a:fillRect b="0" l="0" r="0" t="0"/>
            </a:stretch>
          </a:blipFill>
          <a:ln>
            <a:noFill/>
          </a:ln>
        </p:spPr>
      </p:sp>
      <p:sp>
        <p:nvSpPr>
          <p:cNvPr id="666" name="Google Shape;666;p29"/>
          <p:cNvSpPr/>
          <p:nvPr/>
        </p:nvSpPr>
        <p:spPr>
          <a:xfrm>
            <a:off x="-337078" y="-536315"/>
            <a:ext cx="2449974" cy="1534296"/>
          </a:xfrm>
          <a:custGeom>
            <a:rect b="b" l="l" r="r" t="t"/>
            <a:pathLst>
              <a:path extrusionOk="0" h="3068592" w="4899948">
                <a:moveTo>
                  <a:pt x="0" y="0"/>
                </a:moveTo>
                <a:lnTo>
                  <a:pt x="4899948" y="0"/>
                </a:lnTo>
                <a:lnTo>
                  <a:pt x="4899948" y="3068592"/>
                </a:lnTo>
                <a:lnTo>
                  <a:pt x="0" y="3068592"/>
                </a:lnTo>
                <a:lnTo>
                  <a:pt x="0" y="0"/>
                </a:lnTo>
                <a:close/>
              </a:path>
            </a:pathLst>
          </a:custGeom>
          <a:blipFill rotWithShape="1">
            <a:blip r:embed="rId7">
              <a:alphaModFix/>
            </a:blip>
            <a:stretch>
              <a:fillRect b="0" l="0" r="0" t="0"/>
            </a:stretch>
          </a:blipFill>
          <a:ln>
            <a:noFill/>
          </a:ln>
        </p:spPr>
      </p:sp>
      <p:sp>
        <p:nvSpPr>
          <p:cNvPr id="667" name="Google Shape;667;p29"/>
          <p:cNvSpPr/>
          <p:nvPr/>
        </p:nvSpPr>
        <p:spPr>
          <a:xfrm>
            <a:off x="6343107" y="-1289096"/>
            <a:ext cx="2146212" cy="1935493"/>
          </a:xfrm>
          <a:custGeom>
            <a:rect b="b" l="l" r="r" t="t"/>
            <a:pathLst>
              <a:path extrusionOk="0" h="3870986" w="4292424">
                <a:moveTo>
                  <a:pt x="0" y="0"/>
                </a:moveTo>
                <a:lnTo>
                  <a:pt x="4292424" y="0"/>
                </a:lnTo>
                <a:lnTo>
                  <a:pt x="4292424" y="3870986"/>
                </a:lnTo>
                <a:lnTo>
                  <a:pt x="0" y="3870986"/>
                </a:lnTo>
                <a:lnTo>
                  <a:pt x="0" y="0"/>
                </a:lnTo>
                <a:close/>
              </a:path>
            </a:pathLst>
          </a:custGeom>
          <a:blipFill rotWithShape="1">
            <a:blip r:embed="rId8">
              <a:alphaModFix/>
            </a:blip>
            <a:stretch>
              <a:fillRect b="0" l="0" r="0" t="0"/>
            </a:stretch>
          </a:blipFill>
          <a:ln>
            <a:noFill/>
          </a:ln>
        </p:spPr>
      </p:sp>
      <p:sp>
        <p:nvSpPr>
          <p:cNvPr id="668" name="Google Shape;668;p29"/>
          <p:cNvSpPr/>
          <p:nvPr/>
        </p:nvSpPr>
        <p:spPr>
          <a:xfrm>
            <a:off x="5069468" y="4629150"/>
            <a:ext cx="2038135" cy="1431790"/>
          </a:xfrm>
          <a:custGeom>
            <a:rect b="b" l="l" r="r" t="t"/>
            <a:pathLst>
              <a:path extrusionOk="0" h="2863579" w="4076270">
                <a:moveTo>
                  <a:pt x="0" y="0"/>
                </a:moveTo>
                <a:lnTo>
                  <a:pt x="4076270" y="0"/>
                </a:lnTo>
                <a:lnTo>
                  <a:pt x="4076270" y="2863579"/>
                </a:lnTo>
                <a:lnTo>
                  <a:pt x="0" y="2863579"/>
                </a:lnTo>
                <a:lnTo>
                  <a:pt x="0" y="0"/>
                </a:lnTo>
                <a:close/>
              </a:path>
            </a:pathLst>
          </a:custGeom>
          <a:blipFill rotWithShape="1">
            <a:blip r:embed="rId9">
              <a:alphaModFix/>
            </a:blip>
            <a:stretch>
              <a:fillRect b="0" l="0" r="0" t="0"/>
            </a:stretch>
          </a:blipFill>
          <a:ln>
            <a:noFill/>
          </a:ln>
        </p:spPr>
      </p:sp>
      <p:sp>
        <p:nvSpPr>
          <p:cNvPr id="669" name="Google Shape;669;p29"/>
          <p:cNvSpPr/>
          <p:nvPr/>
        </p:nvSpPr>
        <p:spPr>
          <a:xfrm>
            <a:off x="3704661" y="-1350050"/>
            <a:ext cx="2746529" cy="2057400"/>
          </a:xfrm>
          <a:custGeom>
            <a:rect b="b" l="l" r="r" t="t"/>
            <a:pathLst>
              <a:path extrusionOk="0" h="4114800" w="5493058">
                <a:moveTo>
                  <a:pt x="0" y="0"/>
                </a:moveTo>
                <a:lnTo>
                  <a:pt x="5493058" y="0"/>
                </a:lnTo>
                <a:lnTo>
                  <a:pt x="5493058" y="4114800"/>
                </a:lnTo>
                <a:lnTo>
                  <a:pt x="0" y="4114800"/>
                </a:lnTo>
                <a:lnTo>
                  <a:pt x="0" y="0"/>
                </a:lnTo>
                <a:close/>
              </a:path>
            </a:pathLst>
          </a:custGeom>
          <a:blipFill rotWithShape="1">
            <a:blip r:embed="rId10">
              <a:alphaModFix/>
            </a:blip>
            <a:stretch>
              <a:fillRect b="0" l="0" r="0" t="0"/>
            </a:stretch>
          </a:blipFill>
          <a:ln>
            <a:noFill/>
          </a:ln>
        </p:spPr>
      </p:sp>
      <p:sp>
        <p:nvSpPr>
          <p:cNvPr id="670" name="Google Shape;670;p29"/>
          <p:cNvSpPr/>
          <p:nvPr/>
        </p:nvSpPr>
        <p:spPr>
          <a:xfrm rot="4741666">
            <a:off x="-1480973" y="1832278"/>
            <a:ext cx="2443761" cy="1365451"/>
          </a:xfrm>
          <a:custGeom>
            <a:rect b="b" l="l" r="r" t="t"/>
            <a:pathLst>
              <a:path extrusionOk="0" h="2735694" w="4896097">
                <a:moveTo>
                  <a:pt x="0" y="0"/>
                </a:moveTo>
                <a:lnTo>
                  <a:pt x="4896097" y="0"/>
                </a:lnTo>
                <a:lnTo>
                  <a:pt x="4896097" y="2735694"/>
                </a:lnTo>
                <a:lnTo>
                  <a:pt x="0" y="2735694"/>
                </a:lnTo>
                <a:lnTo>
                  <a:pt x="0" y="0"/>
                </a:lnTo>
                <a:close/>
              </a:path>
            </a:pathLst>
          </a:custGeom>
          <a:blipFill rotWithShape="1">
            <a:blip r:embed="rId11">
              <a:alphaModFix/>
            </a:blip>
            <a:stretch>
              <a:fillRect b="0" l="0" r="0" t="0"/>
            </a:stretch>
          </a:blipFill>
          <a:ln>
            <a:noFill/>
          </a:ln>
        </p:spPr>
      </p:sp>
      <p:sp>
        <p:nvSpPr>
          <p:cNvPr id="671" name="Google Shape;671;p29"/>
          <p:cNvSpPr/>
          <p:nvPr/>
        </p:nvSpPr>
        <p:spPr>
          <a:xfrm>
            <a:off x="2415741" y="-813253"/>
            <a:ext cx="1446381" cy="1459651"/>
          </a:xfrm>
          <a:custGeom>
            <a:rect b="b" l="l" r="r" t="t"/>
            <a:pathLst>
              <a:path extrusionOk="0" h="2919301" w="2892762">
                <a:moveTo>
                  <a:pt x="0" y="0"/>
                </a:moveTo>
                <a:lnTo>
                  <a:pt x="2892761" y="0"/>
                </a:lnTo>
                <a:lnTo>
                  <a:pt x="2892761" y="2919300"/>
                </a:lnTo>
                <a:lnTo>
                  <a:pt x="0" y="2919300"/>
                </a:lnTo>
                <a:lnTo>
                  <a:pt x="0" y="0"/>
                </a:lnTo>
                <a:close/>
              </a:path>
            </a:pathLst>
          </a:custGeom>
          <a:blipFill rotWithShape="1">
            <a:blip r:embed="rId12">
              <a:alphaModFix/>
            </a:blip>
            <a:stretch>
              <a:fillRect b="0" l="0" r="0" t="0"/>
            </a:stretch>
          </a:blipFill>
          <a:ln>
            <a:noFill/>
          </a:ln>
        </p:spPr>
      </p:sp>
      <p:sp>
        <p:nvSpPr>
          <p:cNvPr id="672" name="Google Shape;672;p29"/>
          <p:cNvSpPr/>
          <p:nvPr/>
        </p:nvSpPr>
        <p:spPr>
          <a:xfrm>
            <a:off x="8629650" y="1131171"/>
            <a:ext cx="1787771" cy="1787771"/>
          </a:xfrm>
          <a:custGeom>
            <a:rect b="b" l="l" r="r" t="t"/>
            <a:pathLst>
              <a:path extrusionOk="0" h="3575541" w="3575541">
                <a:moveTo>
                  <a:pt x="0" y="0"/>
                </a:moveTo>
                <a:lnTo>
                  <a:pt x="3575541" y="0"/>
                </a:lnTo>
                <a:lnTo>
                  <a:pt x="3575541" y="3575541"/>
                </a:lnTo>
                <a:lnTo>
                  <a:pt x="0" y="3575541"/>
                </a:lnTo>
                <a:lnTo>
                  <a:pt x="0" y="0"/>
                </a:lnTo>
                <a:close/>
              </a:path>
            </a:pathLst>
          </a:custGeom>
          <a:blipFill rotWithShape="1">
            <a:blip r:embed="rId13">
              <a:alphaModFix/>
            </a:blip>
            <a:stretch>
              <a:fillRect b="0" l="0" r="0" t="0"/>
            </a:stretch>
          </a:blipFill>
          <a:ln>
            <a:noFill/>
          </a:ln>
        </p:spPr>
      </p:sp>
      <p:sp>
        <p:nvSpPr>
          <p:cNvPr id="673" name="Google Shape;673;p29"/>
          <p:cNvSpPr/>
          <p:nvPr/>
        </p:nvSpPr>
        <p:spPr>
          <a:xfrm>
            <a:off x="1285275" y="4546869"/>
            <a:ext cx="1293510" cy="1193263"/>
          </a:xfrm>
          <a:custGeom>
            <a:rect b="b" l="l" r="r" t="t"/>
            <a:pathLst>
              <a:path extrusionOk="0" h="2386526" w="2587020">
                <a:moveTo>
                  <a:pt x="0" y="0"/>
                </a:moveTo>
                <a:lnTo>
                  <a:pt x="2587020" y="0"/>
                </a:lnTo>
                <a:lnTo>
                  <a:pt x="2587020" y="2386526"/>
                </a:lnTo>
                <a:lnTo>
                  <a:pt x="0" y="2386526"/>
                </a:lnTo>
                <a:lnTo>
                  <a:pt x="0" y="0"/>
                </a:lnTo>
                <a:close/>
              </a:path>
            </a:pathLst>
          </a:custGeom>
          <a:blipFill rotWithShape="1">
            <a:blip r:embed="rId14">
              <a:alphaModFix/>
            </a:blip>
            <a:stretch>
              <a:fillRect b="0" l="0" r="0" t="0"/>
            </a:stretch>
          </a:blipFill>
          <a:ln>
            <a:noFill/>
          </a:ln>
        </p:spPr>
      </p:sp>
      <p:sp>
        <p:nvSpPr>
          <p:cNvPr id="674" name="Google Shape;674;p29"/>
          <p:cNvSpPr/>
          <p:nvPr/>
        </p:nvSpPr>
        <p:spPr>
          <a:xfrm rot="-5279728">
            <a:off x="8220571" y="3485016"/>
            <a:ext cx="1692529" cy="577575"/>
          </a:xfrm>
          <a:custGeom>
            <a:rect b="b" l="l" r="r" t="t"/>
            <a:pathLst>
              <a:path extrusionOk="0" h="1154444" w="3382987">
                <a:moveTo>
                  <a:pt x="0" y="0"/>
                </a:moveTo>
                <a:lnTo>
                  <a:pt x="3382987" y="0"/>
                </a:lnTo>
                <a:lnTo>
                  <a:pt x="3382987" y="1154445"/>
                </a:lnTo>
                <a:lnTo>
                  <a:pt x="0" y="1154445"/>
                </a:lnTo>
                <a:lnTo>
                  <a:pt x="0" y="0"/>
                </a:lnTo>
                <a:close/>
              </a:path>
            </a:pathLst>
          </a:custGeom>
          <a:blipFill rotWithShape="1">
            <a:blip r:embed="rId15">
              <a:alphaModFix/>
            </a:blip>
            <a:stretch>
              <a:fillRect b="0" l="0" r="0" t="0"/>
            </a:stretch>
          </a:blipFill>
          <a:ln>
            <a:noFill/>
          </a:ln>
        </p:spPr>
      </p:sp>
      <p:sp>
        <p:nvSpPr>
          <p:cNvPr id="675" name="Google Shape;675;p29"/>
          <p:cNvSpPr/>
          <p:nvPr/>
        </p:nvSpPr>
        <p:spPr>
          <a:xfrm>
            <a:off x="8489319" y="-321322"/>
            <a:ext cx="1552261" cy="1671344"/>
          </a:xfrm>
          <a:custGeom>
            <a:rect b="b" l="l" r="r" t="t"/>
            <a:pathLst>
              <a:path extrusionOk="0" h="3342688" w="3104522">
                <a:moveTo>
                  <a:pt x="0" y="0"/>
                </a:moveTo>
                <a:lnTo>
                  <a:pt x="3104522" y="0"/>
                </a:lnTo>
                <a:lnTo>
                  <a:pt x="3104522" y="3342688"/>
                </a:lnTo>
                <a:lnTo>
                  <a:pt x="0" y="3342688"/>
                </a:lnTo>
                <a:lnTo>
                  <a:pt x="0" y="0"/>
                </a:lnTo>
                <a:close/>
              </a:path>
            </a:pathLst>
          </a:custGeom>
          <a:blipFill rotWithShape="1">
            <a:blip r:embed="rId16">
              <a:alphaModFix/>
            </a:blip>
            <a:stretch>
              <a:fillRect b="0" l="0" r="0" t="0"/>
            </a:stretch>
          </a:blipFill>
          <a:ln>
            <a:noFill/>
          </a:ln>
        </p:spPr>
      </p:sp>
      <p:sp>
        <p:nvSpPr>
          <p:cNvPr id="676" name="Google Shape;676;p29"/>
          <p:cNvSpPr txBox="1"/>
          <p:nvPr/>
        </p:nvSpPr>
        <p:spPr>
          <a:xfrm>
            <a:off x="1320270" y="1084963"/>
            <a:ext cx="6751800" cy="538800"/>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Clr>
                <a:srgbClr val="000000"/>
              </a:buClr>
              <a:buSzPts val="3500"/>
              <a:buFont typeface="Arial"/>
              <a:buNone/>
            </a:pPr>
            <a:r>
              <a:rPr b="0" i="0" lang="es" sz="3500" u="none" cap="none" strike="noStrike">
                <a:solidFill>
                  <a:srgbClr val="131416"/>
                </a:solidFill>
                <a:latin typeface="Impact"/>
                <a:ea typeface="Impact"/>
                <a:cs typeface="Impact"/>
                <a:sym typeface="Impact"/>
              </a:rPr>
              <a:t>CONCEPTOS CLAVE APRENDIDOS </a:t>
            </a:r>
            <a:endParaRPr b="0" i="0" sz="700" u="none" cap="none" strike="noStrike">
              <a:solidFill>
                <a:srgbClr val="000000"/>
              </a:solidFill>
              <a:latin typeface="Impact"/>
              <a:ea typeface="Impact"/>
              <a:cs typeface="Impact"/>
              <a:sym typeface="Impact"/>
            </a:endParaRPr>
          </a:p>
        </p:txBody>
      </p:sp>
      <p:sp>
        <p:nvSpPr>
          <p:cNvPr id="677" name="Google Shape;677;p29"/>
          <p:cNvSpPr txBox="1"/>
          <p:nvPr/>
        </p:nvSpPr>
        <p:spPr>
          <a:xfrm>
            <a:off x="938724" y="1736825"/>
            <a:ext cx="6963300" cy="2573700"/>
          </a:xfrm>
          <a:prstGeom prst="rect">
            <a:avLst/>
          </a:prstGeom>
          <a:noFill/>
          <a:ln>
            <a:noFill/>
          </a:ln>
        </p:spPr>
        <p:txBody>
          <a:bodyPr anchorCtr="0" anchor="t" bIns="0" lIns="0" spcFirstLastPara="1" rIns="0" wrap="square" tIns="0">
            <a:spAutoFit/>
          </a:bodyPr>
          <a:lstStyle/>
          <a:p>
            <a:pPr indent="0" lvl="0" marL="0" marR="0" rtl="0" algn="l">
              <a:lnSpc>
                <a:spcPct val="140019"/>
              </a:lnSpc>
              <a:spcBef>
                <a:spcPts val="0"/>
              </a:spcBef>
              <a:spcAft>
                <a:spcPts val="0"/>
              </a:spcAft>
              <a:buClr>
                <a:srgbClr val="000000"/>
              </a:buClr>
              <a:buSzPts val="1600"/>
              <a:buFont typeface="Arial"/>
              <a:buNone/>
            </a:pPr>
            <a:r>
              <a:t/>
            </a:r>
            <a:endParaRPr b="0" i="0" sz="1600" u="none" cap="none" strike="noStrike">
              <a:solidFill>
                <a:srgbClr val="131416"/>
              </a:solidFill>
              <a:latin typeface="Arial"/>
              <a:ea typeface="Arial"/>
              <a:cs typeface="Arial"/>
              <a:sym typeface="Arial"/>
            </a:endParaRPr>
          </a:p>
          <a:p>
            <a:pPr indent="-330200" lvl="0" marL="457200" marR="0" rtl="0" algn="l">
              <a:lnSpc>
                <a:spcPct val="115000"/>
              </a:lnSpc>
              <a:spcBef>
                <a:spcPts val="0"/>
              </a:spcBef>
              <a:spcAft>
                <a:spcPts val="0"/>
              </a:spcAft>
              <a:buClr>
                <a:srgbClr val="131416"/>
              </a:buClr>
              <a:buSzPts val="1600"/>
              <a:buFont typeface="Arial"/>
              <a:buChar char="●"/>
            </a:pPr>
            <a:r>
              <a:rPr b="0" i="0" lang="es" sz="1600" u="none" cap="none" strike="noStrike">
                <a:solidFill>
                  <a:srgbClr val="131416"/>
                </a:solidFill>
                <a:latin typeface="Arial"/>
                <a:ea typeface="Arial"/>
                <a:cs typeface="Arial"/>
                <a:sym typeface="Arial"/>
              </a:rPr>
              <a:t>Las clases son plantillas para crear objetos, y los objetos son instancias de una clase.</a:t>
            </a:r>
            <a:endParaRPr b="0" i="0" sz="1600" u="none" cap="none" strike="noStrike">
              <a:solidFill>
                <a:srgbClr val="131416"/>
              </a:solidFill>
              <a:latin typeface="Arial"/>
              <a:ea typeface="Arial"/>
              <a:cs typeface="Arial"/>
              <a:sym typeface="Arial"/>
            </a:endParaRPr>
          </a:p>
          <a:p>
            <a:pPr indent="-330200" lvl="0" marL="457200" marR="0" rtl="0" algn="l">
              <a:lnSpc>
                <a:spcPct val="115000"/>
              </a:lnSpc>
              <a:spcBef>
                <a:spcPts val="0"/>
              </a:spcBef>
              <a:spcAft>
                <a:spcPts val="0"/>
              </a:spcAft>
              <a:buClr>
                <a:srgbClr val="131416"/>
              </a:buClr>
              <a:buSzPts val="1600"/>
              <a:buFont typeface="Arial"/>
              <a:buChar char="●"/>
            </a:pPr>
            <a:r>
              <a:rPr b="0" i="0" lang="es" sz="1600" u="none" cap="none" strike="noStrike">
                <a:solidFill>
                  <a:srgbClr val="131416"/>
                </a:solidFill>
                <a:latin typeface="Arial"/>
                <a:ea typeface="Arial"/>
                <a:cs typeface="Arial"/>
                <a:sym typeface="Arial"/>
              </a:rPr>
              <a:t>Los métodos son funciones dentro de una clase, y los atributos son las propiedades que definen a un objeto.</a:t>
            </a:r>
            <a:endParaRPr b="0" i="0" sz="1600" u="none" cap="none" strike="noStrike">
              <a:solidFill>
                <a:srgbClr val="131416"/>
              </a:solidFill>
              <a:latin typeface="Arial"/>
              <a:ea typeface="Arial"/>
              <a:cs typeface="Arial"/>
              <a:sym typeface="Arial"/>
            </a:endParaRPr>
          </a:p>
          <a:p>
            <a:pPr indent="-330200" lvl="0" marL="457200" marR="0" rtl="0" algn="l">
              <a:lnSpc>
                <a:spcPct val="115000"/>
              </a:lnSpc>
              <a:spcBef>
                <a:spcPts val="0"/>
              </a:spcBef>
              <a:spcAft>
                <a:spcPts val="0"/>
              </a:spcAft>
              <a:buClr>
                <a:srgbClr val="131416"/>
              </a:buClr>
              <a:buSzPts val="1600"/>
              <a:buFont typeface="Arial"/>
              <a:buChar char="●"/>
            </a:pPr>
            <a:r>
              <a:rPr b="0" i="0" lang="es" sz="1600" u="none" cap="none" strike="noStrike">
                <a:solidFill>
                  <a:srgbClr val="131416"/>
                </a:solidFill>
                <a:latin typeface="Arial"/>
                <a:ea typeface="Arial"/>
                <a:cs typeface="Arial"/>
                <a:sym typeface="Arial"/>
              </a:rPr>
              <a:t>Release y Commit no son lo mismo  </a:t>
            </a:r>
            <a:endParaRPr b="0" i="0" sz="1600" u="none" cap="none" strike="noStrike">
              <a:solidFill>
                <a:srgbClr val="131416"/>
              </a:solidFill>
              <a:latin typeface="Arial"/>
              <a:ea typeface="Arial"/>
              <a:cs typeface="Arial"/>
              <a:sym typeface="Arial"/>
            </a:endParaRPr>
          </a:p>
          <a:p>
            <a:pPr indent="-330200" lvl="1" marL="914400" marR="0" rtl="0" algn="l">
              <a:lnSpc>
                <a:spcPct val="115000"/>
              </a:lnSpc>
              <a:spcBef>
                <a:spcPts val="0"/>
              </a:spcBef>
              <a:spcAft>
                <a:spcPts val="0"/>
              </a:spcAft>
              <a:buClr>
                <a:srgbClr val="131416"/>
              </a:buClr>
              <a:buSzPts val="1600"/>
              <a:buFont typeface="Arial"/>
              <a:buChar char="○"/>
            </a:pPr>
            <a:r>
              <a:rPr b="0" i="0" lang="es" sz="1600" u="none" cap="none" strike="noStrike">
                <a:solidFill>
                  <a:srgbClr val="131416"/>
                </a:solidFill>
                <a:latin typeface="Arial"/>
                <a:ea typeface="Arial"/>
                <a:cs typeface="Arial"/>
                <a:sym typeface="Arial"/>
              </a:rPr>
              <a:t>Commit: una acción que registra un conjunto de cambios en el repositorio</a:t>
            </a:r>
            <a:endParaRPr b="0" i="0" sz="1600" u="none" cap="none" strike="noStrike">
              <a:solidFill>
                <a:srgbClr val="131416"/>
              </a:solidFill>
              <a:latin typeface="Arial"/>
              <a:ea typeface="Arial"/>
              <a:cs typeface="Arial"/>
              <a:sym typeface="Arial"/>
            </a:endParaRPr>
          </a:p>
          <a:p>
            <a:pPr indent="-330200" lvl="1" marL="914400" marR="0" rtl="0" algn="l">
              <a:lnSpc>
                <a:spcPct val="115000"/>
              </a:lnSpc>
              <a:spcBef>
                <a:spcPts val="0"/>
              </a:spcBef>
              <a:spcAft>
                <a:spcPts val="0"/>
              </a:spcAft>
              <a:buClr>
                <a:srgbClr val="131416"/>
              </a:buClr>
              <a:buSzPts val="1600"/>
              <a:buFont typeface="Arial"/>
              <a:buChar char="○"/>
            </a:pPr>
            <a:r>
              <a:rPr b="0" i="0" lang="es" sz="1600" u="none" cap="none" strike="noStrike">
                <a:solidFill>
                  <a:srgbClr val="131416"/>
                </a:solidFill>
                <a:latin typeface="Arial"/>
                <a:ea typeface="Arial"/>
                <a:cs typeface="Arial"/>
                <a:sym typeface="Arial"/>
              </a:rPr>
              <a:t>Release: es una versión específica de un software</a:t>
            </a:r>
            <a:endParaRPr b="0" i="0" sz="1600" u="none" cap="none" strike="noStrike">
              <a:solidFill>
                <a:srgbClr val="131416"/>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1" name="Shape 681"/>
        <p:cNvGrpSpPr/>
        <p:nvPr/>
      </p:nvGrpSpPr>
      <p:grpSpPr>
        <a:xfrm>
          <a:off x="0" y="0"/>
          <a:ext cx="0" cy="0"/>
          <a:chOff x="0" y="0"/>
          <a:chExt cx="0" cy="0"/>
        </a:xfrm>
      </p:grpSpPr>
      <p:sp>
        <p:nvSpPr>
          <p:cNvPr id="682" name="Google Shape;682;p30"/>
          <p:cNvSpPr/>
          <p:nvPr/>
        </p:nvSpPr>
        <p:spPr>
          <a:xfrm rot="-5400000">
            <a:off x="2000250" y="-2000250"/>
            <a:ext cx="5143500" cy="9144000"/>
          </a:xfrm>
          <a:custGeom>
            <a:rect b="b" l="l" r="r" t="t"/>
            <a:pathLst>
              <a:path extrusionOk="0" h="18288000" w="10287000">
                <a:moveTo>
                  <a:pt x="10287000" y="0"/>
                </a:moveTo>
                <a:lnTo>
                  <a:pt x="10287000" y="18288000"/>
                </a:lnTo>
                <a:lnTo>
                  <a:pt x="0" y="18288000"/>
                </a:lnTo>
                <a:lnTo>
                  <a:pt x="0" y="0"/>
                </a:lnTo>
                <a:lnTo>
                  <a:pt x="10287000" y="0"/>
                </a:lnTo>
                <a:close/>
              </a:path>
            </a:pathLst>
          </a:custGeom>
          <a:blipFill rotWithShape="1">
            <a:blip r:embed="rId3">
              <a:alphaModFix/>
            </a:blip>
            <a:stretch>
              <a:fillRect b="-2735" l="-71846" r="-74126" t="-3624"/>
            </a:stretch>
          </a:blipFill>
          <a:ln>
            <a:noFill/>
          </a:ln>
        </p:spPr>
      </p:sp>
      <p:sp>
        <p:nvSpPr>
          <p:cNvPr id="683" name="Google Shape;683;p30"/>
          <p:cNvSpPr/>
          <p:nvPr/>
        </p:nvSpPr>
        <p:spPr>
          <a:xfrm>
            <a:off x="-1164699" y="4307447"/>
            <a:ext cx="2449974" cy="1672107"/>
          </a:xfrm>
          <a:custGeom>
            <a:rect b="b" l="l" r="r" t="t"/>
            <a:pathLst>
              <a:path extrusionOk="0" h="3344214" w="4899948">
                <a:moveTo>
                  <a:pt x="0" y="0"/>
                </a:moveTo>
                <a:lnTo>
                  <a:pt x="4899947" y="0"/>
                </a:lnTo>
                <a:lnTo>
                  <a:pt x="4899947" y="3344214"/>
                </a:lnTo>
                <a:lnTo>
                  <a:pt x="0" y="3344214"/>
                </a:lnTo>
                <a:lnTo>
                  <a:pt x="0" y="0"/>
                </a:lnTo>
                <a:close/>
              </a:path>
            </a:pathLst>
          </a:custGeom>
          <a:blipFill rotWithShape="1">
            <a:blip r:embed="rId4">
              <a:alphaModFix/>
            </a:blip>
            <a:stretch>
              <a:fillRect b="0" l="0" r="0" t="0"/>
            </a:stretch>
          </a:blipFill>
          <a:ln>
            <a:noFill/>
          </a:ln>
        </p:spPr>
      </p:sp>
      <p:sp>
        <p:nvSpPr>
          <p:cNvPr id="684" name="Google Shape;684;p30"/>
          <p:cNvSpPr/>
          <p:nvPr/>
        </p:nvSpPr>
        <p:spPr>
          <a:xfrm>
            <a:off x="3015355" y="4629150"/>
            <a:ext cx="1529915" cy="375525"/>
          </a:xfrm>
          <a:custGeom>
            <a:rect b="b" l="l" r="r" t="t"/>
            <a:pathLst>
              <a:path extrusionOk="0" h="751049" w="3059829">
                <a:moveTo>
                  <a:pt x="0" y="0"/>
                </a:moveTo>
                <a:lnTo>
                  <a:pt x="3059829" y="0"/>
                </a:lnTo>
                <a:lnTo>
                  <a:pt x="3059829" y="751049"/>
                </a:lnTo>
                <a:lnTo>
                  <a:pt x="0" y="751049"/>
                </a:lnTo>
                <a:lnTo>
                  <a:pt x="0" y="0"/>
                </a:lnTo>
                <a:close/>
              </a:path>
            </a:pathLst>
          </a:custGeom>
          <a:blipFill rotWithShape="1">
            <a:blip r:embed="rId5">
              <a:alphaModFix/>
            </a:blip>
            <a:stretch>
              <a:fillRect b="0" l="0" r="0" t="0"/>
            </a:stretch>
          </a:blipFill>
          <a:ln>
            <a:noFill/>
          </a:ln>
        </p:spPr>
      </p:sp>
      <p:sp>
        <p:nvSpPr>
          <p:cNvPr id="685" name="Google Shape;685;p30"/>
          <p:cNvSpPr/>
          <p:nvPr/>
        </p:nvSpPr>
        <p:spPr>
          <a:xfrm>
            <a:off x="7107602" y="4270068"/>
            <a:ext cx="2301157" cy="1809285"/>
          </a:xfrm>
          <a:custGeom>
            <a:rect b="b" l="l" r="r" t="t"/>
            <a:pathLst>
              <a:path extrusionOk="0" h="3618569" w="4602314">
                <a:moveTo>
                  <a:pt x="0" y="0"/>
                </a:moveTo>
                <a:lnTo>
                  <a:pt x="4602314" y="0"/>
                </a:lnTo>
                <a:lnTo>
                  <a:pt x="4602314" y="3618570"/>
                </a:lnTo>
                <a:lnTo>
                  <a:pt x="0" y="3618570"/>
                </a:lnTo>
                <a:lnTo>
                  <a:pt x="0" y="0"/>
                </a:lnTo>
                <a:close/>
              </a:path>
            </a:pathLst>
          </a:custGeom>
          <a:blipFill rotWithShape="1">
            <a:blip r:embed="rId6">
              <a:alphaModFix/>
            </a:blip>
            <a:stretch>
              <a:fillRect b="0" l="0" r="0" t="0"/>
            </a:stretch>
          </a:blipFill>
          <a:ln>
            <a:noFill/>
          </a:ln>
        </p:spPr>
      </p:sp>
      <p:sp>
        <p:nvSpPr>
          <p:cNvPr id="686" name="Google Shape;686;p30"/>
          <p:cNvSpPr/>
          <p:nvPr/>
        </p:nvSpPr>
        <p:spPr>
          <a:xfrm>
            <a:off x="-337078" y="-536315"/>
            <a:ext cx="2449974" cy="1534296"/>
          </a:xfrm>
          <a:custGeom>
            <a:rect b="b" l="l" r="r" t="t"/>
            <a:pathLst>
              <a:path extrusionOk="0" h="3068592" w="4899948">
                <a:moveTo>
                  <a:pt x="0" y="0"/>
                </a:moveTo>
                <a:lnTo>
                  <a:pt x="4899948" y="0"/>
                </a:lnTo>
                <a:lnTo>
                  <a:pt x="4899948" y="3068592"/>
                </a:lnTo>
                <a:lnTo>
                  <a:pt x="0" y="3068592"/>
                </a:lnTo>
                <a:lnTo>
                  <a:pt x="0" y="0"/>
                </a:lnTo>
                <a:close/>
              </a:path>
            </a:pathLst>
          </a:custGeom>
          <a:blipFill rotWithShape="1">
            <a:blip r:embed="rId7">
              <a:alphaModFix/>
            </a:blip>
            <a:stretch>
              <a:fillRect b="0" l="0" r="0" t="0"/>
            </a:stretch>
          </a:blipFill>
          <a:ln>
            <a:noFill/>
          </a:ln>
        </p:spPr>
      </p:sp>
      <p:sp>
        <p:nvSpPr>
          <p:cNvPr id="687" name="Google Shape;687;p30"/>
          <p:cNvSpPr/>
          <p:nvPr/>
        </p:nvSpPr>
        <p:spPr>
          <a:xfrm>
            <a:off x="6343107" y="-1289096"/>
            <a:ext cx="2146212" cy="1935493"/>
          </a:xfrm>
          <a:custGeom>
            <a:rect b="b" l="l" r="r" t="t"/>
            <a:pathLst>
              <a:path extrusionOk="0" h="3870986" w="4292424">
                <a:moveTo>
                  <a:pt x="0" y="0"/>
                </a:moveTo>
                <a:lnTo>
                  <a:pt x="4292424" y="0"/>
                </a:lnTo>
                <a:lnTo>
                  <a:pt x="4292424" y="3870986"/>
                </a:lnTo>
                <a:lnTo>
                  <a:pt x="0" y="3870986"/>
                </a:lnTo>
                <a:lnTo>
                  <a:pt x="0" y="0"/>
                </a:lnTo>
                <a:close/>
              </a:path>
            </a:pathLst>
          </a:custGeom>
          <a:blipFill rotWithShape="1">
            <a:blip r:embed="rId8">
              <a:alphaModFix/>
            </a:blip>
            <a:stretch>
              <a:fillRect b="0" l="0" r="0" t="0"/>
            </a:stretch>
          </a:blipFill>
          <a:ln>
            <a:noFill/>
          </a:ln>
        </p:spPr>
      </p:sp>
      <p:sp>
        <p:nvSpPr>
          <p:cNvPr id="688" name="Google Shape;688;p30"/>
          <p:cNvSpPr/>
          <p:nvPr/>
        </p:nvSpPr>
        <p:spPr>
          <a:xfrm>
            <a:off x="5069468" y="4629150"/>
            <a:ext cx="2038135" cy="1431790"/>
          </a:xfrm>
          <a:custGeom>
            <a:rect b="b" l="l" r="r" t="t"/>
            <a:pathLst>
              <a:path extrusionOk="0" h="2863579" w="4076270">
                <a:moveTo>
                  <a:pt x="0" y="0"/>
                </a:moveTo>
                <a:lnTo>
                  <a:pt x="4076270" y="0"/>
                </a:lnTo>
                <a:lnTo>
                  <a:pt x="4076270" y="2863579"/>
                </a:lnTo>
                <a:lnTo>
                  <a:pt x="0" y="2863579"/>
                </a:lnTo>
                <a:lnTo>
                  <a:pt x="0" y="0"/>
                </a:lnTo>
                <a:close/>
              </a:path>
            </a:pathLst>
          </a:custGeom>
          <a:blipFill rotWithShape="1">
            <a:blip r:embed="rId9">
              <a:alphaModFix/>
            </a:blip>
            <a:stretch>
              <a:fillRect b="0" l="0" r="0" t="0"/>
            </a:stretch>
          </a:blipFill>
          <a:ln>
            <a:noFill/>
          </a:ln>
        </p:spPr>
      </p:sp>
      <p:sp>
        <p:nvSpPr>
          <p:cNvPr id="689" name="Google Shape;689;p30"/>
          <p:cNvSpPr/>
          <p:nvPr/>
        </p:nvSpPr>
        <p:spPr>
          <a:xfrm>
            <a:off x="3704661" y="-1350050"/>
            <a:ext cx="2746529" cy="2057400"/>
          </a:xfrm>
          <a:custGeom>
            <a:rect b="b" l="l" r="r" t="t"/>
            <a:pathLst>
              <a:path extrusionOk="0" h="4114800" w="5493058">
                <a:moveTo>
                  <a:pt x="0" y="0"/>
                </a:moveTo>
                <a:lnTo>
                  <a:pt x="5493058" y="0"/>
                </a:lnTo>
                <a:lnTo>
                  <a:pt x="5493058" y="4114800"/>
                </a:lnTo>
                <a:lnTo>
                  <a:pt x="0" y="4114800"/>
                </a:lnTo>
                <a:lnTo>
                  <a:pt x="0" y="0"/>
                </a:lnTo>
                <a:close/>
              </a:path>
            </a:pathLst>
          </a:custGeom>
          <a:blipFill rotWithShape="1">
            <a:blip r:embed="rId10">
              <a:alphaModFix/>
            </a:blip>
            <a:stretch>
              <a:fillRect b="0" l="0" r="0" t="0"/>
            </a:stretch>
          </a:blipFill>
          <a:ln>
            <a:noFill/>
          </a:ln>
        </p:spPr>
      </p:sp>
      <p:sp>
        <p:nvSpPr>
          <p:cNvPr id="690" name="Google Shape;690;p30"/>
          <p:cNvSpPr/>
          <p:nvPr/>
        </p:nvSpPr>
        <p:spPr>
          <a:xfrm rot="4741666">
            <a:off x="-1480973" y="1832278"/>
            <a:ext cx="2443761" cy="1365451"/>
          </a:xfrm>
          <a:custGeom>
            <a:rect b="b" l="l" r="r" t="t"/>
            <a:pathLst>
              <a:path extrusionOk="0" h="2735694" w="4896097">
                <a:moveTo>
                  <a:pt x="0" y="0"/>
                </a:moveTo>
                <a:lnTo>
                  <a:pt x="4896097" y="0"/>
                </a:lnTo>
                <a:lnTo>
                  <a:pt x="4896097" y="2735694"/>
                </a:lnTo>
                <a:lnTo>
                  <a:pt x="0" y="2735694"/>
                </a:lnTo>
                <a:lnTo>
                  <a:pt x="0" y="0"/>
                </a:lnTo>
                <a:close/>
              </a:path>
            </a:pathLst>
          </a:custGeom>
          <a:blipFill rotWithShape="1">
            <a:blip r:embed="rId11">
              <a:alphaModFix/>
            </a:blip>
            <a:stretch>
              <a:fillRect b="0" l="0" r="0" t="0"/>
            </a:stretch>
          </a:blipFill>
          <a:ln>
            <a:noFill/>
          </a:ln>
        </p:spPr>
      </p:sp>
      <p:sp>
        <p:nvSpPr>
          <p:cNvPr id="691" name="Google Shape;691;p30"/>
          <p:cNvSpPr/>
          <p:nvPr/>
        </p:nvSpPr>
        <p:spPr>
          <a:xfrm>
            <a:off x="2415741" y="-813253"/>
            <a:ext cx="1446381" cy="1459651"/>
          </a:xfrm>
          <a:custGeom>
            <a:rect b="b" l="l" r="r" t="t"/>
            <a:pathLst>
              <a:path extrusionOk="0" h="2919301" w="2892762">
                <a:moveTo>
                  <a:pt x="0" y="0"/>
                </a:moveTo>
                <a:lnTo>
                  <a:pt x="2892761" y="0"/>
                </a:lnTo>
                <a:lnTo>
                  <a:pt x="2892761" y="2919300"/>
                </a:lnTo>
                <a:lnTo>
                  <a:pt x="0" y="2919300"/>
                </a:lnTo>
                <a:lnTo>
                  <a:pt x="0" y="0"/>
                </a:lnTo>
                <a:close/>
              </a:path>
            </a:pathLst>
          </a:custGeom>
          <a:blipFill rotWithShape="1">
            <a:blip r:embed="rId12">
              <a:alphaModFix/>
            </a:blip>
            <a:stretch>
              <a:fillRect b="0" l="0" r="0" t="0"/>
            </a:stretch>
          </a:blipFill>
          <a:ln>
            <a:noFill/>
          </a:ln>
        </p:spPr>
      </p:sp>
      <p:sp>
        <p:nvSpPr>
          <p:cNvPr id="692" name="Google Shape;692;p30"/>
          <p:cNvSpPr/>
          <p:nvPr/>
        </p:nvSpPr>
        <p:spPr>
          <a:xfrm>
            <a:off x="8629650" y="1131171"/>
            <a:ext cx="1787771" cy="1787771"/>
          </a:xfrm>
          <a:custGeom>
            <a:rect b="b" l="l" r="r" t="t"/>
            <a:pathLst>
              <a:path extrusionOk="0" h="3575541" w="3575541">
                <a:moveTo>
                  <a:pt x="0" y="0"/>
                </a:moveTo>
                <a:lnTo>
                  <a:pt x="3575541" y="0"/>
                </a:lnTo>
                <a:lnTo>
                  <a:pt x="3575541" y="3575541"/>
                </a:lnTo>
                <a:lnTo>
                  <a:pt x="0" y="3575541"/>
                </a:lnTo>
                <a:lnTo>
                  <a:pt x="0" y="0"/>
                </a:lnTo>
                <a:close/>
              </a:path>
            </a:pathLst>
          </a:custGeom>
          <a:blipFill rotWithShape="1">
            <a:blip r:embed="rId13">
              <a:alphaModFix/>
            </a:blip>
            <a:stretch>
              <a:fillRect b="0" l="0" r="0" t="0"/>
            </a:stretch>
          </a:blipFill>
          <a:ln>
            <a:noFill/>
          </a:ln>
        </p:spPr>
      </p:sp>
      <p:sp>
        <p:nvSpPr>
          <p:cNvPr id="693" name="Google Shape;693;p30"/>
          <p:cNvSpPr/>
          <p:nvPr/>
        </p:nvSpPr>
        <p:spPr>
          <a:xfrm>
            <a:off x="1285275" y="4546869"/>
            <a:ext cx="1293510" cy="1193263"/>
          </a:xfrm>
          <a:custGeom>
            <a:rect b="b" l="l" r="r" t="t"/>
            <a:pathLst>
              <a:path extrusionOk="0" h="2386526" w="2587020">
                <a:moveTo>
                  <a:pt x="0" y="0"/>
                </a:moveTo>
                <a:lnTo>
                  <a:pt x="2587020" y="0"/>
                </a:lnTo>
                <a:lnTo>
                  <a:pt x="2587020" y="2386526"/>
                </a:lnTo>
                <a:lnTo>
                  <a:pt x="0" y="2386526"/>
                </a:lnTo>
                <a:lnTo>
                  <a:pt x="0" y="0"/>
                </a:lnTo>
                <a:close/>
              </a:path>
            </a:pathLst>
          </a:custGeom>
          <a:blipFill rotWithShape="1">
            <a:blip r:embed="rId14">
              <a:alphaModFix/>
            </a:blip>
            <a:stretch>
              <a:fillRect b="0" l="0" r="0" t="0"/>
            </a:stretch>
          </a:blipFill>
          <a:ln>
            <a:noFill/>
          </a:ln>
        </p:spPr>
      </p:sp>
      <p:sp>
        <p:nvSpPr>
          <p:cNvPr id="694" name="Google Shape;694;p30"/>
          <p:cNvSpPr/>
          <p:nvPr/>
        </p:nvSpPr>
        <p:spPr>
          <a:xfrm rot="-5279728">
            <a:off x="8220571" y="3485016"/>
            <a:ext cx="1692529" cy="577575"/>
          </a:xfrm>
          <a:custGeom>
            <a:rect b="b" l="l" r="r" t="t"/>
            <a:pathLst>
              <a:path extrusionOk="0" h="1154444" w="3382987">
                <a:moveTo>
                  <a:pt x="0" y="0"/>
                </a:moveTo>
                <a:lnTo>
                  <a:pt x="3382987" y="0"/>
                </a:lnTo>
                <a:lnTo>
                  <a:pt x="3382987" y="1154445"/>
                </a:lnTo>
                <a:lnTo>
                  <a:pt x="0" y="1154445"/>
                </a:lnTo>
                <a:lnTo>
                  <a:pt x="0" y="0"/>
                </a:lnTo>
                <a:close/>
              </a:path>
            </a:pathLst>
          </a:custGeom>
          <a:blipFill rotWithShape="1">
            <a:blip r:embed="rId15">
              <a:alphaModFix/>
            </a:blip>
            <a:stretch>
              <a:fillRect b="0" l="0" r="0" t="0"/>
            </a:stretch>
          </a:blipFill>
          <a:ln>
            <a:noFill/>
          </a:ln>
        </p:spPr>
      </p:sp>
      <p:sp>
        <p:nvSpPr>
          <p:cNvPr id="695" name="Google Shape;695;p30"/>
          <p:cNvSpPr/>
          <p:nvPr/>
        </p:nvSpPr>
        <p:spPr>
          <a:xfrm>
            <a:off x="8489319" y="-321322"/>
            <a:ext cx="1552261" cy="1671344"/>
          </a:xfrm>
          <a:custGeom>
            <a:rect b="b" l="l" r="r" t="t"/>
            <a:pathLst>
              <a:path extrusionOk="0" h="3342688" w="3104522">
                <a:moveTo>
                  <a:pt x="0" y="0"/>
                </a:moveTo>
                <a:lnTo>
                  <a:pt x="3104522" y="0"/>
                </a:lnTo>
                <a:lnTo>
                  <a:pt x="3104522" y="3342688"/>
                </a:lnTo>
                <a:lnTo>
                  <a:pt x="0" y="3342688"/>
                </a:lnTo>
                <a:lnTo>
                  <a:pt x="0" y="0"/>
                </a:lnTo>
                <a:close/>
              </a:path>
            </a:pathLst>
          </a:custGeom>
          <a:blipFill rotWithShape="1">
            <a:blip r:embed="rId16">
              <a:alphaModFix/>
            </a:blip>
            <a:stretch>
              <a:fillRect b="0" l="0" r="0" t="0"/>
            </a:stretch>
          </a:blipFill>
          <a:ln>
            <a:noFill/>
          </a:ln>
        </p:spPr>
      </p:sp>
      <p:sp>
        <p:nvSpPr>
          <p:cNvPr id="696" name="Google Shape;696;p30"/>
          <p:cNvSpPr txBox="1"/>
          <p:nvPr/>
        </p:nvSpPr>
        <p:spPr>
          <a:xfrm>
            <a:off x="1312837" y="1155738"/>
            <a:ext cx="6647700" cy="2697000"/>
          </a:xfrm>
          <a:prstGeom prst="rect">
            <a:avLst/>
          </a:prstGeom>
          <a:noFill/>
          <a:ln>
            <a:noFill/>
          </a:ln>
        </p:spPr>
        <p:txBody>
          <a:bodyPr anchorCtr="0" anchor="t" bIns="0" lIns="0" spcFirstLastPara="1" rIns="0" wrap="square" tIns="0">
            <a:spAutoFit/>
          </a:bodyPr>
          <a:lstStyle/>
          <a:p>
            <a:pPr indent="0" lvl="0" marL="0" marR="0" rtl="0" algn="ctr">
              <a:lnSpc>
                <a:spcPct val="140019"/>
              </a:lnSpc>
              <a:spcBef>
                <a:spcPts val="0"/>
              </a:spcBef>
              <a:spcAft>
                <a:spcPts val="0"/>
              </a:spcAft>
              <a:buClr>
                <a:srgbClr val="000000"/>
              </a:buClr>
              <a:buSzPts val="1600"/>
              <a:buFont typeface="Arial"/>
              <a:buNone/>
            </a:pPr>
            <a:r>
              <a:rPr b="0" i="0" lang="es" sz="3600" u="none" cap="none" strike="noStrike">
                <a:solidFill>
                  <a:srgbClr val="131416"/>
                </a:solidFill>
                <a:latin typeface="Pacifico"/>
                <a:ea typeface="Pacifico"/>
                <a:cs typeface="Pacifico"/>
                <a:sym typeface="Pacifico"/>
              </a:rPr>
              <a:t> "No se puede escapar de la responsabilidad del mañana evadiéndola hoy". </a:t>
            </a:r>
            <a:endParaRPr b="0" i="0" sz="3600" u="none" cap="none" strike="noStrike">
              <a:solidFill>
                <a:srgbClr val="131416"/>
              </a:solidFill>
              <a:latin typeface="Pacifico"/>
              <a:ea typeface="Pacifico"/>
              <a:cs typeface="Pacifico"/>
              <a:sym typeface="Pacifico"/>
            </a:endParaRPr>
          </a:p>
          <a:p>
            <a:pPr indent="0" lvl="0" marL="0" marR="0" rtl="0" algn="r">
              <a:lnSpc>
                <a:spcPct val="140019"/>
              </a:lnSpc>
              <a:spcBef>
                <a:spcPts val="0"/>
              </a:spcBef>
              <a:spcAft>
                <a:spcPts val="0"/>
              </a:spcAft>
              <a:buClr>
                <a:srgbClr val="000000"/>
              </a:buClr>
              <a:buSzPts val="1600"/>
              <a:buFont typeface="Arial"/>
              <a:buNone/>
            </a:pPr>
            <a:r>
              <a:rPr b="0" i="0" lang="es" sz="2400" u="none" cap="none" strike="noStrike">
                <a:solidFill>
                  <a:srgbClr val="131416"/>
                </a:solidFill>
                <a:latin typeface="DM Sans"/>
                <a:ea typeface="DM Sans"/>
                <a:cs typeface="DM Sans"/>
                <a:sym typeface="DM Sans"/>
              </a:rPr>
              <a:t>Abraham Lincoln.</a:t>
            </a:r>
            <a:endParaRPr b="0" i="0" sz="2400" u="none" cap="none" strike="noStrike">
              <a:solidFill>
                <a:srgbClr val="000000"/>
              </a:solidFill>
              <a:latin typeface="DM Sans"/>
              <a:ea typeface="DM Sans"/>
              <a:cs typeface="DM Sans"/>
              <a:sym typeface="DM Sans"/>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0" name="Shape 700"/>
        <p:cNvGrpSpPr/>
        <p:nvPr/>
      </p:nvGrpSpPr>
      <p:grpSpPr>
        <a:xfrm>
          <a:off x="0" y="0"/>
          <a:ext cx="0" cy="0"/>
          <a:chOff x="0" y="0"/>
          <a:chExt cx="0" cy="0"/>
        </a:xfrm>
      </p:grpSpPr>
      <p:sp>
        <p:nvSpPr>
          <p:cNvPr id="701" name="Google Shape;701;p31"/>
          <p:cNvSpPr/>
          <p:nvPr/>
        </p:nvSpPr>
        <p:spPr>
          <a:xfrm rot="-5400000">
            <a:off x="2000250" y="-2000250"/>
            <a:ext cx="5143500" cy="9144000"/>
          </a:xfrm>
          <a:custGeom>
            <a:rect b="b" l="l" r="r" t="t"/>
            <a:pathLst>
              <a:path extrusionOk="0" h="18288000" w="10287000">
                <a:moveTo>
                  <a:pt x="10287000" y="0"/>
                </a:moveTo>
                <a:lnTo>
                  <a:pt x="10287000" y="18288000"/>
                </a:lnTo>
                <a:lnTo>
                  <a:pt x="0" y="18288000"/>
                </a:lnTo>
                <a:lnTo>
                  <a:pt x="0" y="0"/>
                </a:lnTo>
                <a:lnTo>
                  <a:pt x="10287000" y="0"/>
                </a:lnTo>
                <a:close/>
              </a:path>
            </a:pathLst>
          </a:custGeom>
          <a:blipFill rotWithShape="1">
            <a:blip r:embed="rId3">
              <a:alphaModFix/>
            </a:blip>
            <a:stretch>
              <a:fillRect b="-2735" l="-71846" r="-74126" t="-3624"/>
            </a:stretch>
          </a:blipFill>
          <a:ln>
            <a:noFill/>
          </a:ln>
        </p:spPr>
      </p:sp>
      <p:sp>
        <p:nvSpPr>
          <p:cNvPr id="702" name="Google Shape;702;p31"/>
          <p:cNvSpPr/>
          <p:nvPr/>
        </p:nvSpPr>
        <p:spPr>
          <a:xfrm>
            <a:off x="-1164699" y="4307447"/>
            <a:ext cx="2449974" cy="1672107"/>
          </a:xfrm>
          <a:custGeom>
            <a:rect b="b" l="l" r="r" t="t"/>
            <a:pathLst>
              <a:path extrusionOk="0" h="3344214" w="4899948">
                <a:moveTo>
                  <a:pt x="0" y="0"/>
                </a:moveTo>
                <a:lnTo>
                  <a:pt x="4899947" y="0"/>
                </a:lnTo>
                <a:lnTo>
                  <a:pt x="4899947" y="3344214"/>
                </a:lnTo>
                <a:lnTo>
                  <a:pt x="0" y="3344214"/>
                </a:lnTo>
                <a:lnTo>
                  <a:pt x="0" y="0"/>
                </a:lnTo>
                <a:close/>
              </a:path>
            </a:pathLst>
          </a:custGeom>
          <a:blipFill rotWithShape="1">
            <a:blip r:embed="rId4">
              <a:alphaModFix/>
            </a:blip>
            <a:stretch>
              <a:fillRect b="0" l="0" r="0" t="0"/>
            </a:stretch>
          </a:blipFill>
          <a:ln>
            <a:noFill/>
          </a:ln>
        </p:spPr>
      </p:sp>
      <p:sp>
        <p:nvSpPr>
          <p:cNvPr id="703" name="Google Shape;703;p31"/>
          <p:cNvSpPr/>
          <p:nvPr/>
        </p:nvSpPr>
        <p:spPr>
          <a:xfrm>
            <a:off x="3015355" y="4629150"/>
            <a:ext cx="1529915" cy="375525"/>
          </a:xfrm>
          <a:custGeom>
            <a:rect b="b" l="l" r="r" t="t"/>
            <a:pathLst>
              <a:path extrusionOk="0" h="751049" w="3059829">
                <a:moveTo>
                  <a:pt x="0" y="0"/>
                </a:moveTo>
                <a:lnTo>
                  <a:pt x="3059829" y="0"/>
                </a:lnTo>
                <a:lnTo>
                  <a:pt x="3059829" y="751049"/>
                </a:lnTo>
                <a:lnTo>
                  <a:pt x="0" y="751049"/>
                </a:lnTo>
                <a:lnTo>
                  <a:pt x="0" y="0"/>
                </a:lnTo>
                <a:close/>
              </a:path>
            </a:pathLst>
          </a:custGeom>
          <a:blipFill rotWithShape="1">
            <a:blip r:embed="rId5">
              <a:alphaModFix/>
            </a:blip>
            <a:stretch>
              <a:fillRect b="0" l="0" r="0" t="0"/>
            </a:stretch>
          </a:blipFill>
          <a:ln>
            <a:noFill/>
          </a:ln>
        </p:spPr>
      </p:sp>
      <p:sp>
        <p:nvSpPr>
          <p:cNvPr id="704" name="Google Shape;704;p31"/>
          <p:cNvSpPr/>
          <p:nvPr/>
        </p:nvSpPr>
        <p:spPr>
          <a:xfrm>
            <a:off x="7107602" y="4270068"/>
            <a:ext cx="2301157" cy="1809285"/>
          </a:xfrm>
          <a:custGeom>
            <a:rect b="b" l="l" r="r" t="t"/>
            <a:pathLst>
              <a:path extrusionOk="0" h="3618569" w="4602314">
                <a:moveTo>
                  <a:pt x="0" y="0"/>
                </a:moveTo>
                <a:lnTo>
                  <a:pt x="4602314" y="0"/>
                </a:lnTo>
                <a:lnTo>
                  <a:pt x="4602314" y="3618570"/>
                </a:lnTo>
                <a:lnTo>
                  <a:pt x="0" y="3618570"/>
                </a:lnTo>
                <a:lnTo>
                  <a:pt x="0" y="0"/>
                </a:lnTo>
                <a:close/>
              </a:path>
            </a:pathLst>
          </a:custGeom>
          <a:blipFill rotWithShape="1">
            <a:blip r:embed="rId6">
              <a:alphaModFix/>
            </a:blip>
            <a:stretch>
              <a:fillRect b="0" l="0" r="0" t="0"/>
            </a:stretch>
          </a:blipFill>
          <a:ln>
            <a:noFill/>
          </a:ln>
        </p:spPr>
      </p:sp>
      <p:sp>
        <p:nvSpPr>
          <p:cNvPr id="705" name="Google Shape;705;p31"/>
          <p:cNvSpPr/>
          <p:nvPr/>
        </p:nvSpPr>
        <p:spPr>
          <a:xfrm>
            <a:off x="-337078" y="-536315"/>
            <a:ext cx="2449974" cy="1534296"/>
          </a:xfrm>
          <a:custGeom>
            <a:rect b="b" l="l" r="r" t="t"/>
            <a:pathLst>
              <a:path extrusionOk="0" h="3068592" w="4899948">
                <a:moveTo>
                  <a:pt x="0" y="0"/>
                </a:moveTo>
                <a:lnTo>
                  <a:pt x="4899948" y="0"/>
                </a:lnTo>
                <a:lnTo>
                  <a:pt x="4899948" y="3068592"/>
                </a:lnTo>
                <a:lnTo>
                  <a:pt x="0" y="3068592"/>
                </a:lnTo>
                <a:lnTo>
                  <a:pt x="0" y="0"/>
                </a:lnTo>
                <a:close/>
              </a:path>
            </a:pathLst>
          </a:custGeom>
          <a:blipFill rotWithShape="1">
            <a:blip r:embed="rId7">
              <a:alphaModFix/>
            </a:blip>
            <a:stretch>
              <a:fillRect b="0" l="0" r="0" t="0"/>
            </a:stretch>
          </a:blipFill>
          <a:ln>
            <a:noFill/>
          </a:ln>
        </p:spPr>
      </p:sp>
      <p:sp>
        <p:nvSpPr>
          <p:cNvPr id="706" name="Google Shape;706;p31"/>
          <p:cNvSpPr/>
          <p:nvPr/>
        </p:nvSpPr>
        <p:spPr>
          <a:xfrm>
            <a:off x="6343107" y="-1289096"/>
            <a:ext cx="2146212" cy="1935493"/>
          </a:xfrm>
          <a:custGeom>
            <a:rect b="b" l="l" r="r" t="t"/>
            <a:pathLst>
              <a:path extrusionOk="0" h="3870986" w="4292424">
                <a:moveTo>
                  <a:pt x="0" y="0"/>
                </a:moveTo>
                <a:lnTo>
                  <a:pt x="4292424" y="0"/>
                </a:lnTo>
                <a:lnTo>
                  <a:pt x="4292424" y="3870986"/>
                </a:lnTo>
                <a:lnTo>
                  <a:pt x="0" y="3870986"/>
                </a:lnTo>
                <a:lnTo>
                  <a:pt x="0" y="0"/>
                </a:lnTo>
                <a:close/>
              </a:path>
            </a:pathLst>
          </a:custGeom>
          <a:blipFill rotWithShape="1">
            <a:blip r:embed="rId8">
              <a:alphaModFix/>
            </a:blip>
            <a:stretch>
              <a:fillRect b="0" l="0" r="0" t="0"/>
            </a:stretch>
          </a:blipFill>
          <a:ln>
            <a:noFill/>
          </a:ln>
        </p:spPr>
      </p:sp>
      <p:sp>
        <p:nvSpPr>
          <p:cNvPr id="707" name="Google Shape;707;p31"/>
          <p:cNvSpPr/>
          <p:nvPr/>
        </p:nvSpPr>
        <p:spPr>
          <a:xfrm>
            <a:off x="5069468" y="4629150"/>
            <a:ext cx="2038135" cy="1431790"/>
          </a:xfrm>
          <a:custGeom>
            <a:rect b="b" l="l" r="r" t="t"/>
            <a:pathLst>
              <a:path extrusionOk="0" h="2863579" w="4076270">
                <a:moveTo>
                  <a:pt x="0" y="0"/>
                </a:moveTo>
                <a:lnTo>
                  <a:pt x="4076270" y="0"/>
                </a:lnTo>
                <a:lnTo>
                  <a:pt x="4076270" y="2863579"/>
                </a:lnTo>
                <a:lnTo>
                  <a:pt x="0" y="2863579"/>
                </a:lnTo>
                <a:lnTo>
                  <a:pt x="0" y="0"/>
                </a:lnTo>
                <a:close/>
              </a:path>
            </a:pathLst>
          </a:custGeom>
          <a:blipFill rotWithShape="1">
            <a:blip r:embed="rId9">
              <a:alphaModFix/>
            </a:blip>
            <a:stretch>
              <a:fillRect b="0" l="0" r="0" t="0"/>
            </a:stretch>
          </a:blipFill>
          <a:ln>
            <a:noFill/>
          </a:ln>
        </p:spPr>
      </p:sp>
      <p:sp>
        <p:nvSpPr>
          <p:cNvPr id="708" name="Google Shape;708;p31"/>
          <p:cNvSpPr/>
          <p:nvPr/>
        </p:nvSpPr>
        <p:spPr>
          <a:xfrm>
            <a:off x="3704661" y="-1350050"/>
            <a:ext cx="2746529" cy="2057400"/>
          </a:xfrm>
          <a:custGeom>
            <a:rect b="b" l="l" r="r" t="t"/>
            <a:pathLst>
              <a:path extrusionOk="0" h="4114800" w="5493058">
                <a:moveTo>
                  <a:pt x="0" y="0"/>
                </a:moveTo>
                <a:lnTo>
                  <a:pt x="5493058" y="0"/>
                </a:lnTo>
                <a:lnTo>
                  <a:pt x="5493058" y="4114800"/>
                </a:lnTo>
                <a:lnTo>
                  <a:pt x="0" y="4114800"/>
                </a:lnTo>
                <a:lnTo>
                  <a:pt x="0" y="0"/>
                </a:lnTo>
                <a:close/>
              </a:path>
            </a:pathLst>
          </a:custGeom>
          <a:blipFill rotWithShape="1">
            <a:blip r:embed="rId10">
              <a:alphaModFix/>
            </a:blip>
            <a:stretch>
              <a:fillRect b="0" l="0" r="0" t="0"/>
            </a:stretch>
          </a:blipFill>
          <a:ln>
            <a:noFill/>
          </a:ln>
        </p:spPr>
      </p:sp>
      <p:sp>
        <p:nvSpPr>
          <p:cNvPr id="709" name="Google Shape;709;p31"/>
          <p:cNvSpPr/>
          <p:nvPr/>
        </p:nvSpPr>
        <p:spPr>
          <a:xfrm rot="4741666">
            <a:off x="-1480973" y="1832278"/>
            <a:ext cx="2443761" cy="1365451"/>
          </a:xfrm>
          <a:custGeom>
            <a:rect b="b" l="l" r="r" t="t"/>
            <a:pathLst>
              <a:path extrusionOk="0" h="2735694" w="4896097">
                <a:moveTo>
                  <a:pt x="0" y="0"/>
                </a:moveTo>
                <a:lnTo>
                  <a:pt x="4896097" y="0"/>
                </a:lnTo>
                <a:lnTo>
                  <a:pt x="4896097" y="2735694"/>
                </a:lnTo>
                <a:lnTo>
                  <a:pt x="0" y="2735694"/>
                </a:lnTo>
                <a:lnTo>
                  <a:pt x="0" y="0"/>
                </a:lnTo>
                <a:close/>
              </a:path>
            </a:pathLst>
          </a:custGeom>
          <a:blipFill rotWithShape="1">
            <a:blip r:embed="rId11">
              <a:alphaModFix/>
            </a:blip>
            <a:stretch>
              <a:fillRect b="0" l="0" r="0" t="0"/>
            </a:stretch>
          </a:blipFill>
          <a:ln>
            <a:noFill/>
          </a:ln>
        </p:spPr>
      </p:sp>
      <p:sp>
        <p:nvSpPr>
          <p:cNvPr id="710" name="Google Shape;710;p31"/>
          <p:cNvSpPr/>
          <p:nvPr/>
        </p:nvSpPr>
        <p:spPr>
          <a:xfrm>
            <a:off x="2415741" y="-813253"/>
            <a:ext cx="1446381" cy="1459651"/>
          </a:xfrm>
          <a:custGeom>
            <a:rect b="b" l="l" r="r" t="t"/>
            <a:pathLst>
              <a:path extrusionOk="0" h="2919301" w="2892762">
                <a:moveTo>
                  <a:pt x="0" y="0"/>
                </a:moveTo>
                <a:lnTo>
                  <a:pt x="2892761" y="0"/>
                </a:lnTo>
                <a:lnTo>
                  <a:pt x="2892761" y="2919300"/>
                </a:lnTo>
                <a:lnTo>
                  <a:pt x="0" y="2919300"/>
                </a:lnTo>
                <a:lnTo>
                  <a:pt x="0" y="0"/>
                </a:lnTo>
                <a:close/>
              </a:path>
            </a:pathLst>
          </a:custGeom>
          <a:blipFill rotWithShape="1">
            <a:blip r:embed="rId12">
              <a:alphaModFix/>
            </a:blip>
            <a:stretch>
              <a:fillRect b="0" l="0" r="0" t="0"/>
            </a:stretch>
          </a:blipFill>
          <a:ln>
            <a:noFill/>
          </a:ln>
        </p:spPr>
      </p:sp>
      <p:sp>
        <p:nvSpPr>
          <p:cNvPr id="711" name="Google Shape;711;p31"/>
          <p:cNvSpPr/>
          <p:nvPr/>
        </p:nvSpPr>
        <p:spPr>
          <a:xfrm>
            <a:off x="8629650" y="1131171"/>
            <a:ext cx="1787771" cy="1787771"/>
          </a:xfrm>
          <a:custGeom>
            <a:rect b="b" l="l" r="r" t="t"/>
            <a:pathLst>
              <a:path extrusionOk="0" h="3575541" w="3575541">
                <a:moveTo>
                  <a:pt x="0" y="0"/>
                </a:moveTo>
                <a:lnTo>
                  <a:pt x="3575541" y="0"/>
                </a:lnTo>
                <a:lnTo>
                  <a:pt x="3575541" y="3575541"/>
                </a:lnTo>
                <a:lnTo>
                  <a:pt x="0" y="3575541"/>
                </a:lnTo>
                <a:lnTo>
                  <a:pt x="0" y="0"/>
                </a:lnTo>
                <a:close/>
              </a:path>
            </a:pathLst>
          </a:custGeom>
          <a:blipFill rotWithShape="1">
            <a:blip r:embed="rId13">
              <a:alphaModFix/>
            </a:blip>
            <a:stretch>
              <a:fillRect b="0" l="0" r="0" t="0"/>
            </a:stretch>
          </a:blipFill>
          <a:ln>
            <a:noFill/>
          </a:ln>
        </p:spPr>
      </p:sp>
      <p:sp>
        <p:nvSpPr>
          <p:cNvPr id="712" name="Google Shape;712;p31"/>
          <p:cNvSpPr/>
          <p:nvPr/>
        </p:nvSpPr>
        <p:spPr>
          <a:xfrm>
            <a:off x="1285275" y="4546869"/>
            <a:ext cx="1293510" cy="1193263"/>
          </a:xfrm>
          <a:custGeom>
            <a:rect b="b" l="l" r="r" t="t"/>
            <a:pathLst>
              <a:path extrusionOk="0" h="2386526" w="2587020">
                <a:moveTo>
                  <a:pt x="0" y="0"/>
                </a:moveTo>
                <a:lnTo>
                  <a:pt x="2587020" y="0"/>
                </a:lnTo>
                <a:lnTo>
                  <a:pt x="2587020" y="2386526"/>
                </a:lnTo>
                <a:lnTo>
                  <a:pt x="0" y="2386526"/>
                </a:lnTo>
                <a:lnTo>
                  <a:pt x="0" y="0"/>
                </a:lnTo>
                <a:close/>
              </a:path>
            </a:pathLst>
          </a:custGeom>
          <a:blipFill rotWithShape="1">
            <a:blip r:embed="rId14">
              <a:alphaModFix/>
            </a:blip>
            <a:stretch>
              <a:fillRect b="0" l="0" r="0" t="0"/>
            </a:stretch>
          </a:blipFill>
          <a:ln>
            <a:noFill/>
          </a:ln>
        </p:spPr>
      </p:sp>
      <p:sp>
        <p:nvSpPr>
          <p:cNvPr id="713" name="Google Shape;713;p31"/>
          <p:cNvSpPr/>
          <p:nvPr/>
        </p:nvSpPr>
        <p:spPr>
          <a:xfrm rot="-5279728">
            <a:off x="8220571" y="3485016"/>
            <a:ext cx="1692529" cy="577575"/>
          </a:xfrm>
          <a:custGeom>
            <a:rect b="b" l="l" r="r" t="t"/>
            <a:pathLst>
              <a:path extrusionOk="0" h="1154444" w="3382987">
                <a:moveTo>
                  <a:pt x="0" y="0"/>
                </a:moveTo>
                <a:lnTo>
                  <a:pt x="3382987" y="0"/>
                </a:lnTo>
                <a:lnTo>
                  <a:pt x="3382987" y="1154445"/>
                </a:lnTo>
                <a:lnTo>
                  <a:pt x="0" y="1154445"/>
                </a:lnTo>
                <a:lnTo>
                  <a:pt x="0" y="0"/>
                </a:lnTo>
                <a:close/>
              </a:path>
            </a:pathLst>
          </a:custGeom>
          <a:blipFill rotWithShape="1">
            <a:blip r:embed="rId15">
              <a:alphaModFix/>
            </a:blip>
            <a:stretch>
              <a:fillRect b="0" l="0" r="0" t="0"/>
            </a:stretch>
          </a:blipFill>
          <a:ln>
            <a:noFill/>
          </a:ln>
        </p:spPr>
      </p:sp>
      <p:sp>
        <p:nvSpPr>
          <p:cNvPr id="714" name="Google Shape;714;p31"/>
          <p:cNvSpPr/>
          <p:nvPr/>
        </p:nvSpPr>
        <p:spPr>
          <a:xfrm>
            <a:off x="8489319" y="-321322"/>
            <a:ext cx="1552261" cy="1671344"/>
          </a:xfrm>
          <a:custGeom>
            <a:rect b="b" l="l" r="r" t="t"/>
            <a:pathLst>
              <a:path extrusionOk="0" h="3342688" w="3104522">
                <a:moveTo>
                  <a:pt x="0" y="0"/>
                </a:moveTo>
                <a:lnTo>
                  <a:pt x="3104522" y="0"/>
                </a:lnTo>
                <a:lnTo>
                  <a:pt x="3104522" y="3342688"/>
                </a:lnTo>
                <a:lnTo>
                  <a:pt x="0" y="3342688"/>
                </a:lnTo>
                <a:lnTo>
                  <a:pt x="0" y="0"/>
                </a:lnTo>
                <a:close/>
              </a:path>
            </a:pathLst>
          </a:custGeom>
          <a:blipFill rotWithShape="1">
            <a:blip r:embed="rId16">
              <a:alphaModFix/>
            </a:blip>
            <a:stretch>
              <a:fillRect b="0" l="0" r="0" t="0"/>
            </a:stretch>
          </a:blipFill>
          <a:ln>
            <a:noFill/>
          </a:ln>
        </p:spPr>
      </p:sp>
      <p:sp>
        <p:nvSpPr>
          <p:cNvPr id="715" name="Google Shape;715;p31"/>
          <p:cNvSpPr txBox="1"/>
          <p:nvPr/>
        </p:nvSpPr>
        <p:spPr>
          <a:xfrm>
            <a:off x="1320270" y="1084963"/>
            <a:ext cx="6751800" cy="538800"/>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Clr>
                <a:srgbClr val="000000"/>
              </a:buClr>
              <a:buSzPts val="3500"/>
              <a:buFont typeface="Arial"/>
              <a:buNone/>
            </a:pPr>
            <a:r>
              <a:rPr b="0" i="0" lang="es" sz="3500" u="none" cap="none" strike="noStrike">
                <a:solidFill>
                  <a:srgbClr val="131416"/>
                </a:solidFill>
                <a:latin typeface="Impact"/>
                <a:ea typeface="Impact"/>
                <a:cs typeface="Impact"/>
                <a:sym typeface="Impact"/>
              </a:rPr>
              <a:t>Referencias</a:t>
            </a:r>
            <a:endParaRPr b="0" i="0" sz="700" u="none" cap="none" strike="noStrike">
              <a:solidFill>
                <a:srgbClr val="000000"/>
              </a:solidFill>
              <a:latin typeface="Impact"/>
              <a:ea typeface="Impact"/>
              <a:cs typeface="Impact"/>
              <a:sym typeface="Impact"/>
            </a:endParaRPr>
          </a:p>
        </p:txBody>
      </p:sp>
      <p:sp>
        <p:nvSpPr>
          <p:cNvPr id="716" name="Google Shape;716;p31"/>
          <p:cNvSpPr txBox="1"/>
          <p:nvPr/>
        </p:nvSpPr>
        <p:spPr>
          <a:xfrm>
            <a:off x="938724" y="1736825"/>
            <a:ext cx="6963300" cy="20994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600"/>
              <a:buFont typeface="Arial"/>
              <a:buNone/>
            </a:pPr>
            <a:r>
              <a:t/>
            </a:r>
            <a:endParaRPr b="0" i="0" sz="1600" u="none" cap="none" strike="noStrike">
              <a:solidFill>
                <a:srgbClr val="131416"/>
              </a:solidFill>
              <a:latin typeface="Arial"/>
              <a:ea typeface="Arial"/>
              <a:cs typeface="Arial"/>
              <a:sym typeface="Arial"/>
            </a:endParaRPr>
          </a:p>
          <a:p>
            <a:pPr indent="-330200" lvl="0" marL="457200" marR="0" rtl="0" algn="l">
              <a:lnSpc>
                <a:spcPct val="115000"/>
              </a:lnSpc>
              <a:spcBef>
                <a:spcPts val="0"/>
              </a:spcBef>
              <a:spcAft>
                <a:spcPts val="0"/>
              </a:spcAft>
              <a:buClr>
                <a:srgbClr val="131416"/>
              </a:buClr>
              <a:buSzPts val="1600"/>
              <a:buFont typeface="Arial"/>
              <a:buChar char="●"/>
            </a:pPr>
            <a:r>
              <a:rPr b="0" i="0" lang="es" sz="1600" u="none" cap="none" strike="noStrike">
                <a:solidFill>
                  <a:srgbClr val="131416"/>
                </a:solidFill>
                <a:latin typeface="Arial"/>
                <a:ea typeface="Arial"/>
                <a:cs typeface="Arial"/>
                <a:sym typeface="Arial"/>
              </a:rPr>
              <a:t>Objetos con Python </a:t>
            </a:r>
            <a:r>
              <a:rPr b="0" i="0" lang="es" sz="1600" u="sng" cap="none" strike="noStrike">
                <a:solidFill>
                  <a:schemeClr val="hlink"/>
                </a:solidFill>
                <a:latin typeface="Arial"/>
                <a:ea typeface="Arial"/>
                <a:cs typeface="Arial"/>
                <a:sym typeface="Arial"/>
                <a:hlinkClick r:id="rId17"/>
              </a:rPr>
              <a:t>https://www.luisllamas.es/como-usar-objetos-python/</a:t>
            </a:r>
            <a:r>
              <a:rPr b="0" i="0" lang="es" sz="1600" u="none" cap="none" strike="noStrike">
                <a:solidFill>
                  <a:srgbClr val="131416"/>
                </a:solidFill>
                <a:latin typeface="Arial"/>
                <a:ea typeface="Arial"/>
                <a:cs typeface="Arial"/>
                <a:sym typeface="Arial"/>
              </a:rPr>
              <a:t> </a:t>
            </a:r>
            <a:endParaRPr b="0" i="0" sz="1600" u="none" cap="none" strike="noStrike">
              <a:solidFill>
                <a:srgbClr val="131416"/>
              </a:solidFill>
              <a:latin typeface="Arial"/>
              <a:ea typeface="Arial"/>
              <a:cs typeface="Arial"/>
              <a:sym typeface="Arial"/>
            </a:endParaRPr>
          </a:p>
          <a:p>
            <a:pPr indent="-330200" lvl="0" marL="457200" marR="0" rtl="0" algn="l">
              <a:lnSpc>
                <a:spcPct val="115000"/>
              </a:lnSpc>
              <a:spcBef>
                <a:spcPts val="0"/>
              </a:spcBef>
              <a:spcAft>
                <a:spcPts val="0"/>
              </a:spcAft>
              <a:buClr>
                <a:srgbClr val="131416"/>
              </a:buClr>
              <a:buSzPts val="1600"/>
              <a:buFont typeface="Arial"/>
              <a:buChar char="●"/>
            </a:pPr>
            <a:r>
              <a:rPr b="0" i="0" lang="es" sz="1600" u="none" cap="none" strike="noStrike">
                <a:solidFill>
                  <a:srgbClr val="131416"/>
                </a:solidFill>
                <a:latin typeface="Arial"/>
                <a:ea typeface="Arial"/>
                <a:cs typeface="Arial"/>
                <a:sym typeface="Arial"/>
              </a:rPr>
              <a:t>Control de Versiones </a:t>
            </a:r>
            <a:r>
              <a:rPr b="0" i="0" lang="es" sz="1600" u="sng" cap="none" strike="noStrike">
                <a:solidFill>
                  <a:schemeClr val="hlink"/>
                </a:solidFill>
                <a:latin typeface="Arial"/>
                <a:ea typeface="Arial"/>
                <a:cs typeface="Arial"/>
                <a:sym typeface="Arial"/>
                <a:hlinkClick r:id="rId18"/>
              </a:rPr>
              <a:t>https://about.gitlab.com/es/topics/version-control/</a:t>
            </a:r>
            <a:endParaRPr b="0" i="0" sz="1600" u="none" cap="none" strike="noStrike">
              <a:solidFill>
                <a:srgbClr val="131416"/>
              </a:solidFill>
              <a:latin typeface="Arial"/>
              <a:ea typeface="Arial"/>
              <a:cs typeface="Arial"/>
              <a:sym typeface="Arial"/>
            </a:endParaRPr>
          </a:p>
          <a:p>
            <a:pPr indent="-330200" lvl="0" marL="457200" marR="0" rtl="0" algn="l">
              <a:lnSpc>
                <a:spcPct val="115000"/>
              </a:lnSpc>
              <a:spcBef>
                <a:spcPts val="0"/>
              </a:spcBef>
              <a:spcAft>
                <a:spcPts val="0"/>
              </a:spcAft>
              <a:buClr>
                <a:srgbClr val="131416"/>
              </a:buClr>
              <a:buSzPts val="1600"/>
              <a:buFont typeface="Arial"/>
              <a:buChar char="●"/>
            </a:pPr>
            <a:r>
              <a:rPr b="0" i="0" lang="es" sz="1600" u="none" cap="none" strike="noStrike">
                <a:solidFill>
                  <a:srgbClr val="131416"/>
                </a:solidFill>
                <a:latin typeface="Arial"/>
                <a:ea typeface="Arial"/>
                <a:cs typeface="Arial"/>
                <a:sym typeface="Arial"/>
              </a:rPr>
              <a:t>Comandos Basicos de Git </a:t>
            </a:r>
            <a:r>
              <a:rPr b="0" i="0" lang="es" sz="1600" u="sng" cap="none" strike="noStrike">
                <a:solidFill>
                  <a:schemeClr val="hlink"/>
                </a:solidFill>
                <a:latin typeface="Arial"/>
                <a:ea typeface="Arial"/>
                <a:cs typeface="Arial"/>
                <a:sym typeface="Arial"/>
                <a:hlinkClick r:id="rId19"/>
              </a:rPr>
              <a:t>https://www.atlassian.com/es/git/glossary#commands</a:t>
            </a:r>
            <a:r>
              <a:rPr b="0" i="0" lang="es" sz="1600" u="none" cap="none" strike="noStrike">
                <a:solidFill>
                  <a:srgbClr val="131416"/>
                </a:solidFill>
                <a:latin typeface="Arial"/>
                <a:ea typeface="Arial"/>
                <a:cs typeface="Arial"/>
                <a:sym typeface="Arial"/>
              </a:rPr>
              <a:t> </a:t>
            </a:r>
            <a:endParaRPr b="0" i="0" sz="1600" u="none" cap="none" strike="noStrike">
              <a:solidFill>
                <a:srgbClr val="131416"/>
              </a:solidFill>
              <a:latin typeface="Arial"/>
              <a:ea typeface="Arial"/>
              <a:cs typeface="Arial"/>
              <a:sym typeface="Arial"/>
            </a:endParaRPr>
          </a:p>
          <a:p>
            <a:pPr indent="0" lvl="0" marL="0" marR="0" rtl="0" algn="l">
              <a:lnSpc>
                <a:spcPct val="115000"/>
              </a:lnSpc>
              <a:spcBef>
                <a:spcPts val="1200"/>
              </a:spcBef>
              <a:spcAft>
                <a:spcPts val="1200"/>
              </a:spcAft>
              <a:buClr>
                <a:srgbClr val="000000"/>
              </a:buClr>
              <a:buSzPts val="1600"/>
              <a:buFont typeface="Arial"/>
              <a:buNone/>
            </a:pPr>
            <a:r>
              <a:t/>
            </a:r>
            <a:endParaRPr b="0" i="0" sz="1600" u="none" cap="none" strike="noStrike">
              <a:solidFill>
                <a:srgbClr val="131416"/>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0" name="Shape 720"/>
        <p:cNvGrpSpPr/>
        <p:nvPr/>
      </p:nvGrpSpPr>
      <p:grpSpPr>
        <a:xfrm>
          <a:off x="0" y="0"/>
          <a:ext cx="0" cy="0"/>
          <a:chOff x="0" y="0"/>
          <a:chExt cx="0" cy="0"/>
        </a:xfrm>
      </p:grpSpPr>
      <p:sp>
        <p:nvSpPr>
          <p:cNvPr id="721" name="Google Shape;721;p32"/>
          <p:cNvSpPr/>
          <p:nvPr/>
        </p:nvSpPr>
        <p:spPr>
          <a:xfrm rot="-5400000">
            <a:off x="2000250" y="-2000250"/>
            <a:ext cx="5143500" cy="9144000"/>
          </a:xfrm>
          <a:custGeom>
            <a:rect b="b" l="l" r="r" t="t"/>
            <a:pathLst>
              <a:path extrusionOk="0" h="18288000" w="10287000">
                <a:moveTo>
                  <a:pt x="10287000" y="0"/>
                </a:moveTo>
                <a:lnTo>
                  <a:pt x="10287000" y="18288000"/>
                </a:lnTo>
                <a:lnTo>
                  <a:pt x="0" y="18288000"/>
                </a:lnTo>
                <a:lnTo>
                  <a:pt x="0" y="0"/>
                </a:lnTo>
                <a:lnTo>
                  <a:pt x="10287000" y="0"/>
                </a:lnTo>
                <a:close/>
              </a:path>
            </a:pathLst>
          </a:custGeom>
          <a:blipFill rotWithShape="1">
            <a:blip r:embed="rId3">
              <a:alphaModFix/>
            </a:blip>
            <a:stretch>
              <a:fillRect b="-2742" l="-71843" r="-74128" t="-3623"/>
            </a:stretch>
          </a:blipFill>
          <a:ln>
            <a:noFill/>
          </a:ln>
        </p:spPr>
      </p:sp>
      <p:sp>
        <p:nvSpPr>
          <p:cNvPr id="722" name="Google Shape;722;p32"/>
          <p:cNvSpPr/>
          <p:nvPr/>
        </p:nvSpPr>
        <p:spPr>
          <a:xfrm>
            <a:off x="-1164699" y="4307447"/>
            <a:ext cx="2449974" cy="1672107"/>
          </a:xfrm>
          <a:custGeom>
            <a:rect b="b" l="l" r="r" t="t"/>
            <a:pathLst>
              <a:path extrusionOk="0" h="3344214" w="4899948">
                <a:moveTo>
                  <a:pt x="0" y="0"/>
                </a:moveTo>
                <a:lnTo>
                  <a:pt x="4899947" y="0"/>
                </a:lnTo>
                <a:lnTo>
                  <a:pt x="4899947" y="3344214"/>
                </a:lnTo>
                <a:lnTo>
                  <a:pt x="0" y="3344214"/>
                </a:lnTo>
                <a:lnTo>
                  <a:pt x="0" y="0"/>
                </a:lnTo>
                <a:close/>
              </a:path>
            </a:pathLst>
          </a:custGeom>
          <a:blipFill rotWithShape="1">
            <a:blip r:embed="rId4">
              <a:alphaModFix/>
            </a:blip>
            <a:stretch>
              <a:fillRect b="0" l="0" r="0" t="0"/>
            </a:stretch>
          </a:blipFill>
          <a:ln>
            <a:noFill/>
          </a:ln>
        </p:spPr>
      </p:sp>
      <p:sp>
        <p:nvSpPr>
          <p:cNvPr id="723" name="Google Shape;723;p32"/>
          <p:cNvSpPr/>
          <p:nvPr/>
        </p:nvSpPr>
        <p:spPr>
          <a:xfrm>
            <a:off x="3015355" y="4629150"/>
            <a:ext cx="1529915" cy="375525"/>
          </a:xfrm>
          <a:custGeom>
            <a:rect b="b" l="l" r="r" t="t"/>
            <a:pathLst>
              <a:path extrusionOk="0" h="751049" w="3059829">
                <a:moveTo>
                  <a:pt x="0" y="0"/>
                </a:moveTo>
                <a:lnTo>
                  <a:pt x="3059829" y="0"/>
                </a:lnTo>
                <a:lnTo>
                  <a:pt x="3059829" y="751049"/>
                </a:lnTo>
                <a:lnTo>
                  <a:pt x="0" y="751049"/>
                </a:lnTo>
                <a:lnTo>
                  <a:pt x="0" y="0"/>
                </a:lnTo>
                <a:close/>
              </a:path>
            </a:pathLst>
          </a:custGeom>
          <a:blipFill rotWithShape="1">
            <a:blip r:embed="rId5">
              <a:alphaModFix/>
            </a:blip>
            <a:stretch>
              <a:fillRect b="0" l="0" r="0" t="0"/>
            </a:stretch>
          </a:blipFill>
          <a:ln>
            <a:noFill/>
          </a:ln>
        </p:spPr>
      </p:sp>
      <p:sp>
        <p:nvSpPr>
          <p:cNvPr id="724" name="Google Shape;724;p32"/>
          <p:cNvSpPr/>
          <p:nvPr/>
        </p:nvSpPr>
        <p:spPr>
          <a:xfrm>
            <a:off x="7107602" y="4270068"/>
            <a:ext cx="2301157" cy="1809285"/>
          </a:xfrm>
          <a:custGeom>
            <a:rect b="b" l="l" r="r" t="t"/>
            <a:pathLst>
              <a:path extrusionOk="0" h="3618569" w="4602314">
                <a:moveTo>
                  <a:pt x="0" y="0"/>
                </a:moveTo>
                <a:lnTo>
                  <a:pt x="4602314" y="0"/>
                </a:lnTo>
                <a:lnTo>
                  <a:pt x="4602314" y="3618570"/>
                </a:lnTo>
                <a:lnTo>
                  <a:pt x="0" y="3618570"/>
                </a:lnTo>
                <a:lnTo>
                  <a:pt x="0" y="0"/>
                </a:lnTo>
                <a:close/>
              </a:path>
            </a:pathLst>
          </a:custGeom>
          <a:blipFill rotWithShape="1">
            <a:blip r:embed="rId6">
              <a:alphaModFix/>
            </a:blip>
            <a:stretch>
              <a:fillRect b="0" l="0" r="0" t="0"/>
            </a:stretch>
          </a:blipFill>
          <a:ln>
            <a:noFill/>
          </a:ln>
        </p:spPr>
      </p:sp>
      <p:sp>
        <p:nvSpPr>
          <p:cNvPr id="725" name="Google Shape;725;p32"/>
          <p:cNvSpPr/>
          <p:nvPr/>
        </p:nvSpPr>
        <p:spPr>
          <a:xfrm>
            <a:off x="-337078" y="-536315"/>
            <a:ext cx="2449974" cy="1534296"/>
          </a:xfrm>
          <a:custGeom>
            <a:rect b="b" l="l" r="r" t="t"/>
            <a:pathLst>
              <a:path extrusionOk="0" h="3068592" w="4899948">
                <a:moveTo>
                  <a:pt x="0" y="0"/>
                </a:moveTo>
                <a:lnTo>
                  <a:pt x="4899948" y="0"/>
                </a:lnTo>
                <a:lnTo>
                  <a:pt x="4899948" y="3068592"/>
                </a:lnTo>
                <a:lnTo>
                  <a:pt x="0" y="3068592"/>
                </a:lnTo>
                <a:lnTo>
                  <a:pt x="0" y="0"/>
                </a:lnTo>
                <a:close/>
              </a:path>
            </a:pathLst>
          </a:custGeom>
          <a:blipFill rotWithShape="1">
            <a:blip r:embed="rId7">
              <a:alphaModFix/>
            </a:blip>
            <a:stretch>
              <a:fillRect b="0" l="0" r="0" t="0"/>
            </a:stretch>
          </a:blipFill>
          <a:ln>
            <a:noFill/>
          </a:ln>
        </p:spPr>
      </p:sp>
      <p:sp>
        <p:nvSpPr>
          <p:cNvPr id="726" name="Google Shape;726;p32"/>
          <p:cNvSpPr/>
          <p:nvPr/>
        </p:nvSpPr>
        <p:spPr>
          <a:xfrm>
            <a:off x="6343107" y="-1289096"/>
            <a:ext cx="2146212" cy="1935493"/>
          </a:xfrm>
          <a:custGeom>
            <a:rect b="b" l="l" r="r" t="t"/>
            <a:pathLst>
              <a:path extrusionOk="0" h="3870986" w="4292424">
                <a:moveTo>
                  <a:pt x="0" y="0"/>
                </a:moveTo>
                <a:lnTo>
                  <a:pt x="4292424" y="0"/>
                </a:lnTo>
                <a:lnTo>
                  <a:pt x="4292424" y="3870986"/>
                </a:lnTo>
                <a:lnTo>
                  <a:pt x="0" y="3870986"/>
                </a:lnTo>
                <a:lnTo>
                  <a:pt x="0" y="0"/>
                </a:lnTo>
                <a:close/>
              </a:path>
            </a:pathLst>
          </a:custGeom>
          <a:blipFill rotWithShape="1">
            <a:blip r:embed="rId8">
              <a:alphaModFix/>
            </a:blip>
            <a:stretch>
              <a:fillRect b="0" l="0" r="0" t="0"/>
            </a:stretch>
          </a:blipFill>
          <a:ln>
            <a:noFill/>
          </a:ln>
        </p:spPr>
      </p:sp>
      <p:sp>
        <p:nvSpPr>
          <p:cNvPr id="727" name="Google Shape;727;p32"/>
          <p:cNvSpPr/>
          <p:nvPr/>
        </p:nvSpPr>
        <p:spPr>
          <a:xfrm>
            <a:off x="5069468" y="4629150"/>
            <a:ext cx="2038135" cy="1431790"/>
          </a:xfrm>
          <a:custGeom>
            <a:rect b="b" l="l" r="r" t="t"/>
            <a:pathLst>
              <a:path extrusionOk="0" h="2863579" w="4076270">
                <a:moveTo>
                  <a:pt x="0" y="0"/>
                </a:moveTo>
                <a:lnTo>
                  <a:pt x="4076270" y="0"/>
                </a:lnTo>
                <a:lnTo>
                  <a:pt x="4076270" y="2863579"/>
                </a:lnTo>
                <a:lnTo>
                  <a:pt x="0" y="2863579"/>
                </a:lnTo>
                <a:lnTo>
                  <a:pt x="0" y="0"/>
                </a:lnTo>
                <a:close/>
              </a:path>
            </a:pathLst>
          </a:custGeom>
          <a:blipFill rotWithShape="1">
            <a:blip r:embed="rId9">
              <a:alphaModFix/>
            </a:blip>
            <a:stretch>
              <a:fillRect b="0" l="0" r="0" t="0"/>
            </a:stretch>
          </a:blipFill>
          <a:ln>
            <a:noFill/>
          </a:ln>
        </p:spPr>
      </p:sp>
      <p:sp>
        <p:nvSpPr>
          <p:cNvPr id="728" name="Google Shape;728;p32"/>
          <p:cNvSpPr/>
          <p:nvPr/>
        </p:nvSpPr>
        <p:spPr>
          <a:xfrm>
            <a:off x="3704661" y="-1350050"/>
            <a:ext cx="2746529" cy="2057400"/>
          </a:xfrm>
          <a:custGeom>
            <a:rect b="b" l="l" r="r" t="t"/>
            <a:pathLst>
              <a:path extrusionOk="0" h="4114800" w="5493058">
                <a:moveTo>
                  <a:pt x="0" y="0"/>
                </a:moveTo>
                <a:lnTo>
                  <a:pt x="5493058" y="0"/>
                </a:lnTo>
                <a:lnTo>
                  <a:pt x="5493058" y="4114800"/>
                </a:lnTo>
                <a:lnTo>
                  <a:pt x="0" y="4114800"/>
                </a:lnTo>
                <a:lnTo>
                  <a:pt x="0" y="0"/>
                </a:lnTo>
                <a:close/>
              </a:path>
            </a:pathLst>
          </a:custGeom>
          <a:blipFill rotWithShape="1">
            <a:blip r:embed="rId10">
              <a:alphaModFix/>
            </a:blip>
            <a:stretch>
              <a:fillRect b="0" l="0" r="0" t="0"/>
            </a:stretch>
          </a:blipFill>
          <a:ln>
            <a:noFill/>
          </a:ln>
        </p:spPr>
      </p:sp>
      <p:sp>
        <p:nvSpPr>
          <p:cNvPr id="729" name="Google Shape;729;p32"/>
          <p:cNvSpPr/>
          <p:nvPr/>
        </p:nvSpPr>
        <p:spPr>
          <a:xfrm rot="4747568">
            <a:off x="-1486171" y="1832659"/>
            <a:ext cx="2448048" cy="1367847"/>
          </a:xfrm>
          <a:custGeom>
            <a:rect b="b" l="l" r="r" t="t"/>
            <a:pathLst>
              <a:path extrusionOk="0" h="2735694" w="4896097">
                <a:moveTo>
                  <a:pt x="0" y="0"/>
                </a:moveTo>
                <a:lnTo>
                  <a:pt x="4896097" y="0"/>
                </a:lnTo>
                <a:lnTo>
                  <a:pt x="4896097" y="2735694"/>
                </a:lnTo>
                <a:lnTo>
                  <a:pt x="0" y="2735694"/>
                </a:lnTo>
                <a:lnTo>
                  <a:pt x="0" y="0"/>
                </a:lnTo>
                <a:close/>
              </a:path>
            </a:pathLst>
          </a:custGeom>
          <a:blipFill rotWithShape="1">
            <a:blip r:embed="rId11">
              <a:alphaModFix/>
            </a:blip>
            <a:stretch>
              <a:fillRect b="0" l="0" r="0" t="0"/>
            </a:stretch>
          </a:blipFill>
          <a:ln>
            <a:noFill/>
          </a:ln>
        </p:spPr>
      </p:sp>
      <p:sp>
        <p:nvSpPr>
          <p:cNvPr id="730" name="Google Shape;730;p32"/>
          <p:cNvSpPr/>
          <p:nvPr/>
        </p:nvSpPr>
        <p:spPr>
          <a:xfrm>
            <a:off x="2415741" y="-813253"/>
            <a:ext cx="1446381" cy="1459651"/>
          </a:xfrm>
          <a:custGeom>
            <a:rect b="b" l="l" r="r" t="t"/>
            <a:pathLst>
              <a:path extrusionOk="0" h="2919301" w="2892762">
                <a:moveTo>
                  <a:pt x="0" y="0"/>
                </a:moveTo>
                <a:lnTo>
                  <a:pt x="2892761" y="0"/>
                </a:lnTo>
                <a:lnTo>
                  <a:pt x="2892761" y="2919300"/>
                </a:lnTo>
                <a:lnTo>
                  <a:pt x="0" y="2919300"/>
                </a:lnTo>
                <a:lnTo>
                  <a:pt x="0" y="0"/>
                </a:lnTo>
                <a:close/>
              </a:path>
            </a:pathLst>
          </a:custGeom>
          <a:blipFill rotWithShape="1">
            <a:blip r:embed="rId12">
              <a:alphaModFix/>
            </a:blip>
            <a:stretch>
              <a:fillRect b="0" l="0" r="0" t="0"/>
            </a:stretch>
          </a:blipFill>
          <a:ln>
            <a:noFill/>
          </a:ln>
        </p:spPr>
      </p:sp>
      <p:sp>
        <p:nvSpPr>
          <p:cNvPr id="731" name="Google Shape;731;p32"/>
          <p:cNvSpPr/>
          <p:nvPr/>
        </p:nvSpPr>
        <p:spPr>
          <a:xfrm>
            <a:off x="8629650" y="1131171"/>
            <a:ext cx="1787771" cy="1787771"/>
          </a:xfrm>
          <a:custGeom>
            <a:rect b="b" l="l" r="r" t="t"/>
            <a:pathLst>
              <a:path extrusionOk="0" h="3575541" w="3575541">
                <a:moveTo>
                  <a:pt x="0" y="0"/>
                </a:moveTo>
                <a:lnTo>
                  <a:pt x="3575541" y="0"/>
                </a:lnTo>
                <a:lnTo>
                  <a:pt x="3575541" y="3575541"/>
                </a:lnTo>
                <a:lnTo>
                  <a:pt x="0" y="3575541"/>
                </a:lnTo>
                <a:lnTo>
                  <a:pt x="0" y="0"/>
                </a:lnTo>
                <a:close/>
              </a:path>
            </a:pathLst>
          </a:custGeom>
          <a:blipFill rotWithShape="1">
            <a:blip r:embed="rId13">
              <a:alphaModFix/>
            </a:blip>
            <a:stretch>
              <a:fillRect b="0" l="0" r="0" t="0"/>
            </a:stretch>
          </a:blipFill>
          <a:ln>
            <a:noFill/>
          </a:ln>
        </p:spPr>
      </p:sp>
      <p:sp>
        <p:nvSpPr>
          <p:cNvPr id="732" name="Google Shape;732;p32"/>
          <p:cNvSpPr/>
          <p:nvPr/>
        </p:nvSpPr>
        <p:spPr>
          <a:xfrm>
            <a:off x="1285275" y="4546869"/>
            <a:ext cx="1293510" cy="1193263"/>
          </a:xfrm>
          <a:custGeom>
            <a:rect b="b" l="l" r="r" t="t"/>
            <a:pathLst>
              <a:path extrusionOk="0" h="2386526" w="2587020">
                <a:moveTo>
                  <a:pt x="0" y="0"/>
                </a:moveTo>
                <a:lnTo>
                  <a:pt x="2587020" y="0"/>
                </a:lnTo>
                <a:lnTo>
                  <a:pt x="2587020" y="2386526"/>
                </a:lnTo>
                <a:lnTo>
                  <a:pt x="0" y="2386526"/>
                </a:lnTo>
                <a:lnTo>
                  <a:pt x="0" y="0"/>
                </a:lnTo>
                <a:close/>
              </a:path>
            </a:pathLst>
          </a:custGeom>
          <a:blipFill rotWithShape="1">
            <a:blip r:embed="rId14">
              <a:alphaModFix/>
            </a:blip>
            <a:stretch>
              <a:fillRect b="0" l="0" r="0" t="0"/>
            </a:stretch>
          </a:blipFill>
          <a:ln>
            <a:noFill/>
          </a:ln>
        </p:spPr>
      </p:sp>
      <p:sp>
        <p:nvSpPr>
          <p:cNvPr id="733" name="Google Shape;733;p32"/>
          <p:cNvSpPr/>
          <p:nvPr/>
        </p:nvSpPr>
        <p:spPr>
          <a:xfrm rot="-5282649">
            <a:off x="8220185" y="3485435"/>
            <a:ext cx="1691494" cy="577222"/>
          </a:xfrm>
          <a:custGeom>
            <a:rect b="b" l="l" r="r" t="t"/>
            <a:pathLst>
              <a:path extrusionOk="0" h="1154444" w="3382987">
                <a:moveTo>
                  <a:pt x="0" y="0"/>
                </a:moveTo>
                <a:lnTo>
                  <a:pt x="3382987" y="0"/>
                </a:lnTo>
                <a:lnTo>
                  <a:pt x="3382987" y="1154445"/>
                </a:lnTo>
                <a:lnTo>
                  <a:pt x="0" y="1154445"/>
                </a:lnTo>
                <a:lnTo>
                  <a:pt x="0" y="0"/>
                </a:lnTo>
                <a:close/>
              </a:path>
            </a:pathLst>
          </a:custGeom>
          <a:blipFill rotWithShape="1">
            <a:blip r:embed="rId15">
              <a:alphaModFix/>
            </a:blip>
            <a:stretch>
              <a:fillRect b="0" l="0" r="0" t="0"/>
            </a:stretch>
          </a:blipFill>
          <a:ln>
            <a:noFill/>
          </a:ln>
        </p:spPr>
      </p:sp>
      <p:sp>
        <p:nvSpPr>
          <p:cNvPr id="734" name="Google Shape;734;p32"/>
          <p:cNvSpPr/>
          <p:nvPr/>
        </p:nvSpPr>
        <p:spPr>
          <a:xfrm>
            <a:off x="8489319" y="-321322"/>
            <a:ext cx="1552261" cy="1671344"/>
          </a:xfrm>
          <a:custGeom>
            <a:rect b="b" l="l" r="r" t="t"/>
            <a:pathLst>
              <a:path extrusionOk="0" h="3342688" w="3104522">
                <a:moveTo>
                  <a:pt x="0" y="0"/>
                </a:moveTo>
                <a:lnTo>
                  <a:pt x="3104522" y="0"/>
                </a:lnTo>
                <a:lnTo>
                  <a:pt x="3104522" y="3342688"/>
                </a:lnTo>
                <a:lnTo>
                  <a:pt x="0" y="3342688"/>
                </a:lnTo>
                <a:lnTo>
                  <a:pt x="0" y="0"/>
                </a:lnTo>
                <a:close/>
              </a:path>
            </a:pathLst>
          </a:custGeom>
          <a:blipFill rotWithShape="1">
            <a:blip r:embed="rId16">
              <a:alphaModFix/>
            </a:blip>
            <a:stretch>
              <a:fillRect b="0" l="0" r="0" t="0"/>
            </a:stretch>
          </a:blipFill>
          <a:ln>
            <a:noFill/>
          </a:ln>
        </p:spPr>
      </p:sp>
      <p:sp>
        <p:nvSpPr>
          <p:cNvPr id="735" name="Google Shape;735;p32"/>
          <p:cNvSpPr txBox="1"/>
          <p:nvPr/>
        </p:nvSpPr>
        <p:spPr>
          <a:xfrm>
            <a:off x="2218898" y="1694552"/>
            <a:ext cx="4329600" cy="942000"/>
          </a:xfrm>
          <a:prstGeom prst="rect">
            <a:avLst/>
          </a:prstGeom>
          <a:noFill/>
          <a:ln>
            <a:noFill/>
          </a:ln>
        </p:spPr>
        <p:txBody>
          <a:bodyPr anchorCtr="0" anchor="t" bIns="0" lIns="0" spcFirstLastPara="1" rIns="0" wrap="square" tIns="0">
            <a:spAutoFit/>
          </a:bodyPr>
          <a:lstStyle/>
          <a:p>
            <a:pPr indent="0" lvl="0" marL="0" marR="0" rtl="0" algn="just">
              <a:lnSpc>
                <a:spcPct val="104000"/>
              </a:lnSpc>
              <a:spcBef>
                <a:spcPts val="0"/>
              </a:spcBef>
              <a:spcAft>
                <a:spcPts val="0"/>
              </a:spcAft>
              <a:buClr>
                <a:srgbClr val="000000"/>
              </a:buClr>
              <a:buSzPts val="3000"/>
              <a:buFont typeface="Arial"/>
              <a:buNone/>
            </a:pPr>
            <a:r>
              <a:rPr b="0" i="0" lang="es" sz="3000" u="none" cap="none" strike="noStrike">
                <a:solidFill>
                  <a:srgbClr val="131416"/>
                </a:solidFill>
                <a:latin typeface="Impact"/>
                <a:ea typeface="Impact"/>
                <a:cs typeface="Impact"/>
                <a:sym typeface="Impact"/>
              </a:rPr>
              <a:t>¡GRACIAS POR SU  ATENCIÓN!</a:t>
            </a:r>
            <a:endParaRPr b="0" i="0" sz="700" u="none" cap="none" strike="noStrike">
              <a:solidFill>
                <a:srgbClr val="000000"/>
              </a:solidFill>
              <a:latin typeface="Impact"/>
              <a:ea typeface="Impact"/>
              <a:cs typeface="Impact"/>
              <a:sym typeface="Impact"/>
            </a:endParaRPr>
          </a:p>
          <a:p>
            <a:pPr indent="0" lvl="0" marL="0" marR="0" rtl="0" algn="just">
              <a:lnSpc>
                <a:spcPct val="104000"/>
              </a:lnSpc>
              <a:spcBef>
                <a:spcPts val="0"/>
              </a:spcBef>
              <a:spcAft>
                <a:spcPts val="0"/>
              </a:spcAft>
              <a:buClr>
                <a:srgbClr val="000000"/>
              </a:buClr>
              <a:buSzPts val="3000"/>
              <a:buFont typeface="Arial"/>
              <a:buNone/>
            </a:pPr>
            <a:r>
              <a:t/>
            </a:r>
            <a:endParaRPr b="0" i="0" sz="3000" u="none" cap="none" strike="noStrike">
              <a:solidFill>
                <a:srgbClr val="131416"/>
              </a:solidFill>
              <a:latin typeface="Impact"/>
              <a:ea typeface="Impact"/>
              <a:cs typeface="Impact"/>
              <a:sym typeface="Impact"/>
            </a:endParaRPr>
          </a:p>
        </p:txBody>
      </p:sp>
      <p:sp>
        <p:nvSpPr>
          <p:cNvPr id="736" name="Google Shape;736;p32"/>
          <p:cNvSpPr txBox="1"/>
          <p:nvPr/>
        </p:nvSpPr>
        <p:spPr>
          <a:xfrm>
            <a:off x="2707357" y="2979052"/>
            <a:ext cx="3352500" cy="384900"/>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Clr>
                <a:srgbClr val="000000"/>
              </a:buClr>
              <a:buSzPts val="2500"/>
              <a:buFont typeface="Arial"/>
              <a:buNone/>
            </a:pPr>
            <a:r>
              <a:rPr b="0" i="0" lang="es" sz="2500" u="none" cap="none" strike="noStrike">
                <a:solidFill>
                  <a:srgbClr val="131416"/>
                </a:solidFill>
                <a:latin typeface="Arial"/>
                <a:ea typeface="Arial"/>
                <a:cs typeface="Arial"/>
                <a:sym typeface="Arial"/>
              </a:rPr>
              <a:t>DUDAS</a:t>
            </a:r>
            <a:endParaRPr b="0" i="0" sz="700" u="none" cap="none" strike="noStrike">
              <a:solidFill>
                <a:srgbClr val="000000"/>
              </a:solidFill>
              <a:latin typeface="Arial"/>
              <a:ea typeface="Arial"/>
              <a:cs typeface="Arial"/>
              <a:sym typeface="Arial"/>
            </a:endParaRPr>
          </a:p>
        </p:txBody>
      </p:sp>
      <p:sp>
        <p:nvSpPr>
          <p:cNvPr id="737" name="Google Shape;737;p32"/>
          <p:cNvSpPr/>
          <p:nvPr/>
        </p:nvSpPr>
        <p:spPr>
          <a:xfrm>
            <a:off x="6981876" y="514350"/>
            <a:ext cx="1378634" cy="1885485"/>
          </a:xfrm>
          <a:custGeom>
            <a:rect b="b" l="l" r="r" t="t"/>
            <a:pathLst>
              <a:path extrusionOk="0" h="3770970" w="2757268">
                <a:moveTo>
                  <a:pt x="0" y="0"/>
                </a:moveTo>
                <a:lnTo>
                  <a:pt x="2757268" y="0"/>
                </a:lnTo>
                <a:lnTo>
                  <a:pt x="2757268" y="3770970"/>
                </a:lnTo>
                <a:lnTo>
                  <a:pt x="0" y="3770970"/>
                </a:lnTo>
                <a:lnTo>
                  <a:pt x="0" y="0"/>
                </a:lnTo>
                <a:close/>
              </a:path>
            </a:pathLst>
          </a:custGeom>
          <a:blipFill rotWithShape="1">
            <a:blip r:embed="rId17">
              <a:alphaModFix/>
            </a:blip>
            <a:stretch>
              <a:fillRect b="0" l="0" r="0" t="0"/>
            </a:stretch>
          </a:blipFill>
          <a:ln>
            <a:noFill/>
          </a:ln>
        </p:spPr>
      </p:sp>
      <p:sp>
        <p:nvSpPr>
          <p:cNvPr id="738" name="Google Shape;738;p32"/>
          <p:cNvSpPr txBox="1"/>
          <p:nvPr/>
        </p:nvSpPr>
        <p:spPr>
          <a:xfrm>
            <a:off x="1205549" y="3949868"/>
            <a:ext cx="6732900" cy="381600"/>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Clr>
                <a:srgbClr val="000000"/>
              </a:buClr>
              <a:buSzPts val="1000"/>
              <a:buFont typeface="Arial"/>
              <a:buNone/>
            </a:pPr>
            <a:r>
              <a:rPr b="0" i="0" lang="es" sz="1000" u="none" cap="none" strike="noStrike">
                <a:solidFill>
                  <a:srgbClr val="131416"/>
                </a:solidFill>
                <a:latin typeface="Arial"/>
                <a:ea typeface="Arial"/>
                <a:cs typeface="Arial"/>
                <a:sym typeface="Arial"/>
              </a:rPr>
              <a:t>RECUERDA QUE TENEMOS NUESTRO FORO SEMANAL DONDE PUEDES CONSULTAR CUALQUIER DUDA QUE TE SURJA EN LA SEMANA</a:t>
            </a:r>
            <a:endParaRPr b="0" i="0" sz="7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