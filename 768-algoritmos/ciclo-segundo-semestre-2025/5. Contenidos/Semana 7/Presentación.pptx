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Canva Sans" charset="1" panose="020B0503030501040103"/>
      <p:regular r:id="rId38"/>
    </p:embeddedFont>
    <p:embeddedFont>
      <p:font typeface="Open Sans Bold" charset="1" panose="00000000000000000000"/>
      <p:regular r:id="rId39"/>
    </p:embeddedFont>
    <p:embeddedFont>
      <p:font typeface="Open Sans" charset="1" panose="0000000000000000000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691222" y="2075748"/>
            <a:ext cx="23717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Dia y Fecha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444018" y="2827978"/>
            <a:ext cx="286613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Hora de inicio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5090" y="5057775"/>
            <a:ext cx="15897820" cy="8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393E4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Introducción a los Algoritmos y Flujos de Datos Sec 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75512" y="5939495"/>
            <a:ext cx="413697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75853" y="488854"/>
            <a:ext cx="3106051" cy="1576032"/>
          </a:xfrm>
          <a:custGeom>
            <a:avLst/>
            <a:gdLst/>
            <a:ahLst/>
            <a:cxnLst/>
            <a:rect r="r" b="b" t="t" l="l"/>
            <a:pathLst>
              <a:path h="1576032" w="3106051">
                <a:moveTo>
                  <a:pt x="0" y="0"/>
                </a:moveTo>
                <a:lnTo>
                  <a:pt x="3106051" y="0"/>
                </a:lnTo>
                <a:lnTo>
                  <a:pt x="3106051" y="1576031"/>
                </a:lnTo>
                <a:lnTo>
                  <a:pt x="0" y="15760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5677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05015" y="3846148"/>
            <a:ext cx="8277969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Nombre de la Unidad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960333"/>
            <a:ext cx="976446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Introducción a los Algoritmos y Flujos de Datos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929441"/>
            <a:ext cx="5401121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Escuela de Ingeniería de Ciencias y Sistemas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421565"/>
            <a:ext cx="2755850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Facultad de Ingeniería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909051"/>
            <a:ext cx="4956721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Universidad de San Carlos de Guatemala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740055" y="2938358"/>
            <a:ext cx="1143682" cy="1158425"/>
          </a:xfrm>
          <a:custGeom>
            <a:avLst/>
            <a:gdLst/>
            <a:ahLst/>
            <a:cxnLst/>
            <a:rect r="r" b="b" t="t" l="l"/>
            <a:pathLst>
              <a:path h="1158425" w="1143682">
                <a:moveTo>
                  <a:pt x="0" y="0"/>
                </a:moveTo>
                <a:lnTo>
                  <a:pt x="1143682" y="0"/>
                </a:lnTo>
                <a:lnTo>
                  <a:pt x="1143682" y="1158425"/>
                </a:lnTo>
                <a:lnTo>
                  <a:pt x="0" y="1158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143500"/>
            <a:ext cx="785011" cy="854434"/>
          </a:xfrm>
          <a:custGeom>
            <a:avLst/>
            <a:gdLst/>
            <a:ahLst/>
            <a:cxnLst/>
            <a:rect r="r" b="b" t="t" l="l"/>
            <a:pathLst>
              <a:path h="854434" w="785011">
                <a:moveTo>
                  <a:pt x="0" y="0"/>
                </a:moveTo>
                <a:lnTo>
                  <a:pt x="785011" y="0"/>
                </a:lnTo>
                <a:lnTo>
                  <a:pt x="785011" y="854434"/>
                </a:lnTo>
                <a:lnTo>
                  <a:pt x="0" y="854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03935"/>
            <a:ext cx="2566392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Agenda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17241" y="1003935"/>
            <a:ext cx="3142059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Recursos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6285618"/>
            <a:ext cx="785011" cy="854434"/>
          </a:xfrm>
          <a:custGeom>
            <a:avLst/>
            <a:gdLst/>
            <a:ahLst/>
            <a:cxnLst/>
            <a:rect r="r" b="b" t="t" l="l"/>
            <a:pathLst>
              <a:path h="854434" w="785011">
                <a:moveTo>
                  <a:pt x="0" y="0"/>
                </a:moveTo>
                <a:lnTo>
                  <a:pt x="785011" y="0"/>
                </a:lnTo>
                <a:lnTo>
                  <a:pt x="785011" y="854435"/>
                </a:lnTo>
                <a:lnTo>
                  <a:pt x="0" y="8544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7425803"/>
            <a:ext cx="785011" cy="854434"/>
          </a:xfrm>
          <a:custGeom>
            <a:avLst/>
            <a:gdLst/>
            <a:ahLst/>
            <a:cxnLst/>
            <a:rect r="r" b="b" t="t" l="l"/>
            <a:pathLst>
              <a:path h="854434" w="785011">
                <a:moveTo>
                  <a:pt x="0" y="0"/>
                </a:moveTo>
                <a:lnTo>
                  <a:pt x="785011" y="0"/>
                </a:lnTo>
                <a:lnTo>
                  <a:pt x="785011" y="854434"/>
                </a:lnTo>
                <a:lnTo>
                  <a:pt x="0" y="854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8565987"/>
            <a:ext cx="785011" cy="854434"/>
          </a:xfrm>
          <a:custGeom>
            <a:avLst/>
            <a:gdLst/>
            <a:ahLst/>
            <a:cxnLst/>
            <a:rect r="r" b="b" t="t" l="l"/>
            <a:pathLst>
              <a:path h="854434" w="785011">
                <a:moveTo>
                  <a:pt x="0" y="0"/>
                </a:moveTo>
                <a:lnTo>
                  <a:pt x="785011" y="0"/>
                </a:lnTo>
                <a:lnTo>
                  <a:pt x="785011" y="854434"/>
                </a:lnTo>
                <a:lnTo>
                  <a:pt x="0" y="854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11896" y="5247185"/>
            <a:ext cx="212764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Texto aqui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11896" y="6389303"/>
            <a:ext cx="212764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Texto aqui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11896" y="7529487"/>
            <a:ext cx="212764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Texto aqui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11896" y="8669671"/>
            <a:ext cx="212764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Texto aqui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624447" y="4264813"/>
            <a:ext cx="219313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Vídeo aquí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24447" y="6132445"/>
            <a:ext cx="239032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Link Quizziz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6533572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Competencias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875387"/>
            <a:ext cx="3788569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Tu texto aqui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51378" y="962025"/>
            <a:ext cx="218524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Contenido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82916" y="962025"/>
            <a:ext cx="592216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Conceptos clave aprendidos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38864" y="962025"/>
            <a:ext cx="361027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Nombre del valor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24949" y="962025"/>
            <a:ext cx="243810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Referencias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79643" y="962025"/>
            <a:ext cx="352871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Ejemplo práctico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94951" y="1664842"/>
            <a:ext cx="2098097" cy="2831413"/>
          </a:xfrm>
          <a:custGeom>
            <a:avLst/>
            <a:gdLst/>
            <a:ahLst/>
            <a:cxnLst/>
            <a:rect r="r" b="b" t="t" l="l"/>
            <a:pathLst>
              <a:path h="2831413" w="2098097">
                <a:moveTo>
                  <a:pt x="0" y="0"/>
                </a:moveTo>
                <a:lnTo>
                  <a:pt x="2098098" y="0"/>
                </a:lnTo>
                <a:lnTo>
                  <a:pt x="2098098" y="2831412"/>
                </a:lnTo>
                <a:lnTo>
                  <a:pt x="0" y="28314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89524" y="5010150"/>
            <a:ext cx="1090895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¡Gracias por su atención!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9667" y="7004386"/>
            <a:ext cx="15948666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RECUERDA QUE TENEMOS NUESTRO FORO SEMANAL DONDE PUEDES CONSULTAR</a:t>
            </a:r>
            <a:r>
              <a:rPr lang="en-US" sz="3600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DAG3nvsyvSQ</dc:identifier>
  <dcterms:modified xsi:type="dcterms:W3CDTF">2011-08-01T06:04:30Z</dcterms:modified>
  <cp:revision>1</cp:revision>
  <dc:title>Presentación base</dc:title>
</cp:coreProperties>
</file>