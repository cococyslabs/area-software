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Lobster"/>
      <p:regular r:id="rId11"/>
    </p:embeddedFont>
    <p:embeddedFont>
      <p:font typeface="Pacifico"/>
      <p:regular r:id="rId12"/>
    </p:embeddedFont>
    <p:embeddedFont>
      <p:font typeface="Open Sa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nTgWjlciFmQW7TqxNZ+gAFkfv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Lobster-regular.fntdata"/><Relationship Id="rId10" Type="http://schemas.openxmlformats.org/officeDocument/2006/relationships/slide" Target="slides/slide5.xml"/><Relationship Id="rId13" Type="http://schemas.openxmlformats.org/officeDocument/2006/relationships/font" Target="fonts/OpenSans-bold.fntdata"/><Relationship Id="rId12" Type="http://schemas.openxmlformats.org/officeDocument/2006/relationships/font" Target="fonts/Pacific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640205" y="2720224"/>
            <a:ext cx="12375000" cy="6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8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los Algoritmos y Flujos de Datos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t/>
            </a:r>
            <a:endParaRPr b="1" sz="92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/>
          <p:cNvGrpSpPr/>
          <p:nvPr/>
        </p:nvGrpSpPr>
        <p:grpSpPr>
          <a:xfrm>
            <a:off x="176629" y="4520478"/>
            <a:ext cx="7436344" cy="845387"/>
            <a:chOff x="0" y="-76200"/>
            <a:chExt cx="1964221" cy="35992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Presentación</a:t>
              </a:r>
              <a:r>
                <a:rPr lang="en-US" sz="2799"/>
                <a:t> de docente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3" name="Google Shape;103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lang="en-US" sz="4499"/>
                <a:t>Cuestionario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76627" y="5444303"/>
            <a:ext cx="6492536" cy="845387"/>
            <a:chOff x="0" y="-76200"/>
            <a:chExt cx="1964221" cy="359923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Datos del docente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76625" y="6425875"/>
            <a:ext cx="7011680" cy="845568"/>
            <a:chOff x="0" y="-76199"/>
            <a:chExt cx="1964221" cy="3600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196662" y="-76199"/>
              <a:ext cx="17673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76628" y="7349450"/>
            <a:ext cx="6602729" cy="845568"/>
            <a:chOff x="0" y="-76201"/>
            <a:chExt cx="1964221" cy="360000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7" name="Google Shape;117;p2"/>
            <p:cNvSpPr txBox="1"/>
            <p:nvPr/>
          </p:nvSpPr>
          <p:spPr>
            <a:xfrm>
              <a:off x="279681" y="-76201"/>
              <a:ext cx="16845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t/>
              </a:r>
              <a:endParaRPr/>
            </a:p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Presentación del Programa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76627" y="8412925"/>
            <a:ext cx="6130923" cy="845568"/>
            <a:chOff x="0" y="-76199"/>
            <a:chExt cx="1964221" cy="360000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74440" y="-76199"/>
              <a:ext cx="1775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Formulario al DTT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/>
        </p:nvSpPr>
        <p:spPr>
          <a:xfrm>
            <a:off x="1799589" y="2514691"/>
            <a:ext cx="12625500" cy="23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lang="en-US" sz="3925">
                <a:solidFill>
                  <a:srgbClr val="131416"/>
                </a:solidFill>
              </a:rPr>
              <a:t>Moises Conde</a:t>
            </a:r>
            <a:br>
              <a:rPr lang="en-US" sz="3925">
                <a:solidFill>
                  <a:srgbClr val="131416"/>
                </a:solidFill>
              </a:rPr>
            </a:br>
            <a:r>
              <a:rPr lang="en-US" sz="3925">
                <a:solidFill>
                  <a:srgbClr val="131416"/>
                </a:solidFill>
              </a:rPr>
              <a:t>3031308810108@ingenieria.usac.edu.gt</a:t>
            </a:r>
            <a:br>
              <a:rPr lang="en-US" sz="3925">
                <a:solidFill>
                  <a:srgbClr val="131416"/>
                </a:solidFill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1799589" y="84311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Datos del docente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Formulario DTT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36" name="Google Shape;13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688" y="2312223"/>
            <a:ext cx="6988725" cy="70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