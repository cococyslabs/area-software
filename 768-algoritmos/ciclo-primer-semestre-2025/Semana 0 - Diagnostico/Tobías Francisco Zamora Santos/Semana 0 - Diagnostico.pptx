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Public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TvllaJGyM6oyq+P3cl2uqIW7A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ublicSans-bold.fntdata"/><Relationship Id="rId14" Type="http://schemas.openxmlformats.org/officeDocument/2006/relationships/font" Target="fonts/PublicSans-regular.fntdata"/><Relationship Id="rId17" Type="http://schemas.openxmlformats.org/officeDocument/2006/relationships/font" Target="fonts/PublicSans-boldItalic.fntdata"/><Relationship Id="rId16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8.png"/><Relationship Id="rId8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8.png"/><Relationship Id="rId7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34.png"/><Relationship Id="rId8" Type="http://schemas.openxmlformats.org/officeDocument/2006/relationships/hyperlink" Target="https://quizizz.com/join/" TargetMode="Externa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7.png"/><Relationship Id="rId13" Type="http://schemas.openxmlformats.org/officeDocument/2006/relationships/image" Target="../media/image1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image" Target="../media/image26.png"/><Relationship Id="rId1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07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3944224"/>
            <a:ext cx="17749719" cy="244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Introducción a los Algoritmos y Flujo de datos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28700" y="8494768"/>
            <a:ext cx="6653293" cy="431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D5E6EB"/>
                </a:solidFill>
                <a:latin typeface="Public Sans"/>
                <a:ea typeface="Public Sans"/>
                <a:cs typeface="Public Sans"/>
                <a:sym typeface="Public Sans"/>
              </a:rPr>
              <a:t>Escuela de Ingenieria de Ciencias Y Sistemas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50686" y="9035284"/>
            <a:ext cx="3304661" cy="431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D5E6EB"/>
                </a:solidFill>
                <a:latin typeface="Public Sans"/>
                <a:ea typeface="Public Sans"/>
                <a:cs typeface="Public Sans"/>
                <a:sym typeface="Public Sans"/>
              </a:rPr>
              <a:t>Facultad de Ingenieria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50686" y="9571805"/>
            <a:ext cx="6013738" cy="431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D5E6EB"/>
                </a:solidFill>
                <a:latin typeface="Public Sans"/>
                <a:ea typeface="Public Sans"/>
                <a:cs typeface="Public Sans"/>
                <a:sym typeface="Public Sans"/>
              </a:rPr>
              <a:t>Universidad de San Carlos de Guatemala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 rot="5400000">
            <a:off x="-229458" y="-1204618"/>
            <a:ext cx="3173540" cy="4114800"/>
          </a:xfrm>
          <a:custGeom>
            <a:rect b="b" l="l" r="r" t="t"/>
            <a:pathLst>
              <a:path extrusionOk="0"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5533466" y="6682164"/>
            <a:ext cx="897957" cy="1287393"/>
          </a:xfrm>
          <a:custGeom>
            <a:rect b="b" l="l" r="r" t="t"/>
            <a:pathLst>
              <a:path extrusionOk="0" h="1287393" w="897957">
                <a:moveTo>
                  <a:pt x="0" y="0"/>
                </a:moveTo>
                <a:lnTo>
                  <a:pt x="897956" y="0"/>
                </a:lnTo>
                <a:lnTo>
                  <a:pt x="897956" y="1287394"/>
                </a:lnTo>
                <a:lnTo>
                  <a:pt x="0" y="1287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2700000">
            <a:off x="1357312" y="6237319"/>
            <a:ext cx="897957" cy="1287393"/>
          </a:xfrm>
          <a:custGeom>
            <a:rect b="b" l="l" r="r" t="t"/>
            <a:pathLst>
              <a:path extrusionOk="0" h="1287393" w="897957">
                <a:moveTo>
                  <a:pt x="0" y="0"/>
                </a:moveTo>
                <a:lnTo>
                  <a:pt x="897956" y="0"/>
                </a:lnTo>
                <a:lnTo>
                  <a:pt x="897956" y="1287393"/>
                </a:lnTo>
                <a:lnTo>
                  <a:pt x="0" y="12873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597518" y="9092434"/>
            <a:ext cx="2685557" cy="2111519"/>
          </a:xfrm>
          <a:custGeom>
            <a:rect b="b" l="l" r="r" t="t"/>
            <a:pathLst>
              <a:path extrusionOk="0" h="2111519" w="2685557">
                <a:moveTo>
                  <a:pt x="0" y="0"/>
                </a:moveTo>
                <a:lnTo>
                  <a:pt x="2685557" y="0"/>
                </a:lnTo>
                <a:lnTo>
                  <a:pt x="2685557" y="2111520"/>
                </a:lnTo>
                <a:lnTo>
                  <a:pt x="0" y="2111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 rot="10800000">
            <a:off x="5915308" y="-648171"/>
            <a:ext cx="5210615" cy="1676871"/>
          </a:xfrm>
          <a:custGeom>
            <a:rect b="b" l="l" r="r" t="t"/>
            <a:pathLst>
              <a:path extrusionOk="0" h="1676871" w="5210615">
                <a:moveTo>
                  <a:pt x="0" y="0"/>
                </a:moveTo>
                <a:lnTo>
                  <a:pt x="5210615" y="0"/>
                </a:lnTo>
                <a:lnTo>
                  <a:pt x="5210615" y="1676871"/>
                </a:lnTo>
                <a:lnTo>
                  <a:pt x="0" y="1676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 rot="-5501810">
            <a:off x="16830771" y="4461617"/>
            <a:ext cx="2479461" cy="1549663"/>
          </a:xfrm>
          <a:custGeom>
            <a:rect b="b" l="l" r="r" t="t"/>
            <a:pathLst>
              <a:path extrusionOk="0" h="1549663" w="2479461">
                <a:moveTo>
                  <a:pt x="0" y="0"/>
                </a:moveTo>
                <a:lnTo>
                  <a:pt x="2479461" y="0"/>
                </a:lnTo>
                <a:lnTo>
                  <a:pt x="2479461" y="1549664"/>
                </a:lnTo>
                <a:lnTo>
                  <a:pt x="0" y="1549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6E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>
            <a:off x="1405646" y="3647407"/>
            <a:ext cx="6657856" cy="909577"/>
            <a:chOff x="0" y="-95250"/>
            <a:chExt cx="2834585" cy="387252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2834585" cy="292002"/>
            </a:xfrm>
            <a:custGeom>
              <a:rect b="b" l="l" r="r" t="t"/>
              <a:pathLst>
                <a:path extrusionOk="0" h="292002" w="2834585">
                  <a:moveTo>
                    <a:pt x="2631385" y="0"/>
                  </a:moveTo>
                  <a:lnTo>
                    <a:pt x="0" y="0"/>
                  </a:lnTo>
                  <a:lnTo>
                    <a:pt x="0" y="292002"/>
                  </a:lnTo>
                  <a:lnTo>
                    <a:pt x="2631385" y="292002"/>
                  </a:lnTo>
                  <a:lnTo>
                    <a:pt x="2834585" y="146001"/>
                  </a:lnTo>
                  <a:lnTo>
                    <a:pt x="2631385" y="0"/>
                  </a:lnTo>
                  <a:close/>
                </a:path>
              </a:pathLst>
            </a:custGeom>
            <a:solidFill>
              <a:srgbClr val="D0E6ED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95250"/>
              <a:ext cx="2720285" cy="387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12507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Presentación Auxiliar de curso</a:t>
              </a:r>
              <a:endParaRPr/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3" name="Google Shape;103;p2"/>
          <p:cNvGrpSpPr/>
          <p:nvPr/>
        </p:nvGrpSpPr>
        <p:grpSpPr>
          <a:xfrm>
            <a:off x="6073882" y="118946"/>
            <a:ext cx="6140237" cy="2790160"/>
            <a:chOff x="0" y="-76200"/>
            <a:chExt cx="8186982" cy="3720213"/>
          </a:xfrm>
        </p:grpSpPr>
        <p:sp>
          <p:nvSpPr>
            <p:cNvPr id="104" name="Google Shape;104;p2"/>
            <p:cNvSpPr txBox="1"/>
            <p:nvPr/>
          </p:nvSpPr>
          <p:spPr>
            <a:xfrm>
              <a:off x="0" y="965269"/>
              <a:ext cx="8186982" cy="26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499" u="none" cap="none" strike="noStrike">
                  <a:solidFill>
                    <a:srgbClr val="12507A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76200"/>
              <a:ext cx="8186982" cy="886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740838" y="6505648"/>
            <a:ext cx="8095965" cy="909577"/>
            <a:chOff x="0" y="-95250"/>
            <a:chExt cx="3446861" cy="387252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3446861" cy="292002"/>
            </a:xfrm>
            <a:custGeom>
              <a:rect b="b" l="l" r="r" t="t"/>
              <a:pathLst>
                <a:path extrusionOk="0" h="292002" w="3446861">
                  <a:moveTo>
                    <a:pt x="3243661" y="0"/>
                  </a:moveTo>
                  <a:lnTo>
                    <a:pt x="0" y="0"/>
                  </a:lnTo>
                  <a:lnTo>
                    <a:pt x="0" y="292002"/>
                  </a:lnTo>
                  <a:lnTo>
                    <a:pt x="3243661" y="292002"/>
                  </a:lnTo>
                  <a:lnTo>
                    <a:pt x="3446861" y="146001"/>
                  </a:lnTo>
                  <a:lnTo>
                    <a:pt x="3243661" y="0"/>
                  </a:lnTo>
                  <a:close/>
                </a:path>
              </a:pathLst>
            </a:custGeom>
            <a:solidFill>
              <a:srgbClr val="D0E6ED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95250"/>
              <a:ext cx="3332561" cy="387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12507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Presentación del programa del laboratorio</a:t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740838" y="7472052"/>
            <a:ext cx="5731169" cy="909577"/>
            <a:chOff x="0" y="-95250"/>
            <a:chExt cx="2440048" cy="387252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2440048" cy="292002"/>
            </a:xfrm>
            <a:custGeom>
              <a:rect b="b" l="l" r="r" t="t"/>
              <a:pathLst>
                <a:path extrusionOk="0" h="292002" w="2440048">
                  <a:moveTo>
                    <a:pt x="2236848" y="0"/>
                  </a:moveTo>
                  <a:lnTo>
                    <a:pt x="0" y="0"/>
                  </a:lnTo>
                  <a:lnTo>
                    <a:pt x="0" y="292002"/>
                  </a:lnTo>
                  <a:lnTo>
                    <a:pt x="2236848" y="292002"/>
                  </a:lnTo>
                  <a:lnTo>
                    <a:pt x="2440048" y="146001"/>
                  </a:lnTo>
                  <a:lnTo>
                    <a:pt x="2236848" y="0"/>
                  </a:lnTo>
                  <a:close/>
                </a:path>
              </a:pathLst>
            </a:custGeom>
            <a:solidFill>
              <a:srgbClr val="D0E6ED"/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0" y="-95250"/>
              <a:ext cx="2325748" cy="387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12507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Evaluación de Conocimientos</a:t>
              </a:r>
              <a:endParaRPr/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1740838" y="5524075"/>
            <a:ext cx="5545817" cy="909577"/>
            <a:chOff x="0" y="-95250"/>
            <a:chExt cx="2361134" cy="387252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2361134" cy="292002"/>
            </a:xfrm>
            <a:custGeom>
              <a:rect b="b" l="l" r="r" t="t"/>
              <a:pathLst>
                <a:path extrusionOk="0" h="292002" w="2361134">
                  <a:moveTo>
                    <a:pt x="2157934" y="0"/>
                  </a:moveTo>
                  <a:lnTo>
                    <a:pt x="0" y="0"/>
                  </a:lnTo>
                  <a:lnTo>
                    <a:pt x="0" y="292002"/>
                  </a:lnTo>
                  <a:lnTo>
                    <a:pt x="2157934" y="292002"/>
                  </a:lnTo>
                  <a:lnTo>
                    <a:pt x="2361134" y="146001"/>
                  </a:lnTo>
                  <a:lnTo>
                    <a:pt x="2157934" y="0"/>
                  </a:lnTo>
                  <a:close/>
                </a:path>
              </a:pathLst>
            </a:custGeom>
            <a:solidFill>
              <a:srgbClr val="D0E6ED"/>
            </a:solid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95250"/>
              <a:ext cx="2246834" cy="387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12507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Presentación de estudiantes</a:t>
              </a:r>
              <a:endParaRPr/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740838" y="8438456"/>
            <a:ext cx="2459083" cy="909577"/>
            <a:chOff x="0" y="-95250"/>
            <a:chExt cx="1046956" cy="387252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046956" cy="292002"/>
            </a:xfrm>
            <a:custGeom>
              <a:rect b="b" l="l" r="r" t="t"/>
              <a:pathLst>
                <a:path extrusionOk="0" h="292002" w="1046956">
                  <a:moveTo>
                    <a:pt x="843756" y="0"/>
                  </a:moveTo>
                  <a:lnTo>
                    <a:pt x="0" y="0"/>
                  </a:lnTo>
                  <a:lnTo>
                    <a:pt x="0" y="292002"/>
                  </a:lnTo>
                  <a:lnTo>
                    <a:pt x="843756" y="292002"/>
                  </a:lnTo>
                  <a:lnTo>
                    <a:pt x="1046956" y="146001"/>
                  </a:lnTo>
                  <a:lnTo>
                    <a:pt x="843756" y="0"/>
                  </a:lnTo>
                  <a:close/>
                </a:path>
              </a:pathLst>
            </a:custGeom>
            <a:solidFill>
              <a:srgbClr val="D0E6ED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95250"/>
              <a:ext cx="932656" cy="387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12507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Despedida</a:t>
              </a:r>
              <a:endParaRPr/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878654" y="574779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2"/>
          <p:cNvSpPr/>
          <p:nvPr/>
        </p:nvSpPr>
        <p:spPr>
          <a:xfrm>
            <a:off x="878654" y="672937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2"/>
          <p:cNvSpPr/>
          <p:nvPr/>
        </p:nvSpPr>
        <p:spPr>
          <a:xfrm>
            <a:off x="878654" y="772915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878654" y="873005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2"/>
          <p:cNvGrpSpPr/>
          <p:nvPr/>
        </p:nvGrpSpPr>
        <p:grpSpPr>
          <a:xfrm>
            <a:off x="1560894" y="4585741"/>
            <a:ext cx="4406898" cy="909577"/>
            <a:chOff x="0" y="-95250"/>
            <a:chExt cx="1876239" cy="387252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876239" cy="292002"/>
            </a:xfrm>
            <a:custGeom>
              <a:rect b="b" l="l" r="r" t="t"/>
              <a:pathLst>
                <a:path extrusionOk="0" h="292002" w="1876239">
                  <a:moveTo>
                    <a:pt x="1673039" y="0"/>
                  </a:moveTo>
                  <a:lnTo>
                    <a:pt x="0" y="0"/>
                  </a:lnTo>
                  <a:lnTo>
                    <a:pt x="0" y="292002"/>
                  </a:lnTo>
                  <a:lnTo>
                    <a:pt x="1673039" y="292002"/>
                  </a:lnTo>
                  <a:lnTo>
                    <a:pt x="1876239" y="146001"/>
                  </a:lnTo>
                  <a:lnTo>
                    <a:pt x="1673039" y="0"/>
                  </a:lnTo>
                  <a:close/>
                </a:path>
              </a:pathLst>
            </a:custGeom>
            <a:solidFill>
              <a:srgbClr val="D0E6ED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95250"/>
              <a:ext cx="1761939" cy="387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12507A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Formulario de datos</a:t>
              </a:r>
              <a:endParaRPr/>
            </a:p>
          </p:txBody>
        </p:sp>
      </p:grpSp>
      <p:sp>
        <p:nvSpPr>
          <p:cNvPr id="125" name="Google Shape;125;p2"/>
          <p:cNvSpPr/>
          <p:nvPr/>
        </p:nvSpPr>
        <p:spPr>
          <a:xfrm>
            <a:off x="878654" y="485279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 rot="-5400000">
            <a:off x="15739008" y="-418062"/>
            <a:ext cx="3584967" cy="2953117"/>
          </a:xfrm>
          <a:custGeom>
            <a:rect b="b" l="l" r="r" t="t"/>
            <a:pathLst>
              <a:path extrusionOk="0" h="2953117" w="3584967">
                <a:moveTo>
                  <a:pt x="0" y="0"/>
                </a:moveTo>
                <a:lnTo>
                  <a:pt x="3584967" y="0"/>
                </a:lnTo>
                <a:lnTo>
                  <a:pt x="3584967" y="2953117"/>
                </a:lnTo>
                <a:lnTo>
                  <a:pt x="0" y="2953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/>
          <p:nvPr/>
        </p:nvSpPr>
        <p:spPr>
          <a:xfrm>
            <a:off x="10698990" y="8381629"/>
            <a:ext cx="3430985" cy="3532546"/>
          </a:xfrm>
          <a:custGeom>
            <a:rect b="b" l="l" r="r" t="t"/>
            <a:pathLst>
              <a:path extrusionOk="0" h="3532546" w="3430985">
                <a:moveTo>
                  <a:pt x="0" y="0"/>
                </a:moveTo>
                <a:lnTo>
                  <a:pt x="3430985" y="0"/>
                </a:lnTo>
                <a:lnTo>
                  <a:pt x="3430985" y="3532546"/>
                </a:lnTo>
                <a:lnTo>
                  <a:pt x="0" y="3532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2"/>
          <p:cNvSpPr/>
          <p:nvPr/>
        </p:nvSpPr>
        <p:spPr>
          <a:xfrm flipH="1" rot="9043914">
            <a:off x="-1979656" y="-220209"/>
            <a:ext cx="5210615" cy="1676871"/>
          </a:xfrm>
          <a:custGeom>
            <a:rect b="b" l="l" r="r" t="t"/>
            <a:pathLst>
              <a:path extrusionOk="0" h="1676871" w="5210615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2"/>
          <p:cNvSpPr/>
          <p:nvPr/>
        </p:nvSpPr>
        <p:spPr>
          <a:xfrm rot="-61407">
            <a:off x="16523756" y="4696481"/>
            <a:ext cx="2015470" cy="3324487"/>
          </a:xfrm>
          <a:custGeom>
            <a:rect b="b" l="l" r="r" t="t"/>
            <a:pathLst>
              <a:path extrusionOk="0" h="3324487" w="2015470">
                <a:moveTo>
                  <a:pt x="0" y="0"/>
                </a:moveTo>
                <a:lnTo>
                  <a:pt x="2015471" y="0"/>
                </a:lnTo>
                <a:lnTo>
                  <a:pt x="2015471" y="3324487"/>
                </a:lnTo>
                <a:lnTo>
                  <a:pt x="0" y="3324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406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3170247" y="1412663"/>
            <a:ext cx="11947505" cy="103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/>
          </a:p>
        </p:txBody>
      </p:sp>
      <p:grpSp>
        <p:nvGrpSpPr>
          <p:cNvPr id="135" name="Google Shape;135;p3"/>
          <p:cNvGrpSpPr/>
          <p:nvPr/>
        </p:nvGrpSpPr>
        <p:grpSpPr>
          <a:xfrm>
            <a:off x="5466050" y="3468766"/>
            <a:ext cx="5619942" cy="4939136"/>
            <a:chOff x="0" y="0"/>
            <a:chExt cx="2041700" cy="1794366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2041700" cy="1794366"/>
            </a:xfrm>
            <a:custGeom>
              <a:rect b="b" l="l" r="r" t="t"/>
              <a:pathLst>
                <a:path extrusionOk="0" h="1794366" w="2041700">
                  <a:moveTo>
                    <a:pt x="20664" y="0"/>
                  </a:moveTo>
                  <a:lnTo>
                    <a:pt x="2021036" y="0"/>
                  </a:lnTo>
                  <a:cubicBezTo>
                    <a:pt x="2032448" y="0"/>
                    <a:pt x="2041700" y="9251"/>
                    <a:pt x="2041700" y="20664"/>
                  </a:cubicBezTo>
                  <a:lnTo>
                    <a:pt x="2041700" y="1773702"/>
                  </a:lnTo>
                  <a:cubicBezTo>
                    <a:pt x="2041700" y="1785114"/>
                    <a:pt x="2032448" y="1794366"/>
                    <a:pt x="2021036" y="1794366"/>
                  </a:cubicBezTo>
                  <a:lnTo>
                    <a:pt x="20664" y="1794366"/>
                  </a:lnTo>
                  <a:cubicBezTo>
                    <a:pt x="9251" y="1794366"/>
                    <a:pt x="0" y="1785114"/>
                    <a:pt x="0" y="1773702"/>
                  </a:cubicBezTo>
                  <a:lnTo>
                    <a:pt x="0" y="20664"/>
                  </a:lnTo>
                  <a:cubicBezTo>
                    <a:pt x="0" y="9251"/>
                    <a:pt x="9251" y="0"/>
                    <a:pt x="20664" y="0"/>
                  </a:cubicBezTo>
                  <a:close/>
                </a:path>
              </a:pathLst>
            </a:custGeom>
            <a:solidFill>
              <a:srgbClr val="AED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85725"/>
              <a:ext cx="2041700" cy="17086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3"/>
          <p:cNvSpPr txBox="1"/>
          <p:nvPr/>
        </p:nvSpPr>
        <p:spPr>
          <a:xfrm>
            <a:off x="5797800" y="5468726"/>
            <a:ext cx="4447200" cy="3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Uso de varios lenguajes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Desarrollo web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Desarrollo de escritorio</a:t>
            </a:r>
            <a:endParaRPr/>
          </a:p>
          <a:p>
            <a:pPr indent="-269875" lvl="1" marL="539748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Cloud Computing</a:t>
            </a:r>
            <a:endParaRPr b="1" i="0" sz="2499" u="none" cap="none" strike="noStrike">
              <a:solidFill>
                <a:srgbClr val="12507A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GitHub: Pancho0410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12507A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12507A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39" name="Google Shape;139;p3"/>
          <p:cNvGrpSpPr/>
          <p:nvPr/>
        </p:nvGrpSpPr>
        <p:grpSpPr>
          <a:xfrm>
            <a:off x="219504" y="3468766"/>
            <a:ext cx="5133492" cy="4939136"/>
            <a:chOff x="0" y="0"/>
            <a:chExt cx="1864975" cy="1794366"/>
          </a:xfrm>
        </p:grpSpPr>
        <p:sp>
          <p:nvSpPr>
            <p:cNvPr id="140" name="Google Shape;140;p3"/>
            <p:cNvSpPr/>
            <p:nvPr/>
          </p:nvSpPr>
          <p:spPr>
            <a:xfrm>
              <a:off x="0" y="0"/>
              <a:ext cx="1864975" cy="1794366"/>
            </a:xfrm>
            <a:custGeom>
              <a:rect b="b" l="l" r="r" t="t"/>
              <a:pathLst>
                <a:path extrusionOk="0" h="1794366" w="1864975">
                  <a:moveTo>
                    <a:pt x="22622" y="0"/>
                  </a:moveTo>
                  <a:lnTo>
                    <a:pt x="1842353" y="0"/>
                  </a:lnTo>
                  <a:cubicBezTo>
                    <a:pt x="1854847" y="0"/>
                    <a:pt x="1864975" y="10128"/>
                    <a:pt x="1864975" y="22622"/>
                  </a:cubicBezTo>
                  <a:lnTo>
                    <a:pt x="1864975" y="1771744"/>
                  </a:lnTo>
                  <a:cubicBezTo>
                    <a:pt x="1864975" y="1784238"/>
                    <a:pt x="1854847" y="1794366"/>
                    <a:pt x="1842353" y="1794366"/>
                  </a:cubicBezTo>
                  <a:lnTo>
                    <a:pt x="22622" y="1794366"/>
                  </a:lnTo>
                  <a:cubicBezTo>
                    <a:pt x="10128" y="1794366"/>
                    <a:pt x="0" y="1784238"/>
                    <a:pt x="0" y="1771744"/>
                  </a:cubicBezTo>
                  <a:lnTo>
                    <a:pt x="0" y="22622"/>
                  </a:lnTo>
                  <a:cubicBezTo>
                    <a:pt x="0" y="10128"/>
                    <a:pt x="10128" y="0"/>
                    <a:pt x="22622" y="0"/>
                  </a:cubicBezTo>
                  <a:close/>
                </a:path>
              </a:pathLst>
            </a:custGeom>
            <a:solidFill>
              <a:srgbClr val="5598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0" y="85725"/>
              <a:ext cx="1864975" cy="17086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3"/>
          <p:cNvSpPr txBox="1"/>
          <p:nvPr/>
        </p:nvSpPr>
        <p:spPr>
          <a:xfrm>
            <a:off x="438881" y="4229868"/>
            <a:ext cx="4174754" cy="689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¿Quien soy? </a:t>
            </a:r>
            <a:endParaRPr/>
          </a:p>
        </p:txBody>
      </p:sp>
      <p:grpSp>
        <p:nvGrpSpPr>
          <p:cNvPr id="143" name="Google Shape;143;p3"/>
          <p:cNvGrpSpPr/>
          <p:nvPr/>
        </p:nvGrpSpPr>
        <p:grpSpPr>
          <a:xfrm>
            <a:off x="11199047" y="3468766"/>
            <a:ext cx="6764592" cy="4939136"/>
            <a:chOff x="0" y="0"/>
            <a:chExt cx="2457546" cy="1794366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2457546" cy="1794366"/>
            </a:xfrm>
            <a:custGeom>
              <a:rect b="b" l="l" r="r" t="t"/>
              <a:pathLst>
                <a:path extrusionOk="0" h="1794366" w="2457546">
                  <a:moveTo>
                    <a:pt x="17167" y="0"/>
                  </a:moveTo>
                  <a:lnTo>
                    <a:pt x="2440379" y="0"/>
                  </a:lnTo>
                  <a:cubicBezTo>
                    <a:pt x="2444932" y="0"/>
                    <a:pt x="2449298" y="1809"/>
                    <a:pt x="2452518" y="5028"/>
                  </a:cubicBezTo>
                  <a:cubicBezTo>
                    <a:pt x="2455737" y="8248"/>
                    <a:pt x="2457546" y="12614"/>
                    <a:pt x="2457546" y="17167"/>
                  </a:cubicBezTo>
                  <a:lnTo>
                    <a:pt x="2457546" y="1777199"/>
                  </a:lnTo>
                  <a:cubicBezTo>
                    <a:pt x="2457546" y="1786680"/>
                    <a:pt x="2449860" y="1794366"/>
                    <a:pt x="2440379" y="1794366"/>
                  </a:cubicBezTo>
                  <a:lnTo>
                    <a:pt x="17167" y="1794366"/>
                  </a:lnTo>
                  <a:cubicBezTo>
                    <a:pt x="12614" y="1794366"/>
                    <a:pt x="8248" y="1792557"/>
                    <a:pt x="5028" y="1789338"/>
                  </a:cubicBezTo>
                  <a:cubicBezTo>
                    <a:pt x="1809" y="1786118"/>
                    <a:pt x="0" y="1781752"/>
                    <a:pt x="0" y="1777199"/>
                  </a:cubicBezTo>
                  <a:lnTo>
                    <a:pt x="0" y="17167"/>
                  </a:lnTo>
                  <a:cubicBezTo>
                    <a:pt x="0" y="12614"/>
                    <a:pt x="1809" y="8248"/>
                    <a:pt x="5028" y="5028"/>
                  </a:cubicBezTo>
                  <a:cubicBezTo>
                    <a:pt x="8248" y="1809"/>
                    <a:pt x="12614" y="0"/>
                    <a:pt x="17167" y="0"/>
                  </a:cubicBezTo>
                  <a:close/>
                </a:path>
              </a:pathLst>
            </a:custGeom>
            <a:solidFill>
              <a:srgbClr val="D5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0" y="85725"/>
              <a:ext cx="2457546" cy="17086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3"/>
          <p:cNvSpPr txBox="1"/>
          <p:nvPr/>
        </p:nvSpPr>
        <p:spPr>
          <a:xfrm>
            <a:off x="563132" y="5323327"/>
            <a:ext cx="4588024" cy="174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Tobías Francisco Zamora Santos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D5E6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Estudiante de 9 semestre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11400317" y="5062387"/>
            <a:ext cx="6429207" cy="174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Classroom: otctc2yk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Correo: 2920897670101@ingenieria.usac.edu.gt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2507A"/>
                </a:solidFill>
                <a:latin typeface="Public Sans"/>
                <a:ea typeface="Public Sans"/>
                <a:cs typeface="Public Sans"/>
                <a:sym typeface="Public Sans"/>
              </a:rPr>
              <a:t>Asunto: [Algoritmo] Duda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5637659" y="4133186"/>
            <a:ext cx="527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5598B6"/>
                </a:solidFill>
                <a:latin typeface="Arial"/>
                <a:ea typeface="Arial"/>
                <a:cs typeface="Arial"/>
                <a:sym typeface="Arial"/>
              </a:rPr>
              <a:t>Experiencia </a:t>
            </a:r>
            <a:r>
              <a:rPr lang="en-US" sz="3500">
                <a:solidFill>
                  <a:srgbClr val="5598B6"/>
                </a:solidFill>
              </a:rPr>
              <a:t>académica</a:t>
            </a:r>
            <a:r>
              <a:rPr b="0" i="0" lang="en-US" sz="3500" u="none" cap="none" strike="noStrike">
                <a:solidFill>
                  <a:srgbClr val="5598B6"/>
                </a:solidFill>
                <a:latin typeface="Arial"/>
                <a:ea typeface="Arial"/>
                <a:cs typeface="Arial"/>
                <a:sym typeface="Arial"/>
              </a:rPr>
              <a:t> y Profesional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11085992" y="3917950"/>
            <a:ext cx="5276725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5598B6"/>
                </a:solidFill>
                <a:latin typeface="Arial"/>
                <a:ea typeface="Arial"/>
                <a:cs typeface="Arial"/>
                <a:sym typeface="Arial"/>
              </a:rPr>
              <a:t>Contacto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 rot="10800000">
            <a:off x="-1495871" y="-582062"/>
            <a:ext cx="6109506" cy="1966150"/>
          </a:xfrm>
          <a:custGeom>
            <a:rect b="b" l="l" r="r" t="t"/>
            <a:pathLst>
              <a:path extrusionOk="0" h="1966150" w="6109506">
                <a:moveTo>
                  <a:pt x="0" y="0"/>
                </a:moveTo>
                <a:lnTo>
                  <a:pt x="6109506" y="0"/>
                </a:lnTo>
                <a:lnTo>
                  <a:pt x="6109506" y="1966150"/>
                </a:lnTo>
                <a:lnTo>
                  <a:pt x="0" y="1966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3"/>
          <p:cNvSpPr/>
          <p:nvPr/>
        </p:nvSpPr>
        <p:spPr>
          <a:xfrm>
            <a:off x="9913117" y="8536470"/>
            <a:ext cx="2345750" cy="2796721"/>
          </a:xfrm>
          <a:custGeom>
            <a:rect b="b" l="l" r="r" t="t"/>
            <a:pathLst>
              <a:path extrusionOk="0"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6ED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4"/>
          <p:cNvGrpSpPr/>
          <p:nvPr/>
        </p:nvGrpSpPr>
        <p:grpSpPr>
          <a:xfrm>
            <a:off x="2407738" y="1915265"/>
            <a:ext cx="12992204" cy="7827173"/>
            <a:chOff x="0" y="0"/>
            <a:chExt cx="4720010" cy="2843577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4720010" cy="2843577"/>
            </a:xfrm>
            <a:custGeom>
              <a:rect b="b" l="l" r="r" t="t"/>
              <a:pathLst>
                <a:path extrusionOk="0" h="2843577" w="4720010">
                  <a:moveTo>
                    <a:pt x="8938" y="0"/>
                  </a:moveTo>
                  <a:lnTo>
                    <a:pt x="4711071" y="0"/>
                  </a:lnTo>
                  <a:cubicBezTo>
                    <a:pt x="4713442" y="0"/>
                    <a:pt x="4715715" y="942"/>
                    <a:pt x="4717392" y="2618"/>
                  </a:cubicBezTo>
                  <a:cubicBezTo>
                    <a:pt x="4719068" y="4294"/>
                    <a:pt x="4720010" y="6568"/>
                    <a:pt x="4720010" y="8938"/>
                  </a:cubicBezTo>
                  <a:lnTo>
                    <a:pt x="4720010" y="2834638"/>
                  </a:lnTo>
                  <a:cubicBezTo>
                    <a:pt x="4720010" y="2837009"/>
                    <a:pt x="4719068" y="2839283"/>
                    <a:pt x="4717392" y="2840959"/>
                  </a:cubicBezTo>
                  <a:cubicBezTo>
                    <a:pt x="4715715" y="2842635"/>
                    <a:pt x="4713442" y="2843577"/>
                    <a:pt x="4711071" y="2843577"/>
                  </a:cubicBezTo>
                  <a:lnTo>
                    <a:pt x="8938" y="2843577"/>
                  </a:lnTo>
                  <a:cubicBezTo>
                    <a:pt x="6568" y="2843577"/>
                    <a:pt x="4294" y="2842635"/>
                    <a:pt x="2618" y="2840959"/>
                  </a:cubicBezTo>
                  <a:cubicBezTo>
                    <a:pt x="942" y="2839283"/>
                    <a:pt x="0" y="2837009"/>
                    <a:pt x="0" y="2834638"/>
                  </a:cubicBezTo>
                  <a:lnTo>
                    <a:pt x="0" y="8938"/>
                  </a:lnTo>
                  <a:cubicBezTo>
                    <a:pt x="0" y="6568"/>
                    <a:pt x="942" y="4294"/>
                    <a:pt x="2618" y="2618"/>
                  </a:cubicBezTo>
                  <a:cubicBezTo>
                    <a:pt x="4294" y="942"/>
                    <a:pt x="6568" y="0"/>
                    <a:pt x="8938" y="0"/>
                  </a:cubicBezTo>
                  <a:close/>
                </a:path>
              </a:pathLst>
            </a:custGeom>
            <a:solidFill>
              <a:srgbClr val="1250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85725"/>
              <a:ext cx="4720010" cy="2757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4"/>
          <p:cNvSpPr/>
          <p:nvPr/>
        </p:nvSpPr>
        <p:spPr>
          <a:xfrm>
            <a:off x="5567812" y="2493567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4"/>
          <p:cNvSpPr txBox="1"/>
          <p:nvPr/>
        </p:nvSpPr>
        <p:spPr>
          <a:xfrm>
            <a:off x="3452437" y="526098"/>
            <a:ext cx="11947505" cy="103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12507A"/>
                </a:solidFill>
                <a:latin typeface="Arial"/>
                <a:ea typeface="Arial"/>
                <a:cs typeface="Arial"/>
                <a:sym typeface="Arial"/>
              </a:rPr>
              <a:t>Formulario de datos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 flipH="1" rot="5400000">
            <a:off x="-2415043" y="4833611"/>
            <a:ext cx="5210615" cy="1676871"/>
          </a:xfrm>
          <a:custGeom>
            <a:rect b="b" l="l" r="r" t="t"/>
            <a:pathLst>
              <a:path extrusionOk="0" h="1676871" w="5210615">
                <a:moveTo>
                  <a:pt x="5210615" y="0"/>
                </a:moveTo>
                <a:lnTo>
                  <a:pt x="0" y="0"/>
                </a:lnTo>
                <a:lnTo>
                  <a:pt x="0" y="1676870"/>
                </a:lnTo>
                <a:lnTo>
                  <a:pt x="5210615" y="1676870"/>
                </a:lnTo>
                <a:lnTo>
                  <a:pt x="521061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4"/>
          <p:cNvSpPr/>
          <p:nvPr/>
        </p:nvSpPr>
        <p:spPr>
          <a:xfrm rot="10800000">
            <a:off x="15114461" y="-142135"/>
            <a:ext cx="3173540" cy="4114800"/>
          </a:xfrm>
          <a:custGeom>
            <a:rect b="b" l="l" r="r" t="t"/>
            <a:pathLst>
              <a:path extrusionOk="0"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07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/>
        </p:nvSpPr>
        <p:spPr>
          <a:xfrm>
            <a:off x="1993261" y="668310"/>
            <a:ext cx="14301479" cy="103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2678335" y="2535181"/>
            <a:ext cx="13909061" cy="5921269"/>
            <a:chOff x="0" y="0"/>
            <a:chExt cx="3663292" cy="1559511"/>
          </a:xfrm>
        </p:grpSpPr>
        <p:sp>
          <p:nvSpPr>
            <p:cNvPr id="169" name="Google Shape;169;p5"/>
            <p:cNvSpPr/>
            <p:nvPr/>
          </p:nvSpPr>
          <p:spPr>
            <a:xfrm>
              <a:off x="0" y="0"/>
              <a:ext cx="3663292" cy="1559511"/>
            </a:xfrm>
            <a:custGeom>
              <a:rect b="b" l="l" r="r" t="t"/>
              <a:pathLst>
                <a:path extrusionOk="0" h="1559511" w="3663292">
                  <a:moveTo>
                    <a:pt x="28387" y="0"/>
                  </a:moveTo>
                  <a:lnTo>
                    <a:pt x="3634905" y="0"/>
                  </a:lnTo>
                  <a:cubicBezTo>
                    <a:pt x="3642433" y="0"/>
                    <a:pt x="3649654" y="2991"/>
                    <a:pt x="3654978" y="8314"/>
                  </a:cubicBezTo>
                  <a:cubicBezTo>
                    <a:pt x="3660301" y="13638"/>
                    <a:pt x="3663292" y="20858"/>
                    <a:pt x="3663292" y="28387"/>
                  </a:cubicBezTo>
                  <a:lnTo>
                    <a:pt x="3663292" y="1531124"/>
                  </a:lnTo>
                  <a:cubicBezTo>
                    <a:pt x="3663292" y="1538653"/>
                    <a:pt x="3660301" y="1545873"/>
                    <a:pt x="3654978" y="1551197"/>
                  </a:cubicBezTo>
                  <a:cubicBezTo>
                    <a:pt x="3649654" y="1556520"/>
                    <a:pt x="3642433" y="1559511"/>
                    <a:pt x="3634905" y="1559511"/>
                  </a:cubicBezTo>
                  <a:lnTo>
                    <a:pt x="28387" y="1559511"/>
                  </a:lnTo>
                  <a:cubicBezTo>
                    <a:pt x="20858" y="1559511"/>
                    <a:pt x="13638" y="1556520"/>
                    <a:pt x="8314" y="1551197"/>
                  </a:cubicBezTo>
                  <a:cubicBezTo>
                    <a:pt x="2991" y="1545873"/>
                    <a:pt x="0" y="1538653"/>
                    <a:pt x="0" y="1531124"/>
                  </a:cubicBezTo>
                  <a:lnTo>
                    <a:pt x="0" y="28387"/>
                  </a:lnTo>
                  <a:cubicBezTo>
                    <a:pt x="0" y="20858"/>
                    <a:pt x="2991" y="13638"/>
                    <a:pt x="8314" y="8314"/>
                  </a:cubicBezTo>
                  <a:cubicBezTo>
                    <a:pt x="13638" y="2991"/>
                    <a:pt x="20858" y="0"/>
                    <a:pt x="28387" y="0"/>
                  </a:cubicBezTo>
                  <a:close/>
                </a:path>
              </a:pathLst>
            </a:custGeom>
            <a:solidFill>
              <a:srgbClr val="D0E6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0" y="85725"/>
              <a:ext cx="3663292" cy="14737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5"/>
          <p:cNvSpPr txBox="1"/>
          <p:nvPr/>
        </p:nvSpPr>
        <p:spPr>
          <a:xfrm>
            <a:off x="3284961" y="3301333"/>
            <a:ext cx="12247800" cy="50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6717" lvl="1" marL="89343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4138"/>
              <a:buFont typeface="Arial"/>
              <a:buChar char="•"/>
            </a:pPr>
            <a:r>
              <a:rPr b="0" i="0" lang="en-US" sz="4138" u="none" cap="none" strike="noStrike">
                <a:solidFill>
                  <a:srgbClr val="12507A"/>
                </a:solidFill>
                <a:latin typeface="Arial"/>
                <a:ea typeface="Arial"/>
                <a:cs typeface="Arial"/>
                <a:sym typeface="Arial"/>
              </a:rPr>
              <a:t>Nombre </a:t>
            </a:r>
            <a:endParaRPr/>
          </a:p>
          <a:p>
            <a:pPr indent="-446717" lvl="1" marL="89343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4138"/>
              <a:buFont typeface="Arial"/>
              <a:buChar char="•"/>
            </a:pPr>
            <a:r>
              <a:rPr b="0" i="0" lang="en-US" sz="4138" u="none" cap="none" strike="noStrike">
                <a:solidFill>
                  <a:srgbClr val="12507A"/>
                </a:solidFill>
                <a:latin typeface="Arial"/>
                <a:ea typeface="Arial"/>
                <a:cs typeface="Arial"/>
                <a:sym typeface="Arial"/>
              </a:rPr>
              <a:t>Intereses o expectativas sobre el curso.</a:t>
            </a:r>
            <a:endParaRPr/>
          </a:p>
          <a:p>
            <a:pPr indent="-446717" lvl="1" marL="89343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4138"/>
              <a:buFont typeface="Arial"/>
              <a:buChar char="•"/>
            </a:pPr>
            <a:r>
              <a:rPr b="0" i="0" lang="en-US" sz="4138" u="none" cap="none" strike="noStrike">
                <a:solidFill>
                  <a:srgbClr val="12507A"/>
                </a:solidFill>
                <a:latin typeface="Arial"/>
                <a:ea typeface="Arial"/>
                <a:cs typeface="Arial"/>
                <a:sym typeface="Arial"/>
              </a:rPr>
              <a:t>Experiencia previa relacionada al curso o la carrera.</a:t>
            </a:r>
            <a:endParaRPr/>
          </a:p>
          <a:p>
            <a:pPr indent="-446717" lvl="1" marL="893435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12507A"/>
              </a:buClr>
              <a:buSzPts val="4138"/>
              <a:buFont typeface="Arial"/>
              <a:buChar char="•"/>
            </a:pPr>
            <a:r>
              <a:rPr b="0" i="0" lang="en-US" sz="4138" u="none" cap="none" strike="noStrike">
                <a:solidFill>
                  <a:srgbClr val="12507A"/>
                </a:solidFill>
                <a:latin typeface="Arial"/>
                <a:ea typeface="Arial"/>
                <a:cs typeface="Arial"/>
                <a:sym typeface="Arial"/>
              </a:rPr>
              <a:t>Un dato curioso sobre sí mismo.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38" u="none" cap="none" strike="noStrike">
              <a:solidFill>
                <a:srgbClr val="1250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 flipH="1">
            <a:off x="-700088" y="9258300"/>
            <a:ext cx="5210615" cy="1676871"/>
          </a:xfrm>
          <a:custGeom>
            <a:rect b="b" l="l" r="r" t="t"/>
            <a:pathLst>
              <a:path extrusionOk="0" h="1676871" w="5210615">
                <a:moveTo>
                  <a:pt x="5210615" y="0"/>
                </a:moveTo>
                <a:lnTo>
                  <a:pt x="0" y="0"/>
                </a:lnTo>
                <a:lnTo>
                  <a:pt x="0" y="1676871"/>
                </a:lnTo>
                <a:lnTo>
                  <a:pt x="5210615" y="1676871"/>
                </a:lnTo>
                <a:lnTo>
                  <a:pt x="521061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5"/>
          <p:cNvSpPr/>
          <p:nvPr/>
        </p:nvSpPr>
        <p:spPr>
          <a:xfrm rot="5400000">
            <a:off x="-229458" y="-1204618"/>
            <a:ext cx="3173540" cy="4114800"/>
          </a:xfrm>
          <a:custGeom>
            <a:rect b="b" l="l" r="r" t="t"/>
            <a:pathLst>
              <a:path extrusionOk="0"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07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/>
        </p:nvSpPr>
        <p:spPr>
          <a:xfrm>
            <a:off x="1043387" y="1925926"/>
            <a:ext cx="12625499" cy="16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D5E6EB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D5E6EB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412317" y="627134"/>
            <a:ext cx="17463365" cy="83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 rot="10648667">
            <a:off x="-614098" y="5908295"/>
            <a:ext cx="2015470" cy="3324487"/>
          </a:xfrm>
          <a:custGeom>
            <a:rect b="b" l="l" r="r" t="t"/>
            <a:pathLst>
              <a:path extrusionOk="0" h="3324487" w="2015470">
                <a:moveTo>
                  <a:pt x="0" y="0"/>
                </a:moveTo>
                <a:lnTo>
                  <a:pt x="2015470" y="0"/>
                </a:lnTo>
                <a:lnTo>
                  <a:pt x="2015470" y="3324487"/>
                </a:lnTo>
                <a:lnTo>
                  <a:pt x="0" y="3324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6"/>
          <p:cNvSpPr/>
          <p:nvPr/>
        </p:nvSpPr>
        <p:spPr>
          <a:xfrm rot="10800000">
            <a:off x="11353950" y="-520963"/>
            <a:ext cx="2479461" cy="1549663"/>
          </a:xfrm>
          <a:custGeom>
            <a:rect b="b" l="l" r="r" t="t"/>
            <a:pathLst>
              <a:path extrusionOk="0" h="1549663" w="2479461">
                <a:moveTo>
                  <a:pt x="0" y="0"/>
                </a:moveTo>
                <a:lnTo>
                  <a:pt x="2479462" y="0"/>
                </a:lnTo>
                <a:lnTo>
                  <a:pt x="2479462" y="1549663"/>
                </a:lnTo>
                <a:lnTo>
                  <a:pt x="0" y="15496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6"/>
          <p:cNvSpPr/>
          <p:nvPr/>
        </p:nvSpPr>
        <p:spPr>
          <a:xfrm>
            <a:off x="15641144" y="7330445"/>
            <a:ext cx="2345750" cy="2796721"/>
          </a:xfrm>
          <a:custGeom>
            <a:rect b="b" l="l" r="r" t="t"/>
            <a:pathLst>
              <a:path extrusionOk="0"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3" name="Google Shape;183;p6"/>
          <p:cNvCxnSpPr/>
          <p:nvPr/>
        </p:nvCxnSpPr>
        <p:spPr>
          <a:xfrm>
            <a:off x="1599469" y="3890034"/>
            <a:ext cx="13447500" cy="14400"/>
          </a:xfrm>
          <a:prstGeom prst="straightConnector1">
            <a:avLst/>
          </a:prstGeom>
          <a:noFill/>
          <a:ln cap="flat" cmpd="sng" w="28575">
            <a:solidFill>
              <a:srgbClr val="D5E6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6"/>
          <p:cNvSpPr txBox="1"/>
          <p:nvPr/>
        </p:nvSpPr>
        <p:spPr>
          <a:xfrm>
            <a:off x="2375918" y="3971962"/>
            <a:ext cx="33963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2432902" y="7193667"/>
            <a:ext cx="333935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Proyectos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2432902" y="6382301"/>
            <a:ext cx="333935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Practicas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432902" y="5656008"/>
            <a:ext cx="2078956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Tareas</a:t>
            </a:r>
            <a:endParaRPr/>
          </a:p>
        </p:txBody>
      </p:sp>
      <p:cxnSp>
        <p:nvCxnSpPr>
          <p:cNvPr id="188" name="Google Shape;188;p6"/>
          <p:cNvCxnSpPr/>
          <p:nvPr/>
        </p:nvCxnSpPr>
        <p:spPr>
          <a:xfrm>
            <a:off x="1599524" y="4613692"/>
            <a:ext cx="13447500" cy="14400"/>
          </a:xfrm>
          <a:prstGeom prst="straightConnector1">
            <a:avLst/>
          </a:prstGeom>
          <a:noFill/>
          <a:ln cap="flat" cmpd="sng" w="28575">
            <a:solidFill>
              <a:srgbClr val="D5E6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6"/>
          <p:cNvSpPr txBox="1"/>
          <p:nvPr/>
        </p:nvSpPr>
        <p:spPr>
          <a:xfrm>
            <a:off x="11601159" y="4000537"/>
            <a:ext cx="27462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Total pts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8193589" y="3982372"/>
            <a:ext cx="27462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9208128" y="5636467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12767373" y="5589659"/>
            <a:ext cx="725885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9208128" y="6382301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12504514" y="6335493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9208128" y="7193667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12504514" y="7146859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2432902" y="4824449"/>
            <a:ext cx="5760687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Actividades en clase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9208128" y="4804909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12611329" y="4777641"/>
            <a:ext cx="725885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2375918" y="8024735"/>
            <a:ext cx="333935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Otros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208128" y="8024735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12611329" y="8024735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203" name="Google Shape;203;p6"/>
          <p:cNvCxnSpPr/>
          <p:nvPr/>
        </p:nvCxnSpPr>
        <p:spPr>
          <a:xfrm>
            <a:off x="1599459" y="8946291"/>
            <a:ext cx="13447409" cy="14288"/>
          </a:xfrm>
          <a:prstGeom prst="straightConnector1">
            <a:avLst/>
          </a:prstGeom>
          <a:noFill/>
          <a:ln cap="flat" cmpd="sng" w="28575">
            <a:solidFill>
              <a:srgbClr val="D5E6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6"/>
          <p:cNvSpPr txBox="1"/>
          <p:nvPr/>
        </p:nvSpPr>
        <p:spPr>
          <a:xfrm>
            <a:off x="12611329" y="8984391"/>
            <a:ext cx="1251602" cy="802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07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 txBox="1"/>
          <p:nvPr/>
        </p:nvSpPr>
        <p:spPr>
          <a:xfrm>
            <a:off x="1350294" y="1240072"/>
            <a:ext cx="15587412" cy="882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Evaluación de conocimientos</a:t>
            </a:r>
            <a:endParaRPr b="0" i="0" sz="6000" u="none" cap="none" strike="noStrike">
              <a:solidFill>
                <a:srgbClr val="D5E6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 rot="-5400000">
            <a:off x="15739008" y="-418062"/>
            <a:ext cx="3584967" cy="2953117"/>
          </a:xfrm>
          <a:custGeom>
            <a:rect b="b" l="l" r="r" t="t"/>
            <a:pathLst>
              <a:path extrusionOk="0" h="2953117" w="3584967">
                <a:moveTo>
                  <a:pt x="0" y="0"/>
                </a:moveTo>
                <a:lnTo>
                  <a:pt x="3584967" y="0"/>
                </a:lnTo>
                <a:lnTo>
                  <a:pt x="3584967" y="2953117"/>
                </a:lnTo>
                <a:lnTo>
                  <a:pt x="0" y="2953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/>
          <p:nvPr/>
        </p:nvSpPr>
        <p:spPr>
          <a:xfrm>
            <a:off x="2082861" y="6166397"/>
            <a:ext cx="897957" cy="1287393"/>
          </a:xfrm>
          <a:custGeom>
            <a:rect b="b" l="l" r="r" t="t"/>
            <a:pathLst>
              <a:path extrusionOk="0" h="1287393" w="897957">
                <a:moveTo>
                  <a:pt x="0" y="0"/>
                </a:moveTo>
                <a:lnTo>
                  <a:pt x="897957" y="0"/>
                </a:lnTo>
                <a:lnTo>
                  <a:pt x="897957" y="1287394"/>
                </a:lnTo>
                <a:lnTo>
                  <a:pt x="0" y="1287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7"/>
          <p:cNvSpPr/>
          <p:nvPr/>
        </p:nvSpPr>
        <p:spPr>
          <a:xfrm>
            <a:off x="0" y="8935199"/>
            <a:ext cx="5884483" cy="1893734"/>
          </a:xfrm>
          <a:custGeom>
            <a:rect b="b" l="l" r="r" t="t"/>
            <a:pathLst>
              <a:path extrusionOk="0" h="1893734" w="5884483">
                <a:moveTo>
                  <a:pt x="0" y="0"/>
                </a:moveTo>
                <a:lnTo>
                  <a:pt x="5884483" y="0"/>
                </a:lnTo>
                <a:lnTo>
                  <a:pt x="5884483" y="1893734"/>
                </a:lnTo>
                <a:lnTo>
                  <a:pt x="0" y="1893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7"/>
          <p:cNvSpPr/>
          <p:nvPr/>
        </p:nvSpPr>
        <p:spPr>
          <a:xfrm>
            <a:off x="2415608" y="4615993"/>
            <a:ext cx="3693950" cy="463423"/>
          </a:xfrm>
          <a:custGeom>
            <a:rect b="b" l="l" r="r" t="t"/>
            <a:pathLst>
              <a:path extrusionOk="0" h="463423" w="3693950">
                <a:moveTo>
                  <a:pt x="0" y="0"/>
                </a:moveTo>
                <a:lnTo>
                  <a:pt x="3693951" y="0"/>
                </a:lnTo>
                <a:lnTo>
                  <a:pt x="3693951" y="463423"/>
                </a:lnTo>
                <a:lnTo>
                  <a:pt x="0" y="463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7"/>
          <p:cNvSpPr/>
          <p:nvPr/>
        </p:nvSpPr>
        <p:spPr>
          <a:xfrm>
            <a:off x="6626714" y="2993455"/>
            <a:ext cx="9022367" cy="4736743"/>
          </a:xfrm>
          <a:custGeom>
            <a:rect b="b" l="l" r="r" t="t"/>
            <a:pathLst>
              <a:path extrusionOk="0" h="4736743" w="9022367">
                <a:moveTo>
                  <a:pt x="0" y="0"/>
                </a:moveTo>
                <a:lnTo>
                  <a:pt x="9022368" y="0"/>
                </a:lnTo>
                <a:lnTo>
                  <a:pt x="9022368" y="4736743"/>
                </a:lnTo>
                <a:lnTo>
                  <a:pt x="0" y="47367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7"/>
          <p:cNvSpPr txBox="1"/>
          <p:nvPr/>
        </p:nvSpPr>
        <p:spPr>
          <a:xfrm>
            <a:off x="2848590" y="3540035"/>
            <a:ext cx="347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7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cap="none" strike="noStrike">
                <a:solidFill>
                  <a:srgbClr val="D5E6EB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Quizizz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07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 txBox="1"/>
          <p:nvPr/>
        </p:nvSpPr>
        <p:spPr>
          <a:xfrm>
            <a:off x="5791504" y="7505715"/>
            <a:ext cx="6704991" cy="908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D5E6EB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4740477" y="574311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69"/>
                </a:lnTo>
                <a:lnTo>
                  <a:pt x="0" y="3770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8"/>
          <p:cNvSpPr/>
          <p:nvPr/>
        </p:nvSpPr>
        <p:spPr>
          <a:xfrm rot="-1739179">
            <a:off x="4941249" y="2529272"/>
            <a:ext cx="1230692" cy="1121049"/>
          </a:xfrm>
          <a:custGeom>
            <a:rect b="b" l="l" r="r" t="t"/>
            <a:pathLst>
              <a:path extrusionOk="0" h="1121049" w="1230692">
                <a:moveTo>
                  <a:pt x="0" y="0"/>
                </a:moveTo>
                <a:lnTo>
                  <a:pt x="1230692" y="0"/>
                </a:lnTo>
                <a:lnTo>
                  <a:pt x="1230692" y="1121049"/>
                </a:lnTo>
                <a:lnTo>
                  <a:pt x="0" y="112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8"/>
          <p:cNvSpPr/>
          <p:nvPr/>
        </p:nvSpPr>
        <p:spPr>
          <a:xfrm rot="9024564">
            <a:off x="12168224" y="3072977"/>
            <a:ext cx="1184002" cy="1078519"/>
          </a:xfrm>
          <a:custGeom>
            <a:rect b="b" l="l" r="r" t="t"/>
            <a:pathLst>
              <a:path extrusionOk="0" h="1078519" w="1184002">
                <a:moveTo>
                  <a:pt x="0" y="0"/>
                </a:moveTo>
                <a:lnTo>
                  <a:pt x="1184002" y="0"/>
                </a:lnTo>
                <a:lnTo>
                  <a:pt x="1184002" y="1078519"/>
                </a:lnTo>
                <a:lnTo>
                  <a:pt x="0" y="1078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8"/>
          <p:cNvSpPr txBox="1"/>
          <p:nvPr/>
        </p:nvSpPr>
        <p:spPr>
          <a:xfrm>
            <a:off x="6192121" y="2914635"/>
            <a:ext cx="5903757" cy="1430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39" u="none" cap="none" strike="noStrike">
                <a:solidFill>
                  <a:srgbClr val="D0E6ED"/>
                </a:solidFill>
                <a:latin typeface="Arial"/>
                <a:ea typeface="Arial"/>
                <a:cs typeface="Arial"/>
                <a:sym typeface="Arial"/>
              </a:rPr>
              <a:t>muchas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926434" y="7103260"/>
            <a:ext cx="6435131" cy="269105"/>
          </a:xfrm>
          <a:custGeom>
            <a:rect b="b" l="l" r="r" t="t"/>
            <a:pathLst>
              <a:path extrusionOk="0" h="269105" w="6435131">
                <a:moveTo>
                  <a:pt x="0" y="0"/>
                </a:moveTo>
                <a:lnTo>
                  <a:pt x="6435132" y="0"/>
                </a:lnTo>
                <a:lnTo>
                  <a:pt x="6435132" y="269105"/>
                </a:lnTo>
                <a:lnTo>
                  <a:pt x="0" y="269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8"/>
          <p:cNvSpPr/>
          <p:nvPr/>
        </p:nvSpPr>
        <p:spPr>
          <a:xfrm>
            <a:off x="6878715" y="4660731"/>
            <a:ext cx="1545796" cy="1794828"/>
          </a:xfrm>
          <a:custGeom>
            <a:rect b="b" l="l" r="r" t="t"/>
            <a:pathLst>
              <a:path extrusionOk="0" h="1794828" w="1545796">
                <a:moveTo>
                  <a:pt x="0" y="0"/>
                </a:moveTo>
                <a:lnTo>
                  <a:pt x="1545796" y="0"/>
                </a:lnTo>
                <a:lnTo>
                  <a:pt x="1545796" y="1794829"/>
                </a:lnTo>
                <a:lnTo>
                  <a:pt x="0" y="17948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8"/>
          <p:cNvSpPr/>
          <p:nvPr/>
        </p:nvSpPr>
        <p:spPr>
          <a:xfrm>
            <a:off x="10469168" y="4742554"/>
            <a:ext cx="560719" cy="1631183"/>
          </a:xfrm>
          <a:custGeom>
            <a:rect b="b" l="l" r="r" t="t"/>
            <a:pathLst>
              <a:path extrusionOk="0" h="1631183" w="560719">
                <a:moveTo>
                  <a:pt x="0" y="0"/>
                </a:moveTo>
                <a:lnTo>
                  <a:pt x="560719" y="0"/>
                </a:lnTo>
                <a:lnTo>
                  <a:pt x="560719" y="1631183"/>
                </a:lnTo>
                <a:lnTo>
                  <a:pt x="0" y="1631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8"/>
          <p:cNvSpPr/>
          <p:nvPr/>
        </p:nvSpPr>
        <p:spPr>
          <a:xfrm>
            <a:off x="5474436" y="4679904"/>
            <a:ext cx="1242711" cy="1756482"/>
          </a:xfrm>
          <a:custGeom>
            <a:rect b="b" l="l" r="r" t="t"/>
            <a:pathLst>
              <a:path extrusionOk="0" h="1756482" w="1242711">
                <a:moveTo>
                  <a:pt x="0" y="0"/>
                </a:moveTo>
                <a:lnTo>
                  <a:pt x="1242712" y="0"/>
                </a:lnTo>
                <a:lnTo>
                  <a:pt x="1242712" y="1756483"/>
                </a:lnTo>
                <a:lnTo>
                  <a:pt x="0" y="1756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8"/>
          <p:cNvSpPr/>
          <p:nvPr/>
        </p:nvSpPr>
        <p:spPr>
          <a:xfrm>
            <a:off x="3547523" y="4664299"/>
            <a:ext cx="1765346" cy="1787692"/>
          </a:xfrm>
          <a:custGeom>
            <a:rect b="b" l="l" r="r" t="t"/>
            <a:pathLst>
              <a:path extrusionOk="0" h="1787692" w="1765346">
                <a:moveTo>
                  <a:pt x="0" y="0"/>
                </a:moveTo>
                <a:lnTo>
                  <a:pt x="1765346" y="0"/>
                </a:lnTo>
                <a:lnTo>
                  <a:pt x="1765346" y="1787692"/>
                </a:lnTo>
                <a:lnTo>
                  <a:pt x="0" y="1787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8"/>
          <p:cNvSpPr/>
          <p:nvPr/>
        </p:nvSpPr>
        <p:spPr>
          <a:xfrm>
            <a:off x="8446427" y="4679904"/>
            <a:ext cx="1861173" cy="1756482"/>
          </a:xfrm>
          <a:custGeom>
            <a:rect b="b" l="l" r="r" t="t"/>
            <a:pathLst>
              <a:path extrusionOk="0" h="1756482" w="1861173">
                <a:moveTo>
                  <a:pt x="0" y="0"/>
                </a:moveTo>
                <a:lnTo>
                  <a:pt x="1861173" y="0"/>
                </a:lnTo>
                <a:lnTo>
                  <a:pt x="1861173" y="1756483"/>
                </a:lnTo>
                <a:lnTo>
                  <a:pt x="0" y="1756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8"/>
          <p:cNvSpPr/>
          <p:nvPr/>
        </p:nvSpPr>
        <p:spPr>
          <a:xfrm>
            <a:off x="11191455" y="4660731"/>
            <a:ext cx="1545796" cy="1794828"/>
          </a:xfrm>
          <a:custGeom>
            <a:rect b="b" l="l" r="r" t="t"/>
            <a:pathLst>
              <a:path extrusionOk="0" h="1794828" w="1545796">
                <a:moveTo>
                  <a:pt x="0" y="0"/>
                </a:moveTo>
                <a:lnTo>
                  <a:pt x="1545796" y="0"/>
                </a:lnTo>
                <a:lnTo>
                  <a:pt x="1545796" y="1794829"/>
                </a:lnTo>
                <a:lnTo>
                  <a:pt x="0" y="17948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8"/>
          <p:cNvSpPr/>
          <p:nvPr/>
        </p:nvSpPr>
        <p:spPr>
          <a:xfrm>
            <a:off x="12898818" y="4679904"/>
            <a:ext cx="1841659" cy="1756482"/>
          </a:xfrm>
          <a:custGeom>
            <a:rect b="b" l="l" r="r" t="t"/>
            <a:pathLst>
              <a:path extrusionOk="0" h="1756482" w="1841659">
                <a:moveTo>
                  <a:pt x="0" y="0"/>
                </a:moveTo>
                <a:lnTo>
                  <a:pt x="1841659" y="0"/>
                </a:lnTo>
                <a:lnTo>
                  <a:pt x="1841659" y="1756483"/>
                </a:lnTo>
                <a:lnTo>
                  <a:pt x="0" y="1756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8"/>
          <p:cNvSpPr/>
          <p:nvPr/>
        </p:nvSpPr>
        <p:spPr>
          <a:xfrm rot="5400000">
            <a:off x="-229458" y="-1204618"/>
            <a:ext cx="3173540" cy="4114800"/>
          </a:xfrm>
          <a:custGeom>
            <a:rect b="b" l="l" r="r" t="t"/>
            <a:pathLst>
              <a:path extrusionOk="0" h="4114800" w="3173540">
                <a:moveTo>
                  <a:pt x="0" y="0"/>
                </a:moveTo>
                <a:lnTo>
                  <a:pt x="3173539" y="0"/>
                </a:lnTo>
                <a:lnTo>
                  <a:pt x="3173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8"/>
          <p:cNvSpPr/>
          <p:nvPr/>
        </p:nvSpPr>
        <p:spPr>
          <a:xfrm>
            <a:off x="9529862" y="9258300"/>
            <a:ext cx="5210615" cy="1676871"/>
          </a:xfrm>
          <a:custGeom>
            <a:rect b="b" l="l" r="r" t="t"/>
            <a:pathLst>
              <a:path extrusionOk="0" h="1676871" w="5210615">
                <a:moveTo>
                  <a:pt x="0" y="0"/>
                </a:moveTo>
                <a:lnTo>
                  <a:pt x="5210615" y="0"/>
                </a:lnTo>
                <a:lnTo>
                  <a:pt x="5210615" y="1676871"/>
                </a:lnTo>
                <a:lnTo>
                  <a:pt x="0" y="1676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