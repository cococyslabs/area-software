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Roboto"/>
      <p:regular r:id="rId27"/>
      <p:bold r:id="rId28"/>
      <p:italic r:id="rId29"/>
      <p:boldItalic r:id="rId30"/>
    </p:embeddedFont>
    <p:embeddedFont>
      <p:font typeface="Nunito"/>
      <p:regular r:id="rId31"/>
      <p:bold r:id="rId32"/>
      <p:italic r:id="rId33"/>
      <p:boldItalic r:id="rId34"/>
    </p:embeddedFont>
    <p:embeddedFont>
      <p:font typeface="Lobster"/>
      <p:regular r:id="rId35"/>
    </p:embeddedFont>
    <p:embeddedFont>
      <p:font typeface="Pacifico"/>
      <p:regular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jPHh8RXRy7bZ1Mx6dg5aRYhkDv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Nunito-italic.fntdata"/><Relationship Id="rId10" Type="http://schemas.openxmlformats.org/officeDocument/2006/relationships/slide" Target="slides/slide5.xml"/><Relationship Id="rId32" Type="http://schemas.openxmlformats.org/officeDocument/2006/relationships/font" Target="fonts/Nunito-bold.fntdata"/><Relationship Id="rId13" Type="http://schemas.openxmlformats.org/officeDocument/2006/relationships/slide" Target="slides/slide8.xml"/><Relationship Id="rId35" Type="http://schemas.openxmlformats.org/officeDocument/2006/relationships/font" Target="fonts/Lobster-regular.fntdata"/><Relationship Id="rId12" Type="http://schemas.openxmlformats.org/officeDocument/2006/relationships/slide" Target="slides/slide7.xml"/><Relationship Id="rId34" Type="http://schemas.openxmlformats.org/officeDocument/2006/relationships/font" Target="fonts/Nunito-boldItalic.fntdata"/><Relationship Id="rId15" Type="http://schemas.openxmlformats.org/officeDocument/2006/relationships/slide" Target="slides/slide10.xml"/><Relationship Id="rId37" Type="http://schemas.openxmlformats.org/officeDocument/2006/relationships/font" Target="fonts/OpenSans-regular.fntdata"/><Relationship Id="rId14" Type="http://schemas.openxmlformats.org/officeDocument/2006/relationships/slide" Target="slides/slide9.xml"/><Relationship Id="rId36" Type="http://schemas.openxmlformats.org/officeDocument/2006/relationships/font" Target="fonts/Pacifico-regular.fntdata"/><Relationship Id="rId17" Type="http://schemas.openxmlformats.org/officeDocument/2006/relationships/slide" Target="slides/slide12.xml"/><Relationship Id="rId39" Type="http://schemas.openxmlformats.org/officeDocument/2006/relationships/font" Target="fonts/OpenSans-italic.fntdata"/><Relationship Id="rId16" Type="http://schemas.openxmlformats.org/officeDocument/2006/relationships/slide" Target="slides/slide11.xml"/><Relationship Id="rId38" Type="http://schemas.openxmlformats.org/officeDocument/2006/relationships/font" Target="fonts/Open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c4bec6024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5c4bec6024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c6645a5c6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5c6645a5c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c6645a5c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5c6645a5c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c6645a5c6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5c6645a5c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c6645a5c6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5c6645a5c6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c618dc18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5c618dc18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c6645a5c6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5c6645a5c6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c618dc18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5c618dc18f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c6645a5c6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5c6645a5c6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c6645a5c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5c6645a5c6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c6645a5c6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5c6645a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c6645a5c6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5c6645a5c6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c4bec602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5c4bec6024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 name="Shape 9"/>
        <p:cNvGrpSpPr/>
        <p:nvPr/>
      </p:nvGrpSpPr>
      <p:grpSpPr>
        <a:xfrm>
          <a:off x="0" y="0"/>
          <a:ext cx="0" cy="0"/>
          <a:chOff x="0" y="0"/>
          <a:chExt cx="0" cy="0"/>
        </a:xfrm>
      </p:grpSpPr>
      <p:sp>
        <p:nvSpPr>
          <p:cNvPr id="10" name="Google Shape;10;g35c4bec6024_0_698"/>
          <p:cNvSpPr/>
          <p:nvPr/>
        </p:nvSpPr>
        <p:spPr>
          <a:xfrm flipH="1">
            <a:off x="9514200" y="4618800"/>
            <a:ext cx="8773800" cy="56682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35c4bec6024_0_698"/>
          <p:cNvGrpSpPr/>
          <p:nvPr/>
        </p:nvGrpSpPr>
        <p:grpSpPr>
          <a:xfrm>
            <a:off x="11188382" y="7922230"/>
            <a:ext cx="5820286" cy="2364680"/>
            <a:chOff x="6917201" y="0"/>
            <a:chExt cx="2227776" cy="863400"/>
          </a:xfrm>
        </p:grpSpPr>
        <p:sp>
          <p:nvSpPr>
            <p:cNvPr id="12" name="Google Shape;12;g35c4bec6024_0_698"/>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5c4bec6024_0_698"/>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5c4bec6024_0_698"/>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g35c4bec6024_0_698"/>
          <p:cNvGrpSpPr/>
          <p:nvPr/>
        </p:nvGrpSpPr>
        <p:grpSpPr>
          <a:xfrm>
            <a:off x="398298" y="4"/>
            <a:ext cx="5590825" cy="2166616"/>
            <a:chOff x="6917201" y="0"/>
            <a:chExt cx="2227776" cy="863400"/>
          </a:xfrm>
        </p:grpSpPr>
        <p:sp>
          <p:nvSpPr>
            <p:cNvPr id="16" name="Google Shape;16;g35c4bec6024_0_698"/>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5c4bec6024_0_698"/>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5c4bec6024_0_698"/>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 name="Google Shape;19;g35c4bec6024_0_698"/>
          <p:cNvSpPr txBox="1"/>
          <p:nvPr>
            <p:ph type="title"/>
          </p:nvPr>
        </p:nvSpPr>
        <p:spPr>
          <a:xfrm>
            <a:off x="3777368" y="3492200"/>
            <a:ext cx="10755000" cy="3292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6400"/>
              <a:buNone/>
              <a:defRPr sz="6400">
                <a:solidFill>
                  <a:schemeClr val="dk2"/>
                </a:solidFill>
              </a:defRPr>
            </a:lvl1pPr>
            <a:lvl2pPr lvl="1" algn="ctr">
              <a:lnSpc>
                <a:spcPct val="100000"/>
              </a:lnSpc>
              <a:spcBef>
                <a:spcPts val="0"/>
              </a:spcBef>
              <a:spcAft>
                <a:spcPts val="0"/>
              </a:spcAft>
              <a:buClr>
                <a:schemeClr val="dk2"/>
              </a:buClr>
              <a:buSzPts val="6400"/>
              <a:buNone/>
              <a:defRPr sz="6400">
                <a:solidFill>
                  <a:schemeClr val="dk2"/>
                </a:solidFill>
              </a:defRPr>
            </a:lvl2pPr>
            <a:lvl3pPr lvl="2" algn="ctr">
              <a:lnSpc>
                <a:spcPct val="100000"/>
              </a:lnSpc>
              <a:spcBef>
                <a:spcPts val="0"/>
              </a:spcBef>
              <a:spcAft>
                <a:spcPts val="0"/>
              </a:spcAft>
              <a:buClr>
                <a:schemeClr val="dk2"/>
              </a:buClr>
              <a:buSzPts val="6400"/>
              <a:buNone/>
              <a:defRPr sz="6400">
                <a:solidFill>
                  <a:schemeClr val="dk2"/>
                </a:solidFill>
              </a:defRPr>
            </a:lvl3pPr>
            <a:lvl4pPr lvl="3" algn="ctr">
              <a:lnSpc>
                <a:spcPct val="100000"/>
              </a:lnSpc>
              <a:spcBef>
                <a:spcPts val="0"/>
              </a:spcBef>
              <a:spcAft>
                <a:spcPts val="0"/>
              </a:spcAft>
              <a:buClr>
                <a:schemeClr val="dk2"/>
              </a:buClr>
              <a:buSzPts val="6400"/>
              <a:buNone/>
              <a:defRPr sz="6400">
                <a:solidFill>
                  <a:schemeClr val="dk2"/>
                </a:solidFill>
              </a:defRPr>
            </a:lvl4pPr>
            <a:lvl5pPr lvl="4" algn="ctr">
              <a:lnSpc>
                <a:spcPct val="100000"/>
              </a:lnSpc>
              <a:spcBef>
                <a:spcPts val="0"/>
              </a:spcBef>
              <a:spcAft>
                <a:spcPts val="0"/>
              </a:spcAft>
              <a:buClr>
                <a:schemeClr val="dk2"/>
              </a:buClr>
              <a:buSzPts val="6400"/>
              <a:buNone/>
              <a:defRPr sz="6400">
                <a:solidFill>
                  <a:schemeClr val="dk2"/>
                </a:solidFill>
              </a:defRPr>
            </a:lvl5pPr>
            <a:lvl6pPr lvl="5" algn="ctr">
              <a:lnSpc>
                <a:spcPct val="100000"/>
              </a:lnSpc>
              <a:spcBef>
                <a:spcPts val="0"/>
              </a:spcBef>
              <a:spcAft>
                <a:spcPts val="0"/>
              </a:spcAft>
              <a:buClr>
                <a:schemeClr val="dk2"/>
              </a:buClr>
              <a:buSzPts val="6400"/>
              <a:buNone/>
              <a:defRPr sz="6400">
                <a:solidFill>
                  <a:schemeClr val="dk2"/>
                </a:solidFill>
              </a:defRPr>
            </a:lvl6pPr>
            <a:lvl7pPr lvl="6" algn="ctr">
              <a:lnSpc>
                <a:spcPct val="100000"/>
              </a:lnSpc>
              <a:spcBef>
                <a:spcPts val="0"/>
              </a:spcBef>
              <a:spcAft>
                <a:spcPts val="0"/>
              </a:spcAft>
              <a:buClr>
                <a:schemeClr val="dk2"/>
              </a:buClr>
              <a:buSzPts val="6400"/>
              <a:buNone/>
              <a:defRPr sz="6400">
                <a:solidFill>
                  <a:schemeClr val="dk2"/>
                </a:solidFill>
              </a:defRPr>
            </a:lvl7pPr>
            <a:lvl8pPr lvl="7" algn="ctr">
              <a:lnSpc>
                <a:spcPct val="100000"/>
              </a:lnSpc>
              <a:spcBef>
                <a:spcPts val="0"/>
              </a:spcBef>
              <a:spcAft>
                <a:spcPts val="0"/>
              </a:spcAft>
              <a:buClr>
                <a:schemeClr val="dk2"/>
              </a:buClr>
              <a:buSzPts val="6400"/>
              <a:buNone/>
              <a:defRPr sz="6400">
                <a:solidFill>
                  <a:schemeClr val="dk2"/>
                </a:solidFill>
              </a:defRPr>
            </a:lvl8pPr>
            <a:lvl9pPr lvl="8" algn="ctr">
              <a:lnSpc>
                <a:spcPct val="100000"/>
              </a:lnSpc>
              <a:spcBef>
                <a:spcPts val="0"/>
              </a:spcBef>
              <a:spcAft>
                <a:spcPts val="0"/>
              </a:spcAft>
              <a:buClr>
                <a:schemeClr val="dk2"/>
              </a:buClr>
              <a:buSzPts val="6400"/>
              <a:buNone/>
              <a:defRPr sz="6400">
                <a:solidFill>
                  <a:schemeClr val="dk2"/>
                </a:solidFill>
              </a:defRPr>
            </a:lvl9pPr>
          </a:lstStyle>
          <a:p/>
        </p:txBody>
      </p:sp>
      <p:sp>
        <p:nvSpPr>
          <p:cNvPr id="20" name="Google Shape;20;g35c4bec6024_0_69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21" name="Shape 21"/>
        <p:cNvGrpSpPr/>
        <p:nvPr/>
      </p:nvGrpSpPr>
      <p:grpSpPr>
        <a:xfrm>
          <a:off x="0" y="0"/>
          <a:ext cx="0" cy="0"/>
          <a:chOff x="0" y="0"/>
          <a:chExt cx="0" cy="0"/>
        </a:xfrm>
      </p:grpSpPr>
      <p:sp>
        <p:nvSpPr>
          <p:cNvPr id="22" name="Google Shape;22;g35c4bec6024_0_738"/>
          <p:cNvSpPr/>
          <p:nvPr/>
        </p:nvSpPr>
        <p:spPr>
          <a:xfrm>
            <a:off x="0" y="5646288"/>
            <a:ext cx="14738400" cy="4633800"/>
          </a:xfrm>
          <a:prstGeom prst="rtTriangle">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5c4bec6024_0_738"/>
          <p:cNvSpPr/>
          <p:nvPr/>
        </p:nvSpPr>
        <p:spPr>
          <a:xfrm flipH="1">
            <a:off x="7166420" y="3108226"/>
            <a:ext cx="11121000" cy="7179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 name="Google Shape;24;g35c4bec6024_0_738"/>
          <p:cNvGrpSpPr/>
          <p:nvPr/>
        </p:nvGrpSpPr>
        <p:grpSpPr>
          <a:xfrm>
            <a:off x="511982" y="-236"/>
            <a:ext cx="4502694" cy="2086816"/>
            <a:chOff x="3961956" y="4383950"/>
            <a:chExt cx="1160548" cy="548700"/>
          </a:xfrm>
        </p:grpSpPr>
        <p:sp>
          <p:nvSpPr>
            <p:cNvPr id="25" name="Google Shape;25;g35c4bec6024_0_738"/>
            <p:cNvSpPr/>
            <p:nvPr/>
          </p:nvSpPr>
          <p:spPr>
            <a:xfrm>
              <a:off x="4224904"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5c4bec6024_0_738"/>
            <p:cNvSpPr/>
            <p:nvPr/>
          </p:nvSpPr>
          <p:spPr>
            <a:xfrm>
              <a:off x="4093430"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5c4bec6024_0_738"/>
            <p:cNvSpPr/>
            <p:nvPr/>
          </p:nvSpPr>
          <p:spPr>
            <a:xfrm>
              <a:off x="3961956"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g35c4bec6024_0_738"/>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5c4bec6024_0_738"/>
          <p:cNvGrpSpPr/>
          <p:nvPr/>
        </p:nvGrpSpPr>
        <p:grpSpPr>
          <a:xfrm>
            <a:off x="69869" y="9044251"/>
            <a:ext cx="3186611" cy="1234144"/>
            <a:chOff x="6917201" y="0"/>
            <a:chExt cx="2227776" cy="863400"/>
          </a:xfrm>
        </p:grpSpPr>
        <p:sp>
          <p:nvSpPr>
            <p:cNvPr id="30" name="Google Shape;30;g35c4bec6024_0_738"/>
            <p:cNvSpPr/>
            <p:nvPr/>
          </p:nvSpPr>
          <p:spPr>
            <a:xfrm>
              <a:off x="7641677"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5c4bec6024_0_738"/>
            <p:cNvSpPr/>
            <p:nvPr/>
          </p:nvSpPr>
          <p:spPr>
            <a:xfrm>
              <a:off x="7279439"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5c4bec6024_0_738"/>
            <p:cNvSpPr/>
            <p:nvPr/>
          </p:nvSpPr>
          <p:spPr>
            <a:xfrm>
              <a:off x="6917201"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g35c4bec6024_0_738"/>
          <p:cNvGrpSpPr/>
          <p:nvPr/>
        </p:nvGrpSpPr>
        <p:grpSpPr>
          <a:xfrm>
            <a:off x="11772706" y="2486"/>
            <a:ext cx="6514907" cy="2523027"/>
            <a:chOff x="6917201" y="0"/>
            <a:chExt cx="2227776" cy="863400"/>
          </a:xfrm>
        </p:grpSpPr>
        <p:sp>
          <p:nvSpPr>
            <p:cNvPr id="34" name="Google Shape;34;g35c4bec6024_0_738"/>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5c4bec6024_0_738"/>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35c4bec6024_0_738"/>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g35c4bec6024_0_738"/>
          <p:cNvSpPr txBox="1"/>
          <p:nvPr>
            <p:ph type="title"/>
          </p:nvPr>
        </p:nvSpPr>
        <p:spPr>
          <a:xfrm>
            <a:off x="2787858" y="2602292"/>
            <a:ext cx="12733800" cy="5078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38" name="Google Shape;38;g35c4bec6024_0_73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39" name="Shape 39"/>
        <p:cNvGrpSpPr/>
        <p:nvPr/>
      </p:nvGrpSpPr>
      <p:grpSpPr>
        <a:xfrm>
          <a:off x="0" y="0"/>
          <a:ext cx="0" cy="0"/>
          <a:chOff x="0" y="0"/>
          <a:chExt cx="0" cy="0"/>
        </a:xfrm>
      </p:grpSpPr>
      <p:sp>
        <p:nvSpPr>
          <p:cNvPr id="40" name="Google Shape;40;g35c4bec6024_0_670"/>
          <p:cNvSpPr/>
          <p:nvPr/>
        </p:nvSpPr>
        <p:spPr>
          <a:xfrm>
            <a:off x="61" y="5649000"/>
            <a:ext cx="14740800" cy="4638000"/>
          </a:xfrm>
          <a:prstGeom prst="rtTriangle">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5c4bec6024_0_670"/>
          <p:cNvSpPr/>
          <p:nvPr/>
        </p:nvSpPr>
        <p:spPr>
          <a:xfrm flipH="1">
            <a:off x="7165200" y="3101400"/>
            <a:ext cx="11122800" cy="71856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5c4bec6024_0_670"/>
          <p:cNvSpPr/>
          <p:nvPr/>
        </p:nvSpPr>
        <p:spPr>
          <a:xfrm rot="10800000">
            <a:off x="10117809" y="0"/>
            <a:ext cx="8170200" cy="41052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5c4bec6024_0_670"/>
          <p:cNvSpPr/>
          <p:nvPr/>
        </p:nvSpPr>
        <p:spPr>
          <a:xfrm>
            <a:off x="4065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g35c4bec6024_0_670"/>
          <p:cNvGrpSpPr/>
          <p:nvPr/>
        </p:nvGrpSpPr>
        <p:grpSpPr>
          <a:xfrm>
            <a:off x="510401" y="1185"/>
            <a:ext cx="4500726" cy="2088600"/>
            <a:chOff x="255200" y="592"/>
            <a:chExt cx="2250363" cy="1044300"/>
          </a:xfrm>
        </p:grpSpPr>
        <p:sp>
          <p:nvSpPr>
            <p:cNvPr id="45" name="Google Shape;45;g35c4bec6024_0_670"/>
            <p:cNvSpPr/>
            <p:nvPr/>
          </p:nvSpPr>
          <p:spPr>
            <a:xfrm>
              <a:off x="764063"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35c4bec6024_0_670"/>
            <p:cNvSpPr/>
            <p:nvPr/>
          </p:nvSpPr>
          <p:spPr>
            <a:xfrm>
              <a:off x="509632"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5c4bec6024_0_670"/>
            <p:cNvSpPr/>
            <p:nvPr/>
          </p:nvSpPr>
          <p:spPr>
            <a:xfrm>
              <a:off x="255200"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 name="Google Shape;48;g35c4bec6024_0_670"/>
          <p:cNvGrpSpPr/>
          <p:nvPr/>
        </p:nvGrpSpPr>
        <p:grpSpPr>
          <a:xfrm>
            <a:off x="1810790" y="1185"/>
            <a:ext cx="4500726" cy="2088600"/>
            <a:chOff x="905395" y="592"/>
            <a:chExt cx="2250363" cy="1044300"/>
          </a:xfrm>
        </p:grpSpPr>
        <p:sp>
          <p:nvSpPr>
            <p:cNvPr id="49" name="Google Shape;49;g35c4bec6024_0_670"/>
            <p:cNvSpPr/>
            <p:nvPr/>
          </p:nvSpPr>
          <p:spPr>
            <a:xfrm>
              <a:off x="1414258"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35c4bec6024_0_670"/>
            <p:cNvSpPr/>
            <p:nvPr/>
          </p:nvSpPr>
          <p:spPr>
            <a:xfrm>
              <a:off x="1159826"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5c4bec6024_0_670"/>
            <p:cNvSpPr/>
            <p:nvPr/>
          </p:nvSpPr>
          <p:spPr>
            <a:xfrm>
              <a:off x="905395"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g35c4bec6024_0_670"/>
          <p:cNvGrpSpPr/>
          <p:nvPr/>
        </p:nvGrpSpPr>
        <p:grpSpPr>
          <a:xfrm>
            <a:off x="14114936" y="10177"/>
            <a:ext cx="3702563" cy="1504215"/>
            <a:chOff x="6917201" y="0"/>
            <a:chExt cx="2227776" cy="863400"/>
          </a:xfrm>
        </p:grpSpPr>
        <p:sp>
          <p:nvSpPr>
            <p:cNvPr id="53" name="Google Shape;53;g35c4bec6024_0_6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35c4bec6024_0_6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5c4bec6024_0_6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 name="Google Shape;56;g35c4bec6024_0_670"/>
          <p:cNvGrpSpPr/>
          <p:nvPr/>
        </p:nvGrpSpPr>
        <p:grpSpPr>
          <a:xfrm>
            <a:off x="13106063" y="8435703"/>
            <a:ext cx="4778133" cy="1851475"/>
            <a:chOff x="6917201" y="0"/>
            <a:chExt cx="2227776" cy="863400"/>
          </a:xfrm>
        </p:grpSpPr>
        <p:sp>
          <p:nvSpPr>
            <p:cNvPr id="57" name="Google Shape;57;g35c4bec6024_0_670"/>
            <p:cNvSpPr/>
            <p:nvPr/>
          </p:nvSpPr>
          <p:spPr>
            <a:xfrm>
              <a:off x="7641677"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5c4bec6024_0_670"/>
            <p:cNvSpPr/>
            <p:nvPr/>
          </p:nvSpPr>
          <p:spPr>
            <a:xfrm>
              <a:off x="7279439"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5c4bec6024_0_670"/>
            <p:cNvSpPr/>
            <p:nvPr/>
          </p:nvSpPr>
          <p:spPr>
            <a:xfrm>
              <a:off x="6917201"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g35c4bec6024_0_670"/>
          <p:cNvGrpSpPr/>
          <p:nvPr/>
        </p:nvGrpSpPr>
        <p:grpSpPr>
          <a:xfrm>
            <a:off x="398298" y="8111304"/>
            <a:ext cx="5590825" cy="2166616"/>
            <a:chOff x="6917201" y="0"/>
            <a:chExt cx="2227776" cy="863400"/>
          </a:xfrm>
        </p:grpSpPr>
        <p:sp>
          <p:nvSpPr>
            <p:cNvPr id="61" name="Google Shape;61;g35c4bec6024_0_670"/>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5c4bec6024_0_670"/>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5c4bec6024_0_670"/>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g35c4bec6024_0_670"/>
          <p:cNvSpPr txBox="1"/>
          <p:nvPr>
            <p:ph type="ctrTitle"/>
          </p:nvPr>
        </p:nvSpPr>
        <p:spPr>
          <a:xfrm>
            <a:off x="3717406" y="3645666"/>
            <a:ext cx="10722600" cy="2896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7600"/>
              <a:buNone/>
              <a:defRPr sz="7600"/>
            </a:lvl1pPr>
            <a:lvl2pPr lvl="1" algn="ctr">
              <a:lnSpc>
                <a:spcPct val="100000"/>
              </a:lnSpc>
              <a:spcBef>
                <a:spcPts val="0"/>
              </a:spcBef>
              <a:spcAft>
                <a:spcPts val="0"/>
              </a:spcAft>
              <a:buSzPts val="7600"/>
              <a:buNone/>
              <a:defRPr sz="7600"/>
            </a:lvl2pPr>
            <a:lvl3pPr lvl="2" algn="ctr">
              <a:lnSpc>
                <a:spcPct val="100000"/>
              </a:lnSpc>
              <a:spcBef>
                <a:spcPts val="0"/>
              </a:spcBef>
              <a:spcAft>
                <a:spcPts val="0"/>
              </a:spcAft>
              <a:buSzPts val="7600"/>
              <a:buNone/>
              <a:defRPr sz="7600"/>
            </a:lvl3pPr>
            <a:lvl4pPr lvl="3" algn="ctr">
              <a:lnSpc>
                <a:spcPct val="100000"/>
              </a:lnSpc>
              <a:spcBef>
                <a:spcPts val="0"/>
              </a:spcBef>
              <a:spcAft>
                <a:spcPts val="0"/>
              </a:spcAft>
              <a:buSzPts val="7600"/>
              <a:buNone/>
              <a:defRPr sz="7600"/>
            </a:lvl4pPr>
            <a:lvl5pPr lvl="4" algn="ctr">
              <a:lnSpc>
                <a:spcPct val="100000"/>
              </a:lnSpc>
              <a:spcBef>
                <a:spcPts val="0"/>
              </a:spcBef>
              <a:spcAft>
                <a:spcPts val="0"/>
              </a:spcAft>
              <a:buSzPts val="7600"/>
              <a:buNone/>
              <a:defRPr sz="7600"/>
            </a:lvl5pPr>
            <a:lvl6pPr lvl="5" algn="ctr">
              <a:lnSpc>
                <a:spcPct val="100000"/>
              </a:lnSpc>
              <a:spcBef>
                <a:spcPts val="0"/>
              </a:spcBef>
              <a:spcAft>
                <a:spcPts val="0"/>
              </a:spcAft>
              <a:buSzPts val="7600"/>
              <a:buNone/>
              <a:defRPr sz="7600"/>
            </a:lvl6pPr>
            <a:lvl7pPr lvl="6" algn="ctr">
              <a:lnSpc>
                <a:spcPct val="100000"/>
              </a:lnSpc>
              <a:spcBef>
                <a:spcPts val="0"/>
              </a:spcBef>
              <a:spcAft>
                <a:spcPts val="0"/>
              </a:spcAft>
              <a:buSzPts val="7600"/>
              <a:buNone/>
              <a:defRPr sz="7600"/>
            </a:lvl7pPr>
            <a:lvl8pPr lvl="7" algn="ctr">
              <a:lnSpc>
                <a:spcPct val="100000"/>
              </a:lnSpc>
              <a:spcBef>
                <a:spcPts val="0"/>
              </a:spcBef>
              <a:spcAft>
                <a:spcPts val="0"/>
              </a:spcAft>
              <a:buSzPts val="7600"/>
              <a:buNone/>
              <a:defRPr sz="7600"/>
            </a:lvl8pPr>
            <a:lvl9pPr lvl="8" algn="ctr">
              <a:lnSpc>
                <a:spcPct val="100000"/>
              </a:lnSpc>
              <a:spcBef>
                <a:spcPts val="0"/>
              </a:spcBef>
              <a:spcAft>
                <a:spcPts val="0"/>
              </a:spcAft>
              <a:buSzPts val="7600"/>
              <a:buNone/>
              <a:defRPr sz="7600"/>
            </a:lvl9pPr>
          </a:lstStyle>
          <a:p/>
        </p:txBody>
      </p:sp>
      <p:sp>
        <p:nvSpPr>
          <p:cNvPr id="65" name="Google Shape;65;g35c4bec6024_0_670"/>
          <p:cNvSpPr txBox="1"/>
          <p:nvPr>
            <p:ph idx="1" type="subTitle"/>
          </p:nvPr>
        </p:nvSpPr>
        <p:spPr>
          <a:xfrm>
            <a:off x="3717400" y="6826316"/>
            <a:ext cx="10722600" cy="104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None/>
              <a:defRPr sz="3200">
                <a:solidFill>
                  <a:schemeClr val="lt1"/>
                </a:solidFill>
              </a:defRPr>
            </a:lvl2pPr>
            <a:lvl3pPr lvl="2" algn="ctr">
              <a:lnSpc>
                <a:spcPct val="100000"/>
              </a:lnSpc>
              <a:spcBef>
                <a:spcPts val="0"/>
              </a:spcBef>
              <a:spcAft>
                <a:spcPts val="0"/>
              </a:spcAft>
              <a:buClr>
                <a:schemeClr val="lt1"/>
              </a:buClr>
              <a:buSzPts val="3200"/>
              <a:buNone/>
              <a:defRPr sz="3200">
                <a:solidFill>
                  <a:schemeClr val="lt1"/>
                </a:solidFill>
              </a:defRPr>
            </a:lvl3pPr>
            <a:lvl4pPr lvl="3" algn="ctr">
              <a:lnSpc>
                <a:spcPct val="100000"/>
              </a:lnSpc>
              <a:spcBef>
                <a:spcPts val="0"/>
              </a:spcBef>
              <a:spcAft>
                <a:spcPts val="0"/>
              </a:spcAft>
              <a:buClr>
                <a:schemeClr val="lt1"/>
              </a:buClr>
              <a:buSzPts val="3200"/>
              <a:buNone/>
              <a:defRPr sz="3200">
                <a:solidFill>
                  <a:schemeClr val="lt1"/>
                </a:solidFill>
              </a:defRPr>
            </a:lvl4pPr>
            <a:lvl5pPr lvl="4" algn="ctr">
              <a:lnSpc>
                <a:spcPct val="100000"/>
              </a:lnSpc>
              <a:spcBef>
                <a:spcPts val="0"/>
              </a:spcBef>
              <a:spcAft>
                <a:spcPts val="0"/>
              </a:spcAft>
              <a:buClr>
                <a:schemeClr val="lt1"/>
              </a:buClr>
              <a:buSzPts val="3200"/>
              <a:buNone/>
              <a:defRPr sz="3200">
                <a:solidFill>
                  <a:schemeClr val="lt1"/>
                </a:solidFill>
              </a:defRPr>
            </a:lvl5pPr>
            <a:lvl6pPr lvl="5" algn="ctr">
              <a:lnSpc>
                <a:spcPct val="100000"/>
              </a:lnSpc>
              <a:spcBef>
                <a:spcPts val="0"/>
              </a:spcBef>
              <a:spcAft>
                <a:spcPts val="0"/>
              </a:spcAft>
              <a:buClr>
                <a:schemeClr val="lt1"/>
              </a:buClr>
              <a:buSzPts val="3200"/>
              <a:buNone/>
              <a:defRPr sz="3200">
                <a:solidFill>
                  <a:schemeClr val="lt1"/>
                </a:solidFill>
              </a:defRPr>
            </a:lvl6pPr>
            <a:lvl7pPr lvl="6" algn="ctr">
              <a:lnSpc>
                <a:spcPct val="100000"/>
              </a:lnSpc>
              <a:spcBef>
                <a:spcPts val="0"/>
              </a:spcBef>
              <a:spcAft>
                <a:spcPts val="0"/>
              </a:spcAft>
              <a:buClr>
                <a:schemeClr val="lt1"/>
              </a:buClr>
              <a:buSzPts val="3200"/>
              <a:buNone/>
              <a:defRPr sz="3200">
                <a:solidFill>
                  <a:schemeClr val="lt1"/>
                </a:solidFill>
              </a:defRPr>
            </a:lvl7pPr>
            <a:lvl8pPr lvl="7" algn="ctr">
              <a:lnSpc>
                <a:spcPct val="100000"/>
              </a:lnSpc>
              <a:spcBef>
                <a:spcPts val="0"/>
              </a:spcBef>
              <a:spcAft>
                <a:spcPts val="0"/>
              </a:spcAft>
              <a:buClr>
                <a:schemeClr val="lt1"/>
              </a:buClr>
              <a:buSzPts val="3200"/>
              <a:buNone/>
              <a:defRPr sz="3200">
                <a:solidFill>
                  <a:schemeClr val="lt1"/>
                </a:solidFill>
              </a:defRPr>
            </a:lvl8pPr>
            <a:lvl9pPr lvl="8" algn="ctr">
              <a:lnSpc>
                <a:spcPct val="100000"/>
              </a:lnSpc>
              <a:spcBef>
                <a:spcPts val="0"/>
              </a:spcBef>
              <a:spcAft>
                <a:spcPts val="0"/>
              </a:spcAft>
              <a:buClr>
                <a:schemeClr val="lt1"/>
              </a:buClr>
              <a:buSzPts val="3200"/>
              <a:buNone/>
              <a:defRPr sz="3200">
                <a:solidFill>
                  <a:schemeClr val="lt1"/>
                </a:solidFill>
              </a:defRPr>
            </a:lvl9pPr>
          </a:lstStyle>
          <a:p/>
        </p:txBody>
      </p:sp>
      <p:sp>
        <p:nvSpPr>
          <p:cNvPr id="66" name="Google Shape;66;g35c4bec6024_0_6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67" name="Shape 67"/>
        <p:cNvGrpSpPr/>
        <p:nvPr/>
      </p:nvGrpSpPr>
      <p:grpSpPr>
        <a:xfrm>
          <a:off x="0" y="0"/>
          <a:ext cx="0" cy="0"/>
          <a:chOff x="0" y="0"/>
          <a:chExt cx="0" cy="0"/>
        </a:xfrm>
      </p:grpSpPr>
      <p:sp>
        <p:nvSpPr>
          <p:cNvPr id="68" name="Google Shape;68;g35c4bec6024_0_731"/>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5c4bec6024_0_731"/>
          <p:cNvSpPr/>
          <p:nvPr/>
        </p:nvSpPr>
        <p:spPr>
          <a:xfrm>
            <a:off x="61" y="5649000"/>
            <a:ext cx="14740800" cy="46380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5c4bec6024_0_731"/>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5c4bec6024_0_731"/>
          <p:cNvSpPr txBox="1"/>
          <p:nvPr>
            <p:ph type="title"/>
          </p:nvPr>
        </p:nvSpPr>
        <p:spPr>
          <a:xfrm>
            <a:off x="1638300" y="1691200"/>
            <a:ext cx="7418400" cy="2766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72" name="Google Shape;72;g35c4bec6024_0_731"/>
          <p:cNvSpPr txBox="1"/>
          <p:nvPr>
            <p:ph idx="1" type="body"/>
          </p:nvPr>
        </p:nvSpPr>
        <p:spPr>
          <a:xfrm>
            <a:off x="1661400" y="4638100"/>
            <a:ext cx="7418400" cy="4239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73" name="Google Shape;73;g35c4bec6024_0_731"/>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74" name="Shape 74"/>
        <p:cNvGrpSpPr/>
        <p:nvPr/>
      </p:nvGrpSpPr>
      <p:grpSpPr>
        <a:xfrm>
          <a:off x="0" y="0"/>
          <a:ext cx="0" cy="0"/>
          <a:chOff x="0" y="0"/>
          <a:chExt cx="0" cy="0"/>
        </a:xfrm>
      </p:grpSpPr>
      <p:sp>
        <p:nvSpPr>
          <p:cNvPr id="75" name="Google Shape;75;g35c4bec6024_0_764"/>
          <p:cNvSpPr/>
          <p:nvPr/>
        </p:nvSpPr>
        <p:spPr>
          <a:xfrm>
            <a:off x="61" y="5649000"/>
            <a:ext cx="14740800" cy="4638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5c4bec6024_0_764"/>
          <p:cNvSpPr/>
          <p:nvPr/>
        </p:nvSpPr>
        <p:spPr>
          <a:xfrm flipH="1">
            <a:off x="7165200" y="3101400"/>
            <a:ext cx="11122800" cy="71856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5c4bec6024_0_764"/>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5c4bec6024_0_764"/>
          <p:cNvSpPr txBox="1"/>
          <p:nvPr>
            <p:ph idx="1" type="body"/>
          </p:nvPr>
        </p:nvSpPr>
        <p:spPr>
          <a:xfrm>
            <a:off x="656050" y="8327000"/>
            <a:ext cx="14830200" cy="1210200"/>
          </a:xfrm>
          <a:prstGeom prst="rect">
            <a:avLst/>
          </a:prstGeom>
          <a:noFill/>
          <a:ln>
            <a:noFill/>
          </a:ln>
        </p:spPr>
        <p:txBody>
          <a:bodyPr anchorCtr="0" anchor="b"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79" name="Google Shape;79;g35c4bec6024_0_764"/>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80" name="Shape 80"/>
        <p:cNvGrpSpPr/>
        <p:nvPr/>
      </p:nvGrpSpPr>
      <p:grpSpPr>
        <a:xfrm>
          <a:off x="0" y="0"/>
          <a:ext cx="0" cy="0"/>
          <a:chOff x="0" y="0"/>
          <a:chExt cx="0" cy="0"/>
        </a:xfrm>
      </p:grpSpPr>
      <p:sp>
        <p:nvSpPr>
          <p:cNvPr id="81" name="Google Shape;81;g35c4bec6024_0_770"/>
          <p:cNvSpPr/>
          <p:nvPr/>
        </p:nvSpPr>
        <p:spPr>
          <a:xfrm flipH="1">
            <a:off x="11138400" y="5668150"/>
            <a:ext cx="7149600" cy="46188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 name="Google Shape;82;g35c4bec6024_0_770"/>
          <p:cNvGrpSpPr/>
          <p:nvPr/>
        </p:nvGrpSpPr>
        <p:grpSpPr>
          <a:xfrm>
            <a:off x="11918444" y="8239152"/>
            <a:ext cx="5041902" cy="2048330"/>
            <a:chOff x="6917201" y="0"/>
            <a:chExt cx="2227776" cy="863400"/>
          </a:xfrm>
        </p:grpSpPr>
        <p:sp>
          <p:nvSpPr>
            <p:cNvPr id="83" name="Google Shape;83;g35c4bec6024_0_770"/>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5c4bec6024_0_770"/>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5c4bec6024_0_770"/>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 name="Google Shape;86;g35c4bec6024_0_770"/>
          <p:cNvGrpSpPr/>
          <p:nvPr/>
        </p:nvGrpSpPr>
        <p:grpSpPr>
          <a:xfrm>
            <a:off x="398298" y="4"/>
            <a:ext cx="5590825" cy="2166616"/>
            <a:chOff x="6917201" y="0"/>
            <a:chExt cx="2227776" cy="863400"/>
          </a:xfrm>
        </p:grpSpPr>
        <p:sp>
          <p:nvSpPr>
            <p:cNvPr id="87" name="Google Shape;87;g35c4bec6024_0_7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5c4bec6024_0_7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5c4bec6024_0_7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g35c4bec6024_0_770"/>
          <p:cNvSpPr txBox="1"/>
          <p:nvPr>
            <p:ph hasCustomPrompt="1" type="title"/>
          </p:nvPr>
        </p:nvSpPr>
        <p:spPr>
          <a:xfrm>
            <a:off x="2771700" y="2767700"/>
            <a:ext cx="12744600" cy="2759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17200"/>
              <a:buNone/>
              <a:defRPr sz="17200">
                <a:solidFill>
                  <a:schemeClr val="dk2"/>
                </a:solidFill>
              </a:defRPr>
            </a:lvl1pPr>
            <a:lvl2pPr lvl="1" algn="ctr">
              <a:lnSpc>
                <a:spcPct val="100000"/>
              </a:lnSpc>
              <a:spcBef>
                <a:spcPts val="0"/>
              </a:spcBef>
              <a:spcAft>
                <a:spcPts val="0"/>
              </a:spcAft>
              <a:buClr>
                <a:schemeClr val="dk2"/>
              </a:buClr>
              <a:buSzPts val="17200"/>
              <a:buNone/>
              <a:defRPr sz="17200">
                <a:solidFill>
                  <a:schemeClr val="dk2"/>
                </a:solidFill>
              </a:defRPr>
            </a:lvl2pPr>
            <a:lvl3pPr lvl="2" algn="ctr">
              <a:lnSpc>
                <a:spcPct val="100000"/>
              </a:lnSpc>
              <a:spcBef>
                <a:spcPts val="0"/>
              </a:spcBef>
              <a:spcAft>
                <a:spcPts val="0"/>
              </a:spcAft>
              <a:buClr>
                <a:schemeClr val="dk2"/>
              </a:buClr>
              <a:buSzPts val="17200"/>
              <a:buNone/>
              <a:defRPr sz="17200">
                <a:solidFill>
                  <a:schemeClr val="dk2"/>
                </a:solidFill>
              </a:defRPr>
            </a:lvl3pPr>
            <a:lvl4pPr lvl="3" algn="ctr">
              <a:lnSpc>
                <a:spcPct val="100000"/>
              </a:lnSpc>
              <a:spcBef>
                <a:spcPts val="0"/>
              </a:spcBef>
              <a:spcAft>
                <a:spcPts val="0"/>
              </a:spcAft>
              <a:buClr>
                <a:schemeClr val="dk2"/>
              </a:buClr>
              <a:buSzPts val="17200"/>
              <a:buNone/>
              <a:defRPr sz="17200">
                <a:solidFill>
                  <a:schemeClr val="dk2"/>
                </a:solidFill>
              </a:defRPr>
            </a:lvl4pPr>
            <a:lvl5pPr lvl="4" algn="ctr">
              <a:lnSpc>
                <a:spcPct val="100000"/>
              </a:lnSpc>
              <a:spcBef>
                <a:spcPts val="0"/>
              </a:spcBef>
              <a:spcAft>
                <a:spcPts val="0"/>
              </a:spcAft>
              <a:buClr>
                <a:schemeClr val="dk2"/>
              </a:buClr>
              <a:buSzPts val="17200"/>
              <a:buNone/>
              <a:defRPr sz="17200">
                <a:solidFill>
                  <a:schemeClr val="dk2"/>
                </a:solidFill>
              </a:defRPr>
            </a:lvl5pPr>
            <a:lvl6pPr lvl="5" algn="ctr">
              <a:lnSpc>
                <a:spcPct val="100000"/>
              </a:lnSpc>
              <a:spcBef>
                <a:spcPts val="0"/>
              </a:spcBef>
              <a:spcAft>
                <a:spcPts val="0"/>
              </a:spcAft>
              <a:buClr>
                <a:schemeClr val="dk2"/>
              </a:buClr>
              <a:buSzPts val="17200"/>
              <a:buNone/>
              <a:defRPr sz="17200">
                <a:solidFill>
                  <a:schemeClr val="dk2"/>
                </a:solidFill>
              </a:defRPr>
            </a:lvl6pPr>
            <a:lvl7pPr lvl="6" algn="ctr">
              <a:lnSpc>
                <a:spcPct val="100000"/>
              </a:lnSpc>
              <a:spcBef>
                <a:spcPts val="0"/>
              </a:spcBef>
              <a:spcAft>
                <a:spcPts val="0"/>
              </a:spcAft>
              <a:buClr>
                <a:schemeClr val="dk2"/>
              </a:buClr>
              <a:buSzPts val="17200"/>
              <a:buNone/>
              <a:defRPr sz="17200">
                <a:solidFill>
                  <a:schemeClr val="dk2"/>
                </a:solidFill>
              </a:defRPr>
            </a:lvl7pPr>
            <a:lvl8pPr lvl="7" algn="ctr">
              <a:lnSpc>
                <a:spcPct val="100000"/>
              </a:lnSpc>
              <a:spcBef>
                <a:spcPts val="0"/>
              </a:spcBef>
              <a:spcAft>
                <a:spcPts val="0"/>
              </a:spcAft>
              <a:buClr>
                <a:schemeClr val="dk2"/>
              </a:buClr>
              <a:buSzPts val="17200"/>
              <a:buNone/>
              <a:defRPr sz="17200">
                <a:solidFill>
                  <a:schemeClr val="dk2"/>
                </a:solidFill>
              </a:defRPr>
            </a:lvl8pPr>
            <a:lvl9pPr lvl="8" algn="ctr">
              <a:lnSpc>
                <a:spcPct val="100000"/>
              </a:lnSpc>
              <a:spcBef>
                <a:spcPts val="0"/>
              </a:spcBef>
              <a:spcAft>
                <a:spcPts val="0"/>
              </a:spcAft>
              <a:buClr>
                <a:schemeClr val="dk2"/>
              </a:buClr>
              <a:buSzPts val="17200"/>
              <a:buNone/>
              <a:defRPr sz="17200">
                <a:solidFill>
                  <a:schemeClr val="dk2"/>
                </a:solidFill>
              </a:defRPr>
            </a:lvl9pPr>
          </a:lstStyle>
          <a:p>
            <a:r>
              <a:t>xx%</a:t>
            </a:r>
          </a:p>
        </p:txBody>
      </p:sp>
      <p:sp>
        <p:nvSpPr>
          <p:cNvPr id="91" name="Google Shape;91;g35c4bec6024_0_770"/>
          <p:cNvSpPr txBox="1"/>
          <p:nvPr>
            <p:ph idx="1" type="body"/>
          </p:nvPr>
        </p:nvSpPr>
        <p:spPr>
          <a:xfrm>
            <a:off x="2771700" y="5727700"/>
            <a:ext cx="12744600" cy="12822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SzPts val="26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92" name="Google Shape;92;g35c4bec6024_0_7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3" name="Shape 93"/>
        <p:cNvGrpSpPr/>
        <p:nvPr/>
      </p:nvGrpSpPr>
      <p:grpSpPr>
        <a:xfrm>
          <a:off x="0" y="0"/>
          <a:ext cx="0" cy="0"/>
          <a:chOff x="0" y="0"/>
          <a:chExt cx="0" cy="0"/>
        </a:xfrm>
      </p:grpSpPr>
      <p:sp>
        <p:nvSpPr>
          <p:cNvPr id="94" name="Google Shape;94;g35c4bec6024_0_710"/>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5c4bec6024_0_710"/>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5c4bec6024_0_710"/>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5c4bec6024_0_710"/>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8" name="Google Shape;98;g35c4bec6024_0_710"/>
          <p:cNvSpPr txBox="1"/>
          <p:nvPr>
            <p:ph idx="1" type="body"/>
          </p:nvPr>
        </p:nvSpPr>
        <p:spPr>
          <a:xfrm>
            <a:off x="1638300" y="3981450"/>
            <a:ext cx="150114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9" name="Google Shape;99;g35c4bec6024_0_71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0" name="Shape 100"/>
        <p:cNvGrpSpPr/>
        <p:nvPr/>
      </p:nvGrpSpPr>
      <p:grpSpPr>
        <a:xfrm>
          <a:off x="0" y="0"/>
          <a:ext cx="0" cy="0"/>
          <a:chOff x="0" y="0"/>
          <a:chExt cx="0" cy="0"/>
        </a:xfrm>
      </p:grpSpPr>
      <p:sp>
        <p:nvSpPr>
          <p:cNvPr id="101" name="Google Shape;101;g35c4bec6024_0_717"/>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5c4bec6024_0_717"/>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5c4bec6024_0_717"/>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5c4bec6024_0_717"/>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05" name="Google Shape;105;g35c4bec6024_0_717"/>
          <p:cNvSpPr txBox="1"/>
          <p:nvPr>
            <p:ph idx="1" type="body"/>
          </p:nvPr>
        </p:nvSpPr>
        <p:spPr>
          <a:xfrm>
            <a:off x="163830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6" name="Google Shape;106;g35c4bec6024_0_717"/>
          <p:cNvSpPr txBox="1"/>
          <p:nvPr>
            <p:ph idx="2" type="body"/>
          </p:nvPr>
        </p:nvSpPr>
        <p:spPr>
          <a:xfrm>
            <a:off x="927735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7" name="Google Shape;107;g35c4bec6024_0_717"/>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8" name="Shape 108"/>
        <p:cNvGrpSpPr/>
        <p:nvPr/>
      </p:nvGrpSpPr>
      <p:grpSpPr>
        <a:xfrm>
          <a:off x="0" y="0"/>
          <a:ext cx="0" cy="0"/>
          <a:chOff x="0" y="0"/>
          <a:chExt cx="0" cy="0"/>
        </a:xfrm>
      </p:grpSpPr>
      <p:sp>
        <p:nvSpPr>
          <p:cNvPr id="109" name="Google Shape;109;g35c4bec6024_0_725"/>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5c4bec6024_0_725"/>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5c4bec6024_0_725"/>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5c4bec6024_0_725"/>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3" name="Google Shape;113;g35c4bec6024_0_725"/>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14" name="Shape 114"/>
        <p:cNvGrpSpPr/>
        <p:nvPr/>
      </p:nvGrpSpPr>
      <p:grpSpPr>
        <a:xfrm>
          <a:off x="0" y="0"/>
          <a:ext cx="0" cy="0"/>
          <a:chOff x="0" y="0"/>
          <a:chExt cx="0" cy="0"/>
        </a:xfrm>
      </p:grpSpPr>
      <p:sp>
        <p:nvSpPr>
          <p:cNvPr id="115" name="Google Shape;115;g35c4bec6024_0_756"/>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5c4bec6024_0_756"/>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5c4bec6024_0_756"/>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5c4bec6024_0_756"/>
          <p:cNvSpPr txBox="1"/>
          <p:nvPr>
            <p:ph type="title"/>
          </p:nvPr>
        </p:nvSpPr>
        <p:spPr>
          <a:xfrm>
            <a:off x="1638300" y="1691200"/>
            <a:ext cx="12848400" cy="141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9" name="Google Shape;119;g35c4bec6024_0_756"/>
          <p:cNvSpPr txBox="1"/>
          <p:nvPr>
            <p:ph idx="1" type="subTitle"/>
          </p:nvPr>
        </p:nvSpPr>
        <p:spPr>
          <a:xfrm>
            <a:off x="1638300" y="3101400"/>
            <a:ext cx="11719800" cy="787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0" name="Google Shape;120;g35c4bec6024_0_756"/>
          <p:cNvSpPr txBox="1"/>
          <p:nvPr>
            <p:ph idx="2" type="body"/>
          </p:nvPr>
        </p:nvSpPr>
        <p:spPr>
          <a:xfrm>
            <a:off x="1638300" y="4934100"/>
            <a:ext cx="11719800" cy="4191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21" name="Google Shape;121;g35c4bec6024_0_75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g35c4bec6024_0_783"/>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g35c4bec6024_0_66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9pPr>
          </a:lstStyle>
          <a:p/>
        </p:txBody>
      </p:sp>
      <p:sp>
        <p:nvSpPr>
          <p:cNvPr id="7" name="Google Shape;7;g35c4bec6024_0_666"/>
          <p:cNvSpPr txBox="1"/>
          <p:nvPr>
            <p:ph idx="1" type="body"/>
          </p:nvPr>
        </p:nvSpPr>
        <p:spPr>
          <a:xfrm>
            <a:off x="623400" y="2304950"/>
            <a:ext cx="17041200" cy="6782400"/>
          </a:xfrm>
          <a:prstGeom prst="rect">
            <a:avLst/>
          </a:prstGeom>
          <a:noFill/>
          <a:ln>
            <a:noFill/>
          </a:ln>
        </p:spPr>
        <p:txBody>
          <a:bodyPr anchorCtr="0" anchor="t" bIns="182850" lIns="182850" spcFirstLastPara="1" rIns="182850" wrap="square" tIns="182850">
            <a:normAutofit/>
          </a:bodyPr>
          <a:lstStyle>
            <a:lvl1pPr indent="-393700" lvl="0" marL="457200" marR="0" rtl="0" algn="l">
              <a:lnSpc>
                <a:spcPct val="115000"/>
              </a:lnSpc>
              <a:spcBef>
                <a:spcPts val="0"/>
              </a:spcBef>
              <a:spcAft>
                <a:spcPts val="0"/>
              </a:spcAft>
              <a:buClr>
                <a:schemeClr val="dk2"/>
              </a:buClr>
              <a:buSzPts val="2600"/>
              <a:buFont typeface="Calibri"/>
              <a:buChar char="●"/>
              <a:defRPr b="0" i="0" sz="2600" u="none" cap="none" strike="noStrike">
                <a:solidFill>
                  <a:schemeClr val="dk2"/>
                </a:solidFill>
                <a:latin typeface="Calibri"/>
                <a:ea typeface="Calibri"/>
                <a:cs typeface="Calibri"/>
                <a:sym typeface="Calibri"/>
              </a:defRPr>
            </a:lvl1pPr>
            <a:lvl2pPr indent="-368300" lvl="1" marL="914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2pPr>
            <a:lvl3pPr indent="-368300" lvl="2" marL="1371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3pPr>
            <a:lvl4pPr indent="-368300" lvl="3" marL="1828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4pPr>
            <a:lvl5pPr indent="-368300" lvl="4" marL="22860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5pPr>
            <a:lvl6pPr indent="-368300" lvl="5" marL="27432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6pPr>
            <a:lvl7pPr indent="-368300" lvl="6" marL="3200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7pPr>
            <a:lvl8pPr indent="-368300" lvl="7" marL="3657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8pPr>
            <a:lvl9pPr indent="-368300" lvl="8" marL="4114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9pPr>
          </a:lstStyle>
          <a:p/>
        </p:txBody>
      </p:sp>
      <p:sp>
        <p:nvSpPr>
          <p:cNvPr id="8" name="Google Shape;8;g35c4bec6024_0_66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aws.amazon.com/es/getting-started/cloud-essentials/" TargetMode="External"/><Relationship Id="rId4" Type="http://schemas.openxmlformats.org/officeDocument/2006/relationships/hyperlink" Target="https://www.oposicionesguardiacivilweb.com/wp-content/uploads/2019/04/TEMA-24-INFORMATICA-TEOR%C3%8DA-C%C3%93DIGO-BINARIO.pdf" TargetMode="External"/><Relationship Id="rId5" Type="http://schemas.openxmlformats.org/officeDocument/2006/relationships/hyperlink" Target="https://www.ionos.es/digitalguide/servidores/know-how/ascii-american-standard-code-for-information-interchang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29" name="Google Shape;129;p1"/>
          <p:cNvSpPr txBox="1"/>
          <p:nvPr/>
        </p:nvSpPr>
        <p:spPr>
          <a:xfrm>
            <a:off x="1063303" y="6994239"/>
            <a:ext cx="57174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ALGORITMOS</a:t>
            </a:r>
            <a:endParaRPr b="1" i="0" sz="5000" u="none" cap="none" strike="noStrike">
              <a:solidFill>
                <a:srgbClr val="131416"/>
              </a:solidFill>
              <a:latin typeface="Open Sans"/>
              <a:ea typeface="Open Sans"/>
              <a:cs typeface="Open Sans"/>
              <a:sym typeface="Open Sans"/>
            </a:endParaRPr>
          </a:p>
        </p:txBody>
      </p:sp>
      <p:sp>
        <p:nvSpPr>
          <p:cNvPr id="130" name="Google Shape;130;p1"/>
          <p:cNvSpPr txBox="1"/>
          <p:nvPr/>
        </p:nvSpPr>
        <p:spPr>
          <a:xfrm>
            <a:off x="941850" y="3529150"/>
            <a:ext cx="164043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Codificacion de la informacion</a:t>
            </a:r>
            <a:endParaRPr b="0" i="0" sz="1400" u="none" cap="none" strike="noStrike">
              <a:solidFill>
                <a:srgbClr val="000000"/>
              </a:solidFill>
              <a:latin typeface="Arial"/>
              <a:ea typeface="Arial"/>
              <a:cs typeface="Arial"/>
              <a:sym typeface="Arial"/>
            </a:endParaRPr>
          </a:p>
        </p:txBody>
      </p:sp>
      <p:sp>
        <p:nvSpPr>
          <p:cNvPr id="131" name="Google Shape;131;p1"/>
          <p:cNvSpPr txBox="1"/>
          <p:nvPr/>
        </p:nvSpPr>
        <p:spPr>
          <a:xfrm>
            <a:off x="1063303" y="8745251"/>
            <a:ext cx="6981300" cy="422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32" name="Google Shape;132;p1"/>
          <p:cNvSpPr txBox="1"/>
          <p:nvPr/>
        </p:nvSpPr>
        <p:spPr>
          <a:xfrm>
            <a:off x="1028700" y="9210675"/>
            <a:ext cx="6667500" cy="422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33" name="Google Shape;133;p1"/>
          <p:cNvSpPr txBox="1"/>
          <p:nvPr/>
        </p:nvSpPr>
        <p:spPr>
          <a:xfrm>
            <a:off x="228600" y="9588254"/>
            <a:ext cx="8115300" cy="419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2"/>
          <p:cNvGrpSpPr/>
          <p:nvPr/>
        </p:nvGrpSpPr>
        <p:grpSpPr>
          <a:xfrm>
            <a:off x="176625" y="3920850"/>
            <a:ext cx="8126375" cy="958432"/>
            <a:chOff x="0" y="0"/>
            <a:chExt cx="1964221" cy="283778"/>
          </a:xfrm>
        </p:grpSpPr>
        <p:sp>
          <p:nvSpPr>
            <p:cNvPr id="139" name="Google Shape;13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0" name="Google Shape;140;p2"/>
            <p:cNvSpPr txBox="1"/>
            <p:nvPr/>
          </p:nvSpPr>
          <p:spPr>
            <a:xfrm>
              <a:off x="0" y="30578"/>
              <a:ext cx="1849800" cy="2532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Conceptos básicos de la Nube</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760629" y="4030467"/>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2" name="Google Shape;142;p2"/>
          <p:cNvSpPr txBox="1"/>
          <p:nvPr/>
        </p:nvSpPr>
        <p:spPr>
          <a:xfrm>
            <a:off x="592749" y="161205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43" name="Google Shape;143;p2"/>
          <p:cNvSpPr txBox="1"/>
          <p:nvPr/>
        </p:nvSpPr>
        <p:spPr>
          <a:xfrm>
            <a:off x="10247578" y="26330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44" name="Google Shape;144;p2"/>
          <p:cNvGrpSpPr/>
          <p:nvPr/>
        </p:nvGrpSpPr>
        <p:grpSpPr>
          <a:xfrm>
            <a:off x="11779155" y="5047755"/>
            <a:ext cx="5353682" cy="1701155"/>
            <a:chOff x="0" y="-114300"/>
            <a:chExt cx="1410014" cy="448038"/>
          </a:xfrm>
        </p:grpSpPr>
        <p:sp>
          <p:nvSpPr>
            <p:cNvPr id="145" name="Google Shape;14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46" name="Google Shape;146;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47" name="Google Shape;147;p2"/>
          <p:cNvGrpSpPr/>
          <p:nvPr/>
        </p:nvGrpSpPr>
        <p:grpSpPr>
          <a:xfrm>
            <a:off x="176625" y="5080426"/>
            <a:ext cx="10328856" cy="845568"/>
            <a:chOff x="-33588" y="-231120"/>
            <a:chExt cx="1964221" cy="360000"/>
          </a:xfrm>
        </p:grpSpPr>
        <p:sp>
          <p:nvSpPr>
            <p:cNvPr id="148" name="Google Shape;148;p2"/>
            <p:cNvSpPr/>
            <p:nvPr/>
          </p:nvSpPr>
          <p:spPr>
            <a:xfrm>
              <a:off x="-33588" y="-192982"/>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9" name="Google Shape;149;p2"/>
            <p:cNvSpPr txBox="1"/>
            <p:nvPr/>
          </p:nvSpPr>
          <p:spPr>
            <a:xfrm>
              <a:off x="23621" y="-23112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Sistema Decimal, Binario, Octal, Hexadecimal</a:t>
              </a:r>
              <a:endParaRPr b="0" i="0" sz="1400" u="none" cap="none" strike="noStrike">
                <a:solidFill>
                  <a:srgbClr val="000000"/>
                </a:solidFill>
                <a:latin typeface="Arial"/>
                <a:ea typeface="Arial"/>
                <a:cs typeface="Arial"/>
                <a:sym typeface="Arial"/>
              </a:endParaRPr>
            </a:p>
          </p:txBody>
        </p:sp>
      </p:grpSp>
      <p:grpSp>
        <p:nvGrpSpPr>
          <p:cNvPr id="150" name="Google Shape;150;p2"/>
          <p:cNvGrpSpPr/>
          <p:nvPr/>
        </p:nvGrpSpPr>
        <p:grpSpPr>
          <a:xfrm>
            <a:off x="176625" y="6425872"/>
            <a:ext cx="10918908" cy="845568"/>
            <a:chOff x="0" y="-76200"/>
            <a:chExt cx="1964221" cy="360000"/>
          </a:xfrm>
        </p:grpSpPr>
        <p:sp>
          <p:nvSpPr>
            <p:cNvPr id="151" name="Google Shape;15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2" name="Google Shape;152;p2"/>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      Codificación ASCII, EBCDIC, UNICODE, ISO-8859</a:t>
              </a:r>
              <a:endParaRPr b="0" i="0" sz="1400" u="none" cap="none" strike="noStrike">
                <a:solidFill>
                  <a:srgbClr val="000000"/>
                </a:solidFill>
                <a:latin typeface="Arial"/>
                <a:ea typeface="Arial"/>
                <a:cs typeface="Arial"/>
                <a:sym typeface="Arial"/>
              </a:endParaRPr>
            </a:p>
          </p:txBody>
        </p:sp>
      </p:grpSp>
      <p:grpSp>
        <p:nvGrpSpPr>
          <p:cNvPr id="153" name="Google Shape;153;p2"/>
          <p:cNvGrpSpPr/>
          <p:nvPr/>
        </p:nvGrpSpPr>
        <p:grpSpPr>
          <a:xfrm>
            <a:off x="68901" y="7508981"/>
            <a:ext cx="7710227" cy="852389"/>
            <a:chOff x="-28465" y="-205775"/>
            <a:chExt cx="1978453" cy="362904"/>
          </a:xfrm>
        </p:grpSpPr>
        <p:sp>
          <p:nvSpPr>
            <p:cNvPr id="154" name="Google Shape;154;p2"/>
            <p:cNvSpPr/>
            <p:nvPr/>
          </p:nvSpPr>
          <p:spPr>
            <a:xfrm>
              <a:off x="-14234" y="-205775"/>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rgbClr val="434343"/>
              </a:solidFill>
              <a:prstDash val="solid"/>
              <a:round/>
              <a:headEnd len="sm" w="sm" type="none"/>
              <a:tailEnd len="sm" w="sm" type="none"/>
            </a:ln>
          </p:spPr>
        </p:sp>
        <p:sp>
          <p:nvSpPr>
            <p:cNvPr id="155" name="Google Shape;155;p2"/>
            <p:cNvSpPr txBox="1"/>
            <p:nvPr/>
          </p:nvSpPr>
          <p:spPr>
            <a:xfrm>
              <a:off x="-28465" y="-202871"/>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Tipos de datos primitivos</a:t>
              </a:r>
              <a:endParaRPr b="0" i="0" sz="1400" u="none" cap="none" strike="noStrike">
                <a:solidFill>
                  <a:srgbClr val="000000"/>
                </a:solidFill>
                <a:latin typeface="Arial"/>
                <a:ea typeface="Arial"/>
                <a:cs typeface="Arial"/>
                <a:sym typeface="Arial"/>
              </a:endParaRPr>
            </a:p>
          </p:txBody>
        </p:sp>
      </p:grpSp>
      <p:grpSp>
        <p:nvGrpSpPr>
          <p:cNvPr id="156" name="Google Shape;156;p2"/>
          <p:cNvGrpSpPr/>
          <p:nvPr/>
        </p:nvGrpSpPr>
        <p:grpSpPr>
          <a:xfrm>
            <a:off x="176625" y="8412922"/>
            <a:ext cx="6178654" cy="845387"/>
            <a:chOff x="0" y="-76200"/>
            <a:chExt cx="1964221" cy="359923"/>
          </a:xfrm>
        </p:grpSpPr>
        <p:sp>
          <p:nvSpPr>
            <p:cNvPr id="157" name="Google Shape;15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8" name="Google Shape;158;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imagenes udio, video</a:t>
              </a:r>
              <a:endParaRPr b="0" i="0" sz="1400" u="none" cap="none" strike="noStrike">
                <a:solidFill>
                  <a:srgbClr val="000000"/>
                </a:solidFill>
                <a:latin typeface="Arial"/>
                <a:ea typeface="Arial"/>
                <a:cs typeface="Arial"/>
                <a:sym typeface="Arial"/>
              </a:endParaRPr>
            </a:p>
          </p:txBody>
        </p:sp>
      </p:grpSp>
      <p:sp>
        <p:nvSpPr>
          <p:cNvPr id="159" name="Google Shape;159;p2"/>
          <p:cNvSpPr/>
          <p:nvPr/>
        </p:nvSpPr>
        <p:spPr>
          <a:xfrm>
            <a:off x="592754" y="5228168"/>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0" name="Google Shape;160;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1" name="Google Shape;161;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2" name="Google Shape;162;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
          <p:cNvSpPr txBox="1"/>
          <p:nvPr/>
        </p:nvSpPr>
        <p:spPr>
          <a:xfrm>
            <a:off x="1492889" y="2011539"/>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68" name="Google Shape;168;p3"/>
          <p:cNvSpPr txBox="1"/>
          <p:nvPr/>
        </p:nvSpPr>
        <p:spPr>
          <a:xfrm>
            <a:off x="1320025" y="3429000"/>
            <a:ext cx="15774600" cy="38007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2899">
                <a:solidFill>
                  <a:srgbClr val="131416"/>
                </a:solidFill>
                <a:latin typeface="Open Sans"/>
                <a:ea typeface="Open Sans"/>
                <a:cs typeface="Open Sans"/>
                <a:sym typeface="Open Sans"/>
              </a:rPr>
              <a:t>Desarrolla  sistemas de codificación de información mediante la conversión entre sistemas numéricos (decimal, binario, octal, hexadecimal) y la aplicación de estándares de codificación (ASCII, EBCDIC, UNICODE, ISO-8859),  considerando tipos de datos primitivos y formatos multimedia (imágenes, audio, video),  para garantizar la representación eficiente y precisa de la información en sistemas computacionales. 	</a:t>
            </a:r>
            <a:r>
              <a:rPr b="1" lang="en-US" sz="4399">
                <a:solidFill>
                  <a:srgbClr val="131416"/>
                </a:solidFill>
                <a:latin typeface="Open Sans"/>
                <a:ea typeface="Open Sans"/>
                <a:cs typeface="Open Sans"/>
                <a:sym typeface="Open Sans"/>
              </a:rPr>
              <a:t>						</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5c4bec6024_1_8"/>
          <p:cNvSpPr txBox="1"/>
          <p:nvPr>
            <p:ph type="ctrTitle"/>
          </p:nvPr>
        </p:nvSpPr>
        <p:spPr>
          <a:xfrm>
            <a:off x="4960250" y="614100"/>
            <a:ext cx="92421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5714"/>
              <a:buNone/>
            </a:pPr>
            <a:r>
              <a:rPr lang="en-US" sz="5600"/>
              <a:t>Conceptos básicos de la Nube</a:t>
            </a:r>
            <a:endParaRPr sz="5600"/>
          </a:p>
          <a:p>
            <a:pPr indent="0" lvl="0" marL="0" rtl="0" algn="ctr">
              <a:lnSpc>
                <a:spcPct val="100000"/>
              </a:lnSpc>
              <a:spcBef>
                <a:spcPts val="0"/>
              </a:spcBef>
              <a:spcAft>
                <a:spcPts val="0"/>
              </a:spcAft>
              <a:buSzPct val="100000"/>
              <a:buNone/>
            </a:pPr>
            <a:r>
              <a:t/>
            </a:r>
            <a:endParaRPr/>
          </a:p>
        </p:txBody>
      </p:sp>
      <p:sp>
        <p:nvSpPr>
          <p:cNvPr id="174" name="Google Shape;174;g35c4bec6024_1_8"/>
          <p:cNvSpPr txBox="1"/>
          <p:nvPr>
            <p:ph idx="1" type="subTitle"/>
          </p:nvPr>
        </p:nvSpPr>
        <p:spPr>
          <a:xfrm>
            <a:off x="533250" y="1925925"/>
            <a:ext cx="17073000" cy="7458600"/>
          </a:xfrm>
          <a:prstGeom prst="rect">
            <a:avLst/>
          </a:prstGeom>
          <a:noFill/>
          <a:ln>
            <a:noFill/>
          </a:ln>
        </p:spPr>
        <p:txBody>
          <a:bodyPr anchorCtr="0" anchor="t" bIns="182850" lIns="182850" spcFirstLastPara="1" rIns="182850" wrap="square" tIns="182850">
            <a:normAutofit lnSpcReduction="10000"/>
          </a:bodyPr>
          <a:lstStyle/>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La computación en la nube, o Cloud Computing, es un modelo de prestación de servicios informáticos que permite acceder a recursos tecnológicos como servidores, almacenamiento, bases de datos, redes, software y análisis, a través de Internet y bajo demanda. En lugar de mantener infraestructuras físicas locales, las organizaciones pueden utilizar estos recursos alojados en centros de datos de terceros, conocidos como proveedores de servicios en la nube (como Amazon Web Services, Microsoft Azure o Google Cloud Platform).</a:t>
            </a:r>
            <a:endParaRPr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t/>
            </a:r>
            <a:endParaRPr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Este modelo ofrece escalabilidad, flexibilidad, alta disponibilidad, reducción de costos y mantenimiento simplificado, ya que los usuarios solo pagan por lo que utilizan. Además, favorece la innovación al permitir implementar nuevas aplicaciones y servicios con rapidez y sin grandes inversiones iniciales.</a:t>
            </a:r>
            <a:endParaRPr sz="4279">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5c6645a5c6_0_3"/>
          <p:cNvSpPr txBox="1"/>
          <p:nvPr>
            <p:ph type="ctrTitle"/>
          </p:nvPr>
        </p:nvSpPr>
        <p:spPr>
          <a:xfrm>
            <a:off x="4960250" y="614100"/>
            <a:ext cx="92421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5714"/>
              <a:buNone/>
            </a:pPr>
            <a:r>
              <a:rPr lang="en-US" sz="5600"/>
              <a:t>Modelos de servicios en la nube</a:t>
            </a:r>
            <a:endParaRPr sz="5600"/>
          </a:p>
          <a:p>
            <a:pPr indent="0" lvl="0" marL="0" rtl="0" algn="ctr">
              <a:lnSpc>
                <a:spcPct val="100000"/>
              </a:lnSpc>
              <a:spcBef>
                <a:spcPts val="0"/>
              </a:spcBef>
              <a:spcAft>
                <a:spcPts val="0"/>
              </a:spcAft>
              <a:buSzPct val="100000"/>
              <a:buNone/>
            </a:pPr>
            <a:r>
              <a:t/>
            </a:r>
            <a:endParaRPr/>
          </a:p>
        </p:txBody>
      </p:sp>
      <p:sp>
        <p:nvSpPr>
          <p:cNvPr id="180" name="Google Shape;180;g35c6645a5c6_0_3"/>
          <p:cNvSpPr txBox="1"/>
          <p:nvPr>
            <p:ph idx="1" type="subTitle"/>
          </p:nvPr>
        </p:nvSpPr>
        <p:spPr>
          <a:xfrm>
            <a:off x="533250" y="1925925"/>
            <a:ext cx="170730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b="1" lang="en-US" sz="4279">
                <a:solidFill>
                  <a:srgbClr val="000000"/>
                </a:solidFill>
                <a:latin typeface="Roboto"/>
                <a:ea typeface="Roboto"/>
                <a:cs typeface="Roboto"/>
                <a:sym typeface="Roboto"/>
              </a:rPr>
              <a:t>IaaS (Infrastructure as a Service):</a:t>
            </a:r>
            <a:endParaRPr b="1"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Proporciona recursos de infraestructura como máquinas virtuales, redes, almacenamiento y servidores. El usuario tiene control sobre el sistema operativo y las aplicaciones.</a:t>
            </a:r>
            <a:endParaRPr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Ejemplo: Amazon EC2, Google Compute Engine.</a:t>
            </a:r>
            <a:endParaRPr sz="4279">
              <a:solidFill>
                <a:srgbClr val="000000"/>
              </a:solidFill>
              <a:latin typeface="Roboto"/>
              <a:ea typeface="Roboto"/>
              <a:cs typeface="Roboto"/>
              <a:sym typeface="Roboto"/>
            </a:endParaRPr>
          </a:p>
        </p:txBody>
      </p:sp>
      <p:pic>
        <p:nvPicPr>
          <p:cNvPr id="181" name="Google Shape;181;g35c6645a5c6_0_3"/>
          <p:cNvPicPr preferRelativeResize="0"/>
          <p:nvPr/>
        </p:nvPicPr>
        <p:blipFill>
          <a:blip r:embed="rId3">
            <a:alphaModFix/>
          </a:blip>
          <a:stretch>
            <a:fillRect/>
          </a:stretch>
        </p:blipFill>
        <p:spPr>
          <a:xfrm>
            <a:off x="4774675" y="5248375"/>
            <a:ext cx="7953500" cy="3976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5c6645a5c6_0_10"/>
          <p:cNvSpPr txBox="1"/>
          <p:nvPr>
            <p:ph type="ctrTitle"/>
          </p:nvPr>
        </p:nvSpPr>
        <p:spPr>
          <a:xfrm>
            <a:off x="4960250" y="614100"/>
            <a:ext cx="92421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5714"/>
              <a:buNone/>
            </a:pPr>
            <a:r>
              <a:rPr lang="en-US" sz="5600"/>
              <a:t>Modelos de servicios en la nube</a:t>
            </a:r>
            <a:endParaRPr sz="5600"/>
          </a:p>
          <a:p>
            <a:pPr indent="0" lvl="0" marL="0" rtl="0" algn="ctr">
              <a:lnSpc>
                <a:spcPct val="100000"/>
              </a:lnSpc>
              <a:spcBef>
                <a:spcPts val="0"/>
              </a:spcBef>
              <a:spcAft>
                <a:spcPts val="0"/>
              </a:spcAft>
              <a:buSzPct val="100000"/>
              <a:buNone/>
            </a:pPr>
            <a:r>
              <a:t/>
            </a:r>
            <a:endParaRPr/>
          </a:p>
        </p:txBody>
      </p:sp>
      <p:sp>
        <p:nvSpPr>
          <p:cNvPr id="187" name="Google Shape;187;g35c6645a5c6_0_10"/>
          <p:cNvSpPr txBox="1"/>
          <p:nvPr>
            <p:ph idx="1" type="subTitle"/>
          </p:nvPr>
        </p:nvSpPr>
        <p:spPr>
          <a:xfrm>
            <a:off x="533250" y="1925925"/>
            <a:ext cx="170730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b="1" lang="en-US" sz="4279">
                <a:solidFill>
                  <a:srgbClr val="000000"/>
                </a:solidFill>
                <a:latin typeface="Roboto"/>
                <a:ea typeface="Roboto"/>
                <a:cs typeface="Roboto"/>
                <a:sym typeface="Roboto"/>
              </a:rPr>
              <a:t>PaaS (Platform as a Service):</a:t>
            </a:r>
            <a:endParaRPr b="1"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Ofrece un entorno listo para desarrollar, probar y desplegar aplicaciones sin preocuparse por la infraestructura subyacente.</a:t>
            </a:r>
            <a:endParaRPr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Ejemplo: Heroku, Google App Engine, Microsoft Azure App Services.</a:t>
            </a:r>
            <a:endParaRPr sz="4279">
              <a:solidFill>
                <a:srgbClr val="000000"/>
              </a:solidFill>
              <a:latin typeface="Roboto"/>
              <a:ea typeface="Roboto"/>
              <a:cs typeface="Roboto"/>
              <a:sym typeface="Roboto"/>
            </a:endParaRPr>
          </a:p>
        </p:txBody>
      </p:sp>
      <p:pic>
        <p:nvPicPr>
          <p:cNvPr id="188" name="Google Shape;188;g35c6645a5c6_0_10"/>
          <p:cNvPicPr preferRelativeResize="0"/>
          <p:nvPr/>
        </p:nvPicPr>
        <p:blipFill>
          <a:blip r:embed="rId3">
            <a:alphaModFix/>
          </a:blip>
          <a:stretch>
            <a:fillRect/>
          </a:stretch>
        </p:blipFill>
        <p:spPr>
          <a:xfrm>
            <a:off x="4873000" y="4481250"/>
            <a:ext cx="7251949" cy="407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5c6645a5c6_0_17"/>
          <p:cNvSpPr txBox="1"/>
          <p:nvPr>
            <p:ph type="ctrTitle"/>
          </p:nvPr>
        </p:nvSpPr>
        <p:spPr>
          <a:xfrm>
            <a:off x="4960250" y="614100"/>
            <a:ext cx="92421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5714"/>
              <a:buNone/>
            </a:pPr>
            <a:r>
              <a:rPr lang="en-US" sz="5600"/>
              <a:t>Modelos de servicios en la nube</a:t>
            </a:r>
            <a:endParaRPr sz="5600"/>
          </a:p>
          <a:p>
            <a:pPr indent="0" lvl="0" marL="0" rtl="0" algn="ctr">
              <a:lnSpc>
                <a:spcPct val="100000"/>
              </a:lnSpc>
              <a:spcBef>
                <a:spcPts val="0"/>
              </a:spcBef>
              <a:spcAft>
                <a:spcPts val="0"/>
              </a:spcAft>
              <a:buSzPct val="100000"/>
              <a:buNone/>
            </a:pPr>
            <a:r>
              <a:t/>
            </a:r>
            <a:endParaRPr/>
          </a:p>
        </p:txBody>
      </p:sp>
      <p:sp>
        <p:nvSpPr>
          <p:cNvPr id="194" name="Google Shape;194;g35c6645a5c6_0_17"/>
          <p:cNvSpPr txBox="1"/>
          <p:nvPr>
            <p:ph idx="1" type="subTitle"/>
          </p:nvPr>
        </p:nvSpPr>
        <p:spPr>
          <a:xfrm>
            <a:off x="533250" y="1925925"/>
            <a:ext cx="170730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b="1" lang="en-US" sz="4279">
                <a:solidFill>
                  <a:srgbClr val="000000"/>
                </a:solidFill>
                <a:latin typeface="Roboto"/>
                <a:ea typeface="Roboto"/>
                <a:cs typeface="Roboto"/>
                <a:sym typeface="Roboto"/>
              </a:rPr>
              <a:t>SaaS (Software as a Service):</a:t>
            </a:r>
            <a:endParaRPr b="1"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Brinda acceso a software a través de internet, sin necesidad de instalación local. El proveedor se encarga del mantenimiento, seguridad y actualizaciones.</a:t>
            </a:r>
            <a:endParaRPr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Ejemplo: Gmail, Google Drive, Salesforce, Microsoft 365.</a:t>
            </a:r>
            <a:endParaRPr sz="4279">
              <a:solidFill>
                <a:srgbClr val="000000"/>
              </a:solidFill>
              <a:latin typeface="Roboto"/>
              <a:ea typeface="Roboto"/>
              <a:cs typeface="Roboto"/>
              <a:sym typeface="Roboto"/>
            </a:endParaRPr>
          </a:p>
        </p:txBody>
      </p:sp>
      <p:pic>
        <p:nvPicPr>
          <p:cNvPr id="195" name="Google Shape;195;g35c6645a5c6_0_17"/>
          <p:cNvPicPr preferRelativeResize="0"/>
          <p:nvPr/>
        </p:nvPicPr>
        <p:blipFill>
          <a:blip r:embed="rId3">
            <a:alphaModFix/>
          </a:blip>
          <a:stretch>
            <a:fillRect/>
          </a:stretch>
        </p:blipFill>
        <p:spPr>
          <a:xfrm>
            <a:off x="5954800" y="4913975"/>
            <a:ext cx="6773375" cy="422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5c6645a5c6_0_24"/>
          <p:cNvSpPr txBox="1"/>
          <p:nvPr>
            <p:ph type="ctrTitle"/>
          </p:nvPr>
        </p:nvSpPr>
        <p:spPr>
          <a:xfrm>
            <a:off x="4960250" y="614100"/>
            <a:ext cx="92421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5714"/>
              <a:buNone/>
            </a:pPr>
            <a:r>
              <a:rPr lang="en-US" sz="5600"/>
              <a:t>Modelos de Despliegue en la Nube</a:t>
            </a:r>
            <a:endParaRPr sz="5600"/>
          </a:p>
          <a:p>
            <a:pPr indent="0" lvl="0" marL="0" rtl="0" algn="ctr">
              <a:lnSpc>
                <a:spcPct val="100000"/>
              </a:lnSpc>
              <a:spcBef>
                <a:spcPts val="0"/>
              </a:spcBef>
              <a:spcAft>
                <a:spcPts val="0"/>
              </a:spcAft>
              <a:buSzPct val="100000"/>
              <a:buNone/>
            </a:pPr>
            <a:r>
              <a:t/>
            </a:r>
            <a:endParaRPr/>
          </a:p>
        </p:txBody>
      </p:sp>
      <p:sp>
        <p:nvSpPr>
          <p:cNvPr id="201" name="Google Shape;201;g35c6645a5c6_0_24"/>
          <p:cNvSpPr txBox="1"/>
          <p:nvPr>
            <p:ph idx="1" type="subTitle"/>
          </p:nvPr>
        </p:nvSpPr>
        <p:spPr>
          <a:xfrm>
            <a:off x="533250" y="1925925"/>
            <a:ext cx="8398800" cy="6339600"/>
          </a:xfrm>
          <a:prstGeom prst="rect">
            <a:avLst/>
          </a:prstGeom>
          <a:noFill/>
          <a:ln>
            <a:noFill/>
          </a:ln>
        </p:spPr>
        <p:txBody>
          <a:bodyPr anchorCtr="0" anchor="t" bIns="182850" lIns="182850" spcFirstLastPara="1" rIns="182850" wrap="square" tIns="182850">
            <a:normAutofit/>
          </a:bodyPr>
          <a:lstStyle/>
          <a:p>
            <a:pPr indent="0" lvl="0" marL="0" rtl="0" algn="l">
              <a:lnSpc>
                <a:spcPct val="60000"/>
              </a:lnSpc>
              <a:spcBef>
                <a:spcPts val="600"/>
              </a:spcBef>
              <a:spcAft>
                <a:spcPts val="0"/>
              </a:spcAft>
              <a:buSzPts val="4769"/>
              <a:buNone/>
            </a:pPr>
            <a:r>
              <a:rPr b="1" lang="en-US" sz="3116">
                <a:solidFill>
                  <a:srgbClr val="000000"/>
                </a:solidFill>
                <a:latin typeface="Roboto"/>
                <a:ea typeface="Roboto"/>
                <a:cs typeface="Roboto"/>
                <a:sym typeface="Roboto"/>
              </a:rPr>
              <a:t>Nube Pública:</a:t>
            </a:r>
            <a:endParaRPr b="1"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lang="en-US" sz="3116">
                <a:solidFill>
                  <a:srgbClr val="000000"/>
                </a:solidFill>
                <a:latin typeface="Roboto"/>
                <a:ea typeface="Roboto"/>
                <a:cs typeface="Roboto"/>
                <a:sym typeface="Roboto"/>
              </a:rPr>
              <a:t>Los recursos son propiedad de un proveedor externo y compartidos entre múltiples usuarios. Es el modelo más común y económico.</a:t>
            </a:r>
            <a:endParaRPr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lang="en-US" sz="3116">
                <a:solidFill>
                  <a:srgbClr val="000000"/>
                </a:solidFill>
                <a:latin typeface="Roboto"/>
                <a:ea typeface="Roboto"/>
                <a:cs typeface="Roboto"/>
                <a:sym typeface="Roboto"/>
              </a:rPr>
              <a:t>Ejemplo: AWS, Azure, GCP.</a:t>
            </a:r>
            <a:endParaRPr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t/>
            </a:r>
            <a:endParaRPr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b="1" lang="en-US" sz="3116">
                <a:solidFill>
                  <a:srgbClr val="000000"/>
                </a:solidFill>
                <a:latin typeface="Roboto"/>
                <a:ea typeface="Roboto"/>
                <a:cs typeface="Roboto"/>
                <a:sym typeface="Roboto"/>
              </a:rPr>
              <a:t>Nube Privada:</a:t>
            </a:r>
            <a:endParaRPr b="1"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lang="en-US" sz="3116">
                <a:solidFill>
                  <a:srgbClr val="000000"/>
                </a:solidFill>
                <a:latin typeface="Roboto"/>
                <a:ea typeface="Roboto"/>
                <a:cs typeface="Roboto"/>
                <a:sym typeface="Roboto"/>
              </a:rPr>
              <a:t>Infraestructura exclusiva para una sola organización, ya sea alojada localmente o en un proveedor externo. Brinda mayor control y seguridad.</a:t>
            </a:r>
            <a:endParaRPr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t/>
            </a:r>
            <a:endParaRPr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b="1" lang="en-US" sz="3116">
                <a:solidFill>
                  <a:srgbClr val="000000"/>
                </a:solidFill>
                <a:latin typeface="Roboto"/>
                <a:ea typeface="Roboto"/>
                <a:cs typeface="Roboto"/>
                <a:sym typeface="Roboto"/>
              </a:rPr>
              <a:t>Nube Híbrida:</a:t>
            </a:r>
            <a:endParaRPr b="1" sz="3116">
              <a:solidFill>
                <a:srgbClr val="000000"/>
              </a:solidFill>
              <a:latin typeface="Roboto"/>
              <a:ea typeface="Roboto"/>
              <a:cs typeface="Roboto"/>
              <a:sym typeface="Roboto"/>
            </a:endParaRPr>
          </a:p>
          <a:p>
            <a:pPr indent="0" lvl="0" marL="0" rtl="0" algn="l">
              <a:lnSpc>
                <a:spcPct val="60000"/>
              </a:lnSpc>
              <a:spcBef>
                <a:spcPts val="600"/>
              </a:spcBef>
              <a:spcAft>
                <a:spcPts val="0"/>
              </a:spcAft>
              <a:buSzPts val="4769"/>
              <a:buNone/>
            </a:pPr>
            <a:r>
              <a:rPr lang="en-US" sz="3116">
                <a:solidFill>
                  <a:srgbClr val="000000"/>
                </a:solidFill>
                <a:latin typeface="Roboto"/>
                <a:ea typeface="Roboto"/>
                <a:cs typeface="Roboto"/>
                <a:sym typeface="Roboto"/>
              </a:rPr>
              <a:t>Combina nubes públicas y privadas, permitiendo mover cargas de trabajo entre ambas según convenga. Ofrece flexibilidad y equilibrio entre costos y seguridad.</a:t>
            </a:r>
            <a:endParaRPr sz="3116">
              <a:solidFill>
                <a:srgbClr val="000000"/>
              </a:solidFill>
              <a:latin typeface="Roboto"/>
              <a:ea typeface="Roboto"/>
              <a:cs typeface="Roboto"/>
              <a:sym typeface="Roboto"/>
            </a:endParaRPr>
          </a:p>
        </p:txBody>
      </p:sp>
      <p:pic>
        <p:nvPicPr>
          <p:cNvPr id="202" name="Google Shape;202;g35c6645a5c6_0_24"/>
          <p:cNvPicPr preferRelativeResize="0"/>
          <p:nvPr/>
        </p:nvPicPr>
        <p:blipFill rotWithShape="1">
          <a:blip r:embed="rId3">
            <a:alphaModFix/>
          </a:blip>
          <a:srcRect b="21198" l="9119" r="6910" t="7209"/>
          <a:stretch/>
        </p:blipFill>
        <p:spPr>
          <a:xfrm>
            <a:off x="8695975" y="2917500"/>
            <a:ext cx="8969027" cy="4521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5c618dc18f_0_6"/>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7625"/>
              <a:buNone/>
            </a:pPr>
            <a:r>
              <a:rPr lang="en-US" sz="5522"/>
              <a:t>Sistema Decimal y Binario, </a:t>
            </a:r>
            <a:endParaRPr sz="5522"/>
          </a:p>
          <a:p>
            <a:pPr indent="0" lvl="0" marL="0" rtl="0" algn="l">
              <a:lnSpc>
                <a:spcPct val="100000"/>
              </a:lnSpc>
              <a:spcBef>
                <a:spcPts val="0"/>
              </a:spcBef>
              <a:spcAft>
                <a:spcPts val="0"/>
              </a:spcAft>
              <a:buSzPct val="137625"/>
              <a:buNone/>
            </a:pPr>
            <a:r>
              <a:t/>
            </a:r>
            <a:endParaRPr sz="5522"/>
          </a:p>
          <a:p>
            <a:pPr indent="0" lvl="0" marL="0" rtl="0" algn="ctr">
              <a:lnSpc>
                <a:spcPct val="100000"/>
              </a:lnSpc>
              <a:spcBef>
                <a:spcPts val="0"/>
              </a:spcBef>
              <a:spcAft>
                <a:spcPts val="0"/>
              </a:spcAft>
              <a:buSzPct val="100000"/>
              <a:buNone/>
            </a:pPr>
            <a:r>
              <a:t/>
            </a:r>
            <a:endParaRPr/>
          </a:p>
        </p:txBody>
      </p:sp>
      <p:sp>
        <p:nvSpPr>
          <p:cNvPr id="208" name="Google Shape;208;g35c618dc18f_0_6"/>
          <p:cNvSpPr txBox="1"/>
          <p:nvPr>
            <p:ph idx="1" type="subTitle"/>
          </p:nvPr>
        </p:nvSpPr>
        <p:spPr>
          <a:xfrm>
            <a:off x="533250" y="1323475"/>
            <a:ext cx="8674200" cy="7940700"/>
          </a:xfrm>
          <a:prstGeom prst="rect">
            <a:avLst/>
          </a:prstGeom>
          <a:noFill/>
          <a:ln>
            <a:noFill/>
          </a:ln>
        </p:spPr>
        <p:txBody>
          <a:bodyPr anchorCtr="0" anchor="t" bIns="182850" lIns="182850" spcFirstLastPara="1" rIns="182850" wrap="square" tIns="182850">
            <a:noAutofit/>
          </a:bodyPr>
          <a:lstStyle/>
          <a:p>
            <a:pPr indent="0" lvl="0" marL="0" rtl="0" algn="l">
              <a:lnSpc>
                <a:spcPct val="80000"/>
              </a:lnSpc>
              <a:spcBef>
                <a:spcPts val="600"/>
              </a:spcBef>
              <a:spcAft>
                <a:spcPts val="0"/>
              </a:spcAft>
              <a:buSzPts val="6153"/>
              <a:buNone/>
            </a:pPr>
            <a:r>
              <a:rPr lang="en-US" sz="2850">
                <a:solidFill>
                  <a:srgbClr val="000000"/>
                </a:solidFill>
                <a:latin typeface="Roboto"/>
                <a:ea typeface="Roboto"/>
                <a:cs typeface="Roboto"/>
                <a:sym typeface="Roboto"/>
              </a:rPr>
              <a:t>Los sistemas de numeración son conjuntos de símbolos y reglas para representar números.</a:t>
            </a:r>
            <a:endParaRPr sz="2850">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3"/>
              <a:buNone/>
            </a:pPr>
            <a:r>
              <a:t/>
            </a:r>
            <a:endParaRPr sz="2850">
              <a:solidFill>
                <a:srgbClr val="000000"/>
              </a:solidFill>
              <a:latin typeface="Roboto"/>
              <a:ea typeface="Roboto"/>
              <a:cs typeface="Roboto"/>
              <a:sym typeface="Roboto"/>
            </a:endParaRPr>
          </a:p>
          <a:p>
            <a:pPr indent="-409575" lvl="0" marL="457200" rtl="0" algn="l">
              <a:lnSpc>
                <a:spcPct val="80000"/>
              </a:lnSpc>
              <a:spcBef>
                <a:spcPts val="600"/>
              </a:spcBef>
              <a:spcAft>
                <a:spcPts val="0"/>
              </a:spcAft>
              <a:buClr>
                <a:srgbClr val="000000"/>
              </a:buClr>
              <a:buSzPts val="2850"/>
              <a:buFont typeface="Roboto"/>
              <a:buChar char="●"/>
            </a:pPr>
            <a:r>
              <a:rPr lang="en-US" sz="2850">
                <a:solidFill>
                  <a:srgbClr val="000000"/>
                </a:solidFill>
                <a:latin typeface="Roboto"/>
                <a:ea typeface="Roboto"/>
                <a:cs typeface="Roboto"/>
                <a:sym typeface="Roboto"/>
              </a:rPr>
              <a:t>Decimal: El sistema decimal es el sistema numérico más utilizado en la vida cotidiana. Está basado en diez símbolos (0 al 9), y cada dígito tiene un valor posicional según potencias de 10.</a:t>
            </a:r>
            <a:endParaRPr sz="2850">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rPr lang="en-US" sz="2850">
                <a:solidFill>
                  <a:srgbClr val="000000"/>
                </a:solidFill>
                <a:latin typeface="Roboto"/>
                <a:ea typeface="Roboto"/>
                <a:cs typeface="Roboto"/>
                <a:sym typeface="Roboto"/>
              </a:rPr>
              <a:t>Es el sistema natural para los humanos, ya que está ligado a nuestro sistema de conteo histórico</a:t>
            </a:r>
            <a:endParaRPr sz="2850">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t/>
            </a:r>
            <a:endParaRPr sz="2850">
              <a:solidFill>
                <a:srgbClr val="000000"/>
              </a:solidFill>
              <a:latin typeface="Roboto"/>
              <a:ea typeface="Roboto"/>
              <a:cs typeface="Roboto"/>
              <a:sym typeface="Roboto"/>
            </a:endParaRPr>
          </a:p>
          <a:p>
            <a:pPr indent="-409575" lvl="0" marL="457200" rtl="0" algn="l">
              <a:lnSpc>
                <a:spcPct val="80000"/>
              </a:lnSpc>
              <a:spcBef>
                <a:spcPts val="600"/>
              </a:spcBef>
              <a:spcAft>
                <a:spcPts val="0"/>
              </a:spcAft>
              <a:buClr>
                <a:srgbClr val="000000"/>
              </a:buClr>
              <a:buSzPts val="2850"/>
              <a:buFont typeface="Roboto"/>
              <a:buChar char="●"/>
            </a:pPr>
            <a:r>
              <a:rPr lang="en-US" sz="2850">
                <a:solidFill>
                  <a:srgbClr val="000000"/>
                </a:solidFill>
                <a:latin typeface="Roboto"/>
                <a:ea typeface="Roboto"/>
                <a:cs typeface="Roboto"/>
                <a:sym typeface="Roboto"/>
              </a:rPr>
              <a:t>Binario:El sistema binario es la base fundamental de la informática y electrónica digital. Utiliza solo dos dígitos: 0 y 1, que representan los estados apagado/encendido o falso/verdadero.</a:t>
            </a:r>
            <a:endParaRPr sz="2850">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rPr lang="en-US" sz="2850">
                <a:solidFill>
                  <a:srgbClr val="000000"/>
                </a:solidFill>
                <a:latin typeface="Roboto"/>
                <a:ea typeface="Roboto"/>
                <a:cs typeface="Roboto"/>
                <a:sym typeface="Roboto"/>
              </a:rPr>
              <a:t>Cada posición representa una potencia de 2, y cualquier número decimal puede ser convertido a binario..</a:t>
            </a:r>
            <a:endParaRPr sz="2850">
              <a:solidFill>
                <a:srgbClr val="000000"/>
              </a:solidFill>
              <a:latin typeface="Roboto"/>
              <a:ea typeface="Roboto"/>
              <a:cs typeface="Roboto"/>
              <a:sym typeface="Roboto"/>
            </a:endParaRPr>
          </a:p>
        </p:txBody>
      </p:sp>
      <p:pic>
        <p:nvPicPr>
          <p:cNvPr id="209" name="Google Shape;209;g35c618dc18f_0_6"/>
          <p:cNvPicPr preferRelativeResize="0"/>
          <p:nvPr/>
        </p:nvPicPr>
        <p:blipFill>
          <a:blip r:embed="rId3">
            <a:alphaModFix/>
          </a:blip>
          <a:stretch>
            <a:fillRect/>
          </a:stretch>
        </p:blipFill>
        <p:spPr>
          <a:xfrm>
            <a:off x="9357625" y="2266325"/>
            <a:ext cx="8032150" cy="5212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5c6645a5c6_0_31"/>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37625"/>
              <a:buNone/>
            </a:pPr>
            <a:r>
              <a:rPr lang="en-US" sz="5522"/>
              <a:t>Sistema Octal y Hexadecimal</a:t>
            </a:r>
            <a:endParaRPr sz="5522"/>
          </a:p>
          <a:p>
            <a:pPr indent="0" lvl="0" marL="0" rtl="0" algn="ctr">
              <a:lnSpc>
                <a:spcPct val="100000"/>
              </a:lnSpc>
              <a:spcBef>
                <a:spcPts val="0"/>
              </a:spcBef>
              <a:spcAft>
                <a:spcPts val="0"/>
              </a:spcAft>
              <a:buSzPct val="100000"/>
              <a:buNone/>
            </a:pPr>
            <a:r>
              <a:t/>
            </a:r>
            <a:endParaRPr/>
          </a:p>
        </p:txBody>
      </p:sp>
      <p:sp>
        <p:nvSpPr>
          <p:cNvPr id="215" name="Google Shape;215;g35c6645a5c6_0_31"/>
          <p:cNvSpPr txBox="1"/>
          <p:nvPr>
            <p:ph idx="1" type="subTitle"/>
          </p:nvPr>
        </p:nvSpPr>
        <p:spPr>
          <a:xfrm>
            <a:off x="533250" y="1925925"/>
            <a:ext cx="17073000" cy="6123000"/>
          </a:xfrm>
          <a:prstGeom prst="rect">
            <a:avLst/>
          </a:prstGeom>
          <a:noFill/>
          <a:ln>
            <a:noFill/>
          </a:ln>
        </p:spPr>
        <p:txBody>
          <a:bodyPr anchorCtr="0" anchor="t" bIns="182850" lIns="182850" spcFirstLastPara="1" rIns="182850" wrap="square" tIns="182850">
            <a:normAutofit lnSpcReduction="20000"/>
          </a:bodyPr>
          <a:lstStyle/>
          <a:p>
            <a:pPr indent="0" lvl="0" marL="0" rtl="0" algn="l">
              <a:lnSpc>
                <a:spcPct val="80000"/>
              </a:lnSpc>
              <a:spcBef>
                <a:spcPts val="600"/>
              </a:spcBef>
              <a:spcAft>
                <a:spcPts val="0"/>
              </a:spcAft>
              <a:buSzPts val="6153"/>
              <a:buNone/>
            </a:pPr>
            <a:r>
              <a:t/>
            </a:r>
            <a:endParaRPr sz="3837">
              <a:solidFill>
                <a:srgbClr val="000000"/>
              </a:solidFill>
              <a:latin typeface="Roboto"/>
              <a:ea typeface="Roboto"/>
              <a:cs typeface="Roboto"/>
              <a:sym typeface="Roboto"/>
            </a:endParaRPr>
          </a:p>
          <a:p>
            <a:pPr indent="-472253" lvl="0" marL="457200" rtl="0" algn="l">
              <a:lnSpc>
                <a:spcPct val="80000"/>
              </a:lnSpc>
              <a:spcBef>
                <a:spcPts val="600"/>
              </a:spcBef>
              <a:spcAft>
                <a:spcPts val="0"/>
              </a:spcAft>
              <a:buClr>
                <a:srgbClr val="000000"/>
              </a:buClr>
              <a:buSzPts val="3837"/>
              <a:buFont typeface="Roboto"/>
              <a:buChar char="●"/>
            </a:pPr>
            <a:r>
              <a:rPr lang="en-US" sz="3837">
                <a:solidFill>
                  <a:srgbClr val="000000"/>
                </a:solidFill>
                <a:latin typeface="Roboto"/>
                <a:ea typeface="Roboto"/>
                <a:cs typeface="Roboto"/>
                <a:sym typeface="Roboto"/>
              </a:rPr>
              <a:t>Octal: Base 8, El sistema octal utiliza ocho símbolos (0 al 7) y es útil como una forma más compacta de representar valores binarios, ya que cada dígito octal equivale a 3 bits binarios.</a:t>
            </a:r>
            <a:endParaRPr sz="3837">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rPr lang="en-US" sz="3837">
                <a:solidFill>
                  <a:srgbClr val="000000"/>
                </a:solidFill>
                <a:latin typeface="Roboto"/>
                <a:ea typeface="Roboto"/>
                <a:cs typeface="Roboto"/>
                <a:sym typeface="Roboto"/>
              </a:rPr>
              <a:t>Fue usado ampliamente en sistemas antiguos y programación de bajo nivel..</a:t>
            </a:r>
            <a:endParaRPr sz="3837">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t/>
            </a:r>
            <a:endParaRPr sz="3837">
              <a:solidFill>
                <a:srgbClr val="000000"/>
              </a:solidFill>
              <a:latin typeface="Roboto"/>
              <a:ea typeface="Roboto"/>
              <a:cs typeface="Roboto"/>
              <a:sym typeface="Roboto"/>
            </a:endParaRPr>
          </a:p>
          <a:p>
            <a:pPr indent="-472253" lvl="0" marL="457200" rtl="0" algn="l">
              <a:lnSpc>
                <a:spcPct val="80000"/>
              </a:lnSpc>
              <a:spcBef>
                <a:spcPts val="600"/>
              </a:spcBef>
              <a:spcAft>
                <a:spcPts val="0"/>
              </a:spcAft>
              <a:buClr>
                <a:srgbClr val="000000"/>
              </a:buClr>
              <a:buSzPts val="3837"/>
              <a:buFont typeface="Roboto"/>
              <a:buChar char="●"/>
            </a:pPr>
            <a:r>
              <a:rPr lang="en-US" sz="3837">
                <a:solidFill>
                  <a:srgbClr val="000000"/>
                </a:solidFill>
                <a:latin typeface="Roboto"/>
                <a:ea typeface="Roboto"/>
                <a:cs typeface="Roboto"/>
                <a:sym typeface="Roboto"/>
              </a:rPr>
              <a:t>Hexadecimal:El sistema hexadecimal usa dieciséis símbolos (0-9 y A-F), donde A=10, B=11, ..., F=15. Es ampliamente utilizado en programación y electrónica digital porque cada dígito hexadecimal representa 4 bits (un nibble).</a:t>
            </a:r>
            <a:endParaRPr sz="3837">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t/>
            </a:r>
            <a:endParaRPr sz="3837">
              <a:solidFill>
                <a:srgbClr val="000000"/>
              </a:solidFill>
              <a:latin typeface="Roboto"/>
              <a:ea typeface="Roboto"/>
              <a:cs typeface="Roboto"/>
              <a:sym typeface="Roboto"/>
            </a:endParaRPr>
          </a:p>
          <a:p>
            <a:pPr indent="0" lvl="0" marL="457200" rtl="0" algn="l">
              <a:lnSpc>
                <a:spcPct val="80000"/>
              </a:lnSpc>
              <a:spcBef>
                <a:spcPts val="600"/>
              </a:spcBef>
              <a:spcAft>
                <a:spcPts val="0"/>
              </a:spcAft>
              <a:buNone/>
            </a:pPr>
            <a:r>
              <a:t/>
            </a:r>
            <a:endParaRPr sz="3837">
              <a:solidFill>
                <a:srgbClr val="000000"/>
              </a:solidFill>
              <a:latin typeface="Roboto"/>
              <a:ea typeface="Roboto"/>
              <a:cs typeface="Roboto"/>
              <a:sym typeface="Roboto"/>
            </a:endParaRPr>
          </a:p>
        </p:txBody>
      </p:sp>
      <p:pic>
        <p:nvPicPr>
          <p:cNvPr id="216" name="Google Shape;216;g35c6645a5c6_0_31"/>
          <p:cNvPicPr preferRelativeResize="0"/>
          <p:nvPr/>
        </p:nvPicPr>
        <p:blipFill>
          <a:blip r:embed="rId3">
            <a:alphaModFix/>
          </a:blip>
          <a:stretch>
            <a:fillRect/>
          </a:stretch>
        </p:blipFill>
        <p:spPr>
          <a:xfrm>
            <a:off x="6013850" y="6011050"/>
            <a:ext cx="7251125" cy="341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5c618dc18f_0_14"/>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4744"/>
              <a:t>Codificación de la información: </a:t>
            </a:r>
            <a:endParaRPr sz="4744"/>
          </a:p>
          <a:p>
            <a:pPr indent="0" lvl="0" marL="0" rtl="0" algn="ctr">
              <a:lnSpc>
                <a:spcPct val="100000"/>
              </a:lnSpc>
              <a:spcBef>
                <a:spcPts val="0"/>
              </a:spcBef>
              <a:spcAft>
                <a:spcPts val="0"/>
              </a:spcAft>
              <a:buSzPts val="7600"/>
              <a:buNone/>
            </a:pPr>
            <a:r>
              <a:rPr lang="en-US" sz="4744"/>
              <a:t>Codificación ASCII, EBCDIC, </a:t>
            </a:r>
            <a:endParaRPr sz="4744"/>
          </a:p>
          <a:p>
            <a:pPr indent="0" lvl="0" marL="0" rtl="0" algn="ctr">
              <a:lnSpc>
                <a:spcPct val="100000"/>
              </a:lnSpc>
              <a:spcBef>
                <a:spcPts val="0"/>
              </a:spcBef>
              <a:spcAft>
                <a:spcPts val="0"/>
              </a:spcAft>
              <a:buSzPts val="7600"/>
              <a:buNone/>
            </a:pPr>
            <a:r>
              <a:rPr lang="en-US" sz="4744"/>
              <a:t>UNICODE, ISO-8859</a:t>
            </a:r>
            <a:endParaRPr sz="8300"/>
          </a:p>
        </p:txBody>
      </p:sp>
      <p:sp>
        <p:nvSpPr>
          <p:cNvPr id="222" name="Google Shape;222;g35c618dc18f_0_14"/>
          <p:cNvSpPr txBox="1"/>
          <p:nvPr>
            <p:ph idx="1" type="subTitle"/>
          </p:nvPr>
        </p:nvSpPr>
        <p:spPr>
          <a:xfrm>
            <a:off x="572600" y="2909400"/>
            <a:ext cx="172107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La codificación de caracteres es el proceso mediante el cual los símbolos (letras, números, signos) son representados en forma digital para ser almacenados y procesados por computadoras. Cada carácter es asociado a un número (código) que la máquina interpreta como una secuencia binaria. Existen distintos estándares de codificación, cada uno con diferentes capacidades y compatibilidades.</a:t>
            </a:r>
            <a:endParaRPr sz="4279">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5c6645a5c6_0_39"/>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4744"/>
              <a:t>Codificación de la información: </a:t>
            </a:r>
            <a:endParaRPr sz="4744"/>
          </a:p>
          <a:p>
            <a:pPr indent="0" lvl="0" marL="0" rtl="0" algn="ctr">
              <a:lnSpc>
                <a:spcPct val="100000"/>
              </a:lnSpc>
              <a:spcBef>
                <a:spcPts val="0"/>
              </a:spcBef>
              <a:spcAft>
                <a:spcPts val="0"/>
              </a:spcAft>
              <a:buSzPts val="7600"/>
              <a:buNone/>
            </a:pPr>
            <a:r>
              <a:rPr lang="en-US" sz="4744"/>
              <a:t>Codificación ASCII, EBCDIC, </a:t>
            </a:r>
            <a:endParaRPr sz="4744"/>
          </a:p>
          <a:p>
            <a:pPr indent="0" lvl="0" marL="0" rtl="0" algn="ctr">
              <a:lnSpc>
                <a:spcPct val="100000"/>
              </a:lnSpc>
              <a:spcBef>
                <a:spcPts val="0"/>
              </a:spcBef>
              <a:spcAft>
                <a:spcPts val="0"/>
              </a:spcAft>
              <a:buSzPts val="7600"/>
              <a:buNone/>
            </a:pPr>
            <a:r>
              <a:rPr lang="en-US" sz="4744"/>
              <a:t>UNICODE, ISO-8859</a:t>
            </a:r>
            <a:endParaRPr sz="8300"/>
          </a:p>
        </p:txBody>
      </p:sp>
      <p:sp>
        <p:nvSpPr>
          <p:cNvPr id="228" name="Google Shape;228;g35c6645a5c6_0_39"/>
          <p:cNvSpPr txBox="1"/>
          <p:nvPr>
            <p:ph idx="1" type="subTitle"/>
          </p:nvPr>
        </p:nvSpPr>
        <p:spPr>
          <a:xfrm>
            <a:off x="592250" y="3086450"/>
            <a:ext cx="16876200" cy="58674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b="1" lang="en-US" sz="4279">
                <a:solidFill>
                  <a:srgbClr val="000000"/>
                </a:solidFill>
                <a:latin typeface="Roboto"/>
                <a:ea typeface="Roboto"/>
                <a:cs typeface="Roboto"/>
                <a:sym typeface="Roboto"/>
              </a:rPr>
              <a:t>ASCII (American Standard Code for Information Interchange)</a:t>
            </a:r>
            <a:endParaRPr b="1"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El código ASCII es uno de los sistemas de codificación más antiguos y ampliamente utilizados. Usa 7 bits para representar 128 caracteres, incluyendo letras en mayúsculas y minúsculas del alfabeto inglés, dígitos, signos de puntuación y caracteres de control como salto de línea o tabulación. Aunque limitado a caracteres básicos en inglés, ASCII fue el punto de partida para muchas otras codificaciones y aún se utiliza en sistemas modernos como base de compatibilidad.</a:t>
            </a:r>
            <a:endParaRPr sz="4279">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5c6645a5c6_0_44"/>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4744"/>
              <a:t>Codificación de la información: </a:t>
            </a:r>
            <a:endParaRPr sz="4744"/>
          </a:p>
          <a:p>
            <a:pPr indent="0" lvl="0" marL="0" rtl="0" algn="ctr">
              <a:lnSpc>
                <a:spcPct val="100000"/>
              </a:lnSpc>
              <a:spcBef>
                <a:spcPts val="0"/>
              </a:spcBef>
              <a:spcAft>
                <a:spcPts val="0"/>
              </a:spcAft>
              <a:buSzPts val="7600"/>
              <a:buNone/>
            </a:pPr>
            <a:r>
              <a:rPr lang="en-US" sz="4744"/>
              <a:t>Codificación ASCII, EBCDIC, </a:t>
            </a:r>
            <a:endParaRPr sz="4744"/>
          </a:p>
          <a:p>
            <a:pPr indent="0" lvl="0" marL="0" rtl="0" algn="ctr">
              <a:lnSpc>
                <a:spcPct val="100000"/>
              </a:lnSpc>
              <a:spcBef>
                <a:spcPts val="0"/>
              </a:spcBef>
              <a:spcAft>
                <a:spcPts val="0"/>
              </a:spcAft>
              <a:buSzPts val="7600"/>
              <a:buNone/>
            </a:pPr>
            <a:r>
              <a:rPr lang="en-US" sz="4744"/>
              <a:t>UNICODE, ISO-8859</a:t>
            </a:r>
            <a:endParaRPr sz="8300"/>
          </a:p>
        </p:txBody>
      </p:sp>
      <p:sp>
        <p:nvSpPr>
          <p:cNvPr id="234" name="Google Shape;234;g35c6645a5c6_0_44"/>
          <p:cNvSpPr txBox="1"/>
          <p:nvPr>
            <p:ph idx="1" type="subTitle"/>
          </p:nvPr>
        </p:nvSpPr>
        <p:spPr>
          <a:xfrm>
            <a:off x="538650" y="3429000"/>
            <a:ext cx="172107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b="1" lang="en-US" sz="4279">
                <a:solidFill>
                  <a:srgbClr val="000000"/>
                </a:solidFill>
                <a:latin typeface="Roboto"/>
                <a:ea typeface="Roboto"/>
                <a:cs typeface="Roboto"/>
                <a:sym typeface="Roboto"/>
              </a:rPr>
              <a:t>EBCDIC (Extended Binary Coded Decimal Interchange Code)</a:t>
            </a:r>
            <a:endParaRPr b="1" sz="4279">
              <a:solidFill>
                <a:srgbClr val="000000"/>
              </a:solidFill>
              <a:latin typeface="Roboto"/>
              <a:ea typeface="Roboto"/>
              <a:cs typeface="Roboto"/>
              <a:sym typeface="Roboto"/>
            </a:endParaRPr>
          </a:p>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EBCDIC es una codificación desarrollada por IBM en los años 60 para sus mainframes. Utiliza 8 bits y puede representar 256 caracteres, pero su distribución binaria es distinta a ASCII, lo que lo hace incompatible con sistemas modernos basados en ASCII/Unicode. Fue ampliamente utilizado en entornos empresariales antiguos, aunque hoy en día ha sido casi completamente reemplazado.</a:t>
            </a:r>
            <a:endParaRPr sz="4279">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5c6645a5c6_0_54"/>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4744"/>
              <a:t>Codificación de la información: </a:t>
            </a:r>
            <a:endParaRPr sz="4744"/>
          </a:p>
          <a:p>
            <a:pPr indent="0" lvl="0" marL="0" rtl="0" algn="ctr">
              <a:lnSpc>
                <a:spcPct val="100000"/>
              </a:lnSpc>
              <a:spcBef>
                <a:spcPts val="0"/>
              </a:spcBef>
              <a:spcAft>
                <a:spcPts val="0"/>
              </a:spcAft>
              <a:buSzPts val="7600"/>
              <a:buNone/>
            </a:pPr>
            <a:r>
              <a:rPr lang="en-US" sz="4744"/>
              <a:t>Codificación ASCII, EBCDIC, </a:t>
            </a:r>
            <a:endParaRPr sz="4744"/>
          </a:p>
          <a:p>
            <a:pPr indent="0" lvl="0" marL="0" rtl="0" algn="ctr">
              <a:lnSpc>
                <a:spcPct val="100000"/>
              </a:lnSpc>
              <a:spcBef>
                <a:spcPts val="0"/>
              </a:spcBef>
              <a:spcAft>
                <a:spcPts val="0"/>
              </a:spcAft>
              <a:buSzPts val="7600"/>
              <a:buNone/>
            </a:pPr>
            <a:r>
              <a:rPr lang="en-US" sz="4744"/>
              <a:t>UNICODE, ISO-8859</a:t>
            </a:r>
            <a:endParaRPr sz="8300"/>
          </a:p>
        </p:txBody>
      </p:sp>
      <p:sp>
        <p:nvSpPr>
          <p:cNvPr id="240" name="Google Shape;240;g35c6645a5c6_0_54"/>
          <p:cNvSpPr txBox="1"/>
          <p:nvPr>
            <p:ph idx="1" type="subTitle"/>
          </p:nvPr>
        </p:nvSpPr>
        <p:spPr>
          <a:xfrm>
            <a:off x="538650" y="3429000"/>
            <a:ext cx="17210700" cy="5622000"/>
          </a:xfrm>
          <a:prstGeom prst="rect">
            <a:avLst/>
          </a:prstGeom>
          <a:noFill/>
          <a:ln>
            <a:noFill/>
          </a:ln>
        </p:spPr>
        <p:txBody>
          <a:bodyPr anchorCtr="0" anchor="t" bIns="182850" lIns="182850" spcFirstLastPara="1" rIns="182850" wrap="square" tIns="182850">
            <a:normAutofit fontScale="92500"/>
          </a:bodyPr>
          <a:lstStyle/>
          <a:p>
            <a:pPr indent="0" lvl="0" marL="0" rtl="0" algn="l">
              <a:lnSpc>
                <a:spcPct val="60000"/>
              </a:lnSpc>
              <a:spcBef>
                <a:spcPts val="600"/>
              </a:spcBef>
              <a:spcAft>
                <a:spcPts val="0"/>
              </a:spcAft>
              <a:buSzPct val="163545"/>
              <a:buNone/>
            </a:pPr>
            <a:r>
              <a:rPr b="1" lang="en-US" sz="2916">
                <a:solidFill>
                  <a:srgbClr val="000000"/>
                </a:solidFill>
                <a:latin typeface="Roboto"/>
                <a:ea typeface="Roboto"/>
                <a:cs typeface="Roboto"/>
                <a:sym typeface="Roboto"/>
              </a:rPr>
              <a:t>UNICODE</a:t>
            </a:r>
            <a:endParaRPr b="1" sz="2916">
              <a:solidFill>
                <a:srgbClr val="000000"/>
              </a:solidFill>
              <a:latin typeface="Roboto"/>
              <a:ea typeface="Roboto"/>
              <a:cs typeface="Roboto"/>
              <a:sym typeface="Roboto"/>
            </a:endParaRPr>
          </a:p>
          <a:p>
            <a:pPr indent="0" lvl="0" marL="0" rtl="0" algn="l">
              <a:lnSpc>
                <a:spcPct val="115000"/>
              </a:lnSpc>
              <a:spcBef>
                <a:spcPts val="600"/>
              </a:spcBef>
              <a:spcAft>
                <a:spcPts val="0"/>
              </a:spcAft>
              <a:buSzPct val="153048"/>
              <a:buNone/>
            </a:pPr>
            <a:r>
              <a:rPr lang="en-US" sz="3116">
                <a:solidFill>
                  <a:srgbClr val="000000"/>
                </a:solidFill>
                <a:latin typeface="Roboto"/>
                <a:ea typeface="Roboto"/>
                <a:cs typeface="Roboto"/>
                <a:sym typeface="Roboto"/>
              </a:rPr>
              <a:t>Unicode es el estándar de codificación de caracteres más completo y universal. Fue diseñado para representar todos los caracteres de todos los idiomas del mundo, incluyendo alfabetos latinos, chinos, árabes, emojis y símbolos técnicos. Unicode asigna a cada carácter un número único, llamado código de punto, y define varias formas de codificación como UTF-8, UTF-16 y UTF-32.</a:t>
            </a:r>
            <a:endParaRPr sz="3116">
              <a:solidFill>
                <a:srgbClr val="000000"/>
              </a:solidFill>
              <a:latin typeface="Roboto"/>
              <a:ea typeface="Roboto"/>
              <a:cs typeface="Roboto"/>
              <a:sym typeface="Roboto"/>
            </a:endParaRPr>
          </a:p>
          <a:p>
            <a:pPr indent="0" lvl="0" marL="0" rtl="0" algn="l">
              <a:lnSpc>
                <a:spcPct val="115000"/>
              </a:lnSpc>
              <a:spcBef>
                <a:spcPts val="600"/>
              </a:spcBef>
              <a:spcAft>
                <a:spcPts val="0"/>
              </a:spcAft>
              <a:buSzPct val="153048"/>
              <a:buNone/>
            </a:pPr>
            <a:r>
              <a:t/>
            </a:r>
            <a:endParaRPr sz="3116">
              <a:solidFill>
                <a:srgbClr val="000000"/>
              </a:solidFill>
              <a:latin typeface="Roboto"/>
              <a:ea typeface="Roboto"/>
              <a:cs typeface="Roboto"/>
              <a:sym typeface="Roboto"/>
            </a:endParaRPr>
          </a:p>
          <a:p>
            <a:pPr indent="0" lvl="0" marL="0" rtl="0" algn="l">
              <a:lnSpc>
                <a:spcPct val="115000"/>
              </a:lnSpc>
              <a:spcBef>
                <a:spcPts val="600"/>
              </a:spcBef>
              <a:spcAft>
                <a:spcPts val="0"/>
              </a:spcAft>
              <a:buSzPct val="153048"/>
              <a:buNone/>
            </a:pPr>
            <a:r>
              <a:rPr lang="en-US" sz="3116">
                <a:solidFill>
                  <a:srgbClr val="000000"/>
                </a:solidFill>
                <a:latin typeface="Roboto"/>
                <a:ea typeface="Roboto"/>
                <a:cs typeface="Roboto"/>
                <a:sym typeface="Roboto"/>
              </a:rPr>
              <a:t>UTF-8 es la forma más común y eficiente, compatible con ASCII y ampliamente usada en internet.</a:t>
            </a:r>
            <a:endParaRPr sz="3116">
              <a:solidFill>
                <a:srgbClr val="000000"/>
              </a:solidFill>
              <a:latin typeface="Roboto"/>
              <a:ea typeface="Roboto"/>
              <a:cs typeface="Roboto"/>
              <a:sym typeface="Roboto"/>
            </a:endParaRPr>
          </a:p>
          <a:p>
            <a:pPr indent="0" lvl="0" marL="0" rtl="0" algn="l">
              <a:lnSpc>
                <a:spcPct val="115000"/>
              </a:lnSpc>
              <a:spcBef>
                <a:spcPts val="600"/>
              </a:spcBef>
              <a:spcAft>
                <a:spcPts val="0"/>
              </a:spcAft>
              <a:buSzPct val="153048"/>
              <a:buNone/>
            </a:pPr>
            <a:r>
              <a:t/>
            </a:r>
            <a:endParaRPr sz="3116">
              <a:solidFill>
                <a:srgbClr val="000000"/>
              </a:solidFill>
              <a:latin typeface="Roboto"/>
              <a:ea typeface="Roboto"/>
              <a:cs typeface="Roboto"/>
              <a:sym typeface="Roboto"/>
            </a:endParaRPr>
          </a:p>
          <a:p>
            <a:pPr indent="0" lvl="0" marL="0" rtl="0" algn="l">
              <a:lnSpc>
                <a:spcPct val="115000"/>
              </a:lnSpc>
              <a:spcBef>
                <a:spcPts val="600"/>
              </a:spcBef>
              <a:spcAft>
                <a:spcPts val="0"/>
              </a:spcAft>
              <a:buSzPct val="153048"/>
              <a:buNone/>
            </a:pPr>
            <a:r>
              <a:rPr lang="en-US" sz="3116">
                <a:solidFill>
                  <a:srgbClr val="000000"/>
                </a:solidFill>
                <a:latin typeface="Roboto"/>
                <a:ea typeface="Roboto"/>
                <a:cs typeface="Roboto"/>
                <a:sym typeface="Roboto"/>
              </a:rPr>
              <a:t>Unicode puede representar más de 1 millón de caracteres diferentes, lo que lo convierte en el estándar dominante a nivel global.</a:t>
            </a:r>
            <a:endParaRPr sz="3116">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5c6645a5c6_0_59"/>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4744"/>
              <a:t>Codificación de la información: </a:t>
            </a:r>
            <a:endParaRPr sz="4744"/>
          </a:p>
          <a:p>
            <a:pPr indent="0" lvl="0" marL="0" rtl="0" algn="ctr">
              <a:lnSpc>
                <a:spcPct val="100000"/>
              </a:lnSpc>
              <a:spcBef>
                <a:spcPts val="0"/>
              </a:spcBef>
              <a:spcAft>
                <a:spcPts val="0"/>
              </a:spcAft>
              <a:buSzPts val="7600"/>
              <a:buNone/>
            </a:pPr>
            <a:r>
              <a:rPr lang="en-US" sz="4744"/>
              <a:t>Codificación ASCII, EBCDIC, </a:t>
            </a:r>
            <a:endParaRPr sz="4744"/>
          </a:p>
          <a:p>
            <a:pPr indent="0" lvl="0" marL="0" rtl="0" algn="ctr">
              <a:lnSpc>
                <a:spcPct val="100000"/>
              </a:lnSpc>
              <a:spcBef>
                <a:spcPts val="0"/>
              </a:spcBef>
              <a:spcAft>
                <a:spcPts val="0"/>
              </a:spcAft>
              <a:buSzPts val="7600"/>
              <a:buNone/>
            </a:pPr>
            <a:r>
              <a:rPr lang="en-US" sz="4744"/>
              <a:t>UNICODE, ISO-8859</a:t>
            </a:r>
            <a:endParaRPr sz="8300"/>
          </a:p>
        </p:txBody>
      </p:sp>
      <p:sp>
        <p:nvSpPr>
          <p:cNvPr id="246" name="Google Shape;246;g35c6645a5c6_0_59"/>
          <p:cNvSpPr txBox="1"/>
          <p:nvPr>
            <p:ph idx="1" type="subTitle"/>
          </p:nvPr>
        </p:nvSpPr>
        <p:spPr>
          <a:xfrm>
            <a:off x="538650" y="3597800"/>
            <a:ext cx="17210700" cy="5178900"/>
          </a:xfrm>
          <a:prstGeom prst="rect">
            <a:avLst/>
          </a:prstGeom>
          <a:noFill/>
          <a:ln>
            <a:noFill/>
          </a:ln>
        </p:spPr>
        <p:txBody>
          <a:bodyPr anchorCtr="0" anchor="t" bIns="182850" lIns="182850" spcFirstLastPara="1" rIns="182850" wrap="square" tIns="182850">
            <a:noAutofit/>
          </a:bodyPr>
          <a:lstStyle/>
          <a:p>
            <a:pPr indent="0" lvl="0" marL="0" rtl="0" algn="l">
              <a:lnSpc>
                <a:spcPct val="130000"/>
              </a:lnSpc>
              <a:spcBef>
                <a:spcPts val="600"/>
              </a:spcBef>
              <a:spcAft>
                <a:spcPts val="0"/>
              </a:spcAft>
              <a:buSzPts val="4412"/>
              <a:buNone/>
            </a:pPr>
            <a:r>
              <a:rPr b="1" lang="en-US" sz="2797">
                <a:solidFill>
                  <a:srgbClr val="000000"/>
                </a:solidFill>
                <a:latin typeface="Roboto"/>
                <a:ea typeface="Roboto"/>
                <a:cs typeface="Roboto"/>
                <a:sym typeface="Roboto"/>
              </a:rPr>
              <a:t>SO-8859 (Latin Alphabet Series)</a:t>
            </a:r>
            <a:endParaRPr b="1" sz="2797">
              <a:solidFill>
                <a:srgbClr val="000000"/>
              </a:solidFill>
              <a:latin typeface="Roboto"/>
              <a:ea typeface="Roboto"/>
              <a:cs typeface="Roboto"/>
              <a:sym typeface="Roboto"/>
            </a:endParaRPr>
          </a:p>
          <a:p>
            <a:pPr indent="0" lvl="0" marL="0" rtl="0" algn="l">
              <a:lnSpc>
                <a:spcPct val="130000"/>
              </a:lnSpc>
              <a:spcBef>
                <a:spcPts val="600"/>
              </a:spcBef>
              <a:spcAft>
                <a:spcPts val="0"/>
              </a:spcAft>
              <a:buSzPts val="4412"/>
              <a:buNone/>
            </a:pPr>
            <a:r>
              <a:rPr lang="en-US" sz="2797">
                <a:solidFill>
                  <a:srgbClr val="000000"/>
                </a:solidFill>
                <a:latin typeface="Roboto"/>
                <a:ea typeface="Roboto"/>
                <a:cs typeface="Roboto"/>
                <a:sym typeface="Roboto"/>
              </a:rPr>
              <a:t>ISO-8859 es una familia de codificaciones de 8 bits desarrolladas por la ISO para representar caracteres en diferentes alfabetos europeos. Cada variante cubre un conjunto regional específico. Por ejemplo:</a:t>
            </a:r>
            <a:endParaRPr sz="2797">
              <a:solidFill>
                <a:srgbClr val="000000"/>
              </a:solidFill>
              <a:latin typeface="Roboto"/>
              <a:ea typeface="Roboto"/>
              <a:cs typeface="Roboto"/>
              <a:sym typeface="Roboto"/>
            </a:endParaRPr>
          </a:p>
          <a:p>
            <a:pPr indent="0" lvl="0" marL="0" rtl="0" algn="l">
              <a:lnSpc>
                <a:spcPct val="130000"/>
              </a:lnSpc>
              <a:spcBef>
                <a:spcPts val="600"/>
              </a:spcBef>
              <a:spcAft>
                <a:spcPts val="0"/>
              </a:spcAft>
              <a:buSzPts val="4412"/>
              <a:buNone/>
            </a:pPr>
            <a:r>
              <a:t/>
            </a:r>
            <a:endParaRPr sz="2797">
              <a:solidFill>
                <a:srgbClr val="000000"/>
              </a:solidFill>
              <a:latin typeface="Roboto"/>
              <a:ea typeface="Roboto"/>
              <a:cs typeface="Roboto"/>
              <a:sym typeface="Roboto"/>
            </a:endParaRPr>
          </a:p>
          <a:p>
            <a:pPr indent="0" lvl="0" marL="0" rtl="0" algn="l">
              <a:lnSpc>
                <a:spcPct val="130000"/>
              </a:lnSpc>
              <a:spcBef>
                <a:spcPts val="600"/>
              </a:spcBef>
              <a:spcAft>
                <a:spcPts val="0"/>
              </a:spcAft>
              <a:buSzPts val="4412"/>
              <a:buNone/>
            </a:pPr>
            <a:r>
              <a:rPr b="1" lang="en-US" sz="2797">
                <a:solidFill>
                  <a:srgbClr val="000000"/>
                </a:solidFill>
                <a:latin typeface="Roboto"/>
                <a:ea typeface="Roboto"/>
                <a:cs typeface="Roboto"/>
                <a:sym typeface="Roboto"/>
              </a:rPr>
              <a:t>ISO-8859-1: </a:t>
            </a:r>
            <a:r>
              <a:rPr lang="en-US" sz="2797">
                <a:solidFill>
                  <a:srgbClr val="000000"/>
                </a:solidFill>
                <a:latin typeface="Roboto"/>
                <a:ea typeface="Roboto"/>
                <a:cs typeface="Roboto"/>
                <a:sym typeface="Roboto"/>
              </a:rPr>
              <a:t>También conocido como Latin-1, cubre idiomas como inglés, francés, alemán, español y portugués.</a:t>
            </a:r>
            <a:endParaRPr sz="2797">
              <a:solidFill>
                <a:srgbClr val="000000"/>
              </a:solidFill>
              <a:latin typeface="Roboto"/>
              <a:ea typeface="Roboto"/>
              <a:cs typeface="Roboto"/>
              <a:sym typeface="Roboto"/>
            </a:endParaRPr>
          </a:p>
          <a:p>
            <a:pPr indent="0" lvl="0" marL="0" rtl="0" algn="l">
              <a:lnSpc>
                <a:spcPct val="130000"/>
              </a:lnSpc>
              <a:spcBef>
                <a:spcPts val="600"/>
              </a:spcBef>
              <a:spcAft>
                <a:spcPts val="0"/>
              </a:spcAft>
              <a:buSzPts val="4412"/>
              <a:buNone/>
            </a:pPr>
            <a:r>
              <a:t/>
            </a:r>
            <a:endParaRPr sz="2797">
              <a:solidFill>
                <a:srgbClr val="000000"/>
              </a:solidFill>
              <a:latin typeface="Roboto"/>
              <a:ea typeface="Roboto"/>
              <a:cs typeface="Roboto"/>
              <a:sym typeface="Roboto"/>
            </a:endParaRPr>
          </a:p>
          <a:p>
            <a:pPr indent="0" lvl="0" marL="0" rtl="0" algn="l">
              <a:lnSpc>
                <a:spcPct val="130000"/>
              </a:lnSpc>
              <a:spcBef>
                <a:spcPts val="600"/>
              </a:spcBef>
              <a:spcAft>
                <a:spcPts val="0"/>
              </a:spcAft>
              <a:buSzPts val="4412"/>
              <a:buNone/>
            </a:pPr>
            <a:r>
              <a:rPr b="1" lang="en-US" sz="2797">
                <a:solidFill>
                  <a:srgbClr val="000000"/>
                </a:solidFill>
                <a:latin typeface="Roboto"/>
                <a:ea typeface="Roboto"/>
                <a:cs typeface="Roboto"/>
                <a:sym typeface="Roboto"/>
              </a:rPr>
              <a:t>ISO-8859-15:</a:t>
            </a:r>
            <a:r>
              <a:rPr lang="en-US" sz="2797">
                <a:solidFill>
                  <a:srgbClr val="000000"/>
                </a:solidFill>
                <a:latin typeface="Roboto"/>
                <a:ea typeface="Roboto"/>
                <a:cs typeface="Roboto"/>
                <a:sym typeface="Roboto"/>
              </a:rPr>
              <a:t> Incluye el símbolo del euro (€) y otros caracteres actualizados para Europa occidental.</a:t>
            </a:r>
            <a:endParaRPr sz="2797">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5c4bec6024_1_14"/>
          <p:cNvSpPr txBox="1"/>
          <p:nvPr>
            <p:ph type="ctrTitle"/>
          </p:nvPr>
        </p:nvSpPr>
        <p:spPr>
          <a:xfrm>
            <a:off x="2683125" y="985750"/>
            <a:ext cx="14220900" cy="1995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Tipos de datos primitivos</a:t>
            </a:r>
            <a:endParaRPr/>
          </a:p>
        </p:txBody>
      </p:sp>
      <p:sp>
        <p:nvSpPr>
          <p:cNvPr id="252" name="Google Shape;252;g35c4bec6024_1_14"/>
          <p:cNvSpPr txBox="1"/>
          <p:nvPr>
            <p:ph idx="1" type="subTitle"/>
          </p:nvPr>
        </p:nvSpPr>
        <p:spPr>
          <a:xfrm>
            <a:off x="584075" y="2421775"/>
            <a:ext cx="9823200" cy="5841600"/>
          </a:xfrm>
          <a:prstGeom prst="rect">
            <a:avLst/>
          </a:prstGeom>
          <a:noFill/>
          <a:ln>
            <a:noFill/>
          </a:ln>
        </p:spPr>
        <p:txBody>
          <a:bodyPr anchorCtr="0" anchor="t" bIns="182850" lIns="182850" spcFirstLastPara="1" rIns="182850" wrap="square" tIns="182850">
            <a:normAutofit fontScale="77500" lnSpcReduction="10000"/>
          </a:bodyPr>
          <a:lstStyle/>
          <a:p>
            <a:pPr indent="0" lvl="0" marL="457200" rtl="0" algn="l">
              <a:lnSpc>
                <a:spcPct val="100000"/>
              </a:lnSpc>
              <a:spcBef>
                <a:spcPts val="0"/>
              </a:spcBef>
              <a:spcAft>
                <a:spcPts val="0"/>
              </a:spcAft>
              <a:buSzPct val="112789"/>
              <a:buNone/>
            </a:pPr>
            <a:r>
              <a:rPr lang="en-US" sz="2837">
                <a:solidFill>
                  <a:srgbClr val="000000"/>
                </a:solidFill>
                <a:latin typeface="Roboto"/>
                <a:ea typeface="Roboto"/>
                <a:cs typeface="Roboto"/>
                <a:sym typeface="Roboto"/>
              </a:rPr>
              <a:t>Los tipos de datos primitivos son las unidades básicas de información que se usan en la programación y en el manejo de datos digitales. Son indivisibles y representan valores simples que los lenguajes de programación utilizan para construir datos más complejos.</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rPr lang="en-US" sz="2837">
                <a:solidFill>
                  <a:srgbClr val="000000"/>
                </a:solidFill>
                <a:latin typeface="Roboto"/>
                <a:ea typeface="Roboto"/>
                <a:cs typeface="Roboto"/>
                <a:sym typeface="Roboto"/>
              </a:rPr>
              <a:t>Principales tipos de datos primitivos:</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t/>
            </a:r>
            <a:endParaRPr b="1"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rPr b="1" lang="en-US" sz="2837">
                <a:solidFill>
                  <a:srgbClr val="000000"/>
                </a:solidFill>
                <a:latin typeface="Roboto"/>
                <a:ea typeface="Roboto"/>
                <a:cs typeface="Roboto"/>
                <a:sym typeface="Roboto"/>
              </a:rPr>
              <a:t>Enteros (int): </a:t>
            </a:r>
            <a:r>
              <a:rPr lang="en-US" sz="2837">
                <a:solidFill>
                  <a:srgbClr val="000000"/>
                </a:solidFill>
                <a:latin typeface="Roboto"/>
                <a:ea typeface="Roboto"/>
                <a:cs typeface="Roboto"/>
                <a:sym typeface="Roboto"/>
              </a:rPr>
              <a:t>Números sin parte decimal, tanto positivos como negativos. Ejemplo: -3, 0, 15.</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t/>
            </a:r>
            <a:endParaRPr b="1"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rPr b="1" lang="en-US" sz="2837">
                <a:solidFill>
                  <a:srgbClr val="000000"/>
                </a:solidFill>
                <a:latin typeface="Roboto"/>
                <a:ea typeface="Roboto"/>
                <a:cs typeface="Roboto"/>
                <a:sym typeface="Roboto"/>
              </a:rPr>
              <a:t>Números de coma flotante (float, double):</a:t>
            </a:r>
            <a:r>
              <a:rPr lang="en-US" sz="2837">
                <a:solidFill>
                  <a:srgbClr val="000000"/>
                </a:solidFill>
                <a:latin typeface="Roboto"/>
                <a:ea typeface="Roboto"/>
                <a:cs typeface="Roboto"/>
                <a:sym typeface="Roboto"/>
              </a:rPr>
              <a:t> Números con parte decimal, usados para valores más precisos. Ejemplo: 3.14, -0.001.</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t/>
            </a:r>
            <a:endParaRPr b="1"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rPr b="1" lang="en-US" sz="2837">
                <a:solidFill>
                  <a:srgbClr val="000000"/>
                </a:solidFill>
                <a:latin typeface="Roboto"/>
                <a:ea typeface="Roboto"/>
                <a:cs typeface="Roboto"/>
                <a:sym typeface="Roboto"/>
              </a:rPr>
              <a:t>Booleanos (bool):</a:t>
            </a:r>
            <a:r>
              <a:rPr lang="en-US" sz="2837">
                <a:solidFill>
                  <a:srgbClr val="000000"/>
                </a:solidFill>
                <a:latin typeface="Roboto"/>
                <a:ea typeface="Roboto"/>
                <a:cs typeface="Roboto"/>
                <a:sym typeface="Roboto"/>
              </a:rPr>
              <a:t> Valores lógicos que pueden ser solo true o false. Se usan para decisiones y condiciones.</a:t>
            </a:r>
            <a:endParaRPr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t/>
            </a:r>
            <a:endParaRPr b="1" sz="2837">
              <a:solidFill>
                <a:srgbClr val="000000"/>
              </a:solidFill>
              <a:latin typeface="Roboto"/>
              <a:ea typeface="Roboto"/>
              <a:cs typeface="Roboto"/>
              <a:sym typeface="Roboto"/>
            </a:endParaRPr>
          </a:p>
          <a:p>
            <a:pPr indent="0" lvl="0" marL="457200" rtl="0" algn="l">
              <a:lnSpc>
                <a:spcPct val="100000"/>
              </a:lnSpc>
              <a:spcBef>
                <a:spcPts val="0"/>
              </a:spcBef>
              <a:spcAft>
                <a:spcPts val="0"/>
              </a:spcAft>
              <a:buSzPct val="112789"/>
              <a:buNone/>
            </a:pPr>
            <a:r>
              <a:rPr b="1" lang="en-US" sz="2837">
                <a:solidFill>
                  <a:srgbClr val="000000"/>
                </a:solidFill>
                <a:latin typeface="Roboto"/>
                <a:ea typeface="Roboto"/>
                <a:cs typeface="Roboto"/>
                <a:sym typeface="Roboto"/>
              </a:rPr>
              <a:t>Caracteres (char): </a:t>
            </a:r>
            <a:r>
              <a:rPr lang="en-US" sz="2837">
                <a:solidFill>
                  <a:srgbClr val="000000"/>
                </a:solidFill>
                <a:latin typeface="Roboto"/>
                <a:ea typeface="Roboto"/>
                <a:cs typeface="Roboto"/>
                <a:sym typeface="Roboto"/>
              </a:rPr>
              <a:t>Representan un solo símbolo o letra, almacenados generalmente en formatos Unicode para soportar múltiples idiomas.</a:t>
            </a:r>
            <a:endParaRPr/>
          </a:p>
        </p:txBody>
      </p:sp>
      <p:pic>
        <p:nvPicPr>
          <p:cNvPr id="253" name="Google Shape;253;g35c4bec6024_1_14"/>
          <p:cNvPicPr preferRelativeResize="0"/>
          <p:nvPr/>
        </p:nvPicPr>
        <p:blipFill>
          <a:blip r:embed="rId3">
            <a:alphaModFix/>
          </a:blip>
          <a:stretch>
            <a:fillRect/>
          </a:stretch>
        </p:blipFill>
        <p:spPr>
          <a:xfrm>
            <a:off x="10190850" y="2622600"/>
            <a:ext cx="7337351" cy="4797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EJEMPLOS</a:t>
            </a:r>
            <a:endParaRPr b="0" i="0" sz="1400" u="none" cap="none" strike="noStrike">
              <a:solidFill>
                <a:srgbClr val="000000"/>
              </a:solidFill>
              <a:latin typeface="Impact"/>
              <a:ea typeface="Impact"/>
              <a:cs typeface="Impact"/>
              <a:sym typeface="Impact"/>
            </a:endParaRPr>
          </a:p>
        </p:txBody>
      </p:sp>
      <p:sp>
        <p:nvSpPr>
          <p:cNvPr id="259" name="Google Shape;259;p5"/>
          <p:cNvSpPr/>
          <p:nvPr/>
        </p:nvSpPr>
        <p:spPr>
          <a:xfrm>
            <a:off x="2387875" y="1738650"/>
            <a:ext cx="4960925" cy="3544200"/>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400"/>
              <a:buFont typeface="Arial"/>
              <a:buNone/>
            </a:pPr>
            <a:r>
              <a:rPr lang="en-US" sz="2400">
                <a:latin typeface="Roboto"/>
                <a:ea typeface="Roboto"/>
                <a:cs typeface="Roboto"/>
                <a:sym typeface="Roboto"/>
              </a:rPr>
              <a:t>Un video grabado con un smartphone se codifica en formato H.264 para que ocupe menos espacio y pueda ser compartido fácilmente por redes sociales sin perder calidad visible.</a:t>
            </a:r>
            <a:endParaRPr b="0" i="0" sz="24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0" name="Google Shape;260;p5"/>
          <p:cNvSpPr/>
          <p:nvPr/>
        </p:nvSpPr>
        <p:spPr>
          <a:xfrm>
            <a:off x="8066575" y="4941350"/>
            <a:ext cx="8674200" cy="4285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ctr">
              <a:lnSpc>
                <a:spcPct val="115000"/>
              </a:lnSpc>
              <a:spcBef>
                <a:spcPts val="600"/>
              </a:spcBef>
              <a:spcAft>
                <a:spcPts val="0"/>
              </a:spcAft>
              <a:buClr>
                <a:srgbClr val="000000"/>
              </a:buClr>
              <a:buSzPts val="3000"/>
              <a:buFont typeface="Arial"/>
              <a:buNone/>
            </a:pPr>
            <a:r>
              <a:rPr lang="en-US" sz="3100">
                <a:latin typeface="Roboto"/>
                <a:ea typeface="Roboto"/>
                <a:cs typeface="Roboto"/>
                <a:sym typeface="Roboto"/>
              </a:rPr>
              <a:t>Una empresa utiliza servicios de almacenamiento en la nube para guardar copias de seguridad de sus datos y acceder a ellos desde cualquier lugar y dispositivo</a:t>
            </a:r>
            <a:endParaRPr b="0" i="0" sz="3300" u="none" cap="none" strike="noStrike">
              <a:solidFill>
                <a:srgbClr val="000000"/>
              </a:solidFill>
              <a:latin typeface="Calibri"/>
              <a:ea typeface="Calibri"/>
              <a:cs typeface="Calibri"/>
              <a:sym typeface="Calibri"/>
            </a:endParaRPr>
          </a:p>
        </p:txBody>
      </p:sp>
      <p:sp>
        <p:nvSpPr>
          <p:cNvPr id="261" name="Google Shape;261;p5"/>
          <p:cNvSpPr/>
          <p:nvPr/>
        </p:nvSpPr>
        <p:spPr>
          <a:xfrm>
            <a:off x="1374900" y="5682525"/>
            <a:ext cx="6159600" cy="38445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lang="en-US" sz="2900">
                <a:latin typeface="Roboto"/>
                <a:ea typeface="Roboto"/>
                <a:cs typeface="Roboto"/>
                <a:sym typeface="Roboto"/>
              </a:rPr>
              <a:t>En una aplicación bancaria, el campo "saldo" sería un número decimal (float o double), el campo "activo" sería booleano (true si la cuenta está activa, false si no), y el campo "nombre del cliente" se almacenaría como una cadena de caracteres (string, que es un tipo compuesto).</a:t>
            </a:r>
            <a:endParaRPr b="0" i="0" sz="5200" u="none" cap="none" strike="noStrike">
              <a:solidFill>
                <a:srgbClr val="000000"/>
              </a:solidFill>
              <a:latin typeface="Calibri"/>
              <a:ea typeface="Calibri"/>
              <a:cs typeface="Calibri"/>
              <a:sym typeface="Calibri"/>
            </a:endParaRPr>
          </a:p>
        </p:txBody>
      </p:sp>
      <p:sp>
        <p:nvSpPr>
          <p:cNvPr id="262" name="Google Shape;262;p5"/>
          <p:cNvSpPr/>
          <p:nvPr/>
        </p:nvSpPr>
        <p:spPr>
          <a:xfrm>
            <a:off x="8695975" y="1738650"/>
            <a:ext cx="7203225" cy="277555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n-US" sz="2100">
                <a:latin typeface="Roboto"/>
                <a:ea typeface="Roboto"/>
                <a:cs typeface="Roboto"/>
                <a:sym typeface="Roboto"/>
              </a:rPr>
              <a:t>El símbolo "ñ" está representado en ISO-8859-1 pero no en ASCII estándar, lo que permite escribir correctamente en español en sistemas compatibles</a:t>
            </a:r>
            <a:endParaRPr b="0" i="0" sz="23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68" name="Google Shape;268;p6"/>
          <p:cNvSpPr/>
          <p:nvPr/>
        </p:nvSpPr>
        <p:spPr>
          <a:xfrm>
            <a:off x="12395125" y="6480800"/>
            <a:ext cx="50352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1400"/>
              <a:buFont typeface="Arial"/>
              <a:buNone/>
            </a:pPr>
            <a:r>
              <a:rPr lang="en-US" sz="3000">
                <a:latin typeface="Roboto"/>
                <a:ea typeface="Roboto"/>
                <a:cs typeface="Roboto"/>
                <a:sym typeface="Roboto"/>
              </a:rPr>
              <a:t>La nube nos ofrece  Escalabilidad y disponibilidad global.</a:t>
            </a:r>
            <a:endParaRPr b="0" i="0" sz="3000" u="none" cap="none" strike="noStrike">
              <a:solidFill>
                <a:srgbClr val="000000"/>
              </a:solidFill>
              <a:latin typeface="Roboto"/>
              <a:ea typeface="Roboto"/>
              <a:cs typeface="Roboto"/>
              <a:sym typeface="Roboto"/>
            </a:endParaRPr>
          </a:p>
        </p:txBody>
      </p:sp>
      <p:sp>
        <p:nvSpPr>
          <p:cNvPr id="269" name="Google Shape;269;p6"/>
          <p:cNvSpPr/>
          <p:nvPr/>
        </p:nvSpPr>
        <p:spPr>
          <a:xfrm>
            <a:off x="630450" y="5649425"/>
            <a:ext cx="5626500" cy="35064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800"/>
              <a:buFont typeface="Arial"/>
              <a:buNone/>
            </a:pPr>
            <a:r>
              <a:rPr lang="en-US" sz="2800">
                <a:latin typeface="Roboto"/>
                <a:ea typeface="Roboto"/>
                <a:cs typeface="Roboto"/>
                <a:sym typeface="Roboto"/>
              </a:rPr>
              <a:t>Los tipos de datos primitivos Estos tipos permiten que los programas manejen datos de forma eficiente y clara, facilitando operaciones aritméticas, lógicas y de manipulación de texto.</a:t>
            </a:r>
            <a:endParaRPr b="0" i="0" sz="3000" u="none" cap="none" strike="noStrike">
              <a:solidFill>
                <a:srgbClr val="000000"/>
              </a:solidFill>
              <a:latin typeface="Roboto"/>
              <a:ea typeface="Roboto"/>
              <a:cs typeface="Roboto"/>
              <a:sym typeface="Roboto"/>
            </a:endParaRPr>
          </a:p>
        </p:txBody>
      </p:sp>
      <p:sp>
        <p:nvSpPr>
          <p:cNvPr id="270" name="Google Shape;270;p6"/>
          <p:cNvSpPr/>
          <p:nvPr/>
        </p:nvSpPr>
        <p:spPr>
          <a:xfrm>
            <a:off x="10999000" y="2167588"/>
            <a:ext cx="6272700" cy="22413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2800"/>
              <a:buFont typeface="Arial"/>
              <a:buNone/>
            </a:pPr>
            <a:r>
              <a:rPr lang="en-US" sz="2800">
                <a:latin typeface="Roboto"/>
                <a:ea typeface="Roboto"/>
                <a:cs typeface="Roboto"/>
                <a:sym typeface="Roboto"/>
              </a:rPr>
              <a:t>Los sitemas decimales, binarios, octal, hexadecimal facilitan la representación y manipulación de datos en computadoras.</a:t>
            </a:r>
            <a:endParaRPr sz="2800">
              <a:latin typeface="Roboto"/>
              <a:ea typeface="Roboto"/>
              <a:cs typeface="Roboto"/>
              <a:sym typeface="Roboto"/>
            </a:endParaRPr>
          </a:p>
        </p:txBody>
      </p:sp>
      <p:sp>
        <p:nvSpPr>
          <p:cNvPr id="271" name="Google Shape;271;p6"/>
          <p:cNvSpPr/>
          <p:nvPr/>
        </p:nvSpPr>
        <p:spPr>
          <a:xfrm>
            <a:off x="7033700" y="4910100"/>
            <a:ext cx="51588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3300"/>
              <a:buFont typeface="Arial"/>
              <a:buNone/>
            </a:pPr>
            <a:r>
              <a:t/>
            </a:r>
            <a:endParaRPr b="0" i="0" sz="33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3300"/>
              <a:buFont typeface="Arial"/>
              <a:buNone/>
            </a:pPr>
            <a:r>
              <a:rPr lang="en-US" sz="3300">
                <a:latin typeface="Roboto"/>
                <a:ea typeface="Roboto"/>
                <a:cs typeface="Roboto"/>
                <a:sym typeface="Roboto"/>
              </a:rPr>
              <a:t>La codificación de caracteres permite la comunicación global y el procesamiento multilingüe</a:t>
            </a:r>
            <a:endParaRPr b="0" i="0" sz="32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2" name="Google Shape;272;p6"/>
          <p:cNvSpPr/>
          <p:nvPr/>
        </p:nvSpPr>
        <p:spPr>
          <a:xfrm>
            <a:off x="895800" y="2091450"/>
            <a:ext cx="6461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2800"/>
              <a:buFont typeface="Arial"/>
              <a:buNone/>
            </a:pPr>
            <a:r>
              <a:rPr lang="en-US" sz="2800">
                <a:latin typeface="Roboto"/>
                <a:ea typeface="Roboto"/>
                <a:cs typeface="Roboto"/>
                <a:sym typeface="Roboto"/>
              </a:rPr>
              <a:t>La codificación y compresión multimedia permiten almacenar grandes cantidades de datos audiovisuales, transmitirlos por internet y reproducirlos en dispositivos con recursos limitados.</a:t>
            </a:r>
            <a:endParaRPr b="0" i="0" sz="2800" u="none" cap="none" strike="noStrik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NOMBRE DEL VALOR Y/O ACTITUD</a:t>
            </a:r>
            <a:endParaRPr b="0" i="0" sz="1400" u="none" cap="none" strike="noStrike">
              <a:solidFill>
                <a:srgbClr val="000000"/>
              </a:solidFill>
              <a:latin typeface="Impact"/>
              <a:ea typeface="Impact"/>
              <a:cs typeface="Impact"/>
              <a:sym typeface="Impact"/>
            </a:endParaRPr>
          </a:p>
        </p:txBody>
      </p:sp>
      <p:sp>
        <p:nvSpPr>
          <p:cNvPr id="278" name="Google Shape;278;p7"/>
          <p:cNvSpPr/>
          <p:nvPr/>
        </p:nvSpPr>
        <p:spPr>
          <a:xfrm>
            <a:off x="8695975" y="5316150"/>
            <a:ext cx="7867800" cy="31656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700"/>
              <a:buFont typeface="Arial"/>
              <a:buNone/>
            </a:pPr>
            <a:r>
              <a:rPr b="0" i="0" lang="en-US" sz="2700" u="sng" cap="none" strike="noStrike">
                <a:solidFill>
                  <a:srgbClr val="000000"/>
                </a:solidFill>
                <a:latin typeface="Roboto"/>
                <a:ea typeface="Roboto"/>
                <a:cs typeface="Roboto"/>
                <a:sym typeface="Roboto"/>
              </a:rPr>
              <a:t>Innovación:</a:t>
            </a:r>
            <a:r>
              <a:rPr b="0" i="0" lang="en-US" sz="2700" u="none" cap="none" strike="noStrike">
                <a:solidFill>
                  <a:srgbClr val="000000"/>
                </a:solidFill>
                <a:latin typeface="Roboto"/>
                <a:ea typeface="Roboto"/>
                <a:cs typeface="Roboto"/>
                <a:sym typeface="Roboto"/>
              </a:rPr>
              <a:t> Búsqueda constante de soluciones y mejoras en los procesos tecnológicos.</a:t>
            </a:r>
            <a:endParaRPr b="0" i="0" sz="27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9" name="Google Shape;279;p7"/>
          <p:cNvSpPr/>
          <p:nvPr/>
        </p:nvSpPr>
        <p:spPr>
          <a:xfrm>
            <a:off x="1472450" y="2419800"/>
            <a:ext cx="69087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700"/>
              <a:buFont typeface="Arial"/>
              <a:buNone/>
            </a:pPr>
            <a:r>
              <a:t/>
            </a:r>
            <a:endParaRPr b="0" i="0" sz="2700" u="sng"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2700"/>
              <a:buFont typeface="Arial"/>
              <a:buNone/>
            </a:pPr>
            <a:r>
              <a:rPr b="0" i="0" lang="en-US" sz="2700" u="sng" cap="none" strike="noStrike">
                <a:solidFill>
                  <a:srgbClr val="000000"/>
                </a:solidFill>
                <a:latin typeface="Roboto"/>
                <a:ea typeface="Roboto"/>
                <a:cs typeface="Roboto"/>
                <a:sym typeface="Roboto"/>
              </a:rPr>
              <a:t>Responsabilidad: </a:t>
            </a:r>
            <a:r>
              <a:rPr b="0" i="0" lang="en-US" sz="2700" u="none" cap="none" strike="noStrike">
                <a:solidFill>
                  <a:srgbClr val="000000"/>
                </a:solidFill>
                <a:latin typeface="Roboto"/>
                <a:ea typeface="Roboto"/>
                <a:cs typeface="Roboto"/>
                <a:sym typeface="Roboto"/>
              </a:rPr>
              <a:t>Uso ético y seguro de la tecnología y protección de la información.</a:t>
            </a:r>
            <a:endParaRPr b="0" i="0" sz="27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285" name="Google Shape;285;p8"/>
          <p:cNvSpPr txBox="1"/>
          <p:nvPr/>
        </p:nvSpPr>
        <p:spPr>
          <a:xfrm>
            <a:off x="1168200" y="2863650"/>
            <a:ext cx="15951600" cy="4559700"/>
          </a:xfrm>
          <a:prstGeom prst="rect">
            <a:avLst/>
          </a:prstGeom>
          <a:noFill/>
          <a:ln>
            <a:noFill/>
          </a:ln>
        </p:spPr>
        <p:txBody>
          <a:bodyPr anchorCtr="0" anchor="t" bIns="0" lIns="0" spcFirstLastPara="1" rIns="0" wrap="square" tIns="0">
            <a:spAutoFit/>
          </a:bodyPr>
          <a:lstStyle/>
          <a:p>
            <a:pPr indent="-428688" lvl="0" marL="457200" marR="0" rtl="0" algn="ctr">
              <a:lnSpc>
                <a:spcPct val="140019"/>
              </a:lnSpc>
              <a:spcBef>
                <a:spcPts val="0"/>
              </a:spcBef>
              <a:spcAft>
                <a:spcPts val="0"/>
              </a:spcAft>
              <a:buClr>
                <a:srgbClr val="131416"/>
              </a:buClr>
              <a:buSzPts val="3151"/>
              <a:buFont typeface="Arial"/>
              <a:buChar char="-"/>
            </a:pPr>
            <a:r>
              <a:rPr lang="en-US" sz="3151" u="sng">
                <a:solidFill>
                  <a:schemeClr val="hlink"/>
                </a:solidFill>
                <a:hlinkClick r:id="rId3"/>
              </a:rPr>
              <a:t>https://aws.amazon.com/es/getting-started/cloud-essentials/</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lang="en-US" sz="3151" u="sng">
                <a:solidFill>
                  <a:schemeClr val="hlink"/>
                </a:solidFill>
                <a:hlinkClick r:id="rId4"/>
              </a:rPr>
              <a:t>https://www.oposicionesguardiacivilweb.com/wp-content/uploads/2019/04/TEMA-24-INFORMATICA-TEOR%C3%8DA-C%C3%93DIGO-BINARIO.pdf</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lang="en-US" sz="3151" u="sng">
                <a:solidFill>
                  <a:schemeClr val="hlink"/>
                </a:solidFill>
                <a:hlinkClick r:id="rId5"/>
              </a:rPr>
              <a:t>https://www.ionos.es/digitalguide/servidores/know-how/ascii-american-standard-code-for-information-interchange/</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lang="en-US" sz="3151">
                <a:solidFill>
                  <a:srgbClr val="131416"/>
                </a:solidFill>
              </a:rPr>
              <a:t>https://aprendeconalf.es/docencia/python/manual/tipos-datos-simples/</a:t>
            </a:r>
            <a:endParaRPr sz="3151">
              <a:solidFill>
                <a:srgbClr val="131416"/>
              </a:solidFill>
            </a:endParaRPr>
          </a:p>
          <a:p>
            <a:pPr indent="-428687" lvl="0" marL="457200" marR="0" rtl="0" algn="ctr">
              <a:lnSpc>
                <a:spcPct val="140019"/>
              </a:lnSpc>
              <a:spcBef>
                <a:spcPts val="0"/>
              </a:spcBef>
              <a:spcAft>
                <a:spcPts val="0"/>
              </a:spcAft>
              <a:buClr>
                <a:srgbClr val="131416"/>
              </a:buClr>
              <a:buSzPts val="3151"/>
              <a:buChar char="-"/>
            </a:pPr>
            <a:r>
              <a:t/>
            </a:r>
            <a:endParaRPr sz="3151">
              <a:solidFill>
                <a:srgbClr val="13141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91" name="Google Shape;291;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92" name="Google Shape;292;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93" name="Google Shape;293;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