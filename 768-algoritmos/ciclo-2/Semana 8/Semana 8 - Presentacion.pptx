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Lobster"/>
      <p:regular r:id="rId27"/>
    </p:embeddedFont>
    <p:embeddedFont>
      <p:font typeface="Pacifico"/>
      <p:regular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6bN049fDCDYbkHn0a2m0F/i8CZ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  <p:cmAuthor clrIdx="1" id="1" initials="" lastIdx="1" name="Computación COCO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Pacifico-regular.fntdata"/><Relationship Id="rId27" Type="http://schemas.openxmlformats.org/officeDocument/2006/relationships/font" Target="fonts/Lobs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3T05:44:43.461">
    <p:pos x="6000" y="0"/>
    <p:text>Hola, gracias por avanzar en ese sentido favor agregar algunas imagenes a la presentacion ya que tiene unicamente texto.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_65YG4"/>
      </p:ext>
    </p:extLst>
  </p:cm>
  <p:cm authorId="1" idx="1" dt="2025-05-23T05:44:43.461">
    <p:pos x="6000" y="0"/>
    <p:text>por nada, ya le he agregado algunas imágenes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kBpuf8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c620360a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5c620360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6267e1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5c6267e1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c6267e18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5c6267e1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c6267e18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5c6267e18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c6267e18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5c6267e1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ca7a0e8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5cca7a0e8c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5c4bec6024_0_698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12" name="Google Shape;12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g35c4bec6024_0_698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6" name="Google Shape;16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25" name="Google Shape;25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g35c4bec6024_0_738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30" name="Google Shape;3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g35c4bec6024_0_738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34" name="Google Shape;34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5" name="Google Shape;4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9" name="Google Shape;4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g35c4bec6024_0_670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53" name="Google Shape;5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g35c4bec6024_0_670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57" name="Google Shape;5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g35c4bec6024_0_670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61" name="Google Shape;6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5" name="Google Shape;6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g35c4bec6024_0_770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76" name="Google Shape;76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5c4bec6024_0_770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80" name="Google Shape;80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85" name="Google Shape;85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1" name="Google Shape;91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6" name="Google Shape;106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7" name="Google Shape;107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s.wikipedia.org/wiki/Tipo_de_dato" TargetMode="External"/><Relationship Id="rId4" Type="http://schemas.openxmlformats.org/officeDocument/2006/relationships/hyperlink" Target="https://onmex.mx/tecnologia-y-desarrollo/tipos-de-datos-en-programacion/" TargetMode="External"/><Relationship Id="rId5" Type="http://schemas.openxmlformats.org/officeDocument/2006/relationships/hyperlink" Target="https://desarrolloweb.com/articulos/2225.php" TargetMode="External"/><Relationship Id="rId6" Type="http://schemas.openxmlformats.org/officeDocument/2006/relationships/hyperlink" Target="https://es.wikipedia.org/wiki/Palabra_reservada" TargetMode="External"/><Relationship Id="rId7" Type="http://schemas.openxmlformats.org/officeDocument/2006/relationships/hyperlink" Target="https://keepcoding.io/blog/palabras-reservadas-en-programacion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3" y="6994239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956505" y="3444149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637238"/>
            <a:ext cx="7339114" cy="845568"/>
            <a:chOff x="0" y="-26490"/>
            <a:chExt cx="1964221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351702" y="-26490"/>
              <a:ext cx="1517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Instrucciones o sentencias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790789" y="3303305"/>
            <a:ext cx="4115867" cy="1267370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76625" y="5549375"/>
            <a:ext cx="7339116" cy="845568"/>
            <a:chOff x="0" y="-31464"/>
            <a:chExt cx="1964221" cy="360000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375870" y="-31464"/>
              <a:ext cx="1287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599"/>
                <a:t>Palabras reservadas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176625" y="6541525"/>
            <a:ext cx="7339115" cy="845568"/>
            <a:chOff x="0" y="-26961"/>
            <a:chExt cx="1964221" cy="3600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332278" y="-26961"/>
              <a:ext cx="1491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1699"/>
                <a:t>Tipos de Datos</a:t>
              </a:r>
              <a:endParaRPr b="0" i="0" sz="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76626" y="7438850"/>
            <a:ext cx="7339115" cy="845568"/>
            <a:chOff x="0" y="-38140"/>
            <a:chExt cx="1964221" cy="3600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348195" y="-38140"/>
              <a:ext cx="1315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399"/>
                <a:t>Estructuras Condicionales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2054850" y="3157975"/>
            <a:ext cx="14178300" cy="6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4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 algoritmos utilizando instrucciones, estructuras condicionales, tipos de datos y palabras reservadas, aplicando principios del pensamiento algorítmico para la resolución eficiente de problemas complejos, con base en los niveles y características fundamentales de los algoritmos.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c620360a0_0_1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Instrucciones o Sentencias en un Algoritmo</a:t>
            </a:r>
            <a:endParaRPr/>
          </a:p>
        </p:txBody>
      </p:sp>
      <p:sp>
        <p:nvSpPr>
          <p:cNvPr id="171" name="Google Shape;171;g35c620360a0_0_1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instrucciones o sentencias son las unidades básicas que componen un algoritmo. Cada instrucción indica una acción específica que debe realizar el sistema para avanzar en la resolución de un problema.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Tipos de instrucciones: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Secuenciales: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Se ejecutan en el orden en que están escritas.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Condicionales: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Se ejecutan solo si se cumple una determinada condición.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Repetitivas o cíclicas: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Se ejecutan varias veces mientras se cumpla una condición.</a:t>
            </a:r>
            <a:endParaRPr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5c620360a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9188" y="6655425"/>
            <a:ext cx="3249625" cy="25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c6267e187_0_0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Ejemplo en Pseudocódigo</a:t>
            </a:r>
            <a:endParaRPr/>
          </a:p>
        </p:txBody>
      </p:sp>
      <p:sp>
        <p:nvSpPr>
          <p:cNvPr id="178" name="Google Shape;178;g35c6267e187_0_0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40000"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Inicio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   Leer número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   Si número &gt; 0 Entonces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       Escribir "El número es positivo"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    FinSi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Fin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c6267e187_0_7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Palabras Reservadas</a:t>
            </a:r>
            <a:endParaRPr/>
          </a:p>
        </p:txBody>
      </p:sp>
      <p:sp>
        <p:nvSpPr>
          <p:cNvPr id="184" name="Google Shape;184;g35c6267e187_0_7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palabras reservadas son términos que tienen un significado especial en un lenguaje de programación y no pueden ser utilizados como identificadores (nombres de variables, funciones, etc.). Estas palabras forman parte de la sintaxis del lenguaje y son esenciales para su funcionamiento.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Ejemplos comunes: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if, else, while, for, return, break, continue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Características: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No pueden ser redefinidas ni utilizadas para otros propósitos.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Son reconocidas por el compilador o intérprete como comandos específicos.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Varían según el lenguaje de programación.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g35c6267e18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0450" y="6893000"/>
            <a:ext cx="4629050" cy="26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c6267e187_0_15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Tipos de datos</a:t>
            </a:r>
            <a:endParaRPr/>
          </a:p>
        </p:txBody>
      </p:sp>
      <p:sp>
        <p:nvSpPr>
          <p:cNvPr id="191" name="Google Shape;191;g35c6267e187_0_15"/>
          <p:cNvSpPr txBox="1"/>
          <p:nvPr/>
        </p:nvSpPr>
        <p:spPr>
          <a:xfrm>
            <a:off x="1897500" y="25329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Los tipos de datos son categorías que definen el tipo de valor que una variable puede almacenar y las operaciones que se pueden realizar sobre esos valores.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30867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Tipos de datos comunes: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Númericos: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Enteros (int): Número sin decimales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Flotantes (float, double): Números con decimales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Texto: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Caracteres (char): Un sólo carácter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○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Cadenas (string): Secuencia de 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caracteres</a:t>
            </a: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Booleanos (bool): Representan valores de verdad: verdadero o falso.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g35c6267e18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099" y="7010775"/>
            <a:ext cx="5868325" cy="27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c6267e187_0_20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Estructuras Condicionales</a:t>
            </a:r>
            <a:endParaRPr/>
          </a:p>
        </p:txBody>
      </p:sp>
      <p:sp>
        <p:nvSpPr>
          <p:cNvPr id="198" name="Google Shape;198;g35c6267e187_0_20"/>
          <p:cNvSpPr txBox="1"/>
          <p:nvPr/>
        </p:nvSpPr>
        <p:spPr>
          <a:xfrm>
            <a:off x="237555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estructuras condicionales permiten que un programa tome decisiones y ejecute diferentes bloques de código según se cumplan o no ciertas condiciones.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Tipos de estructuras condicionales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Condicional simple (if): Ejecuta un bloque de código si se cumple una condición.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Condicional compuesta (if-else): Ejecuta un bloque si se cumple la condición y otro si no se cumple.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7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Condicional múltiple (if-else if-else): Permite evaluar múltiples condiciones en secuencia.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ca7a0e8c_0_15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4" name="Google Shape;204;g35cca7a0e8c_0_158"/>
          <p:cNvSpPr/>
          <p:nvPr/>
        </p:nvSpPr>
        <p:spPr>
          <a:xfrm>
            <a:off x="710300" y="236575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Las instrucciones o sentencias son los pasos fundamentales de un algoritmo. Estas controlan el flujo de ejecución mediante estructuras secuenciales, condicionales o repetitivas, y permiten que un algoritmo actúe lógicamente.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5cca7a0e8c_0_158"/>
          <p:cNvSpPr/>
          <p:nvPr/>
        </p:nvSpPr>
        <p:spPr>
          <a:xfrm>
            <a:off x="12352350" y="22084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Las estructuras condicionales permiten tomar decisiones en función de si una condición se cumple o no. Gracias a ellas, un algoritmo puede adaptarse dinámicamente a distintas situaciones o entradas.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5cca7a0e8c_0_158"/>
          <p:cNvSpPr/>
          <p:nvPr/>
        </p:nvSpPr>
        <p:spPr>
          <a:xfrm>
            <a:off x="6007825" y="3346850"/>
            <a:ext cx="6082200" cy="3320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Los tipos de datos definen la clase de valores que pueden usarse y las operaciones que se pueden realizar sobre ellos. Elegir el tipo de dato adecuado (entero, decimal, cadena, booleano) es esencial para construir algoritmos correctos y eficientes.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actitudes</a:t>
            </a:r>
            <a:endParaRPr b="0" i="0" sz="6900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95975" y="5316150"/>
            <a:ext cx="7867800" cy="3165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Responsabilidad en el uso correcto del lenguaje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Comprender el propósito de cada palabra reservada y cada tipo de dato promueve una actitud responsable al programar, ya que elegir incorrectamente puede provocar errores o vulnerabilidades. Usar correctamente estos elementos es parte de una práctica profesional ética.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472450" y="2419800"/>
            <a:ext cx="69087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Rigor lógico en la construcción de soluciones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El uso de estructuras como condicionales y sentencias requiere una mente analítica y disciplina para definir instrucciones exactas. Este valor impulsa la creación de algoritmos coherentes, eficientes y sin ambigüedades.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1025000" y="2718725"/>
            <a:ext cx="159516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https://es.wikipedia.org/wiki/Tipo_de_dato</a:t>
            </a:r>
            <a:r>
              <a:rPr lang="en-US" sz="3151">
                <a:solidFill>
                  <a:srgbClr val="131416"/>
                </a:solidFill>
              </a:rPr>
              <a:t> </a:t>
            </a:r>
            <a:b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3151" u="none">
                <a:solidFill>
                  <a:srgbClr val="131416"/>
                </a:solidFill>
              </a:rPr>
              <a:t> </a:t>
            </a:r>
            <a:r>
              <a:rPr lang="en-US" sz="3151" u="sng">
                <a:solidFill>
                  <a:schemeClr val="hlink"/>
                </a:solidFill>
                <a:hlinkClick r:id="rId4"/>
              </a:rPr>
              <a:t>https://onmex.mx/tecnologia-y-desarrollo/tipos-de-datos-en-programacion/</a:t>
            </a:r>
            <a:r>
              <a:rPr lang="en-US" sz="3151" u="none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5"/>
              </a:rPr>
              <a:t>https://desarrolloweb.com/articulos/2225.php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6"/>
              </a:rPr>
              <a:t>https://es.wikipedia.org/wiki/Palabra_reservada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sz="3151">
              <a:solidFill>
                <a:srgbClr val="131416"/>
              </a:solidFill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7"/>
              </a:rPr>
              <a:t>https://keepcoding.io/blog/palabras-reservadas-en-programacion/</a:t>
            </a:r>
            <a:r>
              <a:rPr lang="en-US" sz="3151">
                <a:solidFill>
                  <a:srgbClr val="131416"/>
                </a:solidFill>
              </a:rPr>
              <a:t>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