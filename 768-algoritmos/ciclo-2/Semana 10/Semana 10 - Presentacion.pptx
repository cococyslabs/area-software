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10287000" cx="18288000"/>
  <p:notesSz cx="6858000" cy="9144000"/>
  <p:embeddedFontLst>
    <p:embeddedFont>
      <p:font typeface="Roboto"/>
      <p:regular r:id="rId20"/>
      <p:bold r:id="rId21"/>
      <p:italic r:id="rId22"/>
      <p:boldItalic r:id="rId23"/>
    </p:embeddedFont>
    <p:embeddedFont>
      <p:font typeface="Nunito"/>
      <p:regular r:id="rId24"/>
      <p:bold r:id="rId25"/>
      <p:italic r:id="rId26"/>
      <p:boldItalic r:id="rId27"/>
    </p:embeddedFont>
    <p:embeddedFont>
      <p:font typeface="Lobster"/>
      <p:regular r:id="rId28"/>
    </p:embeddedFont>
    <p:embeddedFont>
      <p:font typeface="Pacifico"/>
      <p:regular r:id="rId29"/>
    </p:embeddedFont>
    <p:embeddedFont>
      <p:font typeface="Open Sans"/>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4" roundtripDataSignature="AMtx7mjiOTRACrwDZmid3Q630Is0HJSG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22" Type="http://schemas.openxmlformats.org/officeDocument/2006/relationships/font" Target="fonts/Roboto-italic.fntdata"/><Relationship Id="rId21" Type="http://schemas.openxmlformats.org/officeDocument/2006/relationships/font" Target="fonts/Roboto-bold.fntdata"/><Relationship Id="rId24" Type="http://schemas.openxmlformats.org/officeDocument/2006/relationships/font" Target="fonts/Nunito-regular.fntdata"/><Relationship Id="rId23"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italic.fntdata"/><Relationship Id="rId25" Type="http://schemas.openxmlformats.org/officeDocument/2006/relationships/font" Target="fonts/Nunito-bold.fntdata"/><Relationship Id="rId28" Type="http://schemas.openxmlformats.org/officeDocument/2006/relationships/font" Target="fonts/Lobster-regular.fntdata"/><Relationship Id="rId27" Type="http://schemas.openxmlformats.org/officeDocument/2006/relationships/font" Target="fonts/Nunit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acific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bold.fntdata"/><Relationship Id="rId30" Type="http://schemas.openxmlformats.org/officeDocument/2006/relationships/font" Target="fonts/OpenSans-regular.fntdata"/><Relationship Id="rId11" Type="http://schemas.openxmlformats.org/officeDocument/2006/relationships/slide" Target="slides/slide6.xml"/><Relationship Id="rId33" Type="http://schemas.openxmlformats.org/officeDocument/2006/relationships/font" Target="fonts/OpenSans-boldItalic.fntdata"/><Relationship Id="rId10" Type="http://schemas.openxmlformats.org/officeDocument/2006/relationships/slide" Target="slides/slide5.xml"/><Relationship Id="rId32" Type="http://schemas.openxmlformats.org/officeDocument/2006/relationships/font" Target="fonts/OpenSans-italic.fntdata"/><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5c59309f3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g35c59309f3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5c59309f30_0_1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g35c59309f30_0_1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5c59309f30_0_1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g35c59309f30_0_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5c59309f30_0_1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35c59309f30_0_1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5c59309f30_0_1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g35c59309f30_0_1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5c59309f30_0_1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g35c59309f30_0_1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5c59309f30_0_1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g35c59309f30_0_1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5c59309f30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1" name="Google Shape;221;g35c59309f30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0" name="Google Shape;23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7" name="Google Shape;23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9" name="Shape 9"/>
        <p:cNvGrpSpPr/>
        <p:nvPr/>
      </p:nvGrpSpPr>
      <p:grpSpPr>
        <a:xfrm>
          <a:off x="0" y="0"/>
          <a:ext cx="0" cy="0"/>
          <a:chOff x="0" y="0"/>
          <a:chExt cx="0" cy="0"/>
        </a:xfrm>
      </p:grpSpPr>
      <p:sp>
        <p:nvSpPr>
          <p:cNvPr id="10" name="Google Shape;10;g35c4bec6024_0_698"/>
          <p:cNvSpPr/>
          <p:nvPr/>
        </p:nvSpPr>
        <p:spPr>
          <a:xfrm flipH="1">
            <a:off x="9514200" y="4618800"/>
            <a:ext cx="8773800" cy="5668200"/>
          </a:xfrm>
          <a:prstGeom prst="rtTriangle">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g35c4bec6024_0_698"/>
          <p:cNvGrpSpPr/>
          <p:nvPr/>
        </p:nvGrpSpPr>
        <p:grpSpPr>
          <a:xfrm>
            <a:off x="11188382" y="7922230"/>
            <a:ext cx="5820286" cy="2364680"/>
            <a:chOff x="6917201" y="0"/>
            <a:chExt cx="2227776" cy="863400"/>
          </a:xfrm>
        </p:grpSpPr>
        <p:sp>
          <p:nvSpPr>
            <p:cNvPr id="12" name="Google Shape;12;g35c4bec6024_0_698"/>
            <p:cNvSpPr/>
            <p:nvPr/>
          </p:nvSpPr>
          <p:spPr>
            <a:xfrm>
              <a:off x="7641677" y="0"/>
              <a:ext cx="1503300" cy="863400"/>
            </a:xfrm>
            <a:prstGeom prst="parallelogram">
              <a:avLst>
                <a:gd fmla="val 158024" name="adj"/>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g35c4bec6024_0_698"/>
            <p:cNvSpPr/>
            <p:nvPr/>
          </p:nvSpPr>
          <p:spPr>
            <a:xfrm>
              <a:off x="7279439" y="0"/>
              <a:ext cx="1503300" cy="863400"/>
            </a:xfrm>
            <a:prstGeom prst="parallelogram">
              <a:avLst>
                <a:gd fmla="val 158024" name="adj"/>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g35c4bec6024_0_698"/>
            <p:cNvSpPr/>
            <p:nvPr/>
          </p:nvSpPr>
          <p:spPr>
            <a:xfrm>
              <a:off x="6917201" y="0"/>
              <a:ext cx="1503300" cy="863400"/>
            </a:xfrm>
            <a:prstGeom prst="parallelogram">
              <a:avLst>
                <a:gd fmla="val 158024" name="adj"/>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 name="Google Shape;15;g35c4bec6024_0_698"/>
          <p:cNvGrpSpPr/>
          <p:nvPr/>
        </p:nvGrpSpPr>
        <p:grpSpPr>
          <a:xfrm>
            <a:off x="398298" y="4"/>
            <a:ext cx="5590825" cy="2166616"/>
            <a:chOff x="6917201" y="0"/>
            <a:chExt cx="2227776" cy="863400"/>
          </a:xfrm>
        </p:grpSpPr>
        <p:sp>
          <p:nvSpPr>
            <p:cNvPr id="16" name="Google Shape;16;g35c4bec6024_0_698"/>
            <p:cNvSpPr/>
            <p:nvPr/>
          </p:nvSpPr>
          <p:spPr>
            <a:xfrm>
              <a:off x="7641677"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g35c4bec6024_0_698"/>
            <p:cNvSpPr/>
            <p:nvPr/>
          </p:nvSpPr>
          <p:spPr>
            <a:xfrm>
              <a:off x="7279439"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g35c4bec6024_0_698"/>
            <p:cNvSpPr/>
            <p:nvPr/>
          </p:nvSpPr>
          <p:spPr>
            <a:xfrm>
              <a:off x="6917201"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 name="Google Shape;19;g35c4bec6024_0_698"/>
          <p:cNvSpPr txBox="1"/>
          <p:nvPr>
            <p:ph type="title"/>
          </p:nvPr>
        </p:nvSpPr>
        <p:spPr>
          <a:xfrm>
            <a:off x="3777368" y="3492200"/>
            <a:ext cx="10755000" cy="3292200"/>
          </a:xfrm>
          <a:prstGeom prst="rect">
            <a:avLst/>
          </a:prstGeom>
          <a:noFill/>
          <a:ln>
            <a:noFill/>
          </a:ln>
        </p:spPr>
        <p:txBody>
          <a:bodyPr anchorCtr="0" anchor="ctr" bIns="182850" lIns="182850" spcFirstLastPara="1" rIns="182850" wrap="square" tIns="182850">
            <a:normAutofit/>
          </a:bodyPr>
          <a:lstStyle>
            <a:lvl1pPr lvl="0" algn="ctr">
              <a:lnSpc>
                <a:spcPct val="100000"/>
              </a:lnSpc>
              <a:spcBef>
                <a:spcPts val="0"/>
              </a:spcBef>
              <a:spcAft>
                <a:spcPts val="0"/>
              </a:spcAft>
              <a:buClr>
                <a:schemeClr val="dk2"/>
              </a:buClr>
              <a:buSzPts val="6400"/>
              <a:buNone/>
              <a:defRPr sz="6400">
                <a:solidFill>
                  <a:schemeClr val="dk2"/>
                </a:solidFill>
              </a:defRPr>
            </a:lvl1pPr>
            <a:lvl2pPr lvl="1" algn="ctr">
              <a:lnSpc>
                <a:spcPct val="100000"/>
              </a:lnSpc>
              <a:spcBef>
                <a:spcPts val="0"/>
              </a:spcBef>
              <a:spcAft>
                <a:spcPts val="0"/>
              </a:spcAft>
              <a:buClr>
                <a:schemeClr val="dk2"/>
              </a:buClr>
              <a:buSzPts val="6400"/>
              <a:buNone/>
              <a:defRPr sz="6400">
                <a:solidFill>
                  <a:schemeClr val="dk2"/>
                </a:solidFill>
              </a:defRPr>
            </a:lvl2pPr>
            <a:lvl3pPr lvl="2" algn="ctr">
              <a:lnSpc>
                <a:spcPct val="100000"/>
              </a:lnSpc>
              <a:spcBef>
                <a:spcPts val="0"/>
              </a:spcBef>
              <a:spcAft>
                <a:spcPts val="0"/>
              </a:spcAft>
              <a:buClr>
                <a:schemeClr val="dk2"/>
              </a:buClr>
              <a:buSzPts val="6400"/>
              <a:buNone/>
              <a:defRPr sz="6400">
                <a:solidFill>
                  <a:schemeClr val="dk2"/>
                </a:solidFill>
              </a:defRPr>
            </a:lvl3pPr>
            <a:lvl4pPr lvl="3" algn="ctr">
              <a:lnSpc>
                <a:spcPct val="100000"/>
              </a:lnSpc>
              <a:spcBef>
                <a:spcPts val="0"/>
              </a:spcBef>
              <a:spcAft>
                <a:spcPts val="0"/>
              </a:spcAft>
              <a:buClr>
                <a:schemeClr val="dk2"/>
              </a:buClr>
              <a:buSzPts val="6400"/>
              <a:buNone/>
              <a:defRPr sz="6400">
                <a:solidFill>
                  <a:schemeClr val="dk2"/>
                </a:solidFill>
              </a:defRPr>
            </a:lvl4pPr>
            <a:lvl5pPr lvl="4" algn="ctr">
              <a:lnSpc>
                <a:spcPct val="100000"/>
              </a:lnSpc>
              <a:spcBef>
                <a:spcPts val="0"/>
              </a:spcBef>
              <a:spcAft>
                <a:spcPts val="0"/>
              </a:spcAft>
              <a:buClr>
                <a:schemeClr val="dk2"/>
              </a:buClr>
              <a:buSzPts val="6400"/>
              <a:buNone/>
              <a:defRPr sz="6400">
                <a:solidFill>
                  <a:schemeClr val="dk2"/>
                </a:solidFill>
              </a:defRPr>
            </a:lvl5pPr>
            <a:lvl6pPr lvl="5" algn="ctr">
              <a:lnSpc>
                <a:spcPct val="100000"/>
              </a:lnSpc>
              <a:spcBef>
                <a:spcPts val="0"/>
              </a:spcBef>
              <a:spcAft>
                <a:spcPts val="0"/>
              </a:spcAft>
              <a:buClr>
                <a:schemeClr val="dk2"/>
              </a:buClr>
              <a:buSzPts val="6400"/>
              <a:buNone/>
              <a:defRPr sz="6400">
                <a:solidFill>
                  <a:schemeClr val="dk2"/>
                </a:solidFill>
              </a:defRPr>
            </a:lvl6pPr>
            <a:lvl7pPr lvl="6" algn="ctr">
              <a:lnSpc>
                <a:spcPct val="100000"/>
              </a:lnSpc>
              <a:spcBef>
                <a:spcPts val="0"/>
              </a:spcBef>
              <a:spcAft>
                <a:spcPts val="0"/>
              </a:spcAft>
              <a:buClr>
                <a:schemeClr val="dk2"/>
              </a:buClr>
              <a:buSzPts val="6400"/>
              <a:buNone/>
              <a:defRPr sz="6400">
                <a:solidFill>
                  <a:schemeClr val="dk2"/>
                </a:solidFill>
              </a:defRPr>
            </a:lvl7pPr>
            <a:lvl8pPr lvl="7" algn="ctr">
              <a:lnSpc>
                <a:spcPct val="100000"/>
              </a:lnSpc>
              <a:spcBef>
                <a:spcPts val="0"/>
              </a:spcBef>
              <a:spcAft>
                <a:spcPts val="0"/>
              </a:spcAft>
              <a:buClr>
                <a:schemeClr val="dk2"/>
              </a:buClr>
              <a:buSzPts val="6400"/>
              <a:buNone/>
              <a:defRPr sz="6400">
                <a:solidFill>
                  <a:schemeClr val="dk2"/>
                </a:solidFill>
              </a:defRPr>
            </a:lvl8pPr>
            <a:lvl9pPr lvl="8" algn="ctr">
              <a:lnSpc>
                <a:spcPct val="100000"/>
              </a:lnSpc>
              <a:spcBef>
                <a:spcPts val="0"/>
              </a:spcBef>
              <a:spcAft>
                <a:spcPts val="0"/>
              </a:spcAft>
              <a:buClr>
                <a:schemeClr val="dk2"/>
              </a:buClr>
              <a:buSzPts val="6400"/>
              <a:buNone/>
              <a:defRPr sz="6400">
                <a:solidFill>
                  <a:schemeClr val="dk2"/>
                </a:solidFill>
              </a:defRPr>
            </a:lvl9pPr>
          </a:lstStyle>
          <a:p/>
        </p:txBody>
      </p:sp>
      <p:sp>
        <p:nvSpPr>
          <p:cNvPr id="20" name="Google Shape;20;g35c4bec6024_0_698"/>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21" name="Shape 21"/>
        <p:cNvGrpSpPr/>
        <p:nvPr/>
      </p:nvGrpSpPr>
      <p:grpSpPr>
        <a:xfrm>
          <a:off x="0" y="0"/>
          <a:ext cx="0" cy="0"/>
          <a:chOff x="0" y="0"/>
          <a:chExt cx="0" cy="0"/>
        </a:xfrm>
      </p:grpSpPr>
      <p:sp>
        <p:nvSpPr>
          <p:cNvPr id="22" name="Google Shape;22;g35c4bec6024_0_738"/>
          <p:cNvSpPr/>
          <p:nvPr/>
        </p:nvSpPr>
        <p:spPr>
          <a:xfrm>
            <a:off x="0" y="5646288"/>
            <a:ext cx="14738400" cy="4633800"/>
          </a:xfrm>
          <a:prstGeom prst="rtTriangle">
            <a:avLst/>
          </a:prstGeom>
          <a:solidFill>
            <a:schemeClr val="accent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g35c4bec6024_0_738"/>
          <p:cNvSpPr/>
          <p:nvPr/>
        </p:nvSpPr>
        <p:spPr>
          <a:xfrm flipH="1">
            <a:off x="7166420" y="3108226"/>
            <a:ext cx="11121000" cy="7179000"/>
          </a:xfrm>
          <a:prstGeom prst="rtTriangle">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 name="Google Shape;24;g35c4bec6024_0_738"/>
          <p:cNvGrpSpPr/>
          <p:nvPr/>
        </p:nvGrpSpPr>
        <p:grpSpPr>
          <a:xfrm>
            <a:off x="511982" y="-236"/>
            <a:ext cx="4502694" cy="2086816"/>
            <a:chOff x="3961956" y="4383950"/>
            <a:chExt cx="1160548" cy="548700"/>
          </a:xfrm>
        </p:grpSpPr>
        <p:sp>
          <p:nvSpPr>
            <p:cNvPr id="25" name="Google Shape;25;g35c4bec6024_0_738"/>
            <p:cNvSpPr/>
            <p:nvPr/>
          </p:nvSpPr>
          <p:spPr>
            <a:xfrm>
              <a:off x="4224904" y="4383950"/>
              <a:ext cx="897600" cy="548700"/>
            </a:xfrm>
            <a:prstGeom prst="parallelogram">
              <a:avLst>
                <a:gd fmla="val 153193"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g35c4bec6024_0_738"/>
            <p:cNvSpPr/>
            <p:nvPr/>
          </p:nvSpPr>
          <p:spPr>
            <a:xfrm>
              <a:off x="4093430" y="4383950"/>
              <a:ext cx="897600" cy="548700"/>
            </a:xfrm>
            <a:prstGeom prst="parallelogram">
              <a:avLst>
                <a:gd fmla="val 153193"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g35c4bec6024_0_738"/>
            <p:cNvSpPr/>
            <p:nvPr/>
          </p:nvSpPr>
          <p:spPr>
            <a:xfrm>
              <a:off x="3961956" y="4383950"/>
              <a:ext cx="897600" cy="548700"/>
            </a:xfrm>
            <a:prstGeom prst="parallelogram">
              <a:avLst>
                <a:gd fmla="val 153193"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 name="Google Shape;28;g35c4bec6024_0_738"/>
          <p:cNvSpPr/>
          <p:nvPr/>
        </p:nvSpPr>
        <p:spPr>
          <a:xfrm>
            <a:off x="4064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 name="Google Shape;29;g35c4bec6024_0_738"/>
          <p:cNvGrpSpPr/>
          <p:nvPr/>
        </p:nvGrpSpPr>
        <p:grpSpPr>
          <a:xfrm>
            <a:off x="69869" y="9044251"/>
            <a:ext cx="3186611" cy="1234144"/>
            <a:chOff x="6917201" y="0"/>
            <a:chExt cx="2227776" cy="863400"/>
          </a:xfrm>
        </p:grpSpPr>
        <p:sp>
          <p:nvSpPr>
            <p:cNvPr id="30" name="Google Shape;30;g35c4bec6024_0_738"/>
            <p:cNvSpPr/>
            <p:nvPr/>
          </p:nvSpPr>
          <p:spPr>
            <a:xfrm>
              <a:off x="7641677" y="0"/>
              <a:ext cx="1503300" cy="863400"/>
            </a:xfrm>
            <a:prstGeom prst="parallelogram">
              <a:avLst>
                <a:gd fmla="val 158024" name="adj"/>
              </a:avLst>
            </a:prstGeom>
            <a:solidFill>
              <a:schemeClr val="accent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g35c4bec6024_0_738"/>
            <p:cNvSpPr/>
            <p:nvPr/>
          </p:nvSpPr>
          <p:spPr>
            <a:xfrm>
              <a:off x="7279439" y="0"/>
              <a:ext cx="1503300" cy="863400"/>
            </a:xfrm>
            <a:prstGeom prst="parallelogram">
              <a:avLst>
                <a:gd fmla="val 158024" name="adj"/>
              </a:avLst>
            </a:prstGeom>
            <a:solidFill>
              <a:schemeClr val="accent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g35c4bec6024_0_738"/>
            <p:cNvSpPr/>
            <p:nvPr/>
          </p:nvSpPr>
          <p:spPr>
            <a:xfrm>
              <a:off x="6917201" y="0"/>
              <a:ext cx="1503300" cy="863400"/>
            </a:xfrm>
            <a:prstGeom prst="parallelogram">
              <a:avLst>
                <a:gd fmla="val 158024" name="adj"/>
              </a:avLst>
            </a:prstGeom>
            <a:solidFill>
              <a:schemeClr val="accent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 name="Google Shape;33;g35c4bec6024_0_738"/>
          <p:cNvGrpSpPr/>
          <p:nvPr/>
        </p:nvGrpSpPr>
        <p:grpSpPr>
          <a:xfrm>
            <a:off x="11772706" y="2486"/>
            <a:ext cx="6514907" cy="2523027"/>
            <a:chOff x="6917201" y="0"/>
            <a:chExt cx="2227776" cy="863400"/>
          </a:xfrm>
        </p:grpSpPr>
        <p:sp>
          <p:nvSpPr>
            <p:cNvPr id="34" name="Google Shape;34;g35c4bec6024_0_738"/>
            <p:cNvSpPr/>
            <p:nvPr/>
          </p:nvSpPr>
          <p:spPr>
            <a:xfrm>
              <a:off x="7641677" y="0"/>
              <a:ext cx="1503300" cy="863400"/>
            </a:xfrm>
            <a:prstGeom prst="parallelogram">
              <a:avLst>
                <a:gd fmla="val 158024"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g35c4bec6024_0_738"/>
            <p:cNvSpPr/>
            <p:nvPr/>
          </p:nvSpPr>
          <p:spPr>
            <a:xfrm>
              <a:off x="7279439" y="0"/>
              <a:ext cx="1503300" cy="863400"/>
            </a:xfrm>
            <a:prstGeom prst="parallelogram">
              <a:avLst>
                <a:gd fmla="val 158024"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g35c4bec6024_0_738"/>
            <p:cNvSpPr/>
            <p:nvPr/>
          </p:nvSpPr>
          <p:spPr>
            <a:xfrm>
              <a:off x="6917201" y="0"/>
              <a:ext cx="1503300" cy="863400"/>
            </a:xfrm>
            <a:prstGeom prst="parallelogram">
              <a:avLst>
                <a:gd fmla="val 158024"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 name="Google Shape;37;g35c4bec6024_0_738"/>
          <p:cNvSpPr txBox="1"/>
          <p:nvPr>
            <p:ph type="title"/>
          </p:nvPr>
        </p:nvSpPr>
        <p:spPr>
          <a:xfrm>
            <a:off x="2787858" y="2602292"/>
            <a:ext cx="12733800" cy="5078400"/>
          </a:xfrm>
          <a:prstGeom prst="rect">
            <a:avLst/>
          </a:prstGeom>
          <a:noFill/>
          <a:ln>
            <a:noFill/>
          </a:ln>
        </p:spPr>
        <p:txBody>
          <a:bodyPr anchorCtr="0" anchor="ctr" bIns="182850" lIns="182850" spcFirstLastPara="1" rIns="182850" wrap="square" tIns="182850">
            <a:normAutofit/>
          </a:bodyPr>
          <a:lstStyle>
            <a:lvl1pPr lvl="0" algn="ctr">
              <a:lnSpc>
                <a:spcPct val="100000"/>
              </a:lnSpc>
              <a:spcBef>
                <a:spcPts val="0"/>
              </a:spcBef>
              <a:spcAft>
                <a:spcPts val="0"/>
              </a:spcAft>
              <a:buSzPts val="6400"/>
              <a:buNone/>
              <a:defRPr sz="6400"/>
            </a:lvl1pPr>
            <a:lvl2pPr lvl="1" algn="ctr">
              <a:lnSpc>
                <a:spcPct val="100000"/>
              </a:lnSpc>
              <a:spcBef>
                <a:spcPts val="0"/>
              </a:spcBef>
              <a:spcAft>
                <a:spcPts val="0"/>
              </a:spcAft>
              <a:buSzPts val="6400"/>
              <a:buNone/>
              <a:defRPr sz="6400"/>
            </a:lvl2pPr>
            <a:lvl3pPr lvl="2" algn="ctr">
              <a:lnSpc>
                <a:spcPct val="100000"/>
              </a:lnSpc>
              <a:spcBef>
                <a:spcPts val="0"/>
              </a:spcBef>
              <a:spcAft>
                <a:spcPts val="0"/>
              </a:spcAft>
              <a:buSzPts val="6400"/>
              <a:buNone/>
              <a:defRPr sz="6400"/>
            </a:lvl3pPr>
            <a:lvl4pPr lvl="3" algn="ctr">
              <a:lnSpc>
                <a:spcPct val="100000"/>
              </a:lnSpc>
              <a:spcBef>
                <a:spcPts val="0"/>
              </a:spcBef>
              <a:spcAft>
                <a:spcPts val="0"/>
              </a:spcAft>
              <a:buSzPts val="6400"/>
              <a:buNone/>
              <a:defRPr sz="6400"/>
            </a:lvl4pPr>
            <a:lvl5pPr lvl="4" algn="ctr">
              <a:lnSpc>
                <a:spcPct val="100000"/>
              </a:lnSpc>
              <a:spcBef>
                <a:spcPts val="0"/>
              </a:spcBef>
              <a:spcAft>
                <a:spcPts val="0"/>
              </a:spcAft>
              <a:buSzPts val="6400"/>
              <a:buNone/>
              <a:defRPr sz="6400"/>
            </a:lvl5pPr>
            <a:lvl6pPr lvl="5" algn="ctr">
              <a:lnSpc>
                <a:spcPct val="100000"/>
              </a:lnSpc>
              <a:spcBef>
                <a:spcPts val="0"/>
              </a:spcBef>
              <a:spcAft>
                <a:spcPts val="0"/>
              </a:spcAft>
              <a:buSzPts val="6400"/>
              <a:buNone/>
              <a:defRPr sz="6400"/>
            </a:lvl6pPr>
            <a:lvl7pPr lvl="6" algn="ctr">
              <a:lnSpc>
                <a:spcPct val="100000"/>
              </a:lnSpc>
              <a:spcBef>
                <a:spcPts val="0"/>
              </a:spcBef>
              <a:spcAft>
                <a:spcPts val="0"/>
              </a:spcAft>
              <a:buSzPts val="6400"/>
              <a:buNone/>
              <a:defRPr sz="6400"/>
            </a:lvl7pPr>
            <a:lvl8pPr lvl="7" algn="ctr">
              <a:lnSpc>
                <a:spcPct val="100000"/>
              </a:lnSpc>
              <a:spcBef>
                <a:spcPts val="0"/>
              </a:spcBef>
              <a:spcAft>
                <a:spcPts val="0"/>
              </a:spcAft>
              <a:buSzPts val="6400"/>
              <a:buNone/>
              <a:defRPr sz="6400"/>
            </a:lvl8pPr>
            <a:lvl9pPr lvl="8" algn="ctr">
              <a:lnSpc>
                <a:spcPct val="100000"/>
              </a:lnSpc>
              <a:spcBef>
                <a:spcPts val="0"/>
              </a:spcBef>
              <a:spcAft>
                <a:spcPts val="0"/>
              </a:spcAft>
              <a:buSzPts val="6400"/>
              <a:buNone/>
              <a:defRPr sz="6400"/>
            </a:lvl9pPr>
          </a:lstStyle>
          <a:p/>
        </p:txBody>
      </p:sp>
      <p:sp>
        <p:nvSpPr>
          <p:cNvPr id="38" name="Google Shape;38;g35c4bec6024_0_738"/>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39" name="Shape 39"/>
        <p:cNvGrpSpPr/>
        <p:nvPr/>
      </p:nvGrpSpPr>
      <p:grpSpPr>
        <a:xfrm>
          <a:off x="0" y="0"/>
          <a:ext cx="0" cy="0"/>
          <a:chOff x="0" y="0"/>
          <a:chExt cx="0" cy="0"/>
        </a:xfrm>
      </p:grpSpPr>
      <p:sp>
        <p:nvSpPr>
          <p:cNvPr id="40" name="Google Shape;40;g35c4bec6024_0_670"/>
          <p:cNvSpPr/>
          <p:nvPr/>
        </p:nvSpPr>
        <p:spPr>
          <a:xfrm>
            <a:off x="61" y="5649000"/>
            <a:ext cx="14740800" cy="4638000"/>
          </a:xfrm>
          <a:prstGeom prst="rtTriangle">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g35c4bec6024_0_670"/>
          <p:cNvSpPr/>
          <p:nvPr/>
        </p:nvSpPr>
        <p:spPr>
          <a:xfrm flipH="1">
            <a:off x="7165200" y="3101400"/>
            <a:ext cx="11122800" cy="7185600"/>
          </a:xfrm>
          <a:prstGeom prst="rtTriangle">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g35c4bec6024_0_670"/>
          <p:cNvSpPr/>
          <p:nvPr/>
        </p:nvSpPr>
        <p:spPr>
          <a:xfrm rot="10800000">
            <a:off x="10117809" y="0"/>
            <a:ext cx="8170200" cy="4105200"/>
          </a:xfrm>
          <a:prstGeom prst="rtTriangle">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g35c4bec6024_0_670"/>
          <p:cNvSpPr/>
          <p:nvPr/>
        </p:nvSpPr>
        <p:spPr>
          <a:xfrm>
            <a:off x="4065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4" name="Google Shape;44;g35c4bec6024_0_670"/>
          <p:cNvGrpSpPr/>
          <p:nvPr/>
        </p:nvGrpSpPr>
        <p:grpSpPr>
          <a:xfrm>
            <a:off x="510401" y="1185"/>
            <a:ext cx="4500726" cy="2088600"/>
            <a:chOff x="255200" y="592"/>
            <a:chExt cx="2250363" cy="1044300"/>
          </a:xfrm>
        </p:grpSpPr>
        <p:sp>
          <p:nvSpPr>
            <p:cNvPr id="45" name="Google Shape;45;g35c4bec6024_0_670"/>
            <p:cNvSpPr/>
            <p:nvPr/>
          </p:nvSpPr>
          <p:spPr>
            <a:xfrm>
              <a:off x="764063" y="592"/>
              <a:ext cx="1741500" cy="1044300"/>
            </a:xfrm>
            <a:prstGeom prst="parallelogram">
              <a:avLst>
                <a:gd fmla="val 153193"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g35c4bec6024_0_670"/>
            <p:cNvSpPr/>
            <p:nvPr/>
          </p:nvSpPr>
          <p:spPr>
            <a:xfrm>
              <a:off x="509632" y="592"/>
              <a:ext cx="1741500" cy="1044300"/>
            </a:xfrm>
            <a:prstGeom prst="parallelogram">
              <a:avLst>
                <a:gd fmla="val 153193"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g35c4bec6024_0_670"/>
            <p:cNvSpPr/>
            <p:nvPr/>
          </p:nvSpPr>
          <p:spPr>
            <a:xfrm>
              <a:off x="255200" y="592"/>
              <a:ext cx="1741500" cy="1044300"/>
            </a:xfrm>
            <a:prstGeom prst="parallelogram">
              <a:avLst>
                <a:gd fmla="val 153193"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 name="Google Shape;48;g35c4bec6024_0_670"/>
          <p:cNvGrpSpPr/>
          <p:nvPr/>
        </p:nvGrpSpPr>
        <p:grpSpPr>
          <a:xfrm>
            <a:off x="1810790" y="1185"/>
            <a:ext cx="4500726" cy="2088600"/>
            <a:chOff x="905395" y="592"/>
            <a:chExt cx="2250363" cy="1044300"/>
          </a:xfrm>
        </p:grpSpPr>
        <p:sp>
          <p:nvSpPr>
            <p:cNvPr id="49" name="Google Shape;49;g35c4bec6024_0_670"/>
            <p:cNvSpPr/>
            <p:nvPr/>
          </p:nvSpPr>
          <p:spPr>
            <a:xfrm>
              <a:off x="1414258" y="592"/>
              <a:ext cx="1741500" cy="1044300"/>
            </a:xfrm>
            <a:prstGeom prst="parallelogram">
              <a:avLst>
                <a:gd fmla="val 153193" name="adj"/>
              </a:avLst>
            </a:prstGeom>
            <a:solidFill>
              <a:schemeClr val="accent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g35c4bec6024_0_670"/>
            <p:cNvSpPr/>
            <p:nvPr/>
          </p:nvSpPr>
          <p:spPr>
            <a:xfrm>
              <a:off x="1159826" y="592"/>
              <a:ext cx="1741500" cy="1044300"/>
            </a:xfrm>
            <a:prstGeom prst="parallelogram">
              <a:avLst>
                <a:gd fmla="val 153193" name="adj"/>
              </a:avLst>
            </a:prstGeom>
            <a:solidFill>
              <a:schemeClr val="accent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g35c4bec6024_0_670"/>
            <p:cNvSpPr/>
            <p:nvPr/>
          </p:nvSpPr>
          <p:spPr>
            <a:xfrm>
              <a:off x="905395" y="592"/>
              <a:ext cx="1741500" cy="1044300"/>
            </a:xfrm>
            <a:prstGeom prst="parallelogram">
              <a:avLst>
                <a:gd fmla="val 153193" name="adj"/>
              </a:avLst>
            </a:prstGeom>
            <a:solidFill>
              <a:schemeClr val="accent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 name="Google Shape;52;g35c4bec6024_0_670"/>
          <p:cNvGrpSpPr/>
          <p:nvPr/>
        </p:nvGrpSpPr>
        <p:grpSpPr>
          <a:xfrm>
            <a:off x="14114936" y="10177"/>
            <a:ext cx="3702563" cy="1504215"/>
            <a:chOff x="6917201" y="0"/>
            <a:chExt cx="2227776" cy="863400"/>
          </a:xfrm>
        </p:grpSpPr>
        <p:sp>
          <p:nvSpPr>
            <p:cNvPr id="53" name="Google Shape;53;g35c4bec6024_0_670"/>
            <p:cNvSpPr/>
            <p:nvPr/>
          </p:nvSpPr>
          <p:spPr>
            <a:xfrm>
              <a:off x="7641677"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g35c4bec6024_0_670"/>
            <p:cNvSpPr/>
            <p:nvPr/>
          </p:nvSpPr>
          <p:spPr>
            <a:xfrm>
              <a:off x="7279439"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g35c4bec6024_0_670"/>
            <p:cNvSpPr/>
            <p:nvPr/>
          </p:nvSpPr>
          <p:spPr>
            <a:xfrm>
              <a:off x="6917201"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6" name="Google Shape;56;g35c4bec6024_0_670"/>
          <p:cNvGrpSpPr/>
          <p:nvPr/>
        </p:nvGrpSpPr>
        <p:grpSpPr>
          <a:xfrm>
            <a:off x="13106063" y="8435703"/>
            <a:ext cx="4778133" cy="1851475"/>
            <a:chOff x="6917201" y="0"/>
            <a:chExt cx="2227776" cy="863400"/>
          </a:xfrm>
        </p:grpSpPr>
        <p:sp>
          <p:nvSpPr>
            <p:cNvPr id="57" name="Google Shape;57;g35c4bec6024_0_670"/>
            <p:cNvSpPr/>
            <p:nvPr/>
          </p:nvSpPr>
          <p:spPr>
            <a:xfrm>
              <a:off x="7641677" y="0"/>
              <a:ext cx="1503300" cy="863400"/>
            </a:xfrm>
            <a:prstGeom prst="parallelogram">
              <a:avLst>
                <a:gd fmla="val 158024"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g35c4bec6024_0_670"/>
            <p:cNvSpPr/>
            <p:nvPr/>
          </p:nvSpPr>
          <p:spPr>
            <a:xfrm>
              <a:off x="7279439" y="0"/>
              <a:ext cx="1503300" cy="863400"/>
            </a:xfrm>
            <a:prstGeom prst="parallelogram">
              <a:avLst>
                <a:gd fmla="val 158024"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g35c4bec6024_0_670"/>
            <p:cNvSpPr/>
            <p:nvPr/>
          </p:nvSpPr>
          <p:spPr>
            <a:xfrm>
              <a:off x="6917201" y="0"/>
              <a:ext cx="1503300" cy="863400"/>
            </a:xfrm>
            <a:prstGeom prst="parallelogram">
              <a:avLst>
                <a:gd fmla="val 158024"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 name="Google Shape;60;g35c4bec6024_0_670"/>
          <p:cNvGrpSpPr/>
          <p:nvPr/>
        </p:nvGrpSpPr>
        <p:grpSpPr>
          <a:xfrm>
            <a:off x="398298" y="8111304"/>
            <a:ext cx="5590825" cy="2166616"/>
            <a:chOff x="6917201" y="0"/>
            <a:chExt cx="2227776" cy="863400"/>
          </a:xfrm>
        </p:grpSpPr>
        <p:sp>
          <p:nvSpPr>
            <p:cNvPr id="61" name="Google Shape;61;g35c4bec6024_0_670"/>
            <p:cNvSpPr/>
            <p:nvPr/>
          </p:nvSpPr>
          <p:spPr>
            <a:xfrm>
              <a:off x="7641677" y="0"/>
              <a:ext cx="1503300" cy="863400"/>
            </a:xfrm>
            <a:prstGeom prst="parallelogram">
              <a:avLst>
                <a:gd fmla="val 158024"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g35c4bec6024_0_670"/>
            <p:cNvSpPr/>
            <p:nvPr/>
          </p:nvSpPr>
          <p:spPr>
            <a:xfrm>
              <a:off x="7279439" y="0"/>
              <a:ext cx="1503300" cy="863400"/>
            </a:xfrm>
            <a:prstGeom prst="parallelogram">
              <a:avLst>
                <a:gd fmla="val 158024"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g35c4bec6024_0_670"/>
            <p:cNvSpPr/>
            <p:nvPr/>
          </p:nvSpPr>
          <p:spPr>
            <a:xfrm>
              <a:off x="6917201" y="0"/>
              <a:ext cx="1503300" cy="863400"/>
            </a:xfrm>
            <a:prstGeom prst="parallelogram">
              <a:avLst>
                <a:gd fmla="val 158024"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4" name="Google Shape;64;g35c4bec6024_0_670"/>
          <p:cNvSpPr txBox="1"/>
          <p:nvPr>
            <p:ph type="ctrTitle"/>
          </p:nvPr>
        </p:nvSpPr>
        <p:spPr>
          <a:xfrm>
            <a:off x="3717406" y="3645666"/>
            <a:ext cx="10722600" cy="2896200"/>
          </a:xfrm>
          <a:prstGeom prst="rect">
            <a:avLst/>
          </a:prstGeom>
          <a:noFill/>
          <a:ln>
            <a:noFill/>
          </a:ln>
        </p:spPr>
        <p:txBody>
          <a:bodyPr anchorCtr="0" anchor="ctr" bIns="182850" lIns="182850" spcFirstLastPara="1" rIns="182850" wrap="square" tIns="182850">
            <a:normAutofit/>
          </a:bodyPr>
          <a:lstStyle>
            <a:lvl1pPr lvl="0" algn="ctr">
              <a:lnSpc>
                <a:spcPct val="100000"/>
              </a:lnSpc>
              <a:spcBef>
                <a:spcPts val="0"/>
              </a:spcBef>
              <a:spcAft>
                <a:spcPts val="0"/>
              </a:spcAft>
              <a:buSzPts val="7600"/>
              <a:buNone/>
              <a:defRPr sz="7600"/>
            </a:lvl1pPr>
            <a:lvl2pPr lvl="1" algn="ctr">
              <a:lnSpc>
                <a:spcPct val="100000"/>
              </a:lnSpc>
              <a:spcBef>
                <a:spcPts val="0"/>
              </a:spcBef>
              <a:spcAft>
                <a:spcPts val="0"/>
              </a:spcAft>
              <a:buSzPts val="7600"/>
              <a:buNone/>
              <a:defRPr sz="7600"/>
            </a:lvl2pPr>
            <a:lvl3pPr lvl="2" algn="ctr">
              <a:lnSpc>
                <a:spcPct val="100000"/>
              </a:lnSpc>
              <a:spcBef>
                <a:spcPts val="0"/>
              </a:spcBef>
              <a:spcAft>
                <a:spcPts val="0"/>
              </a:spcAft>
              <a:buSzPts val="7600"/>
              <a:buNone/>
              <a:defRPr sz="7600"/>
            </a:lvl3pPr>
            <a:lvl4pPr lvl="3" algn="ctr">
              <a:lnSpc>
                <a:spcPct val="100000"/>
              </a:lnSpc>
              <a:spcBef>
                <a:spcPts val="0"/>
              </a:spcBef>
              <a:spcAft>
                <a:spcPts val="0"/>
              </a:spcAft>
              <a:buSzPts val="7600"/>
              <a:buNone/>
              <a:defRPr sz="7600"/>
            </a:lvl4pPr>
            <a:lvl5pPr lvl="4" algn="ctr">
              <a:lnSpc>
                <a:spcPct val="100000"/>
              </a:lnSpc>
              <a:spcBef>
                <a:spcPts val="0"/>
              </a:spcBef>
              <a:spcAft>
                <a:spcPts val="0"/>
              </a:spcAft>
              <a:buSzPts val="7600"/>
              <a:buNone/>
              <a:defRPr sz="7600"/>
            </a:lvl5pPr>
            <a:lvl6pPr lvl="5" algn="ctr">
              <a:lnSpc>
                <a:spcPct val="100000"/>
              </a:lnSpc>
              <a:spcBef>
                <a:spcPts val="0"/>
              </a:spcBef>
              <a:spcAft>
                <a:spcPts val="0"/>
              </a:spcAft>
              <a:buSzPts val="7600"/>
              <a:buNone/>
              <a:defRPr sz="7600"/>
            </a:lvl6pPr>
            <a:lvl7pPr lvl="6" algn="ctr">
              <a:lnSpc>
                <a:spcPct val="100000"/>
              </a:lnSpc>
              <a:spcBef>
                <a:spcPts val="0"/>
              </a:spcBef>
              <a:spcAft>
                <a:spcPts val="0"/>
              </a:spcAft>
              <a:buSzPts val="7600"/>
              <a:buNone/>
              <a:defRPr sz="7600"/>
            </a:lvl7pPr>
            <a:lvl8pPr lvl="7" algn="ctr">
              <a:lnSpc>
                <a:spcPct val="100000"/>
              </a:lnSpc>
              <a:spcBef>
                <a:spcPts val="0"/>
              </a:spcBef>
              <a:spcAft>
                <a:spcPts val="0"/>
              </a:spcAft>
              <a:buSzPts val="7600"/>
              <a:buNone/>
              <a:defRPr sz="7600"/>
            </a:lvl8pPr>
            <a:lvl9pPr lvl="8" algn="ctr">
              <a:lnSpc>
                <a:spcPct val="100000"/>
              </a:lnSpc>
              <a:spcBef>
                <a:spcPts val="0"/>
              </a:spcBef>
              <a:spcAft>
                <a:spcPts val="0"/>
              </a:spcAft>
              <a:buSzPts val="7600"/>
              <a:buNone/>
              <a:defRPr sz="7600"/>
            </a:lvl9pPr>
          </a:lstStyle>
          <a:p/>
        </p:txBody>
      </p:sp>
      <p:sp>
        <p:nvSpPr>
          <p:cNvPr id="65" name="Google Shape;65;g35c4bec6024_0_670"/>
          <p:cNvSpPr txBox="1"/>
          <p:nvPr>
            <p:ph idx="1" type="subTitle"/>
          </p:nvPr>
        </p:nvSpPr>
        <p:spPr>
          <a:xfrm>
            <a:off x="3717400" y="6826316"/>
            <a:ext cx="10722600" cy="1045200"/>
          </a:xfrm>
          <a:prstGeom prst="rect">
            <a:avLst/>
          </a:prstGeom>
          <a:noFill/>
          <a:ln>
            <a:noFill/>
          </a:ln>
        </p:spPr>
        <p:txBody>
          <a:bodyPr anchorCtr="0" anchor="t" bIns="182850" lIns="182850" spcFirstLastPara="1" rIns="182850" wrap="square" tIns="182850">
            <a:normAutofit/>
          </a:bodyPr>
          <a:lstStyle>
            <a:lvl1pPr lvl="0" algn="ctr">
              <a:lnSpc>
                <a:spcPct val="100000"/>
              </a:lnSpc>
              <a:spcBef>
                <a:spcPts val="0"/>
              </a:spcBef>
              <a:spcAft>
                <a:spcPts val="0"/>
              </a:spcAft>
              <a:buClr>
                <a:schemeClr val="lt1"/>
              </a:buClr>
              <a:buSzPts val="3200"/>
              <a:buNone/>
              <a:defRPr sz="3200">
                <a:solidFill>
                  <a:schemeClr val="lt1"/>
                </a:solidFill>
              </a:defRPr>
            </a:lvl1pPr>
            <a:lvl2pPr lvl="1" algn="ctr">
              <a:lnSpc>
                <a:spcPct val="100000"/>
              </a:lnSpc>
              <a:spcBef>
                <a:spcPts val="0"/>
              </a:spcBef>
              <a:spcAft>
                <a:spcPts val="0"/>
              </a:spcAft>
              <a:buClr>
                <a:schemeClr val="lt1"/>
              </a:buClr>
              <a:buSzPts val="3200"/>
              <a:buNone/>
              <a:defRPr sz="3200">
                <a:solidFill>
                  <a:schemeClr val="lt1"/>
                </a:solidFill>
              </a:defRPr>
            </a:lvl2pPr>
            <a:lvl3pPr lvl="2" algn="ctr">
              <a:lnSpc>
                <a:spcPct val="100000"/>
              </a:lnSpc>
              <a:spcBef>
                <a:spcPts val="0"/>
              </a:spcBef>
              <a:spcAft>
                <a:spcPts val="0"/>
              </a:spcAft>
              <a:buClr>
                <a:schemeClr val="lt1"/>
              </a:buClr>
              <a:buSzPts val="3200"/>
              <a:buNone/>
              <a:defRPr sz="3200">
                <a:solidFill>
                  <a:schemeClr val="lt1"/>
                </a:solidFill>
              </a:defRPr>
            </a:lvl3pPr>
            <a:lvl4pPr lvl="3" algn="ctr">
              <a:lnSpc>
                <a:spcPct val="100000"/>
              </a:lnSpc>
              <a:spcBef>
                <a:spcPts val="0"/>
              </a:spcBef>
              <a:spcAft>
                <a:spcPts val="0"/>
              </a:spcAft>
              <a:buClr>
                <a:schemeClr val="lt1"/>
              </a:buClr>
              <a:buSzPts val="3200"/>
              <a:buNone/>
              <a:defRPr sz="3200">
                <a:solidFill>
                  <a:schemeClr val="lt1"/>
                </a:solidFill>
              </a:defRPr>
            </a:lvl4pPr>
            <a:lvl5pPr lvl="4" algn="ctr">
              <a:lnSpc>
                <a:spcPct val="100000"/>
              </a:lnSpc>
              <a:spcBef>
                <a:spcPts val="0"/>
              </a:spcBef>
              <a:spcAft>
                <a:spcPts val="0"/>
              </a:spcAft>
              <a:buClr>
                <a:schemeClr val="lt1"/>
              </a:buClr>
              <a:buSzPts val="3200"/>
              <a:buNone/>
              <a:defRPr sz="3200">
                <a:solidFill>
                  <a:schemeClr val="lt1"/>
                </a:solidFill>
              </a:defRPr>
            </a:lvl5pPr>
            <a:lvl6pPr lvl="5" algn="ctr">
              <a:lnSpc>
                <a:spcPct val="100000"/>
              </a:lnSpc>
              <a:spcBef>
                <a:spcPts val="0"/>
              </a:spcBef>
              <a:spcAft>
                <a:spcPts val="0"/>
              </a:spcAft>
              <a:buClr>
                <a:schemeClr val="lt1"/>
              </a:buClr>
              <a:buSzPts val="3200"/>
              <a:buNone/>
              <a:defRPr sz="3200">
                <a:solidFill>
                  <a:schemeClr val="lt1"/>
                </a:solidFill>
              </a:defRPr>
            </a:lvl6pPr>
            <a:lvl7pPr lvl="6" algn="ctr">
              <a:lnSpc>
                <a:spcPct val="100000"/>
              </a:lnSpc>
              <a:spcBef>
                <a:spcPts val="0"/>
              </a:spcBef>
              <a:spcAft>
                <a:spcPts val="0"/>
              </a:spcAft>
              <a:buClr>
                <a:schemeClr val="lt1"/>
              </a:buClr>
              <a:buSzPts val="3200"/>
              <a:buNone/>
              <a:defRPr sz="3200">
                <a:solidFill>
                  <a:schemeClr val="lt1"/>
                </a:solidFill>
              </a:defRPr>
            </a:lvl7pPr>
            <a:lvl8pPr lvl="7" algn="ctr">
              <a:lnSpc>
                <a:spcPct val="100000"/>
              </a:lnSpc>
              <a:spcBef>
                <a:spcPts val="0"/>
              </a:spcBef>
              <a:spcAft>
                <a:spcPts val="0"/>
              </a:spcAft>
              <a:buClr>
                <a:schemeClr val="lt1"/>
              </a:buClr>
              <a:buSzPts val="3200"/>
              <a:buNone/>
              <a:defRPr sz="3200">
                <a:solidFill>
                  <a:schemeClr val="lt1"/>
                </a:solidFill>
              </a:defRPr>
            </a:lvl8pPr>
            <a:lvl9pPr lvl="8" algn="ctr">
              <a:lnSpc>
                <a:spcPct val="100000"/>
              </a:lnSpc>
              <a:spcBef>
                <a:spcPts val="0"/>
              </a:spcBef>
              <a:spcAft>
                <a:spcPts val="0"/>
              </a:spcAft>
              <a:buClr>
                <a:schemeClr val="lt1"/>
              </a:buClr>
              <a:buSzPts val="3200"/>
              <a:buNone/>
              <a:defRPr sz="3200">
                <a:solidFill>
                  <a:schemeClr val="lt1"/>
                </a:solidFill>
              </a:defRPr>
            </a:lvl9pPr>
          </a:lstStyle>
          <a:p/>
        </p:txBody>
      </p:sp>
      <p:sp>
        <p:nvSpPr>
          <p:cNvPr id="66" name="Google Shape;66;g35c4bec6024_0_670"/>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67" name="Shape 67"/>
        <p:cNvGrpSpPr/>
        <p:nvPr/>
      </p:nvGrpSpPr>
      <p:grpSpPr>
        <a:xfrm>
          <a:off x="0" y="0"/>
          <a:ext cx="0" cy="0"/>
          <a:chOff x="0" y="0"/>
          <a:chExt cx="0" cy="0"/>
        </a:xfrm>
      </p:grpSpPr>
      <p:sp>
        <p:nvSpPr>
          <p:cNvPr id="68" name="Google Shape;68;g35c4bec6024_0_764"/>
          <p:cNvSpPr/>
          <p:nvPr/>
        </p:nvSpPr>
        <p:spPr>
          <a:xfrm>
            <a:off x="61" y="5649000"/>
            <a:ext cx="14740800" cy="4638000"/>
          </a:xfrm>
          <a:prstGeom prst="rtTriangle">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g35c4bec6024_0_764"/>
          <p:cNvSpPr/>
          <p:nvPr/>
        </p:nvSpPr>
        <p:spPr>
          <a:xfrm flipH="1">
            <a:off x="7165200" y="3101400"/>
            <a:ext cx="11122800" cy="7185600"/>
          </a:xfrm>
          <a:prstGeom prst="rtTriangle">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g35c4bec6024_0_764"/>
          <p:cNvSpPr/>
          <p:nvPr/>
        </p:nvSpPr>
        <p:spPr>
          <a:xfrm>
            <a:off x="4064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g35c4bec6024_0_764"/>
          <p:cNvSpPr txBox="1"/>
          <p:nvPr>
            <p:ph idx="1" type="body"/>
          </p:nvPr>
        </p:nvSpPr>
        <p:spPr>
          <a:xfrm>
            <a:off x="656050" y="8327000"/>
            <a:ext cx="14830200" cy="1210200"/>
          </a:xfrm>
          <a:prstGeom prst="rect">
            <a:avLst/>
          </a:prstGeom>
          <a:noFill/>
          <a:ln>
            <a:noFill/>
          </a:ln>
        </p:spPr>
        <p:txBody>
          <a:bodyPr anchorCtr="0" anchor="b" bIns="182850" lIns="182850" spcFirstLastPara="1" rIns="182850" wrap="square" tIns="182850">
            <a:normAutofit/>
          </a:bodyPr>
          <a:lstStyle>
            <a:lvl1pPr indent="-228600" lvl="0" marL="457200" algn="l">
              <a:lnSpc>
                <a:spcPct val="100000"/>
              </a:lnSpc>
              <a:spcBef>
                <a:spcPts val="0"/>
              </a:spcBef>
              <a:spcAft>
                <a:spcPts val="0"/>
              </a:spcAft>
              <a:buSzPts val="2600"/>
              <a:buNone/>
              <a:defRPr/>
            </a:lvl1pPr>
          </a:lstStyle>
          <a:p/>
        </p:txBody>
      </p:sp>
      <p:sp>
        <p:nvSpPr>
          <p:cNvPr id="72" name="Google Shape;72;g35c4bec6024_0_764"/>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73" name="Shape 73"/>
        <p:cNvGrpSpPr/>
        <p:nvPr/>
      </p:nvGrpSpPr>
      <p:grpSpPr>
        <a:xfrm>
          <a:off x="0" y="0"/>
          <a:ext cx="0" cy="0"/>
          <a:chOff x="0" y="0"/>
          <a:chExt cx="0" cy="0"/>
        </a:xfrm>
      </p:grpSpPr>
      <p:sp>
        <p:nvSpPr>
          <p:cNvPr id="74" name="Google Shape;74;g35c4bec6024_0_770"/>
          <p:cNvSpPr/>
          <p:nvPr/>
        </p:nvSpPr>
        <p:spPr>
          <a:xfrm flipH="1">
            <a:off x="11138400" y="5668150"/>
            <a:ext cx="7149600" cy="4618800"/>
          </a:xfrm>
          <a:prstGeom prst="rtTriangle">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5" name="Google Shape;75;g35c4bec6024_0_770"/>
          <p:cNvGrpSpPr/>
          <p:nvPr/>
        </p:nvGrpSpPr>
        <p:grpSpPr>
          <a:xfrm>
            <a:off x="11918444" y="8239152"/>
            <a:ext cx="5041902" cy="2048330"/>
            <a:chOff x="6917201" y="0"/>
            <a:chExt cx="2227776" cy="863400"/>
          </a:xfrm>
        </p:grpSpPr>
        <p:sp>
          <p:nvSpPr>
            <p:cNvPr id="76" name="Google Shape;76;g35c4bec6024_0_770"/>
            <p:cNvSpPr/>
            <p:nvPr/>
          </p:nvSpPr>
          <p:spPr>
            <a:xfrm>
              <a:off x="7641677" y="0"/>
              <a:ext cx="1503300" cy="863400"/>
            </a:xfrm>
            <a:prstGeom prst="parallelogram">
              <a:avLst>
                <a:gd fmla="val 158024" name="adj"/>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g35c4bec6024_0_770"/>
            <p:cNvSpPr/>
            <p:nvPr/>
          </p:nvSpPr>
          <p:spPr>
            <a:xfrm>
              <a:off x="7279439" y="0"/>
              <a:ext cx="1503300" cy="863400"/>
            </a:xfrm>
            <a:prstGeom prst="parallelogram">
              <a:avLst>
                <a:gd fmla="val 158024" name="adj"/>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g35c4bec6024_0_770"/>
            <p:cNvSpPr/>
            <p:nvPr/>
          </p:nvSpPr>
          <p:spPr>
            <a:xfrm>
              <a:off x="6917201" y="0"/>
              <a:ext cx="1503300" cy="863400"/>
            </a:xfrm>
            <a:prstGeom prst="parallelogram">
              <a:avLst>
                <a:gd fmla="val 158024" name="adj"/>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9" name="Google Shape;79;g35c4bec6024_0_770"/>
          <p:cNvGrpSpPr/>
          <p:nvPr/>
        </p:nvGrpSpPr>
        <p:grpSpPr>
          <a:xfrm>
            <a:off x="398298" y="4"/>
            <a:ext cx="5590825" cy="2166616"/>
            <a:chOff x="6917201" y="0"/>
            <a:chExt cx="2227776" cy="863400"/>
          </a:xfrm>
        </p:grpSpPr>
        <p:sp>
          <p:nvSpPr>
            <p:cNvPr id="80" name="Google Shape;80;g35c4bec6024_0_770"/>
            <p:cNvSpPr/>
            <p:nvPr/>
          </p:nvSpPr>
          <p:spPr>
            <a:xfrm>
              <a:off x="7641677"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g35c4bec6024_0_770"/>
            <p:cNvSpPr/>
            <p:nvPr/>
          </p:nvSpPr>
          <p:spPr>
            <a:xfrm>
              <a:off x="7279439"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g35c4bec6024_0_770"/>
            <p:cNvSpPr/>
            <p:nvPr/>
          </p:nvSpPr>
          <p:spPr>
            <a:xfrm>
              <a:off x="6917201"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3" name="Google Shape;83;g35c4bec6024_0_770"/>
          <p:cNvSpPr txBox="1"/>
          <p:nvPr>
            <p:ph hasCustomPrompt="1" type="title"/>
          </p:nvPr>
        </p:nvSpPr>
        <p:spPr>
          <a:xfrm>
            <a:off x="2771700" y="2767700"/>
            <a:ext cx="12744600" cy="2759400"/>
          </a:xfrm>
          <a:prstGeom prst="rect">
            <a:avLst/>
          </a:prstGeom>
          <a:noFill/>
          <a:ln>
            <a:noFill/>
          </a:ln>
        </p:spPr>
        <p:txBody>
          <a:bodyPr anchorCtr="0" anchor="ctr" bIns="182850" lIns="182850" spcFirstLastPara="1" rIns="182850" wrap="square" tIns="182850">
            <a:normAutofit/>
          </a:bodyPr>
          <a:lstStyle>
            <a:lvl1pPr lvl="0" algn="ctr">
              <a:lnSpc>
                <a:spcPct val="100000"/>
              </a:lnSpc>
              <a:spcBef>
                <a:spcPts val="0"/>
              </a:spcBef>
              <a:spcAft>
                <a:spcPts val="0"/>
              </a:spcAft>
              <a:buClr>
                <a:schemeClr val="dk2"/>
              </a:buClr>
              <a:buSzPts val="17200"/>
              <a:buNone/>
              <a:defRPr sz="17200">
                <a:solidFill>
                  <a:schemeClr val="dk2"/>
                </a:solidFill>
              </a:defRPr>
            </a:lvl1pPr>
            <a:lvl2pPr lvl="1" algn="ctr">
              <a:lnSpc>
                <a:spcPct val="100000"/>
              </a:lnSpc>
              <a:spcBef>
                <a:spcPts val="0"/>
              </a:spcBef>
              <a:spcAft>
                <a:spcPts val="0"/>
              </a:spcAft>
              <a:buClr>
                <a:schemeClr val="dk2"/>
              </a:buClr>
              <a:buSzPts val="17200"/>
              <a:buNone/>
              <a:defRPr sz="17200">
                <a:solidFill>
                  <a:schemeClr val="dk2"/>
                </a:solidFill>
              </a:defRPr>
            </a:lvl2pPr>
            <a:lvl3pPr lvl="2" algn="ctr">
              <a:lnSpc>
                <a:spcPct val="100000"/>
              </a:lnSpc>
              <a:spcBef>
                <a:spcPts val="0"/>
              </a:spcBef>
              <a:spcAft>
                <a:spcPts val="0"/>
              </a:spcAft>
              <a:buClr>
                <a:schemeClr val="dk2"/>
              </a:buClr>
              <a:buSzPts val="17200"/>
              <a:buNone/>
              <a:defRPr sz="17200">
                <a:solidFill>
                  <a:schemeClr val="dk2"/>
                </a:solidFill>
              </a:defRPr>
            </a:lvl3pPr>
            <a:lvl4pPr lvl="3" algn="ctr">
              <a:lnSpc>
                <a:spcPct val="100000"/>
              </a:lnSpc>
              <a:spcBef>
                <a:spcPts val="0"/>
              </a:spcBef>
              <a:spcAft>
                <a:spcPts val="0"/>
              </a:spcAft>
              <a:buClr>
                <a:schemeClr val="dk2"/>
              </a:buClr>
              <a:buSzPts val="17200"/>
              <a:buNone/>
              <a:defRPr sz="17200">
                <a:solidFill>
                  <a:schemeClr val="dk2"/>
                </a:solidFill>
              </a:defRPr>
            </a:lvl4pPr>
            <a:lvl5pPr lvl="4" algn="ctr">
              <a:lnSpc>
                <a:spcPct val="100000"/>
              </a:lnSpc>
              <a:spcBef>
                <a:spcPts val="0"/>
              </a:spcBef>
              <a:spcAft>
                <a:spcPts val="0"/>
              </a:spcAft>
              <a:buClr>
                <a:schemeClr val="dk2"/>
              </a:buClr>
              <a:buSzPts val="17200"/>
              <a:buNone/>
              <a:defRPr sz="17200">
                <a:solidFill>
                  <a:schemeClr val="dk2"/>
                </a:solidFill>
              </a:defRPr>
            </a:lvl5pPr>
            <a:lvl6pPr lvl="5" algn="ctr">
              <a:lnSpc>
                <a:spcPct val="100000"/>
              </a:lnSpc>
              <a:spcBef>
                <a:spcPts val="0"/>
              </a:spcBef>
              <a:spcAft>
                <a:spcPts val="0"/>
              </a:spcAft>
              <a:buClr>
                <a:schemeClr val="dk2"/>
              </a:buClr>
              <a:buSzPts val="17200"/>
              <a:buNone/>
              <a:defRPr sz="17200">
                <a:solidFill>
                  <a:schemeClr val="dk2"/>
                </a:solidFill>
              </a:defRPr>
            </a:lvl6pPr>
            <a:lvl7pPr lvl="6" algn="ctr">
              <a:lnSpc>
                <a:spcPct val="100000"/>
              </a:lnSpc>
              <a:spcBef>
                <a:spcPts val="0"/>
              </a:spcBef>
              <a:spcAft>
                <a:spcPts val="0"/>
              </a:spcAft>
              <a:buClr>
                <a:schemeClr val="dk2"/>
              </a:buClr>
              <a:buSzPts val="17200"/>
              <a:buNone/>
              <a:defRPr sz="17200">
                <a:solidFill>
                  <a:schemeClr val="dk2"/>
                </a:solidFill>
              </a:defRPr>
            </a:lvl7pPr>
            <a:lvl8pPr lvl="7" algn="ctr">
              <a:lnSpc>
                <a:spcPct val="100000"/>
              </a:lnSpc>
              <a:spcBef>
                <a:spcPts val="0"/>
              </a:spcBef>
              <a:spcAft>
                <a:spcPts val="0"/>
              </a:spcAft>
              <a:buClr>
                <a:schemeClr val="dk2"/>
              </a:buClr>
              <a:buSzPts val="17200"/>
              <a:buNone/>
              <a:defRPr sz="17200">
                <a:solidFill>
                  <a:schemeClr val="dk2"/>
                </a:solidFill>
              </a:defRPr>
            </a:lvl8pPr>
            <a:lvl9pPr lvl="8" algn="ctr">
              <a:lnSpc>
                <a:spcPct val="100000"/>
              </a:lnSpc>
              <a:spcBef>
                <a:spcPts val="0"/>
              </a:spcBef>
              <a:spcAft>
                <a:spcPts val="0"/>
              </a:spcAft>
              <a:buClr>
                <a:schemeClr val="dk2"/>
              </a:buClr>
              <a:buSzPts val="17200"/>
              <a:buNone/>
              <a:defRPr sz="17200">
                <a:solidFill>
                  <a:schemeClr val="dk2"/>
                </a:solidFill>
              </a:defRPr>
            </a:lvl9pPr>
          </a:lstStyle>
          <a:p>
            <a:r>
              <a:t>xx%</a:t>
            </a:r>
          </a:p>
        </p:txBody>
      </p:sp>
      <p:sp>
        <p:nvSpPr>
          <p:cNvPr id="84" name="Google Shape;84;g35c4bec6024_0_770"/>
          <p:cNvSpPr txBox="1"/>
          <p:nvPr>
            <p:ph idx="1" type="body"/>
          </p:nvPr>
        </p:nvSpPr>
        <p:spPr>
          <a:xfrm>
            <a:off x="2771700" y="5727700"/>
            <a:ext cx="12744600" cy="1282200"/>
          </a:xfrm>
          <a:prstGeom prst="rect">
            <a:avLst/>
          </a:prstGeom>
          <a:noFill/>
          <a:ln>
            <a:noFill/>
          </a:ln>
        </p:spPr>
        <p:txBody>
          <a:bodyPr anchorCtr="0" anchor="t" bIns="182850" lIns="182850" spcFirstLastPara="1" rIns="182850" wrap="square" tIns="182850">
            <a:normAutofit/>
          </a:bodyPr>
          <a:lstStyle>
            <a:lvl1pPr indent="-393700" lvl="0" marL="457200" algn="ctr">
              <a:lnSpc>
                <a:spcPct val="115000"/>
              </a:lnSpc>
              <a:spcBef>
                <a:spcPts val="0"/>
              </a:spcBef>
              <a:spcAft>
                <a:spcPts val="0"/>
              </a:spcAft>
              <a:buSzPts val="2600"/>
              <a:buChar char="●"/>
              <a:defRPr/>
            </a:lvl1pPr>
            <a:lvl2pPr indent="-368300" lvl="1" marL="914400" algn="ctr">
              <a:lnSpc>
                <a:spcPct val="115000"/>
              </a:lnSpc>
              <a:spcBef>
                <a:spcPts val="0"/>
              </a:spcBef>
              <a:spcAft>
                <a:spcPts val="0"/>
              </a:spcAft>
              <a:buSzPts val="2200"/>
              <a:buChar char="○"/>
              <a:defRPr/>
            </a:lvl2pPr>
            <a:lvl3pPr indent="-368300" lvl="2" marL="1371600" algn="ctr">
              <a:lnSpc>
                <a:spcPct val="115000"/>
              </a:lnSpc>
              <a:spcBef>
                <a:spcPts val="0"/>
              </a:spcBef>
              <a:spcAft>
                <a:spcPts val="0"/>
              </a:spcAft>
              <a:buSzPts val="2200"/>
              <a:buChar char="■"/>
              <a:defRPr/>
            </a:lvl3pPr>
            <a:lvl4pPr indent="-368300" lvl="3" marL="1828800" algn="ctr">
              <a:lnSpc>
                <a:spcPct val="115000"/>
              </a:lnSpc>
              <a:spcBef>
                <a:spcPts val="0"/>
              </a:spcBef>
              <a:spcAft>
                <a:spcPts val="0"/>
              </a:spcAft>
              <a:buSzPts val="2200"/>
              <a:buChar char="●"/>
              <a:defRPr/>
            </a:lvl4pPr>
            <a:lvl5pPr indent="-368300" lvl="4" marL="2286000" algn="ctr">
              <a:lnSpc>
                <a:spcPct val="115000"/>
              </a:lnSpc>
              <a:spcBef>
                <a:spcPts val="0"/>
              </a:spcBef>
              <a:spcAft>
                <a:spcPts val="0"/>
              </a:spcAft>
              <a:buSzPts val="2200"/>
              <a:buChar char="○"/>
              <a:defRPr/>
            </a:lvl5pPr>
            <a:lvl6pPr indent="-368300" lvl="5" marL="2743200" algn="ctr">
              <a:lnSpc>
                <a:spcPct val="115000"/>
              </a:lnSpc>
              <a:spcBef>
                <a:spcPts val="0"/>
              </a:spcBef>
              <a:spcAft>
                <a:spcPts val="0"/>
              </a:spcAft>
              <a:buSzPts val="2200"/>
              <a:buChar char="■"/>
              <a:defRPr/>
            </a:lvl6pPr>
            <a:lvl7pPr indent="-368300" lvl="6" marL="3200400" algn="ctr">
              <a:lnSpc>
                <a:spcPct val="115000"/>
              </a:lnSpc>
              <a:spcBef>
                <a:spcPts val="0"/>
              </a:spcBef>
              <a:spcAft>
                <a:spcPts val="0"/>
              </a:spcAft>
              <a:buSzPts val="2200"/>
              <a:buChar char="●"/>
              <a:defRPr/>
            </a:lvl7pPr>
            <a:lvl8pPr indent="-368300" lvl="7" marL="3657600" algn="ctr">
              <a:lnSpc>
                <a:spcPct val="115000"/>
              </a:lnSpc>
              <a:spcBef>
                <a:spcPts val="0"/>
              </a:spcBef>
              <a:spcAft>
                <a:spcPts val="0"/>
              </a:spcAft>
              <a:buSzPts val="2200"/>
              <a:buChar char="○"/>
              <a:defRPr/>
            </a:lvl8pPr>
            <a:lvl9pPr indent="-368300" lvl="8" marL="4114800" algn="ctr">
              <a:lnSpc>
                <a:spcPct val="115000"/>
              </a:lnSpc>
              <a:spcBef>
                <a:spcPts val="0"/>
              </a:spcBef>
              <a:spcAft>
                <a:spcPts val="0"/>
              </a:spcAft>
              <a:buSzPts val="2200"/>
              <a:buChar char="■"/>
              <a:defRPr/>
            </a:lvl9pPr>
          </a:lstStyle>
          <a:p/>
        </p:txBody>
      </p:sp>
      <p:sp>
        <p:nvSpPr>
          <p:cNvPr id="85" name="Google Shape;85;g35c4bec6024_0_770"/>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86" name="Shape 86"/>
        <p:cNvGrpSpPr/>
        <p:nvPr/>
      </p:nvGrpSpPr>
      <p:grpSpPr>
        <a:xfrm>
          <a:off x="0" y="0"/>
          <a:ext cx="0" cy="0"/>
          <a:chOff x="0" y="0"/>
          <a:chExt cx="0" cy="0"/>
        </a:xfrm>
      </p:grpSpPr>
      <p:sp>
        <p:nvSpPr>
          <p:cNvPr id="87" name="Google Shape;87;g35c4bec6024_0_731"/>
          <p:cNvSpPr/>
          <p:nvPr/>
        </p:nvSpPr>
        <p:spPr>
          <a:xfrm flipH="1">
            <a:off x="7165200" y="3101400"/>
            <a:ext cx="11122800" cy="7185600"/>
          </a:xfrm>
          <a:prstGeom prst="rtTriangle">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g35c4bec6024_0_731"/>
          <p:cNvSpPr/>
          <p:nvPr/>
        </p:nvSpPr>
        <p:spPr>
          <a:xfrm>
            <a:off x="61" y="5649000"/>
            <a:ext cx="14740800" cy="4638000"/>
          </a:xfrm>
          <a:prstGeom prst="rtTriangle">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g35c4bec6024_0_731"/>
          <p:cNvSpPr/>
          <p:nvPr/>
        </p:nvSpPr>
        <p:spPr>
          <a:xfrm>
            <a:off x="4064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g35c4bec6024_0_731"/>
          <p:cNvSpPr txBox="1"/>
          <p:nvPr>
            <p:ph type="title"/>
          </p:nvPr>
        </p:nvSpPr>
        <p:spPr>
          <a:xfrm>
            <a:off x="1638300" y="1691200"/>
            <a:ext cx="7418400" cy="27660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91" name="Google Shape;91;g35c4bec6024_0_731"/>
          <p:cNvSpPr txBox="1"/>
          <p:nvPr>
            <p:ph idx="1" type="body"/>
          </p:nvPr>
        </p:nvSpPr>
        <p:spPr>
          <a:xfrm>
            <a:off x="1661400" y="4638100"/>
            <a:ext cx="7418400" cy="42396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92" name="Google Shape;92;g35c4bec6024_0_731"/>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93" name="Shape 93"/>
        <p:cNvGrpSpPr/>
        <p:nvPr/>
      </p:nvGrpSpPr>
      <p:grpSpPr>
        <a:xfrm>
          <a:off x="0" y="0"/>
          <a:ext cx="0" cy="0"/>
          <a:chOff x="0" y="0"/>
          <a:chExt cx="0" cy="0"/>
        </a:xfrm>
      </p:grpSpPr>
      <p:sp>
        <p:nvSpPr>
          <p:cNvPr id="94" name="Google Shape;94;g35c4bec6024_0_710"/>
          <p:cNvSpPr/>
          <p:nvPr/>
        </p:nvSpPr>
        <p:spPr>
          <a:xfrm flipH="1">
            <a:off x="7165200" y="3101400"/>
            <a:ext cx="11122800" cy="7185600"/>
          </a:xfrm>
          <a:prstGeom prst="rtTriangle">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g35c4bec6024_0_710"/>
          <p:cNvSpPr/>
          <p:nvPr/>
        </p:nvSpPr>
        <p:spPr>
          <a:xfrm>
            <a:off x="61" y="5649000"/>
            <a:ext cx="14740800" cy="4638000"/>
          </a:xfrm>
          <a:prstGeom prst="rtTriangle">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g35c4bec6024_0_710"/>
          <p:cNvSpPr/>
          <p:nvPr/>
        </p:nvSpPr>
        <p:spPr>
          <a:xfrm>
            <a:off x="4064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g35c4bec6024_0_710"/>
          <p:cNvSpPr txBox="1"/>
          <p:nvPr>
            <p:ph type="title"/>
          </p:nvPr>
        </p:nvSpPr>
        <p:spPr>
          <a:xfrm>
            <a:off x="1638300" y="1691200"/>
            <a:ext cx="15011400" cy="19092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98" name="Google Shape;98;g35c4bec6024_0_710"/>
          <p:cNvSpPr txBox="1"/>
          <p:nvPr>
            <p:ph idx="1" type="body"/>
          </p:nvPr>
        </p:nvSpPr>
        <p:spPr>
          <a:xfrm>
            <a:off x="1638300" y="3981450"/>
            <a:ext cx="15011400" cy="48960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99" name="Google Shape;99;g35c4bec6024_0_710"/>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100" name="Shape 100"/>
        <p:cNvGrpSpPr/>
        <p:nvPr/>
      </p:nvGrpSpPr>
      <p:grpSpPr>
        <a:xfrm>
          <a:off x="0" y="0"/>
          <a:ext cx="0" cy="0"/>
          <a:chOff x="0" y="0"/>
          <a:chExt cx="0" cy="0"/>
        </a:xfrm>
      </p:grpSpPr>
      <p:sp>
        <p:nvSpPr>
          <p:cNvPr id="101" name="Google Shape;101;g35c4bec6024_0_717"/>
          <p:cNvSpPr/>
          <p:nvPr/>
        </p:nvSpPr>
        <p:spPr>
          <a:xfrm flipH="1">
            <a:off x="7165200" y="3101400"/>
            <a:ext cx="11122800" cy="7185600"/>
          </a:xfrm>
          <a:prstGeom prst="rtTriangle">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g35c4bec6024_0_717"/>
          <p:cNvSpPr/>
          <p:nvPr/>
        </p:nvSpPr>
        <p:spPr>
          <a:xfrm>
            <a:off x="61" y="5649000"/>
            <a:ext cx="14740800" cy="4638000"/>
          </a:xfrm>
          <a:prstGeom prst="rtTriangle">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g35c4bec6024_0_717"/>
          <p:cNvSpPr/>
          <p:nvPr/>
        </p:nvSpPr>
        <p:spPr>
          <a:xfrm>
            <a:off x="4064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g35c4bec6024_0_717"/>
          <p:cNvSpPr txBox="1"/>
          <p:nvPr>
            <p:ph type="title"/>
          </p:nvPr>
        </p:nvSpPr>
        <p:spPr>
          <a:xfrm>
            <a:off x="1638300" y="1691200"/>
            <a:ext cx="15011400" cy="19092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105" name="Google Shape;105;g35c4bec6024_0_717"/>
          <p:cNvSpPr txBox="1"/>
          <p:nvPr>
            <p:ph idx="1" type="body"/>
          </p:nvPr>
        </p:nvSpPr>
        <p:spPr>
          <a:xfrm>
            <a:off x="1638300" y="3981450"/>
            <a:ext cx="7372200" cy="48960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06" name="Google Shape;106;g35c4bec6024_0_717"/>
          <p:cNvSpPr txBox="1"/>
          <p:nvPr>
            <p:ph idx="2" type="body"/>
          </p:nvPr>
        </p:nvSpPr>
        <p:spPr>
          <a:xfrm>
            <a:off x="9277350" y="3981450"/>
            <a:ext cx="7372200" cy="48960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07" name="Google Shape;107;g35c4bec6024_0_717"/>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108" name="Shape 108"/>
        <p:cNvGrpSpPr/>
        <p:nvPr/>
      </p:nvGrpSpPr>
      <p:grpSpPr>
        <a:xfrm>
          <a:off x="0" y="0"/>
          <a:ext cx="0" cy="0"/>
          <a:chOff x="0" y="0"/>
          <a:chExt cx="0" cy="0"/>
        </a:xfrm>
      </p:grpSpPr>
      <p:sp>
        <p:nvSpPr>
          <p:cNvPr id="109" name="Google Shape;109;g35c4bec6024_0_725"/>
          <p:cNvSpPr/>
          <p:nvPr/>
        </p:nvSpPr>
        <p:spPr>
          <a:xfrm flipH="1">
            <a:off x="7165200" y="3101400"/>
            <a:ext cx="11122800" cy="7185600"/>
          </a:xfrm>
          <a:prstGeom prst="rtTriangle">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g35c4bec6024_0_725"/>
          <p:cNvSpPr/>
          <p:nvPr/>
        </p:nvSpPr>
        <p:spPr>
          <a:xfrm>
            <a:off x="61" y="5649000"/>
            <a:ext cx="14740800" cy="4638000"/>
          </a:xfrm>
          <a:prstGeom prst="rtTriangle">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g35c4bec6024_0_725"/>
          <p:cNvSpPr/>
          <p:nvPr/>
        </p:nvSpPr>
        <p:spPr>
          <a:xfrm>
            <a:off x="4064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5c4bec6024_0_725"/>
          <p:cNvSpPr txBox="1"/>
          <p:nvPr>
            <p:ph type="title"/>
          </p:nvPr>
        </p:nvSpPr>
        <p:spPr>
          <a:xfrm>
            <a:off x="1638300" y="1691200"/>
            <a:ext cx="15011400" cy="19092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113" name="Google Shape;113;g35c4bec6024_0_725"/>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114" name="Shape 114"/>
        <p:cNvGrpSpPr/>
        <p:nvPr/>
      </p:nvGrpSpPr>
      <p:grpSpPr>
        <a:xfrm>
          <a:off x="0" y="0"/>
          <a:ext cx="0" cy="0"/>
          <a:chOff x="0" y="0"/>
          <a:chExt cx="0" cy="0"/>
        </a:xfrm>
      </p:grpSpPr>
      <p:sp>
        <p:nvSpPr>
          <p:cNvPr id="115" name="Google Shape;115;g35c4bec6024_0_756"/>
          <p:cNvSpPr/>
          <p:nvPr/>
        </p:nvSpPr>
        <p:spPr>
          <a:xfrm flipH="1">
            <a:off x="7165200" y="3101400"/>
            <a:ext cx="11122800" cy="7185600"/>
          </a:xfrm>
          <a:prstGeom prst="rtTriangle">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g35c4bec6024_0_756"/>
          <p:cNvSpPr/>
          <p:nvPr/>
        </p:nvSpPr>
        <p:spPr>
          <a:xfrm>
            <a:off x="61" y="5649000"/>
            <a:ext cx="14740800" cy="4638000"/>
          </a:xfrm>
          <a:prstGeom prst="rtTriangle">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g35c4bec6024_0_756"/>
          <p:cNvSpPr/>
          <p:nvPr/>
        </p:nvSpPr>
        <p:spPr>
          <a:xfrm>
            <a:off x="4064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g35c4bec6024_0_756"/>
          <p:cNvSpPr txBox="1"/>
          <p:nvPr>
            <p:ph type="title"/>
          </p:nvPr>
        </p:nvSpPr>
        <p:spPr>
          <a:xfrm>
            <a:off x="1638300" y="1691200"/>
            <a:ext cx="12848400" cy="14100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119" name="Google Shape;119;g35c4bec6024_0_756"/>
          <p:cNvSpPr txBox="1"/>
          <p:nvPr>
            <p:ph idx="1" type="subTitle"/>
          </p:nvPr>
        </p:nvSpPr>
        <p:spPr>
          <a:xfrm>
            <a:off x="1638300" y="3101400"/>
            <a:ext cx="11719800" cy="7872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Clr>
                <a:schemeClr val="lt1"/>
              </a:buClr>
              <a:buSzPts val="3200"/>
              <a:buNone/>
              <a:defRPr sz="3200">
                <a:solidFill>
                  <a:schemeClr val="lt1"/>
                </a:solidFill>
              </a:defRPr>
            </a:lvl1pPr>
            <a:lvl2pPr lvl="1" algn="l">
              <a:lnSpc>
                <a:spcPct val="100000"/>
              </a:lnSpc>
              <a:spcBef>
                <a:spcPts val="0"/>
              </a:spcBef>
              <a:spcAft>
                <a:spcPts val="0"/>
              </a:spcAft>
              <a:buClr>
                <a:schemeClr val="lt1"/>
              </a:buClr>
              <a:buSzPts val="3200"/>
              <a:buNone/>
              <a:defRPr sz="3200">
                <a:solidFill>
                  <a:schemeClr val="lt1"/>
                </a:solidFill>
              </a:defRPr>
            </a:lvl2pPr>
            <a:lvl3pPr lvl="2" algn="l">
              <a:lnSpc>
                <a:spcPct val="100000"/>
              </a:lnSpc>
              <a:spcBef>
                <a:spcPts val="0"/>
              </a:spcBef>
              <a:spcAft>
                <a:spcPts val="0"/>
              </a:spcAft>
              <a:buClr>
                <a:schemeClr val="lt1"/>
              </a:buClr>
              <a:buSzPts val="3200"/>
              <a:buNone/>
              <a:defRPr sz="3200">
                <a:solidFill>
                  <a:schemeClr val="lt1"/>
                </a:solidFill>
              </a:defRPr>
            </a:lvl3pPr>
            <a:lvl4pPr lvl="3" algn="l">
              <a:lnSpc>
                <a:spcPct val="100000"/>
              </a:lnSpc>
              <a:spcBef>
                <a:spcPts val="0"/>
              </a:spcBef>
              <a:spcAft>
                <a:spcPts val="0"/>
              </a:spcAft>
              <a:buClr>
                <a:schemeClr val="lt1"/>
              </a:buClr>
              <a:buSzPts val="3200"/>
              <a:buNone/>
              <a:defRPr sz="3200">
                <a:solidFill>
                  <a:schemeClr val="lt1"/>
                </a:solidFill>
              </a:defRPr>
            </a:lvl4pPr>
            <a:lvl5pPr lvl="4" algn="l">
              <a:lnSpc>
                <a:spcPct val="100000"/>
              </a:lnSpc>
              <a:spcBef>
                <a:spcPts val="0"/>
              </a:spcBef>
              <a:spcAft>
                <a:spcPts val="0"/>
              </a:spcAft>
              <a:buClr>
                <a:schemeClr val="lt1"/>
              </a:buClr>
              <a:buSzPts val="3200"/>
              <a:buNone/>
              <a:defRPr sz="3200">
                <a:solidFill>
                  <a:schemeClr val="lt1"/>
                </a:solidFill>
              </a:defRPr>
            </a:lvl5pPr>
            <a:lvl6pPr lvl="5" algn="l">
              <a:lnSpc>
                <a:spcPct val="100000"/>
              </a:lnSpc>
              <a:spcBef>
                <a:spcPts val="0"/>
              </a:spcBef>
              <a:spcAft>
                <a:spcPts val="0"/>
              </a:spcAft>
              <a:buClr>
                <a:schemeClr val="lt1"/>
              </a:buClr>
              <a:buSzPts val="3200"/>
              <a:buNone/>
              <a:defRPr sz="3200">
                <a:solidFill>
                  <a:schemeClr val="lt1"/>
                </a:solidFill>
              </a:defRPr>
            </a:lvl6pPr>
            <a:lvl7pPr lvl="6" algn="l">
              <a:lnSpc>
                <a:spcPct val="100000"/>
              </a:lnSpc>
              <a:spcBef>
                <a:spcPts val="0"/>
              </a:spcBef>
              <a:spcAft>
                <a:spcPts val="0"/>
              </a:spcAft>
              <a:buClr>
                <a:schemeClr val="lt1"/>
              </a:buClr>
              <a:buSzPts val="3200"/>
              <a:buNone/>
              <a:defRPr sz="3200">
                <a:solidFill>
                  <a:schemeClr val="lt1"/>
                </a:solidFill>
              </a:defRPr>
            </a:lvl7pPr>
            <a:lvl8pPr lvl="7" algn="l">
              <a:lnSpc>
                <a:spcPct val="100000"/>
              </a:lnSpc>
              <a:spcBef>
                <a:spcPts val="0"/>
              </a:spcBef>
              <a:spcAft>
                <a:spcPts val="0"/>
              </a:spcAft>
              <a:buClr>
                <a:schemeClr val="lt1"/>
              </a:buClr>
              <a:buSzPts val="3200"/>
              <a:buNone/>
              <a:defRPr sz="3200">
                <a:solidFill>
                  <a:schemeClr val="lt1"/>
                </a:solidFill>
              </a:defRPr>
            </a:lvl8pPr>
            <a:lvl9pPr lvl="8" algn="l">
              <a:lnSpc>
                <a:spcPct val="100000"/>
              </a:lnSpc>
              <a:spcBef>
                <a:spcPts val="0"/>
              </a:spcBef>
              <a:spcAft>
                <a:spcPts val="0"/>
              </a:spcAft>
              <a:buClr>
                <a:schemeClr val="lt1"/>
              </a:buClr>
              <a:buSzPts val="3200"/>
              <a:buNone/>
              <a:defRPr sz="3200">
                <a:solidFill>
                  <a:schemeClr val="lt1"/>
                </a:solidFill>
              </a:defRPr>
            </a:lvl9pPr>
          </a:lstStyle>
          <a:p/>
        </p:txBody>
      </p:sp>
      <p:sp>
        <p:nvSpPr>
          <p:cNvPr id="120" name="Google Shape;120;g35c4bec6024_0_756"/>
          <p:cNvSpPr txBox="1"/>
          <p:nvPr>
            <p:ph idx="2" type="body"/>
          </p:nvPr>
        </p:nvSpPr>
        <p:spPr>
          <a:xfrm>
            <a:off x="1638300" y="4934100"/>
            <a:ext cx="11719800" cy="41910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21" name="Google Shape;121;g35c4bec6024_0_756"/>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g35c4bec6024_0_783"/>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g35c4bec6024_0_66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1pPr>
            <a:lvl2pPr lvl="1"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2pPr>
            <a:lvl3pPr lvl="2"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3pPr>
            <a:lvl4pPr lvl="3"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4pPr>
            <a:lvl5pPr lvl="4"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5pPr>
            <a:lvl6pPr lvl="5"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6pPr>
            <a:lvl7pPr lvl="6"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7pPr>
            <a:lvl8pPr lvl="7"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8pPr>
            <a:lvl9pPr lvl="8"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9pPr>
          </a:lstStyle>
          <a:p/>
        </p:txBody>
      </p:sp>
      <p:sp>
        <p:nvSpPr>
          <p:cNvPr id="7" name="Google Shape;7;g35c4bec6024_0_666"/>
          <p:cNvSpPr txBox="1"/>
          <p:nvPr>
            <p:ph idx="1" type="body"/>
          </p:nvPr>
        </p:nvSpPr>
        <p:spPr>
          <a:xfrm>
            <a:off x="623400" y="2304950"/>
            <a:ext cx="17041200" cy="6782400"/>
          </a:xfrm>
          <a:prstGeom prst="rect">
            <a:avLst/>
          </a:prstGeom>
          <a:noFill/>
          <a:ln>
            <a:noFill/>
          </a:ln>
        </p:spPr>
        <p:txBody>
          <a:bodyPr anchorCtr="0" anchor="t" bIns="182850" lIns="182850" spcFirstLastPara="1" rIns="182850" wrap="square" tIns="182850">
            <a:normAutofit/>
          </a:bodyPr>
          <a:lstStyle>
            <a:lvl1pPr indent="-393700" lvl="0" marL="457200" marR="0" rtl="0" algn="l">
              <a:lnSpc>
                <a:spcPct val="115000"/>
              </a:lnSpc>
              <a:spcBef>
                <a:spcPts val="0"/>
              </a:spcBef>
              <a:spcAft>
                <a:spcPts val="0"/>
              </a:spcAft>
              <a:buClr>
                <a:schemeClr val="dk2"/>
              </a:buClr>
              <a:buSzPts val="2600"/>
              <a:buFont typeface="Calibri"/>
              <a:buChar char="●"/>
              <a:defRPr b="0" i="0" sz="2600" u="none" cap="none" strike="noStrike">
                <a:solidFill>
                  <a:schemeClr val="dk2"/>
                </a:solidFill>
                <a:latin typeface="Calibri"/>
                <a:ea typeface="Calibri"/>
                <a:cs typeface="Calibri"/>
                <a:sym typeface="Calibri"/>
              </a:defRPr>
            </a:lvl1pPr>
            <a:lvl2pPr indent="-368300" lvl="1" marL="9144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2pPr>
            <a:lvl3pPr indent="-368300" lvl="2" marL="13716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3pPr>
            <a:lvl4pPr indent="-368300" lvl="3" marL="18288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4pPr>
            <a:lvl5pPr indent="-368300" lvl="4" marL="22860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5pPr>
            <a:lvl6pPr indent="-368300" lvl="5" marL="27432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6pPr>
            <a:lvl7pPr indent="-368300" lvl="6" marL="32004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7pPr>
            <a:lvl8pPr indent="-368300" lvl="7" marL="36576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8pPr>
            <a:lvl9pPr indent="-368300" lvl="8" marL="41148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9pPr>
          </a:lstStyle>
          <a:p/>
        </p:txBody>
      </p:sp>
      <p:sp>
        <p:nvSpPr>
          <p:cNvPr id="8" name="Google Shape;8;g35c4bec6024_0_666"/>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hyperlink" Target="https://www.educo.org/blog/como-aplicar-el-pensamiento-computacional-aula" TargetMode="External"/><Relationship Id="rId4" Type="http://schemas.openxmlformats.org/officeDocument/2006/relationships/hyperlink" Target="https://descargas.intef.es/recursos_educativos/ODES_SGOA/Primaria/Descifrando_el_codigo_con_Ada/abstraccin.html" TargetMode="External"/><Relationship Id="rId5" Type="http://schemas.openxmlformats.org/officeDocument/2006/relationships/hyperlink" Target="https://es.wikipedia.org/wiki/Pensamiento_computacional" TargetMode="External"/><Relationship Id="rId6" Type="http://schemas.openxmlformats.org/officeDocument/2006/relationships/hyperlink" Target="https://www.gurisesunidos.org.uy/wp-content/uploads/2017/11/PensamientoComputacional.pdf"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129" name="Google Shape;129;p1"/>
          <p:cNvSpPr txBox="1"/>
          <p:nvPr/>
        </p:nvSpPr>
        <p:spPr>
          <a:xfrm>
            <a:off x="1063303" y="6994239"/>
            <a:ext cx="5717400" cy="769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ALGORITMOS</a:t>
            </a:r>
            <a:endParaRPr b="1" i="0" sz="5000" u="none" cap="none" strike="noStrike">
              <a:solidFill>
                <a:srgbClr val="131416"/>
              </a:solidFill>
              <a:latin typeface="Open Sans"/>
              <a:ea typeface="Open Sans"/>
              <a:cs typeface="Open Sans"/>
              <a:sym typeface="Open Sans"/>
            </a:endParaRPr>
          </a:p>
        </p:txBody>
      </p:sp>
      <p:sp>
        <p:nvSpPr>
          <p:cNvPr id="130" name="Google Shape;130;p1"/>
          <p:cNvSpPr txBox="1"/>
          <p:nvPr/>
        </p:nvSpPr>
        <p:spPr>
          <a:xfrm>
            <a:off x="2277880" y="1485449"/>
            <a:ext cx="12375000" cy="5381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lang="en-US" sz="9200">
                <a:solidFill>
                  <a:srgbClr val="131416"/>
                </a:solidFill>
                <a:latin typeface="Open Sans"/>
                <a:ea typeface="Open Sans"/>
                <a:cs typeface="Open Sans"/>
                <a:sym typeface="Open Sans"/>
              </a:rPr>
              <a:t>Arreglos y Representación de Algoritmos</a:t>
            </a:r>
            <a:endParaRPr b="0" i="0" sz="1400" u="none" cap="none" strike="noStrike">
              <a:solidFill>
                <a:srgbClr val="000000"/>
              </a:solidFill>
              <a:latin typeface="Arial"/>
              <a:ea typeface="Arial"/>
              <a:cs typeface="Arial"/>
              <a:sym typeface="Arial"/>
            </a:endParaRPr>
          </a:p>
        </p:txBody>
      </p:sp>
      <p:sp>
        <p:nvSpPr>
          <p:cNvPr id="131" name="Google Shape;131;p1"/>
          <p:cNvSpPr txBox="1"/>
          <p:nvPr/>
        </p:nvSpPr>
        <p:spPr>
          <a:xfrm>
            <a:off x="1063303" y="8745251"/>
            <a:ext cx="6981300" cy="4224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Ingenieria de Ciencias Y Sistemas</a:t>
            </a:r>
            <a:endParaRPr b="1" i="0" sz="2499" u="none" cap="none" strike="noStrike">
              <a:solidFill>
                <a:srgbClr val="131416"/>
              </a:solidFill>
              <a:latin typeface="Open Sans"/>
              <a:ea typeface="Open Sans"/>
              <a:cs typeface="Open Sans"/>
              <a:sym typeface="Open Sans"/>
            </a:endParaRPr>
          </a:p>
        </p:txBody>
      </p:sp>
      <p:sp>
        <p:nvSpPr>
          <p:cNvPr id="132" name="Google Shape;132;p1"/>
          <p:cNvSpPr txBox="1"/>
          <p:nvPr/>
        </p:nvSpPr>
        <p:spPr>
          <a:xfrm>
            <a:off x="1028700" y="9210675"/>
            <a:ext cx="6667500" cy="4224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Ingenieria</a:t>
            </a:r>
            <a:endParaRPr b="1" i="0" sz="2499" u="none" cap="none" strike="noStrike">
              <a:solidFill>
                <a:srgbClr val="131416"/>
              </a:solidFill>
              <a:latin typeface="Open Sans"/>
              <a:ea typeface="Open Sans"/>
              <a:cs typeface="Open Sans"/>
              <a:sym typeface="Open Sans"/>
            </a:endParaRPr>
          </a:p>
        </p:txBody>
      </p:sp>
      <p:sp>
        <p:nvSpPr>
          <p:cNvPr id="133" name="Google Shape;133;p1"/>
          <p:cNvSpPr txBox="1"/>
          <p:nvPr/>
        </p:nvSpPr>
        <p:spPr>
          <a:xfrm>
            <a:off x="228600" y="9588254"/>
            <a:ext cx="8115300" cy="4194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grpSp>
        <p:nvGrpSpPr>
          <p:cNvPr id="138" name="Google Shape;138;p2"/>
          <p:cNvGrpSpPr/>
          <p:nvPr/>
        </p:nvGrpSpPr>
        <p:grpSpPr>
          <a:xfrm>
            <a:off x="176625" y="4596676"/>
            <a:ext cx="9694020" cy="845568"/>
            <a:chOff x="0" y="-43758"/>
            <a:chExt cx="1964221" cy="360000"/>
          </a:xfrm>
        </p:grpSpPr>
        <p:sp>
          <p:nvSpPr>
            <p:cNvPr id="139" name="Google Shape;139;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cap="flat" cmpd="sng" w="9525">
              <a:solidFill>
                <a:schemeClr val="dk2"/>
              </a:solidFill>
              <a:prstDash val="solid"/>
              <a:round/>
              <a:headEnd len="sm" w="sm" type="none"/>
              <a:tailEnd len="sm" w="sm" type="none"/>
            </a:ln>
          </p:spPr>
        </p:sp>
        <p:sp>
          <p:nvSpPr>
            <p:cNvPr id="140" name="Google Shape;140;p2"/>
            <p:cNvSpPr txBox="1"/>
            <p:nvPr/>
          </p:nvSpPr>
          <p:spPr>
            <a:xfrm>
              <a:off x="0" y="-43758"/>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799"/>
                <a:t>Arreglos y Representación de Algoritmos</a:t>
              </a:r>
              <a:endParaRPr b="0" i="0" sz="1400" u="none" cap="none" strike="noStrike">
                <a:solidFill>
                  <a:srgbClr val="000000"/>
                </a:solidFill>
                <a:latin typeface="Arial"/>
                <a:ea typeface="Arial"/>
                <a:cs typeface="Arial"/>
                <a:sym typeface="Arial"/>
              </a:endParaRPr>
            </a:p>
          </p:txBody>
        </p:sp>
      </p:grpSp>
      <p:sp>
        <p:nvSpPr>
          <p:cNvPr id="141" name="Google Shape;141;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42" name="Google Shape;142;p2"/>
          <p:cNvSpPr/>
          <p:nvPr/>
        </p:nvSpPr>
        <p:spPr>
          <a:xfrm>
            <a:off x="1866989" y="3303305"/>
            <a:ext cx="4115190" cy="1267162"/>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43" name="Google Shape;143;p2"/>
          <p:cNvSpPr txBox="1"/>
          <p:nvPr/>
        </p:nvSpPr>
        <p:spPr>
          <a:xfrm>
            <a:off x="592749" y="1612050"/>
            <a:ext cx="77103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Pacifico"/>
                <a:ea typeface="Pacifico"/>
                <a:cs typeface="Pacifico"/>
                <a:sym typeface="Pacifico"/>
              </a:rPr>
              <a:t>Agenda</a:t>
            </a:r>
            <a:endParaRPr b="0" i="0" sz="1400" u="none" cap="none" strike="noStrike">
              <a:solidFill>
                <a:srgbClr val="000000"/>
              </a:solidFill>
              <a:latin typeface="Pacifico"/>
              <a:ea typeface="Pacifico"/>
              <a:cs typeface="Pacifico"/>
              <a:sym typeface="Pacifico"/>
            </a:endParaRPr>
          </a:p>
        </p:txBody>
      </p:sp>
      <p:sp>
        <p:nvSpPr>
          <p:cNvPr id="144" name="Google Shape;144;p2"/>
          <p:cNvSpPr txBox="1"/>
          <p:nvPr/>
        </p:nvSpPr>
        <p:spPr>
          <a:xfrm>
            <a:off x="10247578" y="2633067"/>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Lobster"/>
                <a:ea typeface="Lobster"/>
                <a:cs typeface="Lobster"/>
                <a:sym typeface="Lobster"/>
              </a:rPr>
              <a:t>Recursos</a:t>
            </a:r>
            <a:endParaRPr b="0" i="0" sz="1400" u="none" cap="none" strike="noStrike">
              <a:solidFill>
                <a:srgbClr val="000000"/>
              </a:solidFill>
              <a:latin typeface="Lobster"/>
              <a:ea typeface="Lobster"/>
              <a:cs typeface="Lobster"/>
              <a:sym typeface="Lobster"/>
            </a:endParaRPr>
          </a:p>
        </p:txBody>
      </p:sp>
      <p:grpSp>
        <p:nvGrpSpPr>
          <p:cNvPr id="145" name="Google Shape;145;p2"/>
          <p:cNvGrpSpPr/>
          <p:nvPr/>
        </p:nvGrpSpPr>
        <p:grpSpPr>
          <a:xfrm>
            <a:off x="11779155" y="5047755"/>
            <a:ext cx="5353682" cy="1701155"/>
            <a:chOff x="0" y="-114300"/>
            <a:chExt cx="1410014" cy="448038"/>
          </a:xfrm>
        </p:grpSpPr>
        <p:sp>
          <p:nvSpPr>
            <p:cNvPr id="146" name="Google Shape;146;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cap="flat" cmpd="sng" w="9525">
              <a:solidFill>
                <a:schemeClr val="dk2"/>
              </a:solidFill>
              <a:prstDash val="solid"/>
              <a:round/>
              <a:headEnd len="sm" w="sm" type="none"/>
              <a:tailEnd len="sm" w="sm" type="none"/>
            </a:ln>
          </p:spPr>
        </p:sp>
        <p:sp>
          <p:nvSpPr>
            <p:cNvPr id="147" name="Google Shape;147;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Link de Quizziz</a:t>
              </a:r>
              <a:endParaRPr b="0" i="0" sz="1400" u="none" cap="none" strike="noStrike">
                <a:solidFill>
                  <a:srgbClr val="000000"/>
                </a:solidFill>
                <a:latin typeface="Arial"/>
                <a:ea typeface="Arial"/>
                <a:cs typeface="Arial"/>
                <a:sym typeface="Arial"/>
              </a:endParaRPr>
            </a:p>
          </p:txBody>
        </p:sp>
      </p:grpSp>
      <p:grpSp>
        <p:nvGrpSpPr>
          <p:cNvPr id="148" name="Google Shape;148;p2"/>
          <p:cNvGrpSpPr/>
          <p:nvPr/>
        </p:nvGrpSpPr>
        <p:grpSpPr>
          <a:xfrm>
            <a:off x="176625" y="5549376"/>
            <a:ext cx="7339115" cy="845568"/>
            <a:chOff x="0" y="-31464"/>
            <a:chExt cx="1964221" cy="360000"/>
          </a:xfrm>
        </p:grpSpPr>
        <p:sp>
          <p:nvSpPr>
            <p:cNvPr id="149" name="Google Shape;149;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cap="flat" cmpd="sng" w="9525">
              <a:solidFill>
                <a:schemeClr val="dk2"/>
              </a:solidFill>
              <a:prstDash val="solid"/>
              <a:round/>
              <a:headEnd len="sm" w="sm" type="none"/>
              <a:tailEnd len="sm" w="sm" type="none"/>
            </a:ln>
          </p:spPr>
        </p:sp>
        <p:sp>
          <p:nvSpPr>
            <p:cNvPr id="150" name="Google Shape;150;p2"/>
            <p:cNvSpPr txBox="1"/>
            <p:nvPr/>
          </p:nvSpPr>
          <p:spPr>
            <a:xfrm>
              <a:off x="73241" y="-31464"/>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199"/>
                <a:t>Arreglos y Representación de Algoritmos</a:t>
              </a:r>
              <a:endParaRPr b="0" i="0" sz="800" u="none" cap="none" strike="noStrike">
                <a:solidFill>
                  <a:srgbClr val="000000"/>
                </a:solidFill>
                <a:latin typeface="Arial"/>
                <a:ea typeface="Arial"/>
                <a:cs typeface="Arial"/>
                <a:sym typeface="Arial"/>
              </a:endParaRPr>
            </a:p>
          </p:txBody>
        </p:sp>
      </p:grpSp>
      <p:grpSp>
        <p:nvGrpSpPr>
          <p:cNvPr id="151" name="Google Shape;151;p2"/>
          <p:cNvGrpSpPr/>
          <p:nvPr/>
        </p:nvGrpSpPr>
        <p:grpSpPr>
          <a:xfrm>
            <a:off x="-128174" y="6502076"/>
            <a:ext cx="10538514" cy="845568"/>
            <a:chOff x="-81576" y="-43758"/>
            <a:chExt cx="2045797" cy="360000"/>
          </a:xfrm>
        </p:grpSpPr>
        <p:sp>
          <p:nvSpPr>
            <p:cNvPr id="152" name="Google Shape;152;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cap="flat" cmpd="sng" w="9525">
              <a:solidFill>
                <a:schemeClr val="dk2"/>
              </a:solidFill>
              <a:prstDash val="solid"/>
              <a:round/>
              <a:headEnd len="sm" w="sm" type="none"/>
              <a:tailEnd len="sm" w="sm" type="none"/>
            </a:ln>
          </p:spPr>
        </p:sp>
        <p:sp>
          <p:nvSpPr>
            <p:cNvPr id="153" name="Google Shape;153;p2"/>
            <p:cNvSpPr txBox="1"/>
            <p:nvPr/>
          </p:nvSpPr>
          <p:spPr>
            <a:xfrm>
              <a:off x="-81576" y="-43758"/>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799"/>
                <a:t>Arreglos y Representación de Algoritmos</a:t>
              </a:r>
              <a:endParaRPr b="0" i="0" sz="1400" u="none" cap="none" strike="noStrike">
                <a:solidFill>
                  <a:srgbClr val="000000"/>
                </a:solidFill>
                <a:latin typeface="Arial"/>
                <a:ea typeface="Arial"/>
                <a:cs typeface="Arial"/>
                <a:sym typeface="Arial"/>
              </a:endParaRPr>
            </a:p>
          </p:txBody>
        </p:sp>
      </p:grpSp>
      <p:grpSp>
        <p:nvGrpSpPr>
          <p:cNvPr id="154" name="Google Shape;154;p2"/>
          <p:cNvGrpSpPr/>
          <p:nvPr/>
        </p:nvGrpSpPr>
        <p:grpSpPr>
          <a:xfrm>
            <a:off x="176625" y="7381303"/>
            <a:ext cx="7356155" cy="845568"/>
            <a:chOff x="0" y="-62640"/>
            <a:chExt cx="1968782" cy="360000"/>
          </a:xfrm>
        </p:grpSpPr>
        <p:sp>
          <p:nvSpPr>
            <p:cNvPr id="155" name="Google Shape;155;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cap="flat" cmpd="sng" w="9525">
              <a:solidFill>
                <a:srgbClr val="434343"/>
              </a:solidFill>
              <a:prstDash val="solid"/>
              <a:round/>
              <a:headEnd len="sm" w="sm" type="none"/>
              <a:tailEnd len="sm" w="sm" type="none"/>
            </a:ln>
          </p:spPr>
        </p:sp>
        <p:sp>
          <p:nvSpPr>
            <p:cNvPr id="156" name="Google Shape;156;p2"/>
            <p:cNvSpPr txBox="1"/>
            <p:nvPr/>
          </p:nvSpPr>
          <p:spPr>
            <a:xfrm>
              <a:off x="118982" y="-62640"/>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399"/>
                <a:t>Diagramas de Flujo</a:t>
              </a:r>
              <a:endParaRPr b="0" i="0" sz="1000" u="none" cap="none" strike="noStrike">
                <a:solidFill>
                  <a:srgbClr val="000000"/>
                </a:solidFill>
                <a:latin typeface="Arial"/>
                <a:ea typeface="Arial"/>
                <a:cs typeface="Arial"/>
                <a:sym typeface="Arial"/>
              </a:endParaRPr>
            </a:p>
          </p:txBody>
        </p:sp>
      </p:grpSp>
      <p:sp>
        <p:nvSpPr>
          <p:cNvPr id="157" name="Google Shape;157;p2"/>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58" name="Google Shape;158;p2"/>
          <p:cNvSpPr/>
          <p:nvPr/>
        </p:nvSpPr>
        <p:spPr>
          <a:xfrm>
            <a:off x="878654" y="660485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59" name="Google Shape;159;p2"/>
          <p:cNvSpPr/>
          <p:nvPr/>
        </p:nvSpPr>
        <p:spPr>
          <a:xfrm>
            <a:off x="878654" y="760463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160" name="Google Shape;160;p2"/>
          <p:cNvGrpSpPr/>
          <p:nvPr/>
        </p:nvGrpSpPr>
        <p:grpSpPr>
          <a:xfrm>
            <a:off x="11779150" y="7029099"/>
            <a:ext cx="5353682" cy="2347432"/>
            <a:chOff x="-1" y="-114302"/>
            <a:chExt cx="1410014" cy="618250"/>
          </a:xfrm>
        </p:grpSpPr>
        <p:sp>
          <p:nvSpPr>
            <p:cNvPr id="161" name="Google Shape;161;p2"/>
            <p:cNvSpPr/>
            <p:nvPr/>
          </p:nvSpPr>
          <p:spPr>
            <a:xfrm>
              <a:off x="-1" y="-114302"/>
              <a:ext cx="1410014" cy="618250"/>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cap="flat" cmpd="sng" w="9525">
              <a:solidFill>
                <a:schemeClr val="dk2"/>
              </a:solidFill>
              <a:prstDash val="solid"/>
              <a:round/>
              <a:headEnd len="sm" w="sm" type="none"/>
              <a:tailEnd len="sm" w="sm" type="none"/>
            </a:ln>
          </p:spPr>
        </p:sp>
        <p:sp>
          <p:nvSpPr>
            <p:cNvPr id="162" name="Google Shape;162;p2"/>
            <p:cNvSpPr txBox="1"/>
            <p:nvPr/>
          </p:nvSpPr>
          <p:spPr>
            <a:xfrm>
              <a:off x="-1" y="-114302"/>
              <a:ext cx="1295700" cy="537000"/>
            </a:xfrm>
            <a:prstGeom prst="rect">
              <a:avLst/>
            </a:prstGeom>
            <a:noFill/>
            <a:ln>
              <a:noFill/>
            </a:ln>
          </p:spPr>
          <p:txBody>
            <a:bodyPr anchorCtr="0" anchor="ctr" bIns="50800" lIns="50800" spcFirstLastPara="1" rIns="50800" wrap="square" tIns="50800">
              <a:noAutofit/>
            </a:bodyPr>
            <a:lstStyle/>
            <a:p>
              <a:pPr indent="0" lvl="0" marL="0" rtl="0" algn="ctr">
                <a:lnSpc>
                  <a:spcPct val="115000"/>
                </a:lnSpc>
                <a:spcBef>
                  <a:spcPts val="0"/>
                </a:spcBef>
                <a:spcAft>
                  <a:spcPts val="0"/>
                </a:spcAft>
                <a:buNone/>
              </a:pPr>
              <a:r>
                <a:rPr b="1" lang="en-US" sz="3600">
                  <a:solidFill>
                    <a:srgbClr val="667EEA"/>
                  </a:solidFill>
                </a:rPr>
                <a:t>Herramientas Recomendadas</a:t>
              </a:r>
              <a:endParaRPr b="1" sz="3600">
                <a:solidFill>
                  <a:srgbClr val="667EEA"/>
                </a:solidFill>
              </a:endParaRPr>
            </a:p>
            <a:p>
              <a:pPr indent="0" lvl="0" marL="0" rtl="0" algn="ctr">
                <a:lnSpc>
                  <a:spcPct val="115000"/>
                </a:lnSpc>
                <a:spcBef>
                  <a:spcPts val="1500"/>
                </a:spcBef>
                <a:spcAft>
                  <a:spcPts val="0"/>
                </a:spcAft>
                <a:buNone/>
              </a:pPr>
              <a:r>
                <a:rPr lang="en-US" sz="2100">
                  <a:solidFill>
                    <a:srgbClr val="333333"/>
                  </a:solidFill>
                </a:rPr>
                <a:t>🛠️ Lucidchart para diagramas</a:t>
              </a:r>
              <a:br>
                <a:rPr lang="en-US" sz="2100">
                  <a:solidFill>
                    <a:srgbClr val="333333"/>
                  </a:solidFill>
                </a:rPr>
              </a:br>
              <a:r>
                <a:rPr lang="en-US" sz="2100">
                  <a:solidFill>
                    <a:srgbClr val="333333"/>
                  </a:solidFill>
                </a:rPr>
                <a:t>📝 PSeInt para pseudocódig</a:t>
              </a:r>
              <a:endParaRPr sz="5499"/>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
          <p:cNvSpPr txBox="1"/>
          <p:nvPr/>
        </p:nvSpPr>
        <p:spPr>
          <a:xfrm>
            <a:off x="1492889" y="2011539"/>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COMPETENCIA(S) QUE DESARROLLAREMOS</a:t>
            </a:r>
            <a:endParaRPr b="0" i="0" sz="1400" u="none" cap="none" strike="noStrike">
              <a:solidFill>
                <a:srgbClr val="000000"/>
              </a:solidFill>
              <a:latin typeface="Impact"/>
              <a:ea typeface="Impact"/>
              <a:cs typeface="Impact"/>
              <a:sym typeface="Impact"/>
            </a:endParaRPr>
          </a:p>
        </p:txBody>
      </p:sp>
      <p:sp>
        <p:nvSpPr>
          <p:cNvPr id="168" name="Google Shape;168;p3"/>
          <p:cNvSpPr txBox="1"/>
          <p:nvPr/>
        </p:nvSpPr>
        <p:spPr>
          <a:xfrm>
            <a:off x="2054850" y="3157975"/>
            <a:ext cx="14178300" cy="20004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1" lang="en-US" sz="2499">
                <a:solidFill>
                  <a:srgbClr val="131416"/>
                </a:solidFill>
                <a:latin typeface="Open Sans"/>
                <a:ea typeface="Open Sans"/>
                <a:cs typeface="Open Sans"/>
                <a:sym typeface="Open Sans"/>
              </a:rPr>
              <a:t>Implementa soluciones algorítmicas mediante el uso de estructuras secuenciales, cíclicas y herramientas de representación (pseudocódigo y diagramas de flujo), aplicando técnicas de manipulación de cadenas y arreglos unidimensionales y multidimensionales, para resolver problemas que requieren procesamiento estructurado de datos.</a:t>
            </a:r>
            <a:endParaRPr b="1" sz="2499">
              <a:solidFill>
                <a:srgbClr val="131416"/>
              </a:solidFill>
              <a:latin typeface="Open Sans"/>
              <a:ea typeface="Open Sans"/>
              <a:cs typeface="Open Sans"/>
              <a:sym typeface="Open Sans"/>
            </a:endParaRPr>
          </a:p>
        </p:txBody>
      </p:sp>
      <p:sp>
        <p:nvSpPr>
          <p:cNvPr id="169" name="Google Shape;169;p3"/>
          <p:cNvSpPr txBox="1"/>
          <p:nvPr/>
        </p:nvSpPr>
        <p:spPr>
          <a:xfrm>
            <a:off x="3101775" y="5963075"/>
            <a:ext cx="14178300" cy="25389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1" lang="en-US" sz="2499">
                <a:solidFill>
                  <a:srgbClr val="131416"/>
                </a:solidFill>
                <a:latin typeface="Open Sans"/>
                <a:ea typeface="Open Sans"/>
                <a:cs typeface="Open Sans"/>
                <a:sym typeface="Open Sans"/>
              </a:rPr>
              <a:t>Desarrolla sistemas de codificación de información mediante la conversión entre sistemas numéricos (decimal, binario, octal, hexadecimal) y la aplicación de estándares de codificación, considerando tipos de datos primitivos y formatos multimedia, para garantizar la representación eficiente y precisa de la información en sistemas computacionales.</a:t>
            </a:r>
            <a:endParaRPr b="1" sz="2499">
              <a:solidFill>
                <a:srgbClr val="131416"/>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5c59309f30_0_0"/>
          <p:cNvSpPr txBox="1"/>
          <p:nvPr>
            <p:ph type="ctrTitle"/>
          </p:nvPr>
        </p:nvSpPr>
        <p:spPr>
          <a:xfrm>
            <a:off x="3432850" y="1310925"/>
            <a:ext cx="12471000" cy="1727400"/>
          </a:xfrm>
          <a:prstGeom prst="rect">
            <a:avLst/>
          </a:prstGeom>
          <a:noFill/>
          <a:ln>
            <a:noFill/>
          </a:ln>
        </p:spPr>
        <p:txBody>
          <a:bodyPr anchorCtr="0" anchor="ctr" bIns="182850" lIns="182850" spcFirstLastPara="1" rIns="182850" wrap="square" tIns="182850">
            <a:normAutofit/>
          </a:bodyPr>
          <a:lstStyle/>
          <a:p>
            <a:pPr indent="0" lvl="0" marL="0" rtl="0" algn="ctr">
              <a:lnSpc>
                <a:spcPct val="115000"/>
              </a:lnSpc>
              <a:spcBef>
                <a:spcPts val="3000"/>
              </a:spcBef>
              <a:spcAft>
                <a:spcPts val="3000"/>
              </a:spcAft>
              <a:buNone/>
            </a:pPr>
            <a:r>
              <a:rPr b="1" lang="en-US" sz="4250">
                <a:solidFill>
                  <a:srgbClr val="333333"/>
                </a:solidFill>
                <a:highlight>
                  <a:srgbClr val="FFFFFF"/>
                </a:highlight>
                <a:latin typeface="Arial"/>
                <a:ea typeface="Arial"/>
                <a:cs typeface="Arial"/>
                <a:sym typeface="Arial"/>
              </a:rPr>
              <a:t>ARREGLOS UNIDIMENSIONALES (VECTORES)</a:t>
            </a:r>
            <a:endParaRPr/>
          </a:p>
        </p:txBody>
      </p:sp>
      <p:sp>
        <p:nvSpPr>
          <p:cNvPr id="175" name="Google Shape;175;g35c59309f30_0_0"/>
          <p:cNvSpPr txBox="1"/>
          <p:nvPr/>
        </p:nvSpPr>
        <p:spPr>
          <a:xfrm>
            <a:off x="1454000" y="2706750"/>
            <a:ext cx="13536900" cy="2210700"/>
          </a:xfrm>
          <a:prstGeom prst="rect">
            <a:avLst/>
          </a:prstGeom>
          <a:noFill/>
          <a:ln>
            <a:noFill/>
          </a:ln>
        </p:spPr>
        <p:txBody>
          <a:bodyPr anchorCtr="0" anchor="t" bIns="182850" lIns="182850" spcFirstLastPara="1" rIns="182850" wrap="square" tIns="182850">
            <a:normAutofit fontScale="25000" lnSpcReduction="20000"/>
          </a:bodyPr>
          <a:lstStyle/>
          <a:p>
            <a:pPr indent="0" lvl="0" marL="0" marR="0" rtl="0" algn="l">
              <a:lnSpc>
                <a:spcPct val="115000"/>
              </a:lnSpc>
              <a:spcBef>
                <a:spcPts val="600"/>
              </a:spcBef>
              <a:spcAft>
                <a:spcPts val="0"/>
              </a:spcAft>
              <a:buNone/>
            </a:pPr>
            <a:r>
              <a:rPr lang="en-US" sz="10367">
                <a:latin typeface="Roboto"/>
                <a:ea typeface="Roboto"/>
                <a:cs typeface="Roboto"/>
                <a:sym typeface="Roboto"/>
              </a:rPr>
              <a:t>¿Qué es un Arreglo Unidimensional?</a:t>
            </a:r>
            <a:endParaRPr sz="10367">
              <a:latin typeface="Roboto"/>
              <a:ea typeface="Roboto"/>
              <a:cs typeface="Roboto"/>
              <a:sym typeface="Roboto"/>
            </a:endParaRPr>
          </a:p>
          <a:p>
            <a:pPr indent="0" lvl="0" marL="0" marR="0" rtl="0" algn="l">
              <a:lnSpc>
                <a:spcPct val="115000"/>
              </a:lnSpc>
              <a:spcBef>
                <a:spcPts val="600"/>
              </a:spcBef>
              <a:spcAft>
                <a:spcPts val="0"/>
              </a:spcAft>
              <a:buNone/>
            </a:pPr>
            <a:r>
              <a:rPr lang="en-US" sz="10367">
                <a:latin typeface="Roboto"/>
                <a:ea typeface="Roboto"/>
                <a:cs typeface="Roboto"/>
                <a:sym typeface="Roboto"/>
              </a:rPr>
              <a:t>Un arreglo unidimensional, también conocido como vector, es una estructura de datos que permite almacenar múltiples elementos del mismo tipo de dato en posiciones de memoria consecutivas. Cada elemento se identifica mediante un índice que indica su posición dentro del arreglo.</a:t>
            </a:r>
            <a:endParaRPr sz="10367">
              <a:latin typeface="Roboto"/>
              <a:ea typeface="Roboto"/>
              <a:cs typeface="Roboto"/>
              <a:sym typeface="Roboto"/>
            </a:endParaRPr>
          </a:p>
          <a:p>
            <a:pPr indent="0" lvl="0" marL="0" marR="0" rtl="0" algn="ctr">
              <a:lnSpc>
                <a:spcPct val="100000"/>
              </a:lnSpc>
              <a:spcBef>
                <a:spcPts val="600"/>
              </a:spcBef>
              <a:spcAft>
                <a:spcPts val="0"/>
              </a:spcAft>
              <a:buClr>
                <a:srgbClr val="000000"/>
              </a:buClr>
              <a:buSzPct val="100000"/>
              <a:buFont typeface="Arial"/>
              <a:buNone/>
            </a:pPr>
            <a:r>
              <a:t/>
            </a:r>
            <a:endParaRPr b="0" i="0" sz="3200" u="none" cap="none" strike="noStrike">
              <a:solidFill>
                <a:srgbClr val="AF7B51"/>
              </a:solidFill>
              <a:latin typeface="Calibri"/>
              <a:ea typeface="Calibri"/>
              <a:cs typeface="Calibri"/>
              <a:sym typeface="Calibri"/>
            </a:endParaRPr>
          </a:p>
        </p:txBody>
      </p:sp>
      <p:sp>
        <p:nvSpPr>
          <p:cNvPr id="176" name="Google Shape;176;g35c59309f30_0_0"/>
          <p:cNvSpPr txBox="1"/>
          <p:nvPr/>
        </p:nvSpPr>
        <p:spPr>
          <a:xfrm>
            <a:off x="1454000" y="4917350"/>
            <a:ext cx="9659700" cy="3313800"/>
          </a:xfrm>
          <a:prstGeom prst="rect">
            <a:avLst/>
          </a:prstGeom>
          <a:noFill/>
          <a:ln>
            <a:noFill/>
          </a:ln>
        </p:spPr>
        <p:txBody>
          <a:bodyPr anchorCtr="0" anchor="t" bIns="182850" lIns="182850" spcFirstLastPara="1" rIns="182850" wrap="square" tIns="182850">
            <a:normAutofit fontScale="25000" lnSpcReduction="20000"/>
          </a:bodyPr>
          <a:lstStyle/>
          <a:p>
            <a:pPr indent="0" lvl="0" marL="0" marR="0" rtl="0" algn="l">
              <a:lnSpc>
                <a:spcPct val="115000"/>
              </a:lnSpc>
              <a:spcBef>
                <a:spcPts val="0"/>
              </a:spcBef>
              <a:spcAft>
                <a:spcPts val="0"/>
              </a:spcAft>
              <a:buNone/>
            </a:pPr>
            <a:r>
              <a:rPr lang="en-US" sz="10367">
                <a:latin typeface="Roboto"/>
                <a:ea typeface="Roboto"/>
                <a:cs typeface="Roboto"/>
                <a:sym typeface="Roboto"/>
              </a:rPr>
              <a:t>📋 Características Principales</a:t>
            </a:r>
            <a:endParaRPr sz="10367">
              <a:latin typeface="Roboto"/>
              <a:ea typeface="Roboto"/>
              <a:cs typeface="Roboto"/>
              <a:sym typeface="Roboto"/>
            </a:endParaRPr>
          </a:p>
          <a:p>
            <a:pPr indent="0" lvl="0" marL="0" marR="0" rtl="0" algn="l">
              <a:lnSpc>
                <a:spcPct val="115000"/>
              </a:lnSpc>
              <a:spcBef>
                <a:spcPts val="0"/>
              </a:spcBef>
              <a:spcAft>
                <a:spcPts val="0"/>
              </a:spcAft>
              <a:buNone/>
            </a:pPr>
            <a:r>
              <a:rPr lang="en-US" sz="10367">
                <a:latin typeface="Roboto"/>
                <a:ea typeface="Roboto"/>
                <a:cs typeface="Roboto"/>
                <a:sym typeface="Roboto"/>
              </a:rPr>
              <a:t>Homogéneo: Todos los elementos son del mismo tipo</a:t>
            </a:r>
            <a:endParaRPr sz="10367">
              <a:latin typeface="Roboto"/>
              <a:ea typeface="Roboto"/>
              <a:cs typeface="Roboto"/>
              <a:sym typeface="Roboto"/>
            </a:endParaRPr>
          </a:p>
          <a:p>
            <a:pPr indent="0" lvl="0" marL="0" marR="0" rtl="0" algn="l">
              <a:lnSpc>
                <a:spcPct val="115000"/>
              </a:lnSpc>
              <a:spcBef>
                <a:spcPts val="0"/>
              </a:spcBef>
              <a:spcAft>
                <a:spcPts val="0"/>
              </a:spcAft>
              <a:buNone/>
            </a:pPr>
            <a:r>
              <a:rPr lang="en-US" sz="10367">
                <a:latin typeface="Roboto"/>
                <a:ea typeface="Roboto"/>
                <a:cs typeface="Roboto"/>
                <a:sym typeface="Roboto"/>
              </a:rPr>
              <a:t>Tamaño fijo: Se define al momento de la declaración</a:t>
            </a:r>
            <a:endParaRPr sz="10367">
              <a:latin typeface="Roboto"/>
              <a:ea typeface="Roboto"/>
              <a:cs typeface="Roboto"/>
              <a:sym typeface="Roboto"/>
            </a:endParaRPr>
          </a:p>
          <a:p>
            <a:pPr indent="0" lvl="0" marL="0" marR="0" rtl="0" algn="l">
              <a:lnSpc>
                <a:spcPct val="115000"/>
              </a:lnSpc>
              <a:spcBef>
                <a:spcPts val="0"/>
              </a:spcBef>
              <a:spcAft>
                <a:spcPts val="0"/>
              </a:spcAft>
              <a:buNone/>
            </a:pPr>
            <a:r>
              <a:rPr lang="en-US" sz="10367">
                <a:latin typeface="Roboto"/>
                <a:ea typeface="Roboto"/>
                <a:cs typeface="Roboto"/>
                <a:sym typeface="Roboto"/>
              </a:rPr>
              <a:t>Indexado: Acceso directo mediante índices (generalmente desde 0)</a:t>
            </a:r>
            <a:endParaRPr sz="10367">
              <a:latin typeface="Roboto"/>
              <a:ea typeface="Roboto"/>
              <a:cs typeface="Roboto"/>
              <a:sym typeface="Roboto"/>
            </a:endParaRPr>
          </a:p>
          <a:p>
            <a:pPr indent="0" lvl="0" marL="0" marR="0" rtl="0" algn="l">
              <a:lnSpc>
                <a:spcPct val="115000"/>
              </a:lnSpc>
              <a:spcBef>
                <a:spcPts val="0"/>
              </a:spcBef>
              <a:spcAft>
                <a:spcPts val="0"/>
              </a:spcAft>
              <a:buNone/>
            </a:pPr>
            <a:r>
              <a:rPr lang="en-US" sz="10367">
                <a:latin typeface="Roboto"/>
                <a:ea typeface="Roboto"/>
                <a:cs typeface="Roboto"/>
                <a:sym typeface="Roboto"/>
              </a:rPr>
              <a:t>Contiguo en memoria: Los elementos se almacenan consecutivamente</a:t>
            </a:r>
            <a:endParaRPr sz="10367">
              <a:latin typeface="Roboto"/>
              <a:ea typeface="Roboto"/>
              <a:cs typeface="Roboto"/>
              <a:sym typeface="Roboto"/>
            </a:endParaRPr>
          </a:p>
          <a:p>
            <a:pPr indent="0" lvl="0" marL="0" marR="0" rtl="0" algn="ctr">
              <a:lnSpc>
                <a:spcPct val="100000"/>
              </a:lnSpc>
              <a:spcBef>
                <a:spcPts val="600"/>
              </a:spcBef>
              <a:spcAft>
                <a:spcPts val="0"/>
              </a:spcAft>
              <a:buClr>
                <a:srgbClr val="000000"/>
              </a:buClr>
              <a:buSzPct val="100000"/>
              <a:buFont typeface="Arial"/>
              <a:buNone/>
            </a:pPr>
            <a:r>
              <a:t/>
            </a:r>
            <a:endParaRPr b="0" i="0" sz="3200" u="none" cap="none" strike="noStrike">
              <a:solidFill>
                <a:srgbClr val="AF7B51"/>
              </a:solidFill>
              <a:latin typeface="Calibri"/>
              <a:ea typeface="Calibri"/>
              <a:cs typeface="Calibri"/>
              <a:sym typeface="Calibri"/>
            </a:endParaRPr>
          </a:p>
        </p:txBody>
      </p:sp>
      <p:pic>
        <p:nvPicPr>
          <p:cNvPr id="177" name="Google Shape;177;g35c59309f30_0_0"/>
          <p:cNvPicPr preferRelativeResize="0"/>
          <p:nvPr/>
        </p:nvPicPr>
        <p:blipFill>
          <a:blip r:embed="rId3">
            <a:alphaModFix/>
          </a:blip>
          <a:stretch>
            <a:fillRect/>
          </a:stretch>
        </p:blipFill>
        <p:spPr>
          <a:xfrm>
            <a:off x="10474718" y="5253925"/>
            <a:ext cx="7732833" cy="2210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35c59309f30_0_157"/>
          <p:cNvSpPr txBox="1"/>
          <p:nvPr>
            <p:ph type="ctrTitle"/>
          </p:nvPr>
        </p:nvSpPr>
        <p:spPr>
          <a:xfrm>
            <a:off x="4018925" y="1123875"/>
            <a:ext cx="12471000" cy="1749900"/>
          </a:xfrm>
          <a:prstGeom prst="rect">
            <a:avLst/>
          </a:prstGeom>
          <a:noFill/>
          <a:ln>
            <a:noFill/>
          </a:ln>
        </p:spPr>
        <p:txBody>
          <a:bodyPr anchorCtr="0" anchor="ctr" bIns="182850" lIns="182850" spcFirstLastPara="1" rIns="182850" wrap="square" tIns="182850">
            <a:normAutofit/>
          </a:bodyPr>
          <a:lstStyle/>
          <a:p>
            <a:pPr indent="0" lvl="0" marL="0" rtl="0" algn="ctr">
              <a:lnSpc>
                <a:spcPct val="115000"/>
              </a:lnSpc>
              <a:spcBef>
                <a:spcPts val="3000"/>
              </a:spcBef>
              <a:spcAft>
                <a:spcPts val="3000"/>
              </a:spcAft>
              <a:buNone/>
            </a:pPr>
            <a:r>
              <a:rPr b="1" lang="en-US" sz="4250">
                <a:solidFill>
                  <a:srgbClr val="333333"/>
                </a:solidFill>
                <a:highlight>
                  <a:srgbClr val="FFFFFF"/>
                </a:highlight>
                <a:latin typeface="Arial"/>
                <a:ea typeface="Arial"/>
                <a:cs typeface="Arial"/>
                <a:sym typeface="Arial"/>
              </a:rPr>
              <a:t>EJEMPLOS: ARREGLOS UNIDIMENSIONALES</a:t>
            </a:r>
            <a:endParaRPr/>
          </a:p>
        </p:txBody>
      </p:sp>
      <p:sp>
        <p:nvSpPr>
          <p:cNvPr id="183" name="Google Shape;183;g35c59309f30_0_157"/>
          <p:cNvSpPr txBox="1"/>
          <p:nvPr/>
        </p:nvSpPr>
        <p:spPr>
          <a:xfrm>
            <a:off x="1118250" y="2360725"/>
            <a:ext cx="8104500" cy="3313800"/>
          </a:xfrm>
          <a:prstGeom prst="rect">
            <a:avLst/>
          </a:prstGeom>
          <a:noFill/>
          <a:ln>
            <a:noFill/>
          </a:ln>
        </p:spPr>
        <p:txBody>
          <a:bodyPr anchorCtr="0" anchor="t" bIns="182850" lIns="182850" spcFirstLastPara="1" rIns="182850" wrap="square" tIns="182850">
            <a:normAutofit fontScale="32500" lnSpcReduction="10000"/>
          </a:bodyPr>
          <a:lstStyle/>
          <a:p>
            <a:pPr indent="0" lvl="0" marL="0" marR="0" rtl="0" algn="l">
              <a:lnSpc>
                <a:spcPct val="115000"/>
              </a:lnSpc>
              <a:spcBef>
                <a:spcPts val="0"/>
              </a:spcBef>
              <a:spcAft>
                <a:spcPts val="0"/>
              </a:spcAft>
              <a:buNone/>
            </a:pPr>
            <a:r>
              <a:rPr lang="en-US" sz="10367">
                <a:latin typeface="Roboto"/>
                <a:ea typeface="Roboto"/>
                <a:cs typeface="Roboto"/>
                <a:sym typeface="Roboto"/>
              </a:rPr>
              <a:t>⚙️ Operaciones Básicas</a:t>
            </a:r>
            <a:endParaRPr sz="10367">
              <a:latin typeface="Roboto"/>
              <a:ea typeface="Roboto"/>
              <a:cs typeface="Roboto"/>
              <a:sym typeface="Roboto"/>
            </a:endParaRPr>
          </a:p>
          <a:p>
            <a:pPr indent="0" lvl="0" marL="0" marR="0" rtl="0" algn="l">
              <a:lnSpc>
                <a:spcPct val="115000"/>
              </a:lnSpc>
              <a:spcBef>
                <a:spcPts val="0"/>
              </a:spcBef>
              <a:spcAft>
                <a:spcPts val="0"/>
              </a:spcAft>
              <a:buNone/>
            </a:pPr>
            <a:r>
              <a:rPr lang="en-US" sz="10367">
                <a:latin typeface="Roboto"/>
                <a:ea typeface="Roboto"/>
                <a:cs typeface="Roboto"/>
                <a:sym typeface="Roboto"/>
              </a:rPr>
              <a:t>Declaración: ARREGLO nombre[tamaño]</a:t>
            </a:r>
            <a:endParaRPr sz="10367">
              <a:latin typeface="Roboto"/>
              <a:ea typeface="Roboto"/>
              <a:cs typeface="Roboto"/>
              <a:sym typeface="Roboto"/>
            </a:endParaRPr>
          </a:p>
          <a:p>
            <a:pPr indent="0" lvl="0" marL="0" marR="0" rtl="0" algn="l">
              <a:lnSpc>
                <a:spcPct val="115000"/>
              </a:lnSpc>
              <a:spcBef>
                <a:spcPts val="0"/>
              </a:spcBef>
              <a:spcAft>
                <a:spcPts val="0"/>
              </a:spcAft>
              <a:buNone/>
            </a:pPr>
            <a:r>
              <a:rPr lang="en-US" sz="10367">
                <a:latin typeface="Roboto"/>
                <a:ea typeface="Roboto"/>
                <a:cs typeface="Roboto"/>
                <a:sym typeface="Roboto"/>
              </a:rPr>
              <a:t>Asignación: nombre[índice] ← valor</a:t>
            </a:r>
            <a:endParaRPr sz="10367">
              <a:latin typeface="Roboto"/>
              <a:ea typeface="Roboto"/>
              <a:cs typeface="Roboto"/>
              <a:sym typeface="Roboto"/>
            </a:endParaRPr>
          </a:p>
          <a:p>
            <a:pPr indent="0" lvl="0" marL="0" marR="0" rtl="0" algn="l">
              <a:lnSpc>
                <a:spcPct val="115000"/>
              </a:lnSpc>
              <a:spcBef>
                <a:spcPts val="0"/>
              </a:spcBef>
              <a:spcAft>
                <a:spcPts val="0"/>
              </a:spcAft>
              <a:buNone/>
            </a:pPr>
            <a:r>
              <a:rPr lang="en-US" sz="10367">
                <a:latin typeface="Roboto"/>
                <a:ea typeface="Roboto"/>
                <a:cs typeface="Roboto"/>
                <a:sym typeface="Roboto"/>
              </a:rPr>
              <a:t>Acceso: variable ← nombre[índice]</a:t>
            </a:r>
            <a:endParaRPr sz="10367">
              <a:latin typeface="Roboto"/>
              <a:ea typeface="Roboto"/>
              <a:cs typeface="Roboto"/>
              <a:sym typeface="Roboto"/>
            </a:endParaRPr>
          </a:p>
          <a:p>
            <a:pPr indent="0" lvl="0" marL="0" marR="0" rtl="0" algn="l">
              <a:lnSpc>
                <a:spcPct val="115000"/>
              </a:lnSpc>
              <a:spcBef>
                <a:spcPts val="0"/>
              </a:spcBef>
              <a:spcAft>
                <a:spcPts val="0"/>
              </a:spcAft>
              <a:buNone/>
            </a:pPr>
            <a:r>
              <a:rPr lang="en-US" sz="10367">
                <a:latin typeface="Roboto"/>
                <a:ea typeface="Roboto"/>
                <a:cs typeface="Roboto"/>
                <a:sym typeface="Roboto"/>
              </a:rPr>
              <a:t>Recorrido: Usando estructuras cíclicas</a:t>
            </a:r>
            <a:endParaRPr sz="10367">
              <a:latin typeface="Roboto"/>
              <a:ea typeface="Roboto"/>
              <a:cs typeface="Roboto"/>
              <a:sym typeface="Roboto"/>
            </a:endParaRPr>
          </a:p>
          <a:p>
            <a:pPr indent="0" lvl="0" marL="0" marR="0" rtl="0" algn="ctr">
              <a:lnSpc>
                <a:spcPct val="100000"/>
              </a:lnSpc>
              <a:spcBef>
                <a:spcPts val="600"/>
              </a:spcBef>
              <a:spcAft>
                <a:spcPts val="0"/>
              </a:spcAft>
              <a:buClr>
                <a:srgbClr val="000000"/>
              </a:buClr>
              <a:buSzPct val="100000"/>
              <a:buFont typeface="Arial"/>
              <a:buNone/>
            </a:pPr>
            <a:r>
              <a:t/>
            </a:r>
            <a:endParaRPr b="0" i="0" sz="3200" u="none" cap="none" strike="noStrike">
              <a:solidFill>
                <a:srgbClr val="AF7B51"/>
              </a:solidFill>
              <a:latin typeface="Calibri"/>
              <a:ea typeface="Calibri"/>
              <a:cs typeface="Calibri"/>
              <a:sym typeface="Calibri"/>
            </a:endParaRPr>
          </a:p>
        </p:txBody>
      </p:sp>
      <p:pic>
        <p:nvPicPr>
          <p:cNvPr id="184" name="Google Shape;184;g35c59309f30_0_157"/>
          <p:cNvPicPr preferRelativeResize="0"/>
          <p:nvPr/>
        </p:nvPicPr>
        <p:blipFill>
          <a:blip r:embed="rId3">
            <a:alphaModFix/>
          </a:blip>
          <a:stretch>
            <a:fillRect/>
          </a:stretch>
        </p:blipFill>
        <p:spPr>
          <a:xfrm>
            <a:off x="1700625" y="5117475"/>
            <a:ext cx="14886750" cy="3149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g35c59309f30_0_151"/>
          <p:cNvPicPr preferRelativeResize="0"/>
          <p:nvPr/>
        </p:nvPicPr>
        <p:blipFill>
          <a:blip r:embed="rId3">
            <a:alphaModFix/>
          </a:blip>
          <a:stretch>
            <a:fillRect/>
          </a:stretch>
        </p:blipFill>
        <p:spPr>
          <a:xfrm>
            <a:off x="3437475" y="1864325"/>
            <a:ext cx="13944024" cy="62602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35c59309f30_0_133"/>
          <p:cNvSpPr txBox="1"/>
          <p:nvPr>
            <p:ph type="ctrTitle"/>
          </p:nvPr>
        </p:nvSpPr>
        <p:spPr>
          <a:xfrm>
            <a:off x="1113150" y="933750"/>
            <a:ext cx="16061700" cy="1773000"/>
          </a:xfrm>
          <a:prstGeom prst="rect">
            <a:avLst/>
          </a:prstGeom>
          <a:noFill/>
          <a:ln>
            <a:noFill/>
          </a:ln>
        </p:spPr>
        <p:txBody>
          <a:bodyPr anchorCtr="0" anchor="ctr" bIns="182850" lIns="182850" spcFirstLastPara="1" rIns="182850" wrap="square" tIns="182850">
            <a:normAutofit/>
          </a:bodyPr>
          <a:lstStyle/>
          <a:p>
            <a:pPr indent="0" lvl="0" marL="0" rtl="0" algn="ctr">
              <a:lnSpc>
                <a:spcPct val="100000"/>
              </a:lnSpc>
              <a:spcBef>
                <a:spcPts val="0"/>
              </a:spcBef>
              <a:spcAft>
                <a:spcPts val="0"/>
              </a:spcAft>
              <a:buSzPts val="7600"/>
              <a:buNone/>
            </a:pPr>
            <a:r>
              <a:rPr lang="en-US"/>
              <a:t>Reconocimiento de patrones</a:t>
            </a:r>
            <a:endParaRPr/>
          </a:p>
        </p:txBody>
      </p:sp>
      <p:sp>
        <p:nvSpPr>
          <p:cNvPr id="195" name="Google Shape;195;g35c59309f30_0_133"/>
          <p:cNvSpPr txBox="1"/>
          <p:nvPr/>
        </p:nvSpPr>
        <p:spPr>
          <a:xfrm>
            <a:off x="1454000" y="2706750"/>
            <a:ext cx="15720900" cy="1922700"/>
          </a:xfrm>
          <a:prstGeom prst="rect">
            <a:avLst/>
          </a:prstGeom>
          <a:noFill/>
          <a:ln>
            <a:noFill/>
          </a:ln>
        </p:spPr>
        <p:txBody>
          <a:bodyPr anchorCtr="0" anchor="t" bIns="182850" lIns="182850" spcFirstLastPara="1" rIns="182850" wrap="square" tIns="182850">
            <a:normAutofit fontScale="25000" lnSpcReduction="10000"/>
          </a:bodyPr>
          <a:lstStyle/>
          <a:p>
            <a:pPr indent="0" lvl="0" marL="0" marR="0" rtl="0" algn="l">
              <a:lnSpc>
                <a:spcPct val="115000"/>
              </a:lnSpc>
              <a:spcBef>
                <a:spcPts val="600"/>
              </a:spcBef>
              <a:spcAft>
                <a:spcPts val="0"/>
              </a:spcAft>
              <a:buClr>
                <a:srgbClr val="000000"/>
              </a:buClr>
              <a:buSzPct val="100000"/>
              <a:buFont typeface="Arial"/>
              <a:buNone/>
            </a:pPr>
            <a:r>
              <a:rPr b="0" i="0" lang="en-US" sz="10367" u="none" cap="none" strike="noStrike">
                <a:solidFill>
                  <a:srgbClr val="000000"/>
                </a:solidFill>
                <a:latin typeface="Roboto"/>
                <a:ea typeface="Roboto"/>
                <a:cs typeface="Roboto"/>
                <a:sym typeface="Roboto"/>
              </a:rPr>
              <a:t>Es la capacidad de observar y detectar similitudes, estructuras repetitivas o regularidades dentro de un conjunto de datos o procesos. En el pensamiento algorítmico, permite reutilizar soluciones conocidas en nuevas situaciones.</a:t>
            </a:r>
            <a:endParaRPr b="0" i="0" sz="10367" u="none" cap="none" strike="noStrike">
              <a:solidFill>
                <a:srgbClr val="000000"/>
              </a:solidFill>
              <a:latin typeface="Roboto"/>
              <a:ea typeface="Roboto"/>
              <a:cs typeface="Roboto"/>
              <a:sym typeface="Roboto"/>
            </a:endParaRPr>
          </a:p>
          <a:p>
            <a:pPr indent="0" lvl="0" marL="0" marR="0" rtl="0" algn="ctr">
              <a:lnSpc>
                <a:spcPct val="100000"/>
              </a:lnSpc>
              <a:spcBef>
                <a:spcPts val="600"/>
              </a:spcBef>
              <a:spcAft>
                <a:spcPts val="0"/>
              </a:spcAft>
              <a:buClr>
                <a:srgbClr val="000000"/>
              </a:buClr>
              <a:buSzPct val="100000"/>
              <a:buFont typeface="Arial"/>
              <a:buNone/>
            </a:pPr>
            <a:r>
              <a:t/>
            </a:r>
            <a:endParaRPr b="0" i="0" sz="3200" u="none" cap="none" strike="noStrike">
              <a:solidFill>
                <a:srgbClr val="AF7B51"/>
              </a:solidFill>
              <a:latin typeface="Calibri"/>
              <a:ea typeface="Calibri"/>
              <a:cs typeface="Calibri"/>
              <a:sym typeface="Calibri"/>
            </a:endParaRPr>
          </a:p>
        </p:txBody>
      </p:sp>
      <p:sp>
        <p:nvSpPr>
          <p:cNvPr id="196" name="Google Shape;196;g35c59309f30_0_133"/>
          <p:cNvSpPr txBox="1"/>
          <p:nvPr/>
        </p:nvSpPr>
        <p:spPr>
          <a:xfrm>
            <a:off x="1454000" y="4327350"/>
            <a:ext cx="9462600" cy="3313800"/>
          </a:xfrm>
          <a:prstGeom prst="rect">
            <a:avLst/>
          </a:prstGeom>
          <a:noFill/>
          <a:ln>
            <a:noFill/>
          </a:ln>
        </p:spPr>
        <p:txBody>
          <a:bodyPr anchorCtr="0" anchor="t" bIns="182850" lIns="182850" spcFirstLastPara="1" rIns="182850" wrap="square" tIns="182850">
            <a:normAutofit fontScale="92500" lnSpcReduction="10000"/>
          </a:bodyPr>
          <a:lstStyle/>
          <a:p>
            <a:pPr indent="0" lvl="0" marL="0" marR="0" rtl="0" algn="l">
              <a:lnSpc>
                <a:spcPct val="115000"/>
              </a:lnSpc>
              <a:spcBef>
                <a:spcPts val="600"/>
              </a:spcBef>
              <a:spcAft>
                <a:spcPts val="0"/>
              </a:spcAft>
              <a:buClr>
                <a:srgbClr val="000000"/>
              </a:buClr>
              <a:buSzPct val="100000"/>
              <a:buFont typeface="Arial"/>
              <a:buNone/>
            </a:pPr>
            <a:r>
              <a:rPr b="0" i="0" lang="en-US" sz="2550" u="none" cap="none" strike="noStrike">
                <a:solidFill>
                  <a:srgbClr val="000000"/>
                </a:solidFill>
                <a:latin typeface="Roboto"/>
                <a:ea typeface="Roboto"/>
                <a:cs typeface="Roboto"/>
                <a:sym typeface="Roboto"/>
              </a:rPr>
              <a:t>Tipos de patrones comunes en algoritmos:</a:t>
            </a:r>
            <a:endParaRPr b="0" i="0" sz="2550" u="none" cap="none" strike="noStrike">
              <a:solidFill>
                <a:srgbClr val="000000"/>
              </a:solidFill>
              <a:latin typeface="Roboto"/>
              <a:ea typeface="Roboto"/>
              <a:cs typeface="Roboto"/>
              <a:sym typeface="Roboto"/>
            </a:endParaRPr>
          </a:p>
          <a:p>
            <a:pPr indent="-378427" lvl="0" marL="457200" marR="0" rtl="0" algn="l">
              <a:lnSpc>
                <a:spcPct val="115000"/>
              </a:lnSpc>
              <a:spcBef>
                <a:spcPts val="600"/>
              </a:spcBef>
              <a:spcAft>
                <a:spcPts val="0"/>
              </a:spcAft>
              <a:buClr>
                <a:srgbClr val="000000"/>
              </a:buClr>
              <a:buSzPct val="100000"/>
              <a:buFont typeface="Roboto"/>
              <a:buChar char="●"/>
            </a:pPr>
            <a:r>
              <a:rPr b="0" i="0" lang="en-US" sz="2550" u="none" cap="none" strike="noStrike">
                <a:solidFill>
                  <a:srgbClr val="000000"/>
                </a:solidFill>
                <a:latin typeface="Roboto"/>
                <a:ea typeface="Roboto"/>
                <a:cs typeface="Roboto"/>
                <a:sym typeface="Roboto"/>
              </a:rPr>
              <a:t>Numéricos: progresiones aritméticas o geométricas.</a:t>
            </a:r>
            <a:endParaRPr b="0" i="0" sz="2550" u="none" cap="none" strike="noStrike">
              <a:solidFill>
                <a:srgbClr val="000000"/>
              </a:solidFill>
              <a:latin typeface="Roboto"/>
              <a:ea typeface="Roboto"/>
              <a:cs typeface="Roboto"/>
              <a:sym typeface="Roboto"/>
            </a:endParaRPr>
          </a:p>
          <a:p>
            <a:pPr indent="-378427" lvl="0" marL="457200" marR="0" rtl="0" algn="l">
              <a:lnSpc>
                <a:spcPct val="115000"/>
              </a:lnSpc>
              <a:spcBef>
                <a:spcPts val="0"/>
              </a:spcBef>
              <a:spcAft>
                <a:spcPts val="0"/>
              </a:spcAft>
              <a:buClr>
                <a:srgbClr val="000000"/>
              </a:buClr>
              <a:buSzPct val="100000"/>
              <a:buFont typeface="Roboto"/>
              <a:buChar char="●"/>
            </a:pPr>
            <a:r>
              <a:rPr b="0" i="0" lang="en-US" sz="2550" u="none" cap="none" strike="noStrike">
                <a:solidFill>
                  <a:srgbClr val="000000"/>
                </a:solidFill>
                <a:latin typeface="Roboto"/>
                <a:ea typeface="Roboto"/>
                <a:cs typeface="Roboto"/>
                <a:sym typeface="Roboto"/>
              </a:rPr>
              <a:t>Textuales: secuencias de caracteres o validaciones de formatos.</a:t>
            </a:r>
            <a:endParaRPr b="0" i="0" sz="2550" u="none" cap="none" strike="noStrike">
              <a:solidFill>
                <a:srgbClr val="000000"/>
              </a:solidFill>
              <a:latin typeface="Roboto"/>
              <a:ea typeface="Roboto"/>
              <a:cs typeface="Roboto"/>
              <a:sym typeface="Roboto"/>
            </a:endParaRPr>
          </a:p>
          <a:p>
            <a:pPr indent="-378427" lvl="0" marL="457200" marR="0" rtl="0" algn="l">
              <a:lnSpc>
                <a:spcPct val="115000"/>
              </a:lnSpc>
              <a:spcBef>
                <a:spcPts val="0"/>
              </a:spcBef>
              <a:spcAft>
                <a:spcPts val="0"/>
              </a:spcAft>
              <a:buClr>
                <a:srgbClr val="000000"/>
              </a:buClr>
              <a:buSzPct val="100000"/>
              <a:buFont typeface="Roboto"/>
              <a:buChar char="●"/>
            </a:pPr>
            <a:r>
              <a:rPr b="0" i="0" lang="en-US" sz="2550" u="none" cap="none" strike="noStrike">
                <a:solidFill>
                  <a:srgbClr val="000000"/>
                </a:solidFill>
                <a:latin typeface="Roboto"/>
                <a:ea typeface="Roboto"/>
                <a:cs typeface="Roboto"/>
                <a:sym typeface="Roboto"/>
              </a:rPr>
              <a:t>Comportamiento: acciones que se repiten bajo ciertas condiciones.</a:t>
            </a:r>
            <a:endParaRPr b="0" i="0" sz="2550" u="none" cap="none" strike="noStrike">
              <a:solidFill>
                <a:srgbClr val="000000"/>
              </a:solidFill>
              <a:latin typeface="Roboto"/>
              <a:ea typeface="Roboto"/>
              <a:cs typeface="Roboto"/>
              <a:sym typeface="Roboto"/>
            </a:endParaRPr>
          </a:p>
          <a:p>
            <a:pPr indent="-378427" lvl="0" marL="457200" marR="0" rtl="0" algn="l">
              <a:lnSpc>
                <a:spcPct val="115000"/>
              </a:lnSpc>
              <a:spcBef>
                <a:spcPts val="0"/>
              </a:spcBef>
              <a:spcAft>
                <a:spcPts val="0"/>
              </a:spcAft>
              <a:buClr>
                <a:srgbClr val="000000"/>
              </a:buClr>
              <a:buSzPct val="100000"/>
              <a:buFont typeface="Roboto"/>
              <a:buChar char="●"/>
            </a:pPr>
            <a:r>
              <a:rPr b="0" i="0" lang="en-US" sz="2550" u="none" cap="none" strike="noStrike">
                <a:solidFill>
                  <a:srgbClr val="000000"/>
                </a:solidFill>
                <a:latin typeface="Roboto"/>
                <a:ea typeface="Roboto"/>
                <a:cs typeface="Roboto"/>
                <a:sym typeface="Roboto"/>
              </a:rPr>
              <a:t>Lógicos: estructuras como bucles y condicionales.</a:t>
            </a:r>
            <a:endParaRPr b="0" i="0" sz="2550" u="none" cap="none" strike="noStrike">
              <a:solidFill>
                <a:srgbClr val="000000"/>
              </a:solidFill>
              <a:latin typeface="Roboto"/>
              <a:ea typeface="Roboto"/>
              <a:cs typeface="Roboto"/>
              <a:sym typeface="Roboto"/>
            </a:endParaRPr>
          </a:p>
          <a:p>
            <a:pPr indent="0" lvl="0" marL="0" marR="0" rtl="0" algn="ctr">
              <a:lnSpc>
                <a:spcPct val="100000"/>
              </a:lnSpc>
              <a:spcBef>
                <a:spcPts val="600"/>
              </a:spcBef>
              <a:spcAft>
                <a:spcPts val="0"/>
              </a:spcAft>
              <a:buClr>
                <a:srgbClr val="000000"/>
              </a:buClr>
              <a:buSzPct val="100000"/>
              <a:buFont typeface="Arial"/>
              <a:buNone/>
            </a:pPr>
            <a:r>
              <a:t/>
            </a:r>
            <a:endParaRPr b="0" i="0" sz="2550" u="none" cap="none" strike="noStrike">
              <a:solidFill>
                <a:srgbClr val="AF7B51"/>
              </a:solidFill>
              <a:latin typeface="Calibri"/>
              <a:ea typeface="Calibri"/>
              <a:cs typeface="Calibri"/>
              <a:sym typeface="Calibri"/>
            </a:endParaRPr>
          </a:p>
        </p:txBody>
      </p:sp>
      <p:pic>
        <p:nvPicPr>
          <p:cNvPr id="197" name="Google Shape;197;g35c59309f30_0_133"/>
          <p:cNvPicPr preferRelativeResize="0"/>
          <p:nvPr/>
        </p:nvPicPr>
        <p:blipFill rotWithShape="1">
          <a:blip r:embed="rId3">
            <a:alphaModFix/>
          </a:blip>
          <a:srcRect b="0" l="0" r="0" t="0"/>
          <a:stretch/>
        </p:blipFill>
        <p:spPr>
          <a:xfrm>
            <a:off x="11418550" y="4267775"/>
            <a:ext cx="5177525" cy="3432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5c59309f30_0_163"/>
          <p:cNvSpPr txBox="1"/>
          <p:nvPr>
            <p:ph type="ctrTitle"/>
          </p:nvPr>
        </p:nvSpPr>
        <p:spPr>
          <a:xfrm>
            <a:off x="1113150" y="933750"/>
            <a:ext cx="16061700" cy="17730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990"/>
              <a:buNone/>
            </a:pPr>
            <a:r>
              <a:rPr lang="en-US" sz="6640"/>
              <a:t>Reconocimiento de patrones - Ejemplo</a:t>
            </a:r>
            <a:endParaRPr sz="6640"/>
          </a:p>
        </p:txBody>
      </p:sp>
      <p:sp>
        <p:nvSpPr>
          <p:cNvPr id="203" name="Google Shape;203;g35c59309f30_0_163"/>
          <p:cNvSpPr txBox="1"/>
          <p:nvPr/>
        </p:nvSpPr>
        <p:spPr>
          <a:xfrm>
            <a:off x="1719750" y="2706750"/>
            <a:ext cx="14848500" cy="3313800"/>
          </a:xfrm>
          <a:prstGeom prst="rect">
            <a:avLst/>
          </a:prstGeom>
          <a:noFill/>
          <a:ln>
            <a:noFill/>
          </a:ln>
        </p:spPr>
        <p:txBody>
          <a:bodyPr anchorCtr="0" anchor="t" bIns="182850" lIns="182850" spcFirstLastPara="1" rIns="182850" wrap="square" tIns="182850">
            <a:noAutofit/>
          </a:bodyPr>
          <a:lstStyle/>
          <a:p>
            <a:pPr indent="0" lvl="0" marL="0" marR="0" rtl="0" algn="l">
              <a:lnSpc>
                <a:spcPct val="115000"/>
              </a:lnSpc>
              <a:spcBef>
                <a:spcPts val="1200"/>
              </a:spcBef>
              <a:spcAft>
                <a:spcPts val="0"/>
              </a:spcAft>
              <a:buClr>
                <a:srgbClr val="000000"/>
              </a:buClr>
              <a:buSzPts val="2550"/>
              <a:buFont typeface="Arial"/>
              <a:buNone/>
            </a:pPr>
            <a:r>
              <a:rPr b="1" i="0" lang="en-US" sz="2550" u="none" cap="none" strike="noStrike">
                <a:solidFill>
                  <a:srgbClr val="000000"/>
                </a:solidFill>
                <a:latin typeface="Roboto"/>
                <a:ea typeface="Roboto"/>
                <a:cs typeface="Roboto"/>
                <a:sym typeface="Roboto"/>
              </a:rPr>
              <a:t>Ejemplo:</a:t>
            </a:r>
            <a:r>
              <a:rPr b="0" i="0" lang="en-US" sz="2550" u="none" cap="none" strike="noStrike">
                <a:solidFill>
                  <a:srgbClr val="000000"/>
                </a:solidFill>
                <a:latin typeface="Roboto"/>
                <a:ea typeface="Roboto"/>
                <a:cs typeface="Roboto"/>
                <a:sym typeface="Roboto"/>
              </a:rPr>
              <a:t> Secuencia numérica: 2, 4, 6, 8, 10, ...</a:t>
            </a:r>
            <a:endParaRPr b="0" i="0" sz="2550" u="none" cap="none" strike="noStrike">
              <a:solidFill>
                <a:srgbClr val="000000"/>
              </a:solidFill>
              <a:latin typeface="Roboto"/>
              <a:ea typeface="Roboto"/>
              <a:cs typeface="Roboto"/>
              <a:sym typeface="Roboto"/>
            </a:endParaRPr>
          </a:p>
          <a:p>
            <a:pPr indent="-390525" lvl="0" marL="457200" marR="0" rtl="0" algn="l">
              <a:lnSpc>
                <a:spcPct val="115000"/>
              </a:lnSpc>
              <a:spcBef>
                <a:spcPts val="1200"/>
              </a:spcBef>
              <a:spcAft>
                <a:spcPts val="0"/>
              </a:spcAft>
              <a:buClr>
                <a:srgbClr val="000000"/>
              </a:buClr>
              <a:buSzPts val="2550"/>
              <a:buFont typeface="Arial"/>
              <a:buChar char="●"/>
            </a:pPr>
            <a:r>
              <a:rPr b="1" i="0" lang="en-US" sz="2550" u="none" cap="none" strike="noStrike">
                <a:solidFill>
                  <a:srgbClr val="000000"/>
                </a:solidFill>
                <a:latin typeface="Roboto"/>
                <a:ea typeface="Roboto"/>
                <a:cs typeface="Roboto"/>
                <a:sym typeface="Roboto"/>
              </a:rPr>
              <a:t>Patrón identificado:</a:t>
            </a:r>
            <a:r>
              <a:rPr b="0" i="0" lang="en-US" sz="2550" u="none" cap="none" strike="noStrike">
                <a:solidFill>
                  <a:srgbClr val="000000"/>
                </a:solidFill>
                <a:latin typeface="Roboto"/>
                <a:ea typeface="Roboto"/>
                <a:cs typeface="Roboto"/>
                <a:sym typeface="Roboto"/>
              </a:rPr>
              <a:t> Incremento de 2 unidades.</a:t>
            </a:r>
            <a:endParaRPr b="0" i="0" sz="2550" u="none" cap="none" strike="noStrike">
              <a:solidFill>
                <a:srgbClr val="000000"/>
              </a:solidFill>
              <a:latin typeface="Roboto"/>
              <a:ea typeface="Roboto"/>
              <a:cs typeface="Roboto"/>
              <a:sym typeface="Roboto"/>
            </a:endParaRPr>
          </a:p>
          <a:p>
            <a:pPr indent="-390525" lvl="0" marL="457200" marR="0" rtl="0" algn="l">
              <a:lnSpc>
                <a:spcPct val="115000"/>
              </a:lnSpc>
              <a:spcBef>
                <a:spcPts val="0"/>
              </a:spcBef>
              <a:spcAft>
                <a:spcPts val="0"/>
              </a:spcAft>
              <a:buClr>
                <a:srgbClr val="000000"/>
              </a:buClr>
              <a:buSzPts val="2550"/>
              <a:buFont typeface="Arial"/>
              <a:buChar char="●"/>
            </a:pPr>
            <a:r>
              <a:rPr b="1" i="0" lang="en-US" sz="2550" u="none" cap="none" strike="noStrike">
                <a:solidFill>
                  <a:srgbClr val="000000"/>
                </a:solidFill>
                <a:latin typeface="Roboto"/>
                <a:ea typeface="Roboto"/>
                <a:cs typeface="Roboto"/>
                <a:sym typeface="Roboto"/>
              </a:rPr>
              <a:t>Aplicación:</a:t>
            </a:r>
            <a:r>
              <a:rPr b="0" i="0" lang="en-US" sz="2550" u="none" cap="none" strike="noStrike">
                <a:solidFill>
                  <a:srgbClr val="000000"/>
                </a:solidFill>
                <a:latin typeface="Roboto"/>
                <a:ea typeface="Roboto"/>
                <a:cs typeface="Roboto"/>
                <a:sym typeface="Roboto"/>
              </a:rPr>
              <a:t> Crear un algoritmo que genere números pares.</a:t>
            </a:r>
            <a:endParaRPr b="0" i="0" sz="2550" u="none" cap="none" strike="noStrike">
              <a:solidFill>
                <a:srgbClr val="000000"/>
              </a:solidFill>
              <a:latin typeface="Roboto"/>
              <a:ea typeface="Roboto"/>
              <a:cs typeface="Roboto"/>
              <a:sym typeface="Roboto"/>
            </a:endParaRPr>
          </a:p>
          <a:p>
            <a:pPr indent="0" lvl="0" marL="0" marR="0" rtl="0" algn="l">
              <a:lnSpc>
                <a:spcPct val="115000"/>
              </a:lnSpc>
              <a:spcBef>
                <a:spcPts val="1200"/>
              </a:spcBef>
              <a:spcAft>
                <a:spcPts val="0"/>
              </a:spcAft>
              <a:buClr>
                <a:srgbClr val="000000"/>
              </a:buClr>
              <a:buSzPts val="2550"/>
              <a:buFont typeface="Arial"/>
              <a:buNone/>
            </a:pPr>
            <a:r>
              <a:t/>
            </a:r>
            <a:endParaRPr b="0" i="0" sz="2550" u="none" cap="none" strike="noStrike">
              <a:solidFill>
                <a:srgbClr val="000000"/>
              </a:solidFill>
              <a:latin typeface="Roboto"/>
              <a:ea typeface="Roboto"/>
              <a:cs typeface="Roboto"/>
              <a:sym typeface="Roboto"/>
            </a:endParaRPr>
          </a:p>
          <a:p>
            <a:pPr indent="0" lvl="0" marL="0" marR="0" rtl="0" algn="l">
              <a:lnSpc>
                <a:spcPct val="115000"/>
              </a:lnSpc>
              <a:spcBef>
                <a:spcPts val="1200"/>
              </a:spcBef>
              <a:spcAft>
                <a:spcPts val="0"/>
              </a:spcAft>
              <a:buClr>
                <a:srgbClr val="000000"/>
              </a:buClr>
              <a:buSzPts val="2550"/>
              <a:buFont typeface="Arial"/>
              <a:buNone/>
            </a:pPr>
            <a:r>
              <a:rPr b="1" i="0" lang="en-US" sz="2550" u="none" cap="none" strike="noStrike">
                <a:solidFill>
                  <a:srgbClr val="000000"/>
                </a:solidFill>
                <a:latin typeface="Roboto"/>
                <a:ea typeface="Roboto"/>
                <a:cs typeface="Roboto"/>
                <a:sym typeface="Roboto"/>
              </a:rPr>
              <a:t>Otro ejemplo:</a:t>
            </a:r>
            <a:r>
              <a:rPr b="0" i="0" lang="en-US" sz="2550" u="none" cap="none" strike="noStrike">
                <a:solidFill>
                  <a:srgbClr val="000000"/>
                </a:solidFill>
                <a:latin typeface="Roboto"/>
                <a:ea typeface="Roboto"/>
                <a:cs typeface="Roboto"/>
                <a:sym typeface="Roboto"/>
              </a:rPr>
              <a:t> Validación de contraseñas</a:t>
            </a:r>
            <a:endParaRPr b="0" i="0" sz="2550" u="none" cap="none" strike="noStrike">
              <a:solidFill>
                <a:srgbClr val="000000"/>
              </a:solidFill>
              <a:latin typeface="Roboto"/>
              <a:ea typeface="Roboto"/>
              <a:cs typeface="Roboto"/>
              <a:sym typeface="Roboto"/>
            </a:endParaRPr>
          </a:p>
          <a:p>
            <a:pPr indent="-390525" lvl="0" marL="457200" marR="0" rtl="0" algn="l">
              <a:lnSpc>
                <a:spcPct val="115000"/>
              </a:lnSpc>
              <a:spcBef>
                <a:spcPts val="1200"/>
              </a:spcBef>
              <a:spcAft>
                <a:spcPts val="0"/>
              </a:spcAft>
              <a:buClr>
                <a:srgbClr val="000000"/>
              </a:buClr>
              <a:buSzPts val="2550"/>
              <a:buFont typeface="Arial"/>
              <a:buChar char="●"/>
            </a:pPr>
            <a:r>
              <a:rPr b="1" i="0" lang="en-US" sz="2550" u="none" cap="none" strike="noStrike">
                <a:solidFill>
                  <a:srgbClr val="000000"/>
                </a:solidFill>
                <a:latin typeface="Roboto"/>
                <a:ea typeface="Roboto"/>
                <a:cs typeface="Roboto"/>
                <a:sym typeface="Roboto"/>
              </a:rPr>
              <a:t>Patrones comunes:</a:t>
            </a:r>
            <a:r>
              <a:rPr b="0" i="0" lang="en-US" sz="2550" u="none" cap="none" strike="noStrike">
                <a:solidFill>
                  <a:srgbClr val="000000"/>
                </a:solidFill>
                <a:latin typeface="Roboto"/>
                <a:ea typeface="Roboto"/>
                <a:cs typeface="Roboto"/>
                <a:sym typeface="Roboto"/>
              </a:rPr>
              <a:t> Longitud mínima, inclusión de caracteres especiales, combinación de letras y números.</a:t>
            </a:r>
            <a:br>
              <a:rPr b="0" i="0" lang="en-US" sz="2550" u="none" cap="none" strike="noStrike">
                <a:solidFill>
                  <a:srgbClr val="000000"/>
                </a:solidFill>
                <a:latin typeface="Roboto"/>
                <a:ea typeface="Roboto"/>
                <a:cs typeface="Roboto"/>
                <a:sym typeface="Roboto"/>
              </a:rPr>
            </a:br>
            <a:endParaRPr b="0" i="0" sz="2550" u="none" cap="none" strike="noStrike">
              <a:solidFill>
                <a:srgbClr val="000000"/>
              </a:solidFill>
              <a:latin typeface="Roboto"/>
              <a:ea typeface="Roboto"/>
              <a:cs typeface="Roboto"/>
              <a:sym typeface="Roboto"/>
            </a:endParaRPr>
          </a:p>
          <a:p>
            <a:pPr indent="-390525" lvl="0" marL="457200" marR="0" rtl="0" algn="l">
              <a:lnSpc>
                <a:spcPct val="115000"/>
              </a:lnSpc>
              <a:spcBef>
                <a:spcPts val="0"/>
              </a:spcBef>
              <a:spcAft>
                <a:spcPts val="0"/>
              </a:spcAft>
              <a:buClr>
                <a:srgbClr val="000000"/>
              </a:buClr>
              <a:buSzPts val="2550"/>
              <a:buFont typeface="Arial"/>
              <a:buChar char="●"/>
            </a:pPr>
            <a:r>
              <a:rPr b="1" i="0" lang="en-US" sz="2550" u="none" cap="none" strike="noStrike">
                <a:solidFill>
                  <a:srgbClr val="000000"/>
                </a:solidFill>
                <a:latin typeface="Roboto"/>
                <a:ea typeface="Roboto"/>
                <a:cs typeface="Roboto"/>
                <a:sym typeface="Roboto"/>
              </a:rPr>
              <a:t>Aplicación:</a:t>
            </a:r>
            <a:r>
              <a:rPr b="0" i="0" lang="en-US" sz="2550" u="none" cap="none" strike="noStrike">
                <a:solidFill>
                  <a:srgbClr val="000000"/>
                </a:solidFill>
                <a:latin typeface="Roboto"/>
                <a:ea typeface="Roboto"/>
                <a:cs typeface="Roboto"/>
                <a:sym typeface="Roboto"/>
              </a:rPr>
              <a:t> Implementar funciones que verifiquen estos patrones en las contraseñas ingresadas por los usuarios.</a:t>
            </a:r>
            <a:endParaRPr b="0" i="0" sz="2550" u="none" cap="none" strike="noStrike">
              <a:solidFill>
                <a:srgbClr val="000000"/>
              </a:solidFill>
              <a:latin typeface="Roboto"/>
              <a:ea typeface="Roboto"/>
              <a:cs typeface="Roboto"/>
              <a:sym typeface="Roboto"/>
            </a:endParaRPr>
          </a:p>
          <a:p>
            <a:pPr indent="0" lvl="0" marL="457200" marR="0" rtl="0" algn="l">
              <a:lnSpc>
                <a:spcPct val="115000"/>
              </a:lnSpc>
              <a:spcBef>
                <a:spcPts val="1200"/>
              </a:spcBef>
              <a:spcAft>
                <a:spcPts val="0"/>
              </a:spcAft>
              <a:buClr>
                <a:srgbClr val="000000"/>
              </a:buClr>
              <a:buSzPts val="2550"/>
              <a:buFont typeface="Arial"/>
              <a:buNone/>
            </a:pPr>
            <a:r>
              <a:t/>
            </a:r>
            <a:endParaRPr b="0" i="0" sz="2550" u="none" cap="none" strike="noStrike">
              <a:solidFill>
                <a:srgbClr val="000000"/>
              </a:solidFill>
              <a:latin typeface="Roboto"/>
              <a:ea typeface="Roboto"/>
              <a:cs typeface="Roboto"/>
              <a:sym typeface="Roboto"/>
            </a:endParaRPr>
          </a:p>
          <a:p>
            <a:pPr indent="0" lvl="0" marL="0" marR="0" rtl="0" algn="ctr">
              <a:lnSpc>
                <a:spcPct val="100000"/>
              </a:lnSpc>
              <a:spcBef>
                <a:spcPts val="600"/>
              </a:spcBef>
              <a:spcAft>
                <a:spcPts val="0"/>
              </a:spcAft>
              <a:buClr>
                <a:srgbClr val="000000"/>
              </a:buClr>
              <a:buSzPts val="2550"/>
              <a:buFont typeface="Arial"/>
              <a:buNone/>
            </a:pPr>
            <a:r>
              <a:t/>
            </a:r>
            <a:endParaRPr b="0" i="0" sz="2550" u="none" cap="none" strike="noStrike">
              <a:solidFill>
                <a:srgbClr val="AF7B5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35c59309f30_0_139"/>
          <p:cNvSpPr txBox="1"/>
          <p:nvPr>
            <p:ph type="ctrTitle"/>
          </p:nvPr>
        </p:nvSpPr>
        <p:spPr>
          <a:xfrm>
            <a:off x="1113150" y="933750"/>
            <a:ext cx="16061700" cy="1773000"/>
          </a:xfrm>
          <a:prstGeom prst="rect">
            <a:avLst/>
          </a:prstGeom>
          <a:noFill/>
          <a:ln>
            <a:noFill/>
          </a:ln>
        </p:spPr>
        <p:txBody>
          <a:bodyPr anchorCtr="0" anchor="ctr" bIns="182850" lIns="182850" spcFirstLastPara="1" rIns="182850" wrap="square" tIns="182850">
            <a:normAutofit/>
          </a:bodyPr>
          <a:lstStyle/>
          <a:p>
            <a:pPr indent="0" lvl="0" marL="0" rtl="0" algn="ctr">
              <a:lnSpc>
                <a:spcPct val="100000"/>
              </a:lnSpc>
              <a:spcBef>
                <a:spcPts val="0"/>
              </a:spcBef>
              <a:spcAft>
                <a:spcPts val="0"/>
              </a:spcAft>
              <a:buSzPts val="7600"/>
              <a:buNone/>
            </a:pPr>
            <a:r>
              <a:rPr lang="en-US"/>
              <a:t>Abstracción</a:t>
            </a:r>
            <a:endParaRPr/>
          </a:p>
        </p:txBody>
      </p:sp>
      <p:sp>
        <p:nvSpPr>
          <p:cNvPr id="209" name="Google Shape;209;g35c59309f30_0_139"/>
          <p:cNvSpPr txBox="1"/>
          <p:nvPr/>
        </p:nvSpPr>
        <p:spPr>
          <a:xfrm>
            <a:off x="1454000" y="2706750"/>
            <a:ext cx="15720900" cy="1922700"/>
          </a:xfrm>
          <a:prstGeom prst="rect">
            <a:avLst/>
          </a:prstGeom>
          <a:noFill/>
          <a:ln>
            <a:noFill/>
          </a:ln>
        </p:spPr>
        <p:txBody>
          <a:bodyPr anchorCtr="0" anchor="t" bIns="182850" lIns="182850" spcFirstLastPara="1" rIns="182850" wrap="square" tIns="182850">
            <a:normAutofit fontScale="25000"/>
          </a:bodyPr>
          <a:lstStyle/>
          <a:p>
            <a:pPr indent="0" lvl="0" marL="0" marR="0" rtl="0" algn="l">
              <a:lnSpc>
                <a:spcPct val="115000"/>
              </a:lnSpc>
              <a:spcBef>
                <a:spcPts val="600"/>
              </a:spcBef>
              <a:spcAft>
                <a:spcPts val="0"/>
              </a:spcAft>
              <a:buClr>
                <a:srgbClr val="000000"/>
              </a:buClr>
              <a:buSzPct val="100000"/>
              <a:buFont typeface="Arial"/>
              <a:buNone/>
            </a:pPr>
            <a:r>
              <a:rPr b="0" i="0" lang="en-US" sz="10367" u="none" cap="none" strike="noStrike">
                <a:solidFill>
                  <a:srgbClr val="000000"/>
                </a:solidFill>
                <a:latin typeface="Roboto"/>
                <a:ea typeface="Roboto"/>
                <a:cs typeface="Roboto"/>
                <a:sym typeface="Roboto"/>
              </a:rPr>
              <a:t>Es el proceso mental mediante el cual se identifican los elementos relevantes de un problema, ignorando los detalles irrelevantes o secundarios para enfocarse en lo esencial.</a:t>
            </a:r>
            <a:endParaRPr b="0" i="0" sz="10367" u="none" cap="none" strike="noStrike">
              <a:solidFill>
                <a:srgbClr val="000000"/>
              </a:solidFill>
              <a:latin typeface="Roboto"/>
              <a:ea typeface="Roboto"/>
              <a:cs typeface="Roboto"/>
              <a:sym typeface="Roboto"/>
            </a:endParaRPr>
          </a:p>
          <a:p>
            <a:pPr indent="0" lvl="0" marL="0" marR="0" rtl="0" algn="ctr">
              <a:lnSpc>
                <a:spcPct val="100000"/>
              </a:lnSpc>
              <a:spcBef>
                <a:spcPts val="600"/>
              </a:spcBef>
              <a:spcAft>
                <a:spcPts val="0"/>
              </a:spcAft>
              <a:buClr>
                <a:srgbClr val="000000"/>
              </a:buClr>
              <a:buSzPct val="100000"/>
              <a:buFont typeface="Arial"/>
              <a:buNone/>
            </a:pPr>
            <a:r>
              <a:t/>
            </a:r>
            <a:endParaRPr b="0" i="0" sz="3200" u="none" cap="none" strike="noStrike">
              <a:solidFill>
                <a:srgbClr val="AF7B51"/>
              </a:solidFill>
              <a:latin typeface="Calibri"/>
              <a:ea typeface="Calibri"/>
              <a:cs typeface="Calibri"/>
              <a:sym typeface="Calibri"/>
            </a:endParaRPr>
          </a:p>
        </p:txBody>
      </p:sp>
      <p:sp>
        <p:nvSpPr>
          <p:cNvPr id="210" name="Google Shape;210;g35c59309f30_0_139"/>
          <p:cNvSpPr txBox="1"/>
          <p:nvPr/>
        </p:nvSpPr>
        <p:spPr>
          <a:xfrm>
            <a:off x="1454000" y="3978775"/>
            <a:ext cx="7356000" cy="3313800"/>
          </a:xfrm>
          <a:prstGeom prst="rect">
            <a:avLst/>
          </a:prstGeom>
          <a:noFill/>
          <a:ln>
            <a:noFill/>
          </a:ln>
        </p:spPr>
        <p:txBody>
          <a:bodyPr anchorCtr="0" anchor="t" bIns="182850" lIns="182850" spcFirstLastPara="1" rIns="182850" wrap="square" tIns="182850">
            <a:normAutofit fontScale="92500" lnSpcReduction="20000"/>
          </a:bodyPr>
          <a:lstStyle/>
          <a:p>
            <a:pPr indent="0" lvl="0" marL="0" marR="0" rtl="0" algn="l">
              <a:lnSpc>
                <a:spcPct val="115000"/>
              </a:lnSpc>
              <a:spcBef>
                <a:spcPts val="600"/>
              </a:spcBef>
              <a:spcAft>
                <a:spcPts val="0"/>
              </a:spcAft>
              <a:buClr>
                <a:srgbClr val="000000"/>
              </a:buClr>
              <a:buSzPct val="100000"/>
              <a:buFont typeface="Arial"/>
              <a:buNone/>
            </a:pPr>
            <a:r>
              <a:rPr b="0" i="0" lang="en-US" sz="2550" u="none" cap="none" strike="noStrike">
                <a:solidFill>
                  <a:srgbClr val="000000"/>
                </a:solidFill>
                <a:latin typeface="Roboto"/>
                <a:ea typeface="Roboto"/>
                <a:cs typeface="Roboto"/>
                <a:sym typeface="Roboto"/>
              </a:rPr>
              <a:t>Niveles de abstracción:</a:t>
            </a:r>
            <a:endParaRPr b="0" i="0" sz="2550" u="none" cap="none" strike="noStrike">
              <a:solidFill>
                <a:srgbClr val="000000"/>
              </a:solidFill>
              <a:latin typeface="Roboto"/>
              <a:ea typeface="Roboto"/>
              <a:cs typeface="Roboto"/>
              <a:sym typeface="Roboto"/>
            </a:endParaRPr>
          </a:p>
          <a:p>
            <a:pPr indent="-378427" lvl="0" marL="457200" marR="0" rtl="0" algn="l">
              <a:lnSpc>
                <a:spcPct val="115000"/>
              </a:lnSpc>
              <a:spcBef>
                <a:spcPts val="600"/>
              </a:spcBef>
              <a:spcAft>
                <a:spcPts val="0"/>
              </a:spcAft>
              <a:buClr>
                <a:srgbClr val="000000"/>
              </a:buClr>
              <a:buSzPct val="100000"/>
              <a:buFont typeface="Roboto"/>
              <a:buChar char="●"/>
            </a:pPr>
            <a:r>
              <a:rPr b="0" i="0" lang="en-US" sz="2550" u="none" cap="none" strike="noStrike">
                <a:solidFill>
                  <a:srgbClr val="000000"/>
                </a:solidFill>
                <a:latin typeface="Roboto"/>
                <a:ea typeface="Roboto"/>
                <a:cs typeface="Roboto"/>
                <a:sym typeface="Roboto"/>
              </a:rPr>
              <a:t>Conceptual: definición del problema sin entrar en detalles técnicos.</a:t>
            </a:r>
            <a:endParaRPr b="0" i="0" sz="2550" u="none" cap="none" strike="noStrike">
              <a:solidFill>
                <a:srgbClr val="000000"/>
              </a:solidFill>
              <a:latin typeface="Roboto"/>
              <a:ea typeface="Roboto"/>
              <a:cs typeface="Roboto"/>
              <a:sym typeface="Roboto"/>
            </a:endParaRPr>
          </a:p>
          <a:p>
            <a:pPr indent="-378427" lvl="0" marL="457200" marR="0" rtl="0" algn="l">
              <a:lnSpc>
                <a:spcPct val="115000"/>
              </a:lnSpc>
              <a:spcBef>
                <a:spcPts val="0"/>
              </a:spcBef>
              <a:spcAft>
                <a:spcPts val="0"/>
              </a:spcAft>
              <a:buClr>
                <a:srgbClr val="000000"/>
              </a:buClr>
              <a:buSzPct val="100000"/>
              <a:buFont typeface="Roboto"/>
              <a:buChar char="●"/>
            </a:pPr>
            <a:r>
              <a:rPr b="0" i="0" lang="en-US" sz="2550" u="none" cap="none" strike="noStrike">
                <a:solidFill>
                  <a:srgbClr val="000000"/>
                </a:solidFill>
                <a:latin typeface="Roboto"/>
                <a:ea typeface="Roboto"/>
                <a:cs typeface="Roboto"/>
                <a:sym typeface="Roboto"/>
              </a:rPr>
              <a:t>Lógico: estructuración del problema en algoritmos/pasos secuenciales.</a:t>
            </a:r>
            <a:endParaRPr b="0" i="0" sz="2550" u="none" cap="none" strike="noStrike">
              <a:solidFill>
                <a:srgbClr val="000000"/>
              </a:solidFill>
              <a:latin typeface="Roboto"/>
              <a:ea typeface="Roboto"/>
              <a:cs typeface="Roboto"/>
              <a:sym typeface="Roboto"/>
            </a:endParaRPr>
          </a:p>
          <a:p>
            <a:pPr indent="-378427" lvl="0" marL="457200" marR="0" rtl="0" algn="l">
              <a:lnSpc>
                <a:spcPct val="115000"/>
              </a:lnSpc>
              <a:spcBef>
                <a:spcPts val="0"/>
              </a:spcBef>
              <a:spcAft>
                <a:spcPts val="0"/>
              </a:spcAft>
              <a:buClr>
                <a:srgbClr val="000000"/>
              </a:buClr>
              <a:buSzPct val="100000"/>
              <a:buFont typeface="Roboto"/>
              <a:buChar char="●"/>
            </a:pPr>
            <a:r>
              <a:rPr b="0" i="0" lang="en-US" sz="2550" u="none" cap="none" strike="noStrike">
                <a:solidFill>
                  <a:srgbClr val="000000"/>
                </a:solidFill>
                <a:latin typeface="Roboto"/>
                <a:ea typeface="Roboto"/>
                <a:cs typeface="Roboto"/>
                <a:sym typeface="Roboto"/>
              </a:rPr>
              <a:t>Físico: implementación específica en un lenguaje de programación.</a:t>
            </a:r>
            <a:endParaRPr b="0" i="0" sz="2550" u="none" cap="none" strike="noStrike">
              <a:solidFill>
                <a:srgbClr val="000000"/>
              </a:solidFill>
              <a:latin typeface="Roboto"/>
              <a:ea typeface="Roboto"/>
              <a:cs typeface="Roboto"/>
              <a:sym typeface="Roboto"/>
            </a:endParaRPr>
          </a:p>
          <a:p>
            <a:pPr indent="0" lvl="0" marL="0" marR="0" rtl="0" algn="ctr">
              <a:lnSpc>
                <a:spcPct val="100000"/>
              </a:lnSpc>
              <a:spcBef>
                <a:spcPts val="600"/>
              </a:spcBef>
              <a:spcAft>
                <a:spcPts val="0"/>
              </a:spcAft>
              <a:buClr>
                <a:srgbClr val="000000"/>
              </a:buClr>
              <a:buSzPct val="100000"/>
              <a:buFont typeface="Arial"/>
              <a:buNone/>
            </a:pPr>
            <a:r>
              <a:t/>
            </a:r>
            <a:endParaRPr b="0" i="0" sz="2550" u="none" cap="none" strike="noStrike">
              <a:solidFill>
                <a:srgbClr val="AF7B51"/>
              </a:solidFill>
              <a:latin typeface="Calibri"/>
              <a:ea typeface="Calibri"/>
              <a:cs typeface="Calibri"/>
              <a:sym typeface="Calibri"/>
            </a:endParaRPr>
          </a:p>
        </p:txBody>
      </p:sp>
      <p:pic>
        <p:nvPicPr>
          <p:cNvPr id="211" name="Google Shape;211;g35c59309f30_0_139"/>
          <p:cNvPicPr preferRelativeResize="0"/>
          <p:nvPr/>
        </p:nvPicPr>
        <p:blipFill rotWithShape="1">
          <a:blip r:embed="rId3">
            <a:alphaModFix/>
          </a:blip>
          <a:srcRect b="0" l="0" r="0" t="0"/>
          <a:stretch/>
        </p:blipFill>
        <p:spPr>
          <a:xfrm>
            <a:off x="8952650" y="3978775"/>
            <a:ext cx="7606500" cy="4856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35c59309f30_0_145"/>
          <p:cNvSpPr txBox="1"/>
          <p:nvPr>
            <p:ph type="ctrTitle"/>
          </p:nvPr>
        </p:nvSpPr>
        <p:spPr>
          <a:xfrm>
            <a:off x="1113150" y="933750"/>
            <a:ext cx="16061700" cy="1773000"/>
          </a:xfrm>
          <a:prstGeom prst="rect">
            <a:avLst/>
          </a:prstGeom>
          <a:noFill/>
          <a:ln>
            <a:noFill/>
          </a:ln>
        </p:spPr>
        <p:txBody>
          <a:bodyPr anchorCtr="0" anchor="ctr" bIns="182850" lIns="182850" spcFirstLastPara="1" rIns="182850" wrap="square" tIns="182850">
            <a:normAutofit fontScale="90000"/>
          </a:bodyPr>
          <a:lstStyle/>
          <a:p>
            <a:pPr indent="0" lvl="0" marL="0" rtl="0" algn="ctr">
              <a:lnSpc>
                <a:spcPct val="100000"/>
              </a:lnSpc>
              <a:spcBef>
                <a:spcPts val="0"/>
              </a:spcBef>
              <a:spcAft>
                <a:spcPts val="0"/>
              </a:spcAft>
              <a:buSzPct val="111111"/>
              <a:buNone/>
            </a:pPr>
            <a:r>
              <a:rPr lang="en-US"/>
              <a:t>Definición y características de un problema computacional</a:t>
            </a:r>
            <a:endParaRPr/>
          </a:p>
        </p:txBody>
      </p:sp>
      <p:sp>
        <p:nvSpPr>
          <p:cNvPr id="217" name="Google Shape;217;g35c59309f30_0_145"/>
          <p:cNvSpPr txBox="1"/>
          <p:nvPr/>
        </p:nvSpPr>
        <p:spPr>
          <a:xfrm>
            <a:off x="1454000" y="2706750"/>
            <a:ext cx="15720900" cy="1922700"/>
          </a:xfrm>
          <a:prstGeom prst="rect">
            <a:avLst/>
          </a:prstGeom>
          <a:noFill/>
          <a:ln>
            <a:noFill/>
          </a:ln>
        </p:spPr>
        <p:txBody>
          <a:bodyPr anchorCtr="0" anchor="t" bIns="182850" lIns="182850" spcFirstLastPara="1" rIns="182850" wrap="square" tIns="182850">
            <a:normAutofit fontScale="25000"/>
          </a:bodyPr>
          <a:lstStyle/>
          <a:p>
            <a:pPr indent="0" lvl="0" marL="0" marR="0" rtl="0" algn="l">
              <a:lnSpc>
                <a:spcPct val="115000"/>
              </a:lnSpc>
              <a:spcBef>
                <a:spcPts val="600"/>
              </a:spcBef>
              <a:spcAft>
                <a:spcPts val="0"/>
              </a:spcAft>
              <a:buClr>
                <a:srgbClr val="000000"/>
              </a:buClr>
              <a:buSzPct val="100000"/>
              <a:buFont typeface="Arial"/>
              <a:buNone/>
            </a:pPr>
            <a:r>
              <a:rPr b="0" i="0" lang="en-US" sz="10367" u="none" cap="none" strike="noStrike">
                <a:solidFill>
                  <a:srgbClr val="000000"/>
                </a:solidFill>
                <a:latin typeface="Roboto"/>
                <a:ea typeface="Roboto"/>
                <a:cs typeface="Roboto"/>
                <a:sym typeface="Roboto"/>
              </a:rPr>
              <a:t>Es una situación que puede resolverse mediante un conjunto finito de pasos lógicos, ejecutables por una máquina. Requiere entradas conocidas, un proceso definido y una salida esperada.</a:t>
            </a:r>
            <a:endParaRPr b="0" i="0" sz="10367" u="none" cap="none" strike="noStrike">
              <a:solidFill>
                <a:srgbClr val="000000"/>
              </a:solidFill>
              <a:latin typeface="Roboto"/>
              <a:ea typeface="Roboto"/>
              <a:cs typeface="Roboto"/>
              <a:sym typeface="Roboto"/>
            </a:endParaRPr>
          </a:p>
          <a:p>
            <a:pPr indent="0" lvl="0" marL="0" marR="0" rtl="0" algn="ctr">
              <a:lnSpc>
                <a:spcPct val="100000"/>
              </a:lnSpc>
              <a:spcBef>
                <a:spcPts val="600"/>
              </a:spcBef>
              <a:spcAft>
                <a:spcPts val="0"/>
              </a:spcAft>
              <a:buClr>
                <a:srgbClr val="000000"/>
              </a:buClr>
              <a:buSzPct val="100000"/>
              <a:buFont typeface="Arial"/>
              <a:buNone/>
            </a:pPr>
            <a:r>
              <a:t/>
            </a:r>
            <a:endParaRPr b="0" i="0" sz="3200" u="none" cap="none" strike="noStrike">
              <a:solidFill>
                <a:srgbClr val="AF7B51"/>
              </a:solidFill>
              <a:latin typeface="Calibri"/>
              <a:ea typeface="Calibri"/>
              <a:cs typeface="Calibri"/>
              <a:sym typeface="Calibri"/>
            </a:endParaRPr>
          </a:p>
        </p:txBody>
      </p:sp>
      <p:sp>
        <p:nvSpPr>
          <p:cNvPr id="218" name="Google Shape;218;g35c59309f30_0_145"/>
          <p:cNvSpPr txBox="1"/>
          <p:nvPr/>
        </p:nvSpPr>
        <p:spPr>
          <a:xfrm>
            <a:off x="1454000" y="3978775"/>
            <a:ext cx="14848500" cy="3313800"/>
          </a:xfrm>
          <a:prstGeom prst="rect">
            <a:avLst/>
          </a:prstGeom>
          <a:noFill/>
          <a:ln>
            <a:noFill/>
          </a:ln>
        </p:spPr>
        <p:txBody>
          <a:bodyPr anchorCtr="0" anchor="t" bIns="182850" lIns="182850" spcFirstLastPara="1" rIns="182850" wrap="square" tIns="182850">
            <a:normAutofit/>
          </a:bodyPr>
          <a:lstStyle/>
          <a:p>
            <a:pPr indent="0" lvl="0" marL="0" marR="0" rtl="0" algn="l">
              <a:lnSpc>
                <a:spcPct val="115000"/>
              </a:lnSpc>
              <a:spcBef>
                <a:spcPts val="600"/>
              </a:spcBef>
              <a:spcAft>
                <a:spcPts val="0"/>
              </a:spcAft>
              <a:buClr>
                <a:srgbClr val="000000"/>
              </a:buClr>
              <a:buSzPts val="2550"/>
              <a:buFont typeface="Arial"/>
              <a:buNone/>
            </a:pPr>
            <a:r>
              <a:rPr b="0" i="0" lang="en-US" sz="2550" u="none" cap="none" strike="noStrike">
                <a:solidFill>
                  <a:srgbClr val="000000"/>
                </a:solidFill>
                <a:latin typeface="Roboto"/>
                <a:ea typeface="Roboto"/>
                <a:cs typeface="Roboto"/>
                <a:sym typeface="Roboto"/>
              </a:rPr>
              <a:t>Componentes principales</a:t>
            </a:r>
            <a:endParaRPr b="0" i="0" sz="2550" u="none" cap="none" strike="noStrike">
              <a:solidFill>
                <a:srgbClr val="000000"/>
              </a:solidFill>
              <a:latin typeface="Roboto"/>
              <a:ea typeface="Roboto"/>
              <a:cs typeface="Roboto"/>
              <a:sym typeface="Roboto"/>
            </a:endParaRPr>
          </a:p>
          <a:p>
            <a:pPr indent="-390525" lvl="0" marL="457200" marR="0" rtl="0" algn="l">
              <a:lnSpc>
                <a:spcPct val="115000"/>
              </a:lnSpc>
              <a:spcBef>
                <a:spcPts val="600"/>
              </a:spcBef>
              <a:spcAft>
                <a:spcPts val="0"/>
              </a:spcAft>
              <a:buClr>
                <a:srgbClr val="000000"/>
              </a:buClr>
              <a:buSzPts val="2550"/>
              <a:buFont typeface="Roboto"/>
              <a:buChar char="●"/>
            </a:pPr>
            <a:r>
              <a:rPr b="0" i="0" lang="en-US" sz="2550" u="none" cap="none" strike="noStrike">
                <a:solidFill>
                  <a:srgbClr val="000000"/>
                </a:solidFill>
                <a:latin typeface="Roboto"/>
                <a:ea typeface="Roboto"/>
                <a:cs typeface="Roboto"/>
                <a:sym typeface="Roboto"/>
              </a:rPr>
              <a:t>Entrada: datos o condiciones iniciales.</a:t>
            </a:r>
            <a:endParaRPr b="0" i="0" sz="2550" u="none" cap="none" strike="noStrike">
              <a:solidFill>
                <a:srgbClr val="000000"/>
              </a:solidFill>
              <a:latin typeface="Roboto"/>
              <a:ea typeface="Roboto"/>
              <a:cs typeface="Roboto"/>
              <a:sym typeface="Roboto"/>
            </a:endParaRPr>
          </a:p>
          <a:p>
            <a:pPr indent="-390525" lvl="0" marL="457200" marR="0" rtl="0" algn="l">
              <a:lnSpc>
                <a:spcPct val="115000"/>
              </a:lnSpc>
              <a:spcBef>
                <a:spcPts val="0"/>
              </a:spcBef>
              <a:spcAft>
                <a:spcPts val="0"/>
              </a:spcAft>
              <a:buClr>
                <a:srgbClr val="000000"/>
              </a:buClr>
              <a:buSzPts val="2550"/>
              <a:buFont typeface="Roboto"/>
              <a:buChar char="●"/>
            </a:pPr>
            <a:r>
              <a:rPr b="0" i="0" lang="en-US" sz="2550" u="none" cap="none" strike="noStrike">
                <a:solidFill>
                  <a:srgbClr val="000000"/>
                </a:solidFill>
                <a:latin typeface="Roboto"/>
                <a:ea typeface="Roboto"/>
                <a:cs typeface="Roboto"/>
                <a:sym typeface="Roboto"/>
              </a:rPr>
              <a:t>Proceso: operaciones o reglas que transforman la entrada.</a:t>
            </a:r>
            <a:endParaRPr b="0" i="0" sz="2550" u="none" cap="none" strike="noStrike">
              <a:solidFill>
                <a:srgbClr val="000000"/>
              </a:solidFill>
              <a:latin typeface="Roboto"/>
              <a:ea typeface="Roboto"/>
              <a:cs typeface="Roboto"/>
              <a:sym typeface="Roboto"/>
            </a:endParaRPr>
          </a:p>
          <a:p>
            <a:pPr indent="-390525" lvl="0" marL="457200" marR="0" rtl="0" algn="l">
              <a:lnSpc>
                <a:spcPct val="115000"/>
              </a:lnSpc>
              <a:spcBef>
                <a:spcPts val="0"/>
              </a:spcBef>
              <a:spcAft>
                <a:spcPts val="0"/>
              </a:spcAft>
              <a:buClr>
                <a:srgbClr val="000000"/>
              </a:buClr>
              <a:buSzPts val="2550"/>
              <a:buFont typeface="Roboto"/>
              <a:buChar char="●"/>
            </a:pPr>
            <a:r>
              <a:rPr b="0" i="0" lang="en-US" sz="2550" u="none" cap="none" strike="noStrike">
                <a:solidFill>
                  <a:srgbClr val="000000"/>
                </a:solidFill>
                <a:latin typeface="Roboto"/>
                <a:ea typeface="Roboto"/>
                <a:cs typeface="Roboto"/>
                <a:sym typeface="Roboto"/>
              </a:rPr>
              <a:t>Salida: resultado esperado del procesamiento.</a:t>
            </a:r>
            <a:endParaRPr b="0" i="0" sz="2550" u="none" cap="none" strike="noStrike">
              <a:solidFill>
                <a:srgbClr val="000000"/>
              </a:solidFill>
              <a:latin typeface="Roboto"/>
              <a:ea typeface="Roboto"/>
              <a:cs typeface="Roboto"/>
              <a:sym typeface="Roboto"/>
            </a:endParaRPr>
          </a:p>
          <a:p>
            <a:pPr indent="0" lvl="0" marL="0" marR="0" rtl="0" algn="ctr">
              <a:lnSpc>
                <a:spcPct val="100000"/>
              </a:lnSpc>
              <a:spcBef>
                <a:spcPts val="600"/>
              </a:spcBef>
              <a:spcAft>
                <a:spcPts val="0"/>
              </a:spcAft>
              <a:buClr>
                <a:srgbClr val="000000"/>
              </a:buClr>
              <a:buSzPts val="2550"/>
              <a:buFont typeface="Arial"/>
              <a:buNone/>
            </a:pPr>
            <a:r>
              <a:t/>
            </a:r>
            <a:endParaRPr b="0" i="0" sz="2550" u="none" cap="none" strike="noStrike">
              <a:solidFill>
                <a:srgbClr val="AF7B5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5c59309f30_1_0"/>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CONCEPTOS CLAVE APRENDIDOS </a:t>
            </a:r>
            <a:endParaRPr b="0" i="0" sz="1400" u="none" cap="none" strike="noStrike">
              <a:solidFill>
                <a:srgbClr val="000000"/>
              </a:solidFill>
              <a:latin typeface="Impact"/>
              <a:ea typeface="Impact"/>
              <a:cs typeface="Impact"/>
              <a:sym typeface="Impact"/>
            </a:endParaRPr>
          </a:p>
        </p:txBody>
      </p:sp>
      <p:sp>
        <p:nvSpPr>
          <p:cNvPr id="224" name="Google Shape;224;g35c59309f30_1_0"/>
          <p:cNvSpPr/>
          <p:nvPr/>
        </p:nvSpPr>
        <p:spPr>
          <a:xfrm>
            <a:off x="2054400" y="2208400"/>
            <a:ext cx="5035200" cy="26751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600"/>
              </a:spcBef>
              <a:spcAft>
                <a:spcPts val="0"/>
              </a:spcAft>
              <a:buClr>
                <a:srgbClr val="000000"/>
              </a:buClr>
              <a:buSzPts val="2500"/>
              <a:buFont typeface="Arial"/>
              <a:buNone/>
            </a:pPr>
            <a:r>
              <a:rPr b="0" i="0" lang="en-US" sz="2500" u="none" cap="none" strike="noStrike">
                <a:solidFill>
                  <a:srgbClr val="000000"/>
                </a:solidFill>
                <a:latin typeface="Roboto"/>
                <a:ea typeface="Roboto"/>
                <a:cs typeface="Roboto"/>
                <a:sym typeface="Roboto"/>
              </a:rPr>
              <a:t>Descomposición es el proceso de dividir un problema complejo en partes más pequeñas y manejables llamadas subproblemas.</a:t>
            </a:r>
            <a:endParaRPr b="0" i="0" sz="2500" u="none" cap="none" strike="noStrike">
              <a:solidFill>
                <a:srgbClr val="000000"/>
              </a:solidFill>
              <a:latin typeface="Roboto"/>
              <a:ea typeface="Roboto"/>
              <a:cs typeface="Roboto"/>
              <a:sym typeface="Roboto"/>
            </a:endParaRPr>
          </a:p>
          <a:p>
            <a:pPr indent="0" lvl="0" marL="0" marR="0" rtl="0" algn="ctr">
              <a:lnSpc>
                <a:spcPct val="100000"/>
              </a:lnSpc>
              <a:spcBef>
                <a:spcPts val="600"/>
              </a:spcBef>
              <a:spcAft>
                <a:spcPts val="0"/>
              </a:spcAft>
              <a:buClr>
                <a:srgbClr val="000000"/>
              </a:buClr>
              <a:buSzPts val="900"/>
              <a:buFont typeface="Arial"/>
              <a:buNone/>
            </a:pPr>
            <a:r>
              <a:t/>
            </a:r>
            <a:endParaRPr b="0" i="0" sz="900" u="none" cap="none" strike="noStrike">
              <a:solidFill>
                <a:srgbClr val="000000"/>
              </a:solidFill>
              <a:latin typeface="Calibri"/>
              <a:ea typeface="Calibri"/>
              <a:cs typeface="Calibri"/>
              <a:sym typeface="Calibri"/>
            </a:endParaRPr>
          </a:p>
        </p:txBody>
      </p:sp>
      <p:sp>
        <p:nvSpPr>
          <p:cNvPr id="225" name="Google Shape;225;g35c59309f30_1_0"/>
          <p:cNvSpPr/>
          <p:nvPr/>
        </p:nvSpPr>
        <p:spPr>
          <a:xfrm>
            <a:off x="11040375" y="2208400"/>
            <a:ext cx="5035200" cy="26751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600"/>
              </a:spcBef>
              <a:spcAft>
                <a:spcPts val="0"/>
              </a:spcAft>
              <a:buClr>
                <a:srgbClr val="000000"/>
              </a:buClr>
              <a:buSzPts val="2800"/>
              <a:buFont typeface="Arial"/>
              <a:buNone/>
            </a:pPr>
            <a:r>
              <a:rPr b="0" i="0" lang="en-US" sz="2800" u="none" cap="none" strike="noStrike">
                <a:solidFill>
                  <a:srgbClr val="000000"/>
                </a:solidFill>
                <a:latin typeface="Roboto"/>
                <a:ea typeface="Roboto"/>
                <a:cs typeface="Roboto"/>
                <a:sym typeface="Roboto"/>
              </a:rPr>
              <a:t>Abstracción es el proceso mental mediante el cual se identifican los elementos relevantes de un problema</a:t>
            </a:r>
            <a:endParaRPr b="0" i="0" sz="2800" u="none" cap="none" strike="noStrike">
              <a:solidFill>
                <a:srgbClr val="000000"/>
              </a:solidFill>
              <a:latin typeface="Roboto"/>
              <a:ea typeface="Roboto"/>
              <a:cs typeface="Roboto"/>
              <a:sym typeface="Roboto"/>
            </a:endParaRPr>
          </a:p>
          <a:p>
            <a:pPr indent="0" lvl="0" marL="0" marR="0" rtl="0" algn="ctr">
              <a:lnSpc>
                <a:spcPct val="100000"/>
              </a:lnSpc>
              <a:spcBef>
                <a:spcPts val="600"/>
              </a:spcBef>
              <a:spcAft>
                <a:spcPts val="0"/>
              </a:spcAft>
              <a:buClr>
                <a:srgbClr val="000000"/>
              </a:buClr>
              <a:buSzPts val="1200"/>
              <a:buFont typeface="Arial"/>
              <a:buNone/>
            </a:pPr>
            <a:r>
              <a:t/>
            </a:r>
            <a:endParaRPr b="0" i="0" sz="1200" u="none" cap="none" strike="noStrike">
              <a:solidFill>
                <a:srgbClr val="000000"/>
              </a:solidFill>
              <a:latin typeface="Calibri"/>
              <a:ea typeface="Calibri"/>
              <a:cs typeface="Calibri"/>
              <a:sym typeface="Calibri"/>
            </a:endParaRPr>
          </a:p>
        </p:txBody>
      </p:sp>
      <p:sp>
        <p:nvSpPr>
          <p:cNvPr id="226" name="Google Shape;226;g35c59309f30_1_0"/>
          <p:cNvSpPr/>
          <p:nvPr/>
        </p:nvSpPr>
        <p:spPr>
          <a:xfrm>
            <a:off x="1341300" y="6080500"/>
            <a:ext cx="6461400" cy="26751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60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Niveles de abstracción:</a:t>
            </a:r>
            <a:endParaRPr b="0" i="0" sz="1600" u="none" cap="none" strike="noStrike">
              <a:solidFill>
                <a:srgbClr val="000000"/>
              </a:solidFill>
              <a:latin typeface="Roboto"/>
              <a:ea typeface="Roboto"/>
              <a:cs typeface="Roboto"/>
              <a:sym typeface="Roboto"/>
            </a:endParaRPr>
          </a:p>
          <a:p>
            <a:pPr indent="0" lvl="0" marL="457200" marR="0" rtl="0" algn="l">
              <a:lnSpc>
                <a:spcPct val="115000"/>
              </a:lnSpc>
              <a:spcBef>
                <a:spcPts val="60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Conceptual: definición del problema sin entrar en detalles técnicos.</a:t>
            </a:r>
            <a:endParaRPr b="0" i="0" sz="1600" u="none" cap="none" strike="noStrike">
              <a:solidFill>
                <a:srgbClr val="000000"/>
              </a:solidFill>
              <a:latin typeface="Roboto"/>
              <a:ea typeface="Roboto"/>
              <a:cs typeface="Roboto"/>
              <a:sym typeface="Roboto"/>
            </a:endParaRPr>
          </a:p>
          <a:p>
            <a:pPr indent="0" lvl="0" marL="457200" marR="0" rtl="0" algn="l">
              <a:lnSpc>
                <a:spcPct val="115000"/>
              </a:lnSpc>
              <a:spcBef>
                <a:spcPts val="60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Lógico: estructuración del problema en algoritmos/pasos secuenciales.</a:t>
            </a:r>
            <a:endParaRPr b="0" i="0" sz="1600" u="none" cap="none" strike="noStrike">
              <a:solidFill>
                <a:srgbClr val="000000"/>
              </a:solidFill>
              <a:latin typeface="Roboto"/>
              <a:ea typeface="Roboto"/>
              <a:cs typeface="Roboto"/>
              <a:sym typeface="Roboto"/>
            </a:endParaRPr>
          </a:p>
          <a:p>
            <a:pPr indent="0" lvl="0" marL="457200" marR="0" rtl="0" algn="l">
              <a:lnSpc>
                <a:spcPct val="115000"/>
              </a:lnSpc>
              <a:spcBef>
                <a:spcPts val="60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Físico: implementación específica en un lenguaje de programación.</a:t>
            </a:r>
            <a:endParaRPr b="0" i="0" sz="1600" u="none" cap="none" strike="noStrike">
              <a:solidFill>
                <a:srgbClr val="000000"/>
              </a:solidFill>
              <a:latin typeface="Roboto"/>
              <a:ea typeface="Roboto"/>
              <a:cs typeface="Roboto"/>
              <a:sym typeface="Roboto"/>
            </a:endParaRPr>
          </a:p>
          <a:p>
            <a:pPr indent="0" lvl="0" marL="457200" marR="0" rtl="0" algn="l">
              <a:lnSpc>
                <a:spcPct val="115000"/>
              </a:lnSpc>
              <a:spcBef>
                <a:spcPts val="60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ctr">
              <a:lnSpc>
                <a:spcPct val="100000"/>
              </a:lnSpc>
              <a:spcBef>
                <a:spcPts val="600"/>
              </a:spcBef>
              <a:spcAft>
                <a:spcPts val="0"/>
              </a:spcAft>
              <a:buClr>
                <a:srgbClr val="000000"/>
              </a:buClr>
              <a:buSzPts val="1300"/>
              <a:buFont typeface="Arial"/>
              <a:buNone/>
            </a:pPr>
            <a:r>
              <a:t/>
            </a:r>
            <a:endParaRPr b="0" i="0" sz="1300" u="none" cap="none" strike="noStrike">
              <a:solidFill>
                <a:srgbClr val="000000"/>
              </a:solidFill>
              <a:latin typeface="Roboto"/>
              <a:ea typeface="Roboto"/>
              <a:cs typeface="Roboto"/>
              <a:sym typeface="Roboto"/>
            </a:endParaRPr>
          </a:p>
        </p:txBody>
      </p:sp>
      <p:sp>
        <p:nvSpPr>
          <p:cNvPr id="227" name="Google Shape;227;g35c59309f30_1_0"/>
          <p:cNvSpPr/>
          <p:nvPr/>
        </p:nvSpPr>
        <p:spPr>
          <a:xfrm>
            <a:off x="10516875" y="5757850"/>
            <a:ext cx="6082200" cy="33204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600"/>
              </a:spcBef>
              <a:spcAft>
                <a:spcPts val="0"/>
              </a:spcAft>
              <a:buClr>
                <a:srgbClr val="000000"/>
              </a:buClr>
              <a:buSzPts val="2800"/>
              <a:buFont typeface="Arial"/>
              <a:buNone/>
            </a:pPr>
            <a:r>
              <a:rPr b="0" i="0" lang="en-US" sz="2800" u="none" cap="none" strike="noStrike">
                <a:solidFill>
                  <a:srgbClr val="000000"/>
                </a:solidFill>
                <a:latin typeface="Roboto"/>
                <a:ea typeface="Roboto"/>
                <a:cs typeface="Roboto"/>
                <a:sym typeface="Roboto"/>
              </a:rPr>
              <a:t>Reconocimiento de patrones es la capacidad de observar y detectar similitudes, estructuras repetitivas o regularidades dentro de un conjunto de datos o procesos.</a:t>
            </a:r>
            <a:endParaRPr b="0" i="0" sz="2800" u="none" cap="none" strike="noStrike">
              <a:solidFill>
                <a:srgbClr val="000000"/>
              </a:solidFill>
              <a:latin typeface="Roboto"/>
              <a:ea typeface="Roboto"/>
              <a:cs typeface="Roboto"/>
              <a:sym typeface="Roboto"/>
            </a:endParaRPr>
          </a:p>
          <a:p>
            <a:pPr indent="0" lvl="0" marL="457200" marR="0" rtl="0" algn="l">
              <a:lnSpc>
                <a:spcPct val="115000"/>
              </a:lnSpc>
              <a:spcBef>
                <a:spcPts val="600"/>
              </a:spcBef>
              <a:spcAft>
                <a:spcPts val="0"/>
              </a:spcAft>
              <a:buClr>
                <a:srgbClr val="000000"/>
              </a:buClr>
              <a:buSzPts val="2600"/>
              <a:buFont typeface="Arial"/>
              <a:buNone/>
            </a:pPr>
            <a:r>
              <a:t/>
            </a:r>
            <a:endParaRPr b="0" i="0" sz="2600" u="none" cap="none" strike="noStrike">
              <a:solidFill>
                <a:srgbClr val="000000"/>
              </a:solidFill>
              <a:latin typeface="Roboto"/>
              <a:ea typeface="Roboto"/>
              <a:cs typeface="Roboto"/>
              <a:sym typeface="Roboto"/>
            </a:endParaRPr>
          </a:p>
          <a:p>
            <a:pPr indent="0" lvl="0" marL="0" marR="0" rtl="0" algn="ctr">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7"/>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Valores y actitudes</a:t>
            </a:r>
            <a:endParaRPr b="0" i="0" sz="1400" u="none" cap="none" strike="noStrike">
              <a:solidFill>
                <a:srgbClr val="000000"/>
              </a:solidFill>
              <a:latin typeface="Impact"/>
              <a:ea typeface="Impact"/>
              <a:cs typeface="Impact"/>
              <a:sym typeface="Impact"/>
            </a:endParaRPr>
          </a:p>
        </p:txBody>
      </p:sp>
      <p:sp>
        <p:nvSpPr>
          <p:cNvPr id="233" name="Google Shape;233;p7"/>
          <p:cNvSpPr/>
          <p:nvPr/>
        </p:nvSpPr>
        <p:spPr>
          <a:xfrm>
            <a:off x="8695975" y="5316150"/>
            <a:ext cx="7867800" cy="31656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600"/>
              </a:spcBef>
              <a:spcAft>
                <a:spcPts val="0"/>
              </a:spcAft>
              <a:buClr>
                <a:srgbClr val="000000"/>
              </a:buClr>
              <a:buSzPts val="2700"/>
              <a:buFont typeface="Arial"/>
              <a:buNone/>
            </a:pPr>
            <a:r>
              <a:rPr b="0" i="0" lang="en-US" sz="2700" u="sng" cap="none" strike="noStrike">
                <a:solidFill>
                  <a:srgbClr val="000000"/>
                </a:solidFill>
                <a:latin typeface="Roboto"/>
                <a:ea typeface="Roboto"/>
                <a:cs typeface="Roboto"/>
                <a:sym typeface="Roboto"/>
              </a:rPr>
              <a:t>Colaboración</a:t>
            </a:r>
            <a:r>
              <a:rPr b="0" i="0" lang="en-US" sz="2700" u="none" cap="none" strike="noStrike">
                <a:solidFill>
                  <a:srgbClr val="000000"/>
                </a:solidFill>
                <a:latin typeface="Roboto"/>
                <a:ea typeface="Roboto"/>
                <a:cs typeface="Roboto"/>
                <a:sym typeface="Roboto"/>
              </a:rPr>
              <a:t>: La evolución de la computación ha sido posible gracias al trabajo en equipo de científicos, ingenieros y usuarios.</a:t>
            </a:r>
            <a:endParaRPr b="0" i="0" sz="2700" u="none" cap="none" strike="noStrike">
              <a:solidFill>
                <a:srgbClr val="000000"/>
              </a:solidFill>
              <a:latin typeface="Roboto"/>
              <a:ea typeface="Roboto"/>
              <a:cs typeface="Roboto"/>
              <a:sym typeface="Roboto"/>
            </a:endParaRPr>
          </a:p>
          <a:p>
            <a:pPr indent="0" lvl="0" marL="457200" marR="0" rtl="0" algn="l">
              <a:lnSpc>
                <a:spcPct val="115000"/>
              </a:lnSpc>
              <a:spcBef>
                <a:spcPts val="600"/>
              </a:spcBef>
              <a:spcAft>
                <a:spcPts val="0"/>
              </a:spcAft>
              <a:buClr>
                <a:srgbClr val="000000"/>
              </a:buClr>
              <a:buSzPts val="3000"/>
              <a:buFont typeface="Arial"/>
              <a:buNone/>
            </a:pPr>
            <a:r>
              <a:t/>
            </a:r>
            <a:endParaRPr b="0" i="0" sz="3000" u="none" cap="none" strike="noStrike">
              <a:solidFill>
                <a:srgbClr val="000000"/>
              </a:solidFill>
              <a:latin typeface="Roboto"/>
              <a:ea typeface="Roboto"/>
              <a:cs typeface="Roboto"/>
              <a:sym typeface="Roboto"/>
            </a:endParaRPr>
          </a:p>
          <a:p>
            <a:pPr indent="0" lvl="0" marL="0" marR="0" rtl="0" algn="ctr">
              <a:lnSpc>
                <a:spcPct val="100000"/>
              </a:lnSpc>
              <a:spcBef>
                <a:spcPts val="60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34" name="Google Shape;234;p7"/>
          <p:cNvSpPr/>
          <p:nvPr/>
        </p:nvSpPr>
        <p:spPr>
          <a:xfrm>
            <a:off x="1472450" y="2419800"/>
            <a:ext cx="6908700" cy="26751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600"/>
              </a:spcBef>
              <a:spcAft>
                <a:spcPts val="0"/>
              </a:spcAft>
              <a:buClr>
                <a:srgbClr val="000000"/>
              </a:buClr>
              <a:buSzPts val="2700"/>
              <a:buFont typeface="Arial"/>
              <a:buNone/>
            </a:pPr>
            <a:r>
              <a:t/>
            </a:r>
            <a:endParaRPr b="0" i="0" sz="2700" u="sng" cap="none" strike="noStrike">
              <a:solidFill>
                <a:srgbClr val="000000"/>
              </a:solidFill>
              <a:latin typeface="Roboto"/>
              <a:ea typeface="Roboto"/>
              <a:cs typeface="Roboto"/>
              <a:sym typeface="Roboto"/>
            </a:endParaRPr>
          </a:p>
          <a:p>
            <a:pPr indent="0" lvl="0" marL="0" marR="0" rtl="0" algn="l">
              <a:lnSpc>
                <a:spcPct val="115000"/>
              </a:lnSpc>
              <a:spcBef>
                <a:spcPts val="600"/>
              </a:spcBef>
              <a:spcAft>
                <a:spcPts val="0"/>
              </a:spcAft>
              <a:buClr>
                <a:srgbClr val="000000"/>
              </a:buClr>
              <a:buSzPts val="2700"/>
              <a:buFont typeface="Arial"/>
              <a:buNone/>
            </a:pPr>
            <a:r>
              <a:rPr b="0" i="0" lang="en-US" sz="2700" u="sng" cap="none" strike="noStrike">
                <a:solidFill>
                  <a:srgbClr val="000000"/>
                </a:solidFill>
                <a:latin typeface="Roboto"/>
                <a:ea typeface="Roboto"/>
                <a:cs typeface="Roboto"/>
                <a:sym typeface="Roboto"/>
              </a:rPr>
              <a:t>Pensamiento crítico</a:t>
            </a:r>
            <a:r>
              <a:rPr b="0" i="0" lang="en-US" sz="2700" u="none" cap="none" strike="noStrike">
                <a:solidFill>
                  <a:srgbClr val="000000"/>
                </a:solidFill>
                <a:latin typeface="Roboto"/>
                <a:ea typeface="Roboto"/>
                <a:cs typeface="Roboto"/>
                <a:sym typeface="Roboto"/>
              </a:rPr>
              <a:t>: Analizar y evaluar diferentes enfoques para resolver problemas de manera eficiente.</a:t>
            </a:r>
            <a:endParaRPr b="0" i="0" sz="2700" u="none" cap="none" strike="noStrike">
              <a:solidFill>
                <a:srgbClr val="000000"/>
              </a:solidFill>
              <a:latin typeface="Roboto"/>
              <a:ea typeface="Roboto"/>
              <a:cs typeface="Roboto"/>
              <a:sym typeface="Roboto"/>
            </a:endParaRPr>
          </a:p>
          <a:p>
            <a:pPr indent="0" lvl="0" marL="457200" marR="0" rtl="0" algn="l">
              <a:lnSpc>
                <a:spcPct val="115000"/>
              </a:lnSpc>
              <a:spcBef>
                <a:spcPts val="600"/>
              </a:spcBef>
              <a:spcAft>
                <a:spcPts val="0"/>
              </a:spcAft>
              <a:buClr>
                <a:srgbClr val="000000"/>
              </a:buClr>
              <a:buSzPts val="3000"/>
              <a:buFont typeface="Arial"/>
              <a:buNone/>
            </a:pPr>
            <a:r>
              <a:t/>
            </a:r>
            <a:endParaRPr b="0" i="0" sz="3000" u="none" cap="none" strike="noStrike">
              <a:solidFill>
                <a:srgbClr val="000000"/>
              </a:solidFill>
              <a:latin typeface="Roboto"/>
              <a:ea typeface="Roboto"/>
              <a:cs typeface="Roboto"/>
              <a:sym typeface="Roboto"/>
            </a:endParaRPr>
          </a:p>
          <a:p>
            <a:pPr indent="0" lvl="0" marL="0" marR="0" rtl="0" algn="ctr">
              <a:lnSpc>
                <a:spcPct val="100000"/>
              </a:lnSpc>
              <a:spcBef>
                <a:spcPts val="60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8"/>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REFERENCIAS </a:t>
            </a:r>
            <a:endParaRPr b="0" i="0" sz="1400" u="none" cap="none" strike="noStrike">
              <a:solidFill>
                <a:srgbClr val="000000"/>
              </a:solidFill>
              <a:latin typeface="Impact"/>
              <a:ea typeface="Impact"/>
              <a:cs typeface="Impact"/>
              <a:sym typeface="Impact"/>
            </a:endParaRPr>
          </a:p>
        </p:txBody>
      </p:sp>
      <p:sp>
        <p:nvSpPr>
          <p:cNvPr id="240" name="Google Shape;240;p8"/>
          <p:cNvSpPr txBox="1"/>
          <p:nvPr/>
        </p:nvSpPr>
        <p:spPr>
          <a:xfrm>
            <a:off x="1025000" y="2718725"/>
            <a:ext cx="15951600" cy="5238900"/>
          </a:xfrm>
          <a:prstGeom prst="rect">
            <a:avLst/>
          </a:prstGeom>
          <a:noFill/>
          <a:ln>
            <a:noFill/>
          </a:ln>
        </p:spPr>
        <p:txBody>
          <a:bodyPr anchorCtr="0" anchor="t" bIns="0" lIns="0" spcFirstLastPara="1" rIns="0" wrap="square" tIns="0">
            <a:spAutoFit/>
          </a:bodyPr>
          <a:lstStyle/>
          <a:p>
            <a:pPr indent="-428687" lvl="0" marL="457200" marR="0" rtl="0" algn="ctr">
              <a:lnSpc>
                <a:spcPct val="140019"/>
              </a:lnSpc>
              <a:spcBef>
                <a:spcPts val="0"/>
              </a:spcBef>
              <a:spcAft>
                <a:spcPts val="0"/>
              </a:spcAft>
              <a:buClr>
                <a:srgbClr val="000000"/>
              </a:buClr>
              <a:buSzPts val="3151"/>
              <a:buFont typeface="Arial"/>
              <a:buChar char="-"/>
            </a:pPr>
            <a:r>
              <a:rPr b="0" i="0" lang="en-US" sz="3151" u="sng" cap="none" strike="noStrike">
                <a:solidFill>
                  <a:schemeClr val="hlink"/>
                </a:solidFill>
                <a:latin typeface="Arial"/>
                <a:ea typeface="Arial"/>
                <a:cs typeface="Arial"/>
                <a:sym typeface="Arial"/>
                <a:hlinkClick r:id="rId3"/>
              </a:rPr>
              <a:t>https://www.educo.org/blog/como-aplicar-el-pensamiento-computacional-aula</a:t>
            </a:r>
            <a:br>
              <a:rPr b="0" i="0" lang="en-US" sz="3151" u="none" cap="none" strike="noStrike">
                <a:solidFill>
                  <a:srgbClr val="131416"/>
                </a:solidFill>
                <a:latin typeface="Arial"/>
                <a:ea typeface="Arial"/>
                <a:cs typeface="Arial"/>
                <a:sym typeface="Arial"/>
              </a:rPr>
            </a:br>
            <a:r>
              <a:rPr b="0" i="0" lang="en-US" sz="3151" u="none" cap="none" strike="noStrike">
                <a:solidFill>
                  <a:srgbClr val="131416"/>
                </a:solidFill>
                <a:latin typeface="Arial"/>
                <a:ea typeface="Arial"/>
                <a:cs typeface="Arial"/>
                <a:sym typeface="Arial"/>
              </a:rPr>
              <a:t>-</a:t>
            </a:r>
            <a:r>
              <a:rPr b="0" i="0" lang="en-US" sz="3151" u="sng" cap="none" strike="noStrike">
                <a:solidFill>
                  <a:schemeClr val="hlink"/>
                </a:solidFill>
                <a:latin typeface="Arial"/>
                <a:ea typeface="Arial"/>
                <a:cs typeface="Arial"/>
                <a:sym typeface="Arial"/>
                <a:hlinkClick r:id="rId4"/>
              </a:rPr>
              <a:t>https://descargas.intef.es/recursos_educativos/ODES_SGOA/Primaria/Descifrando_el_codigo_con_Ada/abstraccin.html</a:t>
            </a:r>
            <a:endParaRPr b="0" i="0" sz="3151" u="none" cap="none" strike="noStrike">
              <a:solidFill>
                <a:srgbClr val="131416"/>
              </a:solidFill>
              <a:latin typeface="Arial"/>
              <a:ea typeface="Arial"/>
              <a:cs typeface="Arial"/>
              <a:sym typeface="Arial"/>
            </a:endParaRPr>
          </a:p>
          <a:p>
            <a:pPr indent="-428687" lvl="0" marL="457200" marR="0" rtl="0" algn="ctr">
              <a:lnSpc>
                <a:spcPct val="140019"/>
              </a:lnSpc>
              <a:spcBef>
                <a:spcPts val="0"/>
              </a:spcBef>
              <a:spcAft>
                <a:spcPts val="0"/>
              </a:spcAft>
              <a:buClr>
                <a:srgbClr val="000000"/>
              </a:buClr>
              <a:buSzPts val="3151"/>
              <a:buFont typeface="Arial"/>
              <a:buChar char="-"/>
            </a:pPr>
            <a:r>
              <a:rPr b="0" i="0" lang="en-US" sz="3151" u="sng" cap="none" strike="noStrike">
                <a:solidFill>
                  <a:schemeClr val="hlink"/>
                </a:solidFill>
                <a:latin typeface="Arial"/>
                <a:ea typeface="Arial"/>
                <a:cs typeface="Arial"/>
                <a:sym typeface="Arial"/>
                <a:hlinkClick r:id="rId5"/>
              </a:rPr>
              <a:t>https://es.wikipedia.org/wiki/Pensamiento_computacional</a:t>
            </a:r>
            <a:r>
              <a:rPr b="0" i="0" lang="en-US" sz="3151" u="none" cap="none" strike="noStrike">
                <a:solidFill>
                  <a:srgbClr val="131416"/>
                </a:solidFill>
                <a:latin typeface="Arial"/>
                <a:ea typeface="Arial"/>
                <a:cs typeface="Arial"/>
                <a:sym typeface="Arial"/>
              </a:rPr>
              <a:t> </a:t>
            </a:r>
            <a:endParaRPr b="0" i="0" sz="3151" u="none" cap="none" strike="noStrike">
              <a:solidFill>
                <a:srgbClr val="131416"/>
              </a:solidFill>
              <a:latin typeface="Arial"/>
              <a:ea typeface="Arial"/>
              <a:cs typeface="Arial"/>
              <a:sym typeface="Arial"/>
            </a:endParaRPr>
          </a:p>
          <a:p>
            <a:pPr indent="-428687" lvl="0" marL="457200" marR="0" rtl="0" algn="ctr">
              <a:lnSpc>
                <a:spcPct val="140019"/>
              </a:lnSpc>
              <a:spcBef>
                <a:spcPts val="0"/>
              </a:spcBef>
              <a:spcAft>
                <a:spcPts val="0"/>
              </a:spcAft>
              <a:buClr>
                <a:srgbClr val="131416"/>
              </a:buClr>
              <a:buSzPts val="3151"/>
              <a:buFont typeface="Arial"/>
              <a:buChar char="-"/>
            </a:pPr>
            <a:r>
              <a:rPr b="0" i="0" lang="en-US" sz="3151" u="sng" cap="none" strike="noStrike">
                <a:solidFill>
                  <a:schemeClr val="hlink"/>
                </a:solidFill>
                <a:latin typeface="Arial"/>
                <a:ea typeface="Arial"/>
                <a:cs typeface="Arial"/>
                <a:sym typeface="Arial"/>
                <a:hlinkClick r:id="rId6"/>
              </a:rPr>
              <a:t>https://www.gurisesunidos.org.uy/wp-content/uploads/2017/11/PensamientoComputacional.pdf</a:t>
            </a:r>
            <a:r>
              <a:rPr b="0" i="0" lang="en-US" sz="3151" u="none" cap="none" strike="noStrike">
                <a:solidFill>
                  <a:srgbClr val="131416"/>
                </a:solidFill>
                <a:latin typeface="Arial"/>
                <a:ea typeface="Arial"/>
                <a:cs typeface="Arial"/>
                <a:sym typeface="Arial"/>
              </a:rPr>
              <a:t> </a:t>
            </a:r>
            <a:endParaRPr b="0" i="0" sz="3151" u="none" cap="none" strike="noStrike">
              <a:solidFill>
                <a:srgbClr val="131416"/>
              </a:solidFill>
              <a:latin typeface="Arial"/>
              <a:ea typeface="Arial"/>
              <a:cs typeface="Arial"/>
              <a:sym typeface="Arial"/>
            </a:endParaRPr>
          </a:p>
          <a:p>
            <a:pPr indent="0" lvl="0" marL="0" marR="0" rtl="0" algn="l">
              <a:lnSpc>
                <a:spcPct val="140019"/>
              </a:lnSpc>
              <a:spcBef>
                <a:spcPts val="0"/>
              </a:spcBef>
              <a:spcAft>
                <a:spcPts val="0"/>
              </a:spcAft>
              <a:buClr>
                <a:srgbClr val="000000"/>
              </a:buClr>
              <a:buSzPts val="3151"/>
              <a:buFont typeface="Arial"/>
              <a:buNone/>
            </a:pPr>
            <a:r>
              <a:t/>
            </a:r>
            <a:endParaRPr b="0" i="0" sz="3151" u="none" cap="none" strike="noStrike">
              <a:solidFill>
                <a:srgbClr val="131416"/>
              </a:solidFill>
              <a:latin typeface="Arial"/>
              <a:ea typeface="Arial"/>
              <a:cs typeface="Arial"/>
              <a:sym typeface="Arial"/>
            </a:endParaRPr>
          </a:p>
          <a:p>
            <a:pPr indent="0" lvl="0" marL="457200" marR="0" rtl="0" algn="ctr">
              <a:lnSpc>
                <a:spcPct val="140019"/>
              </a:lnSpc>
              <a:spcBef>
                <a:spcPts val="0"/>
              </a:spcBef>
              <a:spcAft>
                <a:spcPts val="0"/>
              </a:spcAft>
              <a:buClr>
                <a:srgbClr val="000000"/>
              </a:buClr>
              <a:buSzPts val="3151"/>
              <a:buFont typeface="Arial"/>
              <a:buNone/>
            </a:pPr>
            <a:r>
              <a:t/>
            </a:r>
            <a:endParaRPr b="0" i="0" sz="3151" u="none" cap="none" strike="noStrike">
              <a:solidFill>
                <a:srgbClr val="131416"/>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9"/>
          <p:cNvSpPr txBox="1"/>
          <p:nvPr/>
        </p:nvSpPr>
        <p:spPr>
          <a:xfrm>
            <a:off x="4437795" y="3389104"/>
            <a:ext cx="8658900" cy="19152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0" i="0" lang="en-US" sz="6099" u="none" cap="none" strike="noStrike">
                <a:solidFill>
                  <a:srgbClr val="131416"/>
                </a:solidFill>
                <a:latin typeface="Impact"/>
                <a:ea typeface="Impact"/>
                <a:cs typeface="Impact"/>
                <a:sym typeface="Impact"/>
              </a:rPr>
              <a:t>¡GRACIAS POR SU  ATENCIÓN!</a:t>
            </a:r>
            <a:endParaRPr b="0" i="0" sz="1400" u="none" cap="none" strike="noStrike">
              <a:solidFill>
                <a:srgbClr val="000000"/>
              </a:solidFill>
              <a:latin typeface="Impact"/>
              <a:ea typeface="Impact"/>
              <a:cs typeface="Impact"/>
              <a:sym typeface="Impact"/>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Impact"/>
              <a:ea typeface="Impact"/>
              <a:cs typeface="Impact"/>
              <a:sym typeface="Impact"/>
            </a:endParaRPr>
          </a:p>
        </p:txBody>
      </p:sp>
      <p:sp>
        <p:nvSpPr>
          <p:cNvPr id="246" name="Google Shape;246;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
        <p:nvSpPr>
          <p:cNvPr id="247" name="Google Shape;247;p9"/>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248" name="Google Shape;248;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