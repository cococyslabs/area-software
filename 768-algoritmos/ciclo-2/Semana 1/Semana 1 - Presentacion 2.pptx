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10287000" cx="18288000"/>
  <p:notesSz cx="6858000" cy="9144000"/>
  <p:embeddedFontLst>
    <p:embeddedFont>
      <p:font typeface="Lobster"/>
      <p:regular r:id="rId30"/>
    </p:embeddedFont>
    <p:embeddedFont>
      <p:font typeface="Pacifico"/>
      <p:regular r:id="rId31"/>
    </p:embeddedFont>
    <p:embeddedFont>
      <p:font typeface="Libre Franklin Medium"/>
      <p:regular r:id="rId32"/>
      <p:bold r:id="rId33"/>
      <p:italic r:id="rId34"/>
      <p:boldItalic r:id="rId35"/>
    </p:embeddedFont>
    <p:embeddedFont>
      <p:font typeface="Gill Sans"/>
      <p:regular r:id="rId36"/>
      <p:bold r:id="rId37"/>
    </p:embeddedFont>
    <p:embeddedFont>
      <p:font typeface="Open Sans"/>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2" roundtripDataSignature="AMtx7mgM/jYke+b5u0RRc2S17uWr/Npf7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italic.fntdata"/><Relationship Id="rId20" Type="http://schemas.openxmlformats.org/officeDocument/2006/relationships/slide" Target="slides/slide15.xml"/><Relationship Id="rId42" Type="http://customschemas.google.com/relationships/presentationmetadata" Target="metadata"/><Relationship Id="rId41" Type="http://schemas.openxmlformats.org/officeDocument/2006/relationships/font" Target="fonts/OpenSans-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acifico-regular.fntdata"/><Relationship Id="rId30" Type="http://schemas.openxmlformats.org/officeDocument/2006/relationships/font" Target="fonts/Lobster-regular.fntdata"/><Relationship Id="rId11" Type="http://schemas.openxmlformats.org/officeDocument/2006/relationships/slide" Target="slides/slide6.xml"/><Relationship Id="rId33" Type="http://schemas.openxmlformats.org/officeDocument/2006/relationships/font" Target="fonts/LibreFranklinMedium-bold.fntdata"/><Relationship Id="rId10" Type="http://schemas.openxmlformats.org/officeDocument/2006/relationships/slide" Target="slides/slide5.xml"/><Relationship Id="rId32" Type="http://schemas.openxmlformats.org/officeDocument/2006/relationships/font" Target="fonts/LibreFranklinMedium-regular.fntdata"/><Relationship Id="rId13" Type="http://schemas.openxmlformats.org/officeDocument/2006/relationships/slide" Target="slides/slide8.xml"/><Relationship Id="rId35" Type="http://schemas.openxmlformats.org/officeDocument/2006/relationships/font" Target="fonts/LibreFranklinMedium-boldItalic.fntdata"/><Relationship Id="rId12" Type="http://schemas.openxmlformats.org/officeDocument/2006/relationships/slide" Target="slides/slide7.xml"/><Relationship Id="rId34" Type="http://schemas.openxmlformats.org/officeDocument/2006/relationships/font" Target="fonts/LibreFranklinMedium-italic.fntdata"/><Relationship Id="rId15" Type="http://schemas.openxmlformats.org/officeDocument/2006/relationships/slide" Target="slides/slide10.xml"/><Relationship Id="rId37" Type="http://schemas.openxmlformats.org/officeDocument/2006/relationships/font" Target="fonts/GillSans-bold.fntdata"/><Relationship Id="rId14" Type="http://schemas.openxmlformats.org/officeDocument/2006/relationships/slide" Target="slides/slide9.xml"/><Relationship Id="rId36" Type="http://schemas.openxmlformats.org/officeDocument/2006/relationships/font" Target="fonts/GillSans-regular.fntdata"/><Relationship Id="rId17" Type="http://schemas.openxmlformats.org/officeDocument/2006/relationships/slide" Target="slides/slide12.xml"/><Relationship Id="rId39" Type="http://schemas.openxmlformats.org/officeDocument/2006/relationships/font" Target="fonts/OpenSans-bold.fntdata"/><Relationship Id="rId16" Type="http://schemas.openxmlformats.org/officeDocument/2006/relationships/slide" Target="slides/slide11.xml"/><Relationship Id="rId38" Type="http://schemas.openxmlformats.org/officeDocument/2006/relationships/font" Target="fonts/OpenSans-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3" name="Google Shape;93;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3" name="Google Shape;103;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3" name="Google Shape;133;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9" name="Google Shape;139;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6" name="Google Shape;146;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5" name="Google Shape;15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 name="Google Shape;162;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0" name="Google Shape;170;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8" name="Google Shape;178;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6" name="Google Shape;186;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5" name="Google Shape;195;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2" name="Google Shape;202;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9" name="Google Shape;209;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6" name="Google Shape;216;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3" name="Google Shape;223;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9" name="Google Shape;229;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4" name="Google Shape;234;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4" name="Google Shape;244;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2" name="Google Shape;252;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8" name="Google Shape;258;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8" name="Google Shape;268;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4" name="Google Shape;274;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0" name="Google Shape;280;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13" name="Shape 13"/>
        <p:cNvGrpSpPr/>
        <p:nvPr/>
      </p:nvGrpSpPr>
      <p:grpSpPr>
        <a:xfrm>
          <a:off x="0" y="0"/>
          <a:ext cx="0" cy="0"/>
          <a:chOff x="0" y="0"/>
          <a:chExt cx="0" cy="0"/>
        </a:xfrm>
      </p:grpSpPr>
      <p:sp>
        <p:nvSpPr>
          <p:cNvPr id="14" name="Google Shape;14;p38"/>
          <p:cNvSpPr txBox="1"/>
          <p:nvPr>
            <p:ph idx="10" type="dt"/>
          </p:nvPr>
        </p:nvSpPr>
        <p:spPr>
          <a:xfrm>
            <a:off x="1877517" y="9563519"/>
            <a:ext cx="3494583" cy="52269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38"/>
          <p:cNvSpPr txBox="1"/>
          <p:nvPr>
            <p:ph idx="11" type="ftr"/>
          </p:nvPr>
        </p:nvSpPr>
        <p:spPr>
          <a:xfrm>
            <a:off x="6057900" y="9563519"/>
            <a:ext cx="6172200" cy="51869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38"/>
          <p:cNvSpPr txBox="1"/>
          <p:nvPr>
            <p:ph idx="12" type="sldNum"/>
          </p:nvPr>
        </p:nvSpPr>
        <p:spPr>
          <a:xfrm>
            <a:off x="12915902" y="9563519"/>
            <a:ext cx="4229099" cy="518694"/>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595959"/>
              </a:buClr>
              <a:buSzPts val="1800"/>
              <a:buFont typeface="Gill Sans"/>
              <a:buNone/>
              <a:defRPr/>
            </a:lvl1pPr>
            <a:lvl2pPr indent="0" lvl="1" marL="0" algn="r">
              <a:spcBef>
                <a:spcPts val="0"/>
              </a:spcBef>
              <a:spcAft>
                <a:spcPts val="0"/>
              </a:spcAft>
              <a:buClr>
                <a:srgbClr val="595959"/>
              </a:buClr>
              <a:buSzPts val="1800"/>
              <a:buFont typeface="Gill Sans"/>
              <a:buNone/>
              <a:defRPr/>
            </a:lvl2pPr>
            <a:lvl3pPr indent="0" lvl="2" marL="0" algn="r">
              <a:spcBef>
                <a:spcPts val="0"/>
              </a:spcBef>
              <a:spcAft>
                <a:spcPts val="0"/>
              </a:spcAft>
              <a:buClr>
                <a:srgbClr val="595959"/>
              </a:buClr>
              <a:buSzPts val="1800"/>
              <a:buFont typeface="Gill Sans"/>
              <a:buNone/>
              <a:defRPr/>
            </a:lvl3pPr>
            <a:lvl4pPr indent="0" lvl="3" marL="0" algn="r">
              <a:spcBef>
                <a:spcPts val="0"/>
              </a:spcBef>
              <a:spcAft>
                <a:spcPts val="0"/>
              </a:spcAft>
              <a:buClr>
                <a:srgbClr val="595959"/>
              </a:buClr>
              <a:buSzPts val="1800"/>
              <a:buFont typeface="Gill Sans"/>
              <a:buNone/>
              <a:defRPr/>
            </a:lvl4pPr>
            <a:lvl5pPr indent="0" lvl="4" marL="0" algn="r">
              <a:spcBef>
                <a:spcPts val="0"/>
              </a:spcBef>
              <a:spcAft>
                <a:spcPts val="0"/>
              </a:spcAft>
              <a:buClr>
                <a:srgbClr val="595959"/>
              </a:buClr>
              <a:buSzPts val="1800"/>
              <a:buFont typeface="Gill Sans"/>
              <a:buNone/>
              <a:defRPr/>
            </a:lvl5pPr>
            <a:lvl6pPr indent="0" lvl="5" marL="0" algn="r">
              <a:spcBef>
                <a:spcPts val="0"/>
              </a:spcBef>
              <a:spcAft>
                <a:spcPts val="0"/>
              </a:spcAft>
              <a:buClr>
                <a:srgbClr val="595959"/>
              </a:buClr>
              <a:buSzPts val="1800"/>
              <a:buFont typeface="Gill Sans"/>
              <a:buNone/>
              <a:defRPr/>
            </a:lvl6pPr>
            <a:lvl7pPr indent="0" lvl="6" marL="0" algn="r">
              <a:spcBef>
                <a:spcPts val="0"/>
              </a:spcBef>
              <a:spcAft>
                <a:spcPts val="0"/>
              </a:spcAft>
              <a:buClr>
                <a:srgbClr val="595959"/>
              </a:buClr>
              <a:buSzPts val="1800"/>
              <a:buFont typeface="Gill Sans"/>
              <a:buNone/>
              <a:defRPr/>
            </a:lvl7pPr>
            <a:lvl8pPr indent="0" lvl="7" marL="0" algn="r">
              <a:spcBef>
                <a:spcPts val="0"/>
              </a:spcBef>
              <a:spcAft>
                <a:spcPts val="0"/>
              </a:spcAft>
              <a:buClr>
                <a:srgbClr val="595959"/>
              </a:buClr>
              <a:buSzPts val="1800"/>
              <a:buFont typeface="Gill Sans"/>
              <a:buNone/>
              <a:defRPr/>
            </a:lvl8pPr>
            <a:lvl9pPr indent="0" lvl="8" marL="0" algn="r">
              <a:spcBef>
                <a:spcPts val="0"/>
              </a:spcBef>
              <a:spcAft>
                <a:spcPts val="0"/>
              </a:spcAft>
              <a:buClr>
                <a:srgbClr val="595959"/>
              </a:buClr>
              <a:buSzPts val="1800"/>
              <a:buFont typeface="Gill Sans"/>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showMasterSp="0" type="title">
  <p:cSld name="TITLE">
    <p:bg>
      <p:bgPr>
        <a:solidFill>
          <a:schemeClr val="accent1"/>
        </a:solidFill>
      </p:bgPr>
    </p:bg>
    <p:spTree>
      <p:nvGrpSpPr>
        <p:cNvPr id="17" name="Shape 17"/>
        <p:cNvGrpSpPr/>
        <p:nvPr/>
      </p:nvGrpSpPr>
      <p:grpSpPr>
        <a:xfrm>
          <a:off x="0" y="0"/>
          <a:ext cx="0" cy="0"/>
          <a:chOff x="0" y="0"/>
          <a:chExt cx="0" cy="0"/>
        </a:xfrm>
      </p:grpSpPr>
      <p:sp>
        <p:nvSpPr>
          <p:cNvPr id="18" name="Google Shape;18;p39" title="scalloped circle"/>
          <p:cNvSpPr/>
          <p:nvPr/>
        </p:nvSpPr>
        <p:spPr>
          <a:xfrm>
            <a:off x="5335525" y="946405"/>
            <a:ext cx="7853363" cy="7843838"/>
          </a:xfrm>
          <a:custGeom>
            <a:rect b="b" l="l" r="r" t="t"/>
            <a:pathLst>
              <a:path extrusionOk="0" h="3294" w="3298">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lt2"/>
          </a:solidFill>
          <a:ln>
            <a:noFill/>
          </a:ln>
        </p:spPr>
      </p:sp>
      <p:sp>
        <p:nvSpPr>
          <p:cNvPr id="19" name="Google Shape;19;p39"/>
          <p:cNvSpPr txBox="1"/>
          <p:nvPr>
            <p:ph type="ctrTitle"/>
          </p:nvPr>
        </p:nvSpPr>
        <p:spPr>
          <a:xfrm>
            <a:off x="1617785" y="1647582"/>
            <a:ext cx="15477627" cy="6592482"/>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chemeClr val="dk2"/>
              </a:buClr>
              <a:buSzPts val="15000"/>
              <a:buFont typeface="Impact"/>
              <a:buNone/>
              <a:defRPr sz="1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39"/>
          <p:cNvSpPr txBox="1"/>
          <p:nvPr>
            <p:ph idx="1" type="subTitle"/>
          </p:nvPr>
        </p:nvSpPr>
        <p:spPr>
          <a:xfrm>
            <a:off x="3322568" y="8968795"/>
            <a:ext cx="12068060" cy="1113419"/>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1050"/>
              </a:spcBef>
              <a:spcAft>
                <a:spcPts val="0"/>
              </a:spcAft>
              <a:buSzPts val="3000"/>
              <a:buNone/>
              <a:defRPr b="1" i="0" sz="3000" cap="none">
                <a:solidFill>
                  <a:schemeClr val="dk2"/>
                </a:solidFill>
              </a:defRPr>
            </a:lvl1pPr>
            <a:lvl2pPr lvl="1" algn="ctr">
              <a:lnSpc>
                <a:spcPct val="110000"/>
              </a:lnSpc>
              <a:spcBef>
                <a:spcPts val="1050"/>
              </a:spcBef>
              <a:spcAft>
                <a:spcPts val="0"/>
              </a:spcAft>
              <a:buSzPts val="3000"/>
              <a:buNone/>
              <a:defRPr sz="3000"/>
            </a:lvl2pPr>
            <a:lvl3pPr lvl="2" algn="ctr">
              <a:lnSpc>
                <a:spcPct val="110000"/>
              </a:lnSpc>
              <a:spcBef>
                <a:spcPts val="1050"/>
              </a:spcBef>
              <a:spcAft>
                <a:spcPts val="0"/>
              </a:spcAft>
              <a:buSzPts val="2700"/>
              <a:buNone/>
              <a:defRPr sz="2700"/>
            </a:lvl3pPr>
            <a:lvl4pPr lvl="3" algn="ctr">
              <a:lnSpc>
                <a:spcPct val="110000"/>
              </a:lnSpc>
              <a:spcBef>
                <a:spcPts val="1050"/>
              </a:spcBef>
              <a:spcAft>
                <a:spcPts val="0"/>
              </a:spcAft>
              <a:buSzPts val="2400"/>
              <a:buNone/>
              <a:defRPr sz="2400"/>
            </a:lvl4pPr>
            <a:lvl5pPr lvl="4" algn="ctr">
              <a:lnSpc>
                <a:spcPct val="110000"/>
              </a:lnSpc>
              <a:spcBef>
                <a:spcPts val="1050"/>
              </a:spcBef>
              <a:spcAft>
                <a:spcPts val="0"/>
              </a:spcAft>
              <a:buSzPts val="2400"/>
              <a:buNone/>
              <a:defRPr sz="2400"/>
            </a:lvl5pPr>
            <a:lvl6pPr lvl="5" algn="ctr">
              <a:lnSpc>
                <a:spcPct val="110000"/>
              </a:lnSpc>
              <a:spcBef>
                <a:spcPts val="1050"/>
              </a:spcBef>
              <a:spcAft>
                <a:spcPts val="0"/>
              </a:spcAft>
              <a:buSzPts val="2400"/>
              <a:buNone/>
              <a:defRPr sz="2400"/>
            </a:lvl6pPr>
            <a:lvl7pPr lvl="6" algn="ctr">
              <a:lnSpc>
                <a:spcPct val="110000"/>
              </a:lnSpc>
              <a:spcBef>
                <a:spcPts val="1050"/>
              </a:spcBef>
              <a:spcAft>
                <a:spcPts val="0"/>
              </a:spcAft>
              <a:buSzPts val="2400"/>
              <a:buNone/>
              <a:defRPr sz="2400"/>
            </a:lvl7pPr>
            <a:lvl8pPr lvl="7" algn="ctr">
              <a:lnSpc>
                <a:spcPct val="110000"/>
              </a:lnSpc>
              <a:spcBef>
                <a:spcPts val="1050"/>
              </a:spcBef>
              <a:spcAft>
                <a:spcPts val="0"/>
              </a:spcAft>
              <a:buSzPts val="2400"/>
              <a:buNone/>
              <a:defRPr sz="2400"/>
            </a:lvl8pPr>
            <a:lvl9pPr lvl="8" algn="ctr">
              <a:lnSpc>
                <a:spcPct val="110000"/>
              </a:lnSpc>
              <a:spcBef>
                <a:spcPts val="1050"/>
              </a:spcBef>
              <a:spcAft>
                <a:spcPts val="0"/>
              </a:spcAft>
              <a:buSzPts val="2400"/>
              <a:buNone/>
              <a:defRPr sz="2400"/>
            </a:lvl9pPr>
          </a:lstStyle>
          <a:p/>
        </p:txBody>
      </p:sp>
      <p:sp>
        <p:nvSpPr>
          <p:cNvPr id="21" name="Google Shape;21;p39"/>
          <p:cNvSpPr txBox="1"/>
          <p:nvPr>
            <p:ph idx="10" type="dt"/>
          </p:nvPr>
        </p:nvSpPr>
        <p:spPr>
          <a:xfrm>
            <a:off x="1617785" y="9563519"/>
            <a:ext cx="3494583" cy="52269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895E0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9"/>
          <p:cNvSpPr txBox="1"/>
          <p:nvPr>
            <p:ph idx="11" type="ftr"/>
          </p:nvPr>
        </p:nvSpPr>
        <p:spPr>
          <a:xfrm>
            <a:off x="6270498" y="9563519"/>
            <a:ext cx="6172200" cy="51869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895E0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9"/>
          <p:cNvSpPr txBox="1"/>
          <p:nvPr>
            <p:ph idx="12" type="sldNum"/>
          </p:nvPr>
        </p:nvSpPr>
        <p:spPr>
          <a:xfrm>
            <a:off x="13600828" y="9563519"/>
            <a:ext cx="3494585" cy="518694"/>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95E04"/>
              </a:buClr>
              <a:buSzPts val="1800"/>
              <a:buFont typeface="Gill Sans"/>
              <a:buNone/>
              <a:defRPr sz="1800">
                <a:solidFill>
                  <a:srgbClr val="895E04"/>
                </a:solidFill>
                <a:latin typeface="Gill Sans"/>
                <a:ea typeface="Gill Sans"/>
                <a:cs typeface="Gill Sans"/>
                <a:sym typeface="Gill Sans"/>
              </a:defRPr>
            </a:lvl1pPr>
            <a:lvl2pPr indent="0" lvl="1" marL="0" marR="0" algn="r">
              <a:spcBef>
                <a:spcPts val="0"/>
              </a:spcBef>
              <a:spcAft>
                <a:spcPts val="0"/>
              </a:spcAft>
              <a:buClr>
                <a:srgbClr val="895E04"/>
              </a:buClr>
              <a:buSzPts val="1800"/>
              <a:buFont typeface="Gill Sans"/>
              <a:buNone/>
              <a:defRPr sz="1800">
                <a:solidFill>
                  <a:srgbClr val="895E04"/>
                </a:solidFill>
                <a:latin typeface="Gill Sans"/>
                <a:ea typeface="Gill Sans"/>
                <a:cs typeface="Gill Sans"/>
                <a:sym typeface="Gill Sans"/>
              </a:defRPr>
            </a:lvl2pPr>
            <a:lvl3pPr indent="0" lvl="2" marL="0" marR="0" algn="r">
              <a:spcBef>
                <a:spcPts val="0"/>
              </a:spcBef>
              <a:spcAft>
                <a:spcPts val="0"/>
              </a:spcAft>
              <a:buClr>
                <a:srgbClr val="895E04"/>
              </a:buClr>
              <a:buSzPts val="1800"/>
              <a:buFont typeface="Gill Sans"/>
              <a:buNone/>
              <a:defRPr sz="1800">
                <a:solidFill>
                  <a:srgbClr val="895E04"/>
                </a:solidFill>
                <a:latin typeface="Gill Sans"/>
                <a:ea typeface="Gill Sans"/>
                <a:cs typeface="Gill Sans"/>
                <a:sym typeface="Gill Sans"/>
              </a:defRPr>
            </a:lvl3pPr>
            <a:lvl4pPr indent="0" lvl="3" marL="0" marR="0" algn="r">
              <a:spcBef>
                <a:spcPts val="0"/>
              </a:spcBef>
              <a:spcAft>
                <a:spcPts val="0"/>
              </a:spcAft>
              <a:buClr>
                <a:srgbClr val="895E04"/>
              </a:buClr>
              <a:buSzPts val="1800"/>
              <a:buFont typeface="Gill Sans"/>
              <a:buNone/>
              <a:defRPr sz="1800">
                <a:solidFill>
                  <a:srgbClr val="895E04"/>
                </a:solidFill>
                <a:latin typeface="Gill Sans"/>
                <a:ea typeface="Gill Sans"/>
                <a:cs typeface="Gill Sans"/>
                <a:sym typeface="Gill Sans"/>
              </a:defRPr>
            </a:lvl4pPr>
            <a:lvl5pPr indent="0" lvl="4" marL="0" marR="0" algn="r">
              <a:spcBef>
                <a:spcPts val="0"/>
              </a:spcBef>
              <a:spcAft>
                <a:spcPts val="0"/>
              </a:spcAft>
              <a:buClr>
                <a:srgbClr val="895E04"/>
              </a:buClr>
              <a:buSzPts val="1800"/>
              <a:buFont typeface="Gill Sans"/>
              <a:buNone/>
              <a:defRPr sz="1800">
                <a:solidFill>
                  <a:srgbClr val="895E04"/>
                </a:solidFill>
                <a:latin typeface="Gill Sans"/>
                <a:ea typeface="Gill Sans"/>
                <a:cs typeface="Gill Sans"/>
                <a:sym typeface="Gill Sans"/>
              </a:defRPr>
            </a:lvl5pPr>
            <a:lvl6pPr indent="0" lvl="5" marL="0" marR="0" algn="r">
              <a:spcBef>
                <a:spcPts val="0"/>
              </a:spcBef>
              <a:spcAft>
                <a:spcPts val="0"/>
              </a:spcAft>
              <a:buClr>
                <a:srgbClr val="895E04"/>
              </a:buClr>
              <a:buSzPts val="1800"/>
              <a:buFont typeface="Gill Sans"/>
              <a:buNone/>
              <a:defRPr sz="1800">
                <a:solidFill>
                  <a:srgbClr val="895E04"/>
                </a:solidFill>
                <a:latin typeface="Gill Sans"/>
                <a:ea typeface="Gill Sans"/>
                <a:cs typeface="Gill Sans"/>
                <a:sym typeface="Gill Sans"/>
              </a:defRPr>
            </a:lvl6pPr>
            <a:lvl7pPr indent="0" lvl="6" marL="0" marR="0" algn="r">
              <a:spcBef>
                <a:spcPts val="0"/>
              </a:spcBef>
              <a:spcAft>
                <a:spcPts val="0"/>
              </a:spcAft>
              <a:buClr>
                <a:srgbClr val="895E04"/>
              </a:buClr>
              <a:buSzPts val="1800"/>
              <a:buFont typeface="Gill Sans"/>
              <a:buNone/>
              <a:defRPr sz="1800">
                <a:solidFill>
                  <a:srgbClr val="895E04"/>
                </a:solidFill>
                <a:latin typeface="Gill Sans"/>
                <a:ea typeface="Gill Sans"/>
                <a:cs typeface="Gill Sans"/>
                <a:sym typeface="Gill Sans"/>
              </a:defRPr>
            </a:lvl7pPr>
            <a:lvl8pPr indent="0" lvl="7" marL="0" marR="0" algn="r">
              <a:spcBef>
                <a:spcPts val="0"/>
              </a:spcBef>
              <a:spcAft>
                <a:spcPts val="0"/>
              </a:spcAft>
              <a:buClr>
                <a:srgbClr val="895E04"/>
              </a:buClr>
              <a:buSzPts val="1800"/>
              <a:buFont typeface="Gill Sans"/>
              <a:buNone/>
              <a:defRPr sz="1800">
                <a:solidFill>
                  <a:srgbClr val="895E04"/>
                </a:solidFill>
                <a:latin typeface="Gill Sans"/>
                <a:ea typeface="Gill Sans"/>
                <a:cs typeface="Gill Sans"/>
                <a:sym typeface="Gill Sans"/>
              </a:defRPr>
            </a:lvl8pPr>
            <a:lvl9pPr indent="0" lvl="8" marL="0" marR="0" algn="r">
              <a:spcBef>
                <a:spcPts val="0"/>
              </a:spcBef>
              <a:spcAft>
                <a:spcPts val="0"/>
              </a:spcAft>
              <a:buClr>
                <a:srgbClr val="895E04"/>
              </a:buClr>
              <a:buSzPts val="1800"/>
              <a:buFont typeface="Gill Sans"/>
              <a:buNone/>
              <a:defRPr sz="1800">
                <a:solidFill>
                  <a:srgbClr val="895E04"/>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24" name="Google Shape;24;p39" title="left edge border"/>
          <p:cNvSpPr/>
          <p:nvPr/>
        </p:nvSpPr>
        <p:spPr>
          <a:xfrm>
            <a:off x="0" y="0"/>
            <a:ext cx="425196" cy="10287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5" name="Shape 25"/>
        <p:cNvGrpSpPr/>
        <p:nvPr/>
      </p:nvGrpSpPr>
      <p:grpSpPr>
        <a:xfrm>
          <a:off x="0" y="0"/>
          <a:ext cx="0" cy="0"/>
          <a:chOff x="0" y="0"/>
          <a:chExt cx="0" cy="0"/>
        </a:xfrm>
      </p:grpSpPr>
      <p:sp>
        <p:nvSpPr>
          <p:cNvPr id="26" name="Google Shape;26;p40"/>
          <p:cNvSpPr txBox="1"/>
          <p:nvPr>
            <p:ph type="title"/>
          </p:nvPr>
        </p:nvSpPr>
        <p:spPr>
          <a:xfrm>
            <a:off x="1877517" y="573578"/>
            <a:ext cx="15267483" cy="2238198"/>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0"/>
          <p:cNvSpPr txBox="1"/>
          <p:nvPr>
            <p:ph idx="1" type="body"/>
          </p:nvPr>
        </p:nvSpPr>
        <p:spPr>
          <a:xfrm>
            <a:off x="1877517" y="3429002"/>
            <a:ext cx="15267483" cy="5390387"/>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50"/>
              </a:spcBef>
              <a:spcAft>
                <a:spcPts val="0"/>
              </a:spcAft>
              <a:buSzPts val="1800"/>
              <a:buChar char="•"/>
              <a:defRPr/>
            </a:lvl1pPr>
            <a:lvl2pPr indent="-342900" lvl="1" marL="914400" algn="l">
              <a:lnSpc>
                <a:spcPct val="110000"/>
              </a:lnSpc>
              <a:spcBef>
                <a:spcPts val="1050"/>
              </a:spcBef>
              <a:spcAft>
                <a:spcPts val="0"/>
              </a:spcAft>
              <a:buSzPts val="1800"/>
              <a:buChar char="–"/>
              <a:defRPr/>
            </a:lvl2pPr>
            <a:lvl3pPr indent="-342900" lvl="2" marL="1371600" algn="l">
              <a:lnSpc>
                <a:spcPct val="110000"/>
              </a:lnSpc>
              <a:spcBef>
                <a:spcPts val="1050"/>
              </a:spcBef>
              <a:spcAft>
                <a:spcPts val="0"/>
              </a:spcAft>
              <a:buSzPts val="1800"/>
              <a:buChar char="•"/>
              <a:defRPr/>
            </a:lvl3pPr>
            <a:lvl4pPr indent="-342900" lvl="3" marL="1828800" algn="l">
              <a:lnSpc>
                <a:spcPct val="110000"/>
              </a:lnSpc>
              <a:spcBef>
                <a:spcPts val="1050"/>
              </a:spcBef>
              <a:spcAft>
                <a:spcPts val="0"/>
              </a:spcAft>
              <a:buSzPts val="1800"/>
              <a:buChar char="–"/>
              <a:defRPr/>
            </a:lvl4pPr>
            <a:lvl5pPr indent="-342900" lvl="4" marL="2286000" algn="l">
              <a:lnSpc>
                <a:spcPct val="110000"/>
              </a:lnSpc>
              <a:spcBef>
                <a:spcPts val="1050"/>
              </a:spcBef>
              <a:spcAft>
                <a:spcPts val="0"/>
              </a:spcAft>
              <a:buSzPts val="1800"/>
              <a:buChar char="•"/>
              <a:defRPr/>
            </a:lvl5pPr>
            <a:lvl6pPr indent="-342900" lvl="5" marL="2743200" algn="l">
              <a:lnSpc>
                <a:spcPct val="110000"/>
              </a:lnSpc>
              <a:spcBef>
                <a:spcPts val="1050"/>
              </a:spcBef>
              <a:spcAft>
                <a:spcPts val="0"/>
              </a:spcAft>
              <a:buSzPts val="1800"/>
              <a:buChar char="–"/>
              <a:defRPr/>
            </a:lvl6pPr>
            <a:lvl7pPr indent="-342900" lvl="6" marL="3200400" algn="l">
              <a:lnSpc>
                <a:spcPct val="110000"/>
              </a:lnSpc>
              <a:spcBef>
                <a:spcPts val="1050"/>
              </a:spcBef>
              <a:spcAft>
                <a:spcPts val="0"/>
              </a:spcAft>
              <a:buSzPts val="1800"/>
              <a:buChar char="•"/>
              <a:defRPr/>
            </a:lvl7pPr>
            <a:lvl8pPr indent="-342900" lvl="7" marL="3657600" algn="l">
              <a:lnSpc>
                <a:spcPct val="110000"/>
              </a:lnSpc>
              <a:spcBef>
                <a:spcPts val="1050"/>
              </a:spcBef>
              <a:spcAft>
                <a:spcPts val="0"/>
              </a:spcAft>
              <a:buSzPts val="1800"/>
              <a:buChar char="–"/>
              <a:defRPr/>
            </a:lvl8pPr>
            <a:lvl9pPr indent="-342900" lvl="8" marL="4114800" algn="l">
              <a:lnSpc>
                <a:spcPct val="110000"/>
              </a:lnSpc>
              <a:spcBef>
                <a:spcPts val="1050"/>
              </a:spcBef>
              <a:spcAft>
                <a:spcPts val="0"/>
              </a:spcAft>
              <a:buSzPts val="1800"/>
              <a:buChar char="•"/>
              <a:defRPr/>
            </a:lvl9pPr>
          </a:lstStyle>
          <a:p/>
        </p:txBody>
      </p:sp>
      <p:sp>
        <p:nvSpPr>
          <p:cNvPr id="28" name="Google Shape;28;p40"/>
          <p:cNvSpPr txBox="1"/>
          <p:nvPr>
            <p:ph idx="10" type="dt"/>
          </p:nvPr>
        </p:nvSpPr>
        <p:spPr>
          <a:xfrm>
            <a:off x="1877517" y="9563519"/>
            <a:ext cx="3494583" cy="52269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0"/>
          <p:cNvSpPr txBox="1"/>
          <p:nvPr>
            <p:ph idx="11" type="ftr"/>
          </p:nvPr>
        </p:nvSpPr>
        <p:spPr>
          <a:xfrm>
            <a:off x="6057900" y="9563519"/>
            <a:ext cx="6172200" cy="51869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0"/>
          <p:cNvSpPr txBox="1"/>
          <p:nvPr>
            <p:ph idx="12" type="sldNum"/>
          </p:nvPr>
        </p:nvSpPr>
        <p:spPr>
          <a:xfrm>
            <a:off x="12915902" y="9563519"/>
            <a:ext cx="4229099" cy="518694"/>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595959"/>
              </a:buClr>
              <a:buSzPts val="1800"/>
              <a:buFont typeface="Gill Sans"/>
              <a:buNone/>
              <a:defRPr/>
            </a:lvl1pPr>
            <a:lvl2pPr indent="0" lvl="1" marL="0" algn="r">
              <a:spcBef>
                <a:spcPts val="0"/>
              </a:spcBef>
              <a:spcAft>
                <a:spcPts val="0"/>
              </a:spcAft>
              <a:buClr>
                <a:srgbClr val="595959"/>
              </a:buClr>
              <a:buSzPts val="1800"/>
              <a:buFont typeface="Gill Sans"/>
              <a:buNone/>
              <a:defRPr/>
            </a:lvl2pPr>
            <a:lvl3pPr indent="0" lvl="2" marL="0" algn="r">
              <a:spcBef>
                <a:spcPts val="0"/>
              </a:spcBef>
              <a:spcAft>
                <a:spcPts val="0"/>
              </a:spcAft>
              <a:buClr>
                <a:srgbClr val="595959"/>
              </a:buClr>
              <a:buSzPts val="1800"/>
              <a:buFont typeface="Gill Sans"/>
              <a:buNone/>
              <a:defRPr/>
            </a:lvl3pPr>
            <a:lvl4pPr indent="0" lvl="3" marL="0" algn="r">
              <a:spcBef>
                <a:spcPts val="0"/>
              </a:spcBef>
              <a:spcAft>
                <a:spcPts val="0"/>
              </a:spcAft>
              <a:buClr>
                <a:srgbClr val="595959"/>
              </a:buClr>
              <a:buSzPts val="1800"/>
              <a:buFont typeface="Gill Sans"/>
              <a:buNone/>
              <a:defRPr/>
            </a:lvl4pPr>
            <a:lvl5pPr indent="0" lvl="4" marL="0" algn="r">
              <a:spcBef>
                <a:spcPts val="0"/>
              </a:spcBef>
              <a:spcAft>
                <a:spcPts val="0"/>
              </a:spcAft>
              <a:buClr>
                <a:srgbClr val="595959"/>
              </a:buClr>
              <a:buSzPts val="1800"/>
              <a:buFont typeface="Gill Sans"/>
              <a:buNone/>
              <a:defRPr/>
            </a:lvl5pPr>
            <a:lvl6pPr indent="0" lvl="5" marL="0" algn="r">
              <a:spcBef>
                <a:spcPts val="0"/>
              </a:spcBef>
              <a:spcAft>
                <a:spcPts val="0"/>
              </a:spcAft>
              <a:buClr>
                <a:srgbClr val="595959"/>
              </a:buClr>
              <a:buSzPts val="1800"/>
              <a:buFont typeface="Gill Sans"/>
              <a:buNone/>
              <a:defRPr/>
            </a:lvl6pPr>
            <a:lvl7pPr indent="0" lvl="6" marL="0" algn="r">
              <a:spcBef>
                <a:spcPts val="0"/>
              </a:spcBef>
              <a:spcAft>
                <a:spcPts val="0"/>
              </a:spcAft>
              <a:buClr>
                <a:srgbClr val="595959"/>
              </a:buClr>
              <a:buSzPts val="1800"/>
              <a:buFont typeface="Gill Sans"/>
              <a:buNone/>
              <a:defRPr/>
            </a:lvl7pPr>
            <a:lvl8pPr indent="0" lvl="7" marL="0" algn="r">
              <a:spcBef>
                <a:spcPts val="0"/>
              </a:spcBef>
              <a:spcAft>
                <a:spcPts val="0"/>
              </a:spcAft>
              <a:buClr>
                <a:srgbClr val="595959"/>
              </a:buClr>
              <a:buSzPts val="1800"/>
              <a:buFont typeface="Gill Sans"/>
              <a:buNone/>
              <a:defRPr/>
            </a:lvl8pPr>
            <a:lvl9pPr indent="0" lvl="8" marL="0" algn="r">
              <a:spcBef>
                <a:spcPts val="0"/>
              </a:spcBef>
              <a:spcAft>
                <a:spcPts val="0"/>
              </a:spcAft>
              <a:buClr>
                <a:srgbClr val="595959"/>
              </a:buClr>
              <a:buSzPts val="1800"/>
              <a:buFont typeface="Gill Sans"/>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showMasterSp="0" type="secHead">
  <p:cSld name="SECTION_HEADER">
    <p:bg>
      <p:bgPr>
        <a:solidFill>
          <a:schemeClr val="dk2"/>
        </a:solidFill>
      </p:bgPr>
    </p:bg>
    <p:spTree>
      <p:nvGrpSpPr>
        <p:cNvPr id="31" name="Shape 31"/>
        <p:cNvGrpSpPr/>
        <p:nvPr/>
      </p:nvGrpSpPr>
      <p:grpSpPr>
        <a:xfrm>
          <a:off x="0" y="0"/>
          <a:ext cx="0" cy="0"/>
          <a:chOff x="0" y="0"/>
          <a:chExt cx="0" cy="0"/>
        </a:xfrm>
      </p:grpSpPr>
      <p:sp>
        <p:nvSpPr>
          <p:cNvPr id="32" name="Google Shape;32;p41"/>
          <p:cNvSpPr txBox="1"/>
          <p:nvPr>
            <p:ph type="title"/>
          </p:nvPr>
        </p:nvSpPr>
        <p:spPr>
          <a:xfrm>
            <a:off x="4864394" y="1610833"/>
            <a:ext cx="12280607" cy="609694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2"/>
              </a:buClr>
              <a:buSzPts val="12600"/>
              <a:buFont typeface="Impact"/>
              <a:buNone/>
              <a:defRPr sz="1260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41"/>
          <p:cNvSpPr txBox="1"/>
          <p:nvPr>
            <p:ph idx="1" type="body"/>
          </p:nvPr>
        </p:nvSpPr>
        <p:spPr>
          <a:xfrm>
            <a:off x="4864395" y="7739672"/>
            <a:ext cx="10526232" cy="142670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50"/>
              </a:spcBef>
              <a:spcAft>
                <a:spcPts val="0"/>
              </a:spcAft>
              <a:buSzPts val="3000"/>
              <a:buNone/>
              <a:defRPr b="1" i="0" sz="3000" cap="none">
                <a:solidFill>
                  <a:schemeClr val="accent1"/>
                </a:solidFill>
              </a:defRPr>
            </a:lvl1pPr>
            <a:lvl2pPr indent="-228600" lvl="1" marL="914400" algn="l">
              <a:lnSpc>
                <a:spcPct val="110000"/>
              </a:lnSpc>
              <a:spcBef>
                <a:spcPts val="1050"/>
              </a:spcBef>
              <a:spcAft>
                <a:spcPts val="0"/>
              </a:spcAft>
              <a:buSzPts val="3000"/>
              <a:buNone/>
              <a:defRPr sz="3000">
                <a:solidFill>
                  <a:schemeClr val="lt1"/>
                </a:solidFill>
              </a:defRPr>
            </a:lvl2pPr>
            <a:lvl3pPr indent="-228600" lvl="2" marL="1371600" algn="l">
              <a:lnSpc>
                <a:spcPct val="110000"/>
              </a:lnSpc>
              <a:spcBef>
                <a:spcPts val="1050"/>
              </a:spcBef>
              <a:spcAft>
                <a:spcPts val="0"/>
              </a:spcAft>
              <a:buSzPts val="2700"/>
              <a:buNone/>
              <a:defRPr sz="2700">
                <a:solidFill>
                  <a:schemeClr val="lt1"/>
                </a:solidFill>
              </a:defRPr>
            </a:lvl3pPr>
            <a:lvl4pPr indent="-228600" lvl="3" marL="1828800" algn="l">
              <a:lnSpc>
                <a:spcPct val="110000"/>
              </a:lnSpc>
              <a:spcBef>
                <a:spcPts val="1050"/>
              </a:spcBef>
              <a:spcAft>
                <a:spcPts val="0"/>
              </a:spcAft>
              <a:buSzPts val="2400"/>
              <a:buNone/>
              <a:defRPr sz="2400">
                <a:solidFill>
                  <a:schemeClr val="lt1"/>
                </a:solidFill>
              </a:defRPr>
            </a:lvl4pPr>
            <a:lvl5pPr indent="-228600" lvl="4" marL="2286000" algn="l">
              <a:lnSpc>
                <a:spcPct val="110000"/>
              </a:lnSpc>
              <a:spcBef>
                <a:spcPts val="1050"/>
              </a:spcBef>
              <a:spcAft>
                <a:spcPts val="0"/>
              </a:spcAft>
              <a:buSzPts val="2400"/>
              <a:buNone/>
              <a:defRPr sz="2400">
                <a:solidFill>
                  <a:schemeClr val="lt1"/>
                </a:solidFill>
              </a:defRPr>
            </a:lvl5pPr>
            <a:lvl6pPr indent="-228600" lvl="5" marL="2743200" algn="l">
              <a:lnSpc>
                <a:spcPct val="110000"/>
              </a:lnSpc>
              <a:spcBef>
                <a:spcPts val="1050"/>
              </a:spcBef>
              <a:spcAft>
                <a:spcPts val="0"/>
              </a:spcAft>
              <a:buSzPts val="2400"/>
              <a:buNone/>
              <a:defRPr sz="2400">
                <a:solidFill>
                  <a:schemeClr val="lt1"/>
                </a:solidFill>
              </a:defRPr>
            </a:lvl6pPr>
            <a:lvl7pPr indent="-228600" lvl="6" marL="3200400" algn="l">
              <a:lnSpc>
                <a:spcPct val="110000"/>
              </a:lnSpc>
              <a:spcBef>
                <a:spcPts val="1050"/>
              </a:spcBef>
              <a:spcAft>
                <a:spcPts val="0"/>
              </a:spcAft>
              <a:buSzPts val="2400"/>
              <a:buNone/>
              <a:defRPr sz="2400">
                <a:solidFill>
                  <a:schemeClr val="lt1"/>
                </a:solidFill>
              </a:defRPr>
            </a:lvl7pPr>
            <a:lvl8pPr indent="-228600" lvl="7" marL="3657600" algn="l">
              <a:lnSpc>
                <a:spcPct val="110000"/>
              </a:lnSpc>
              <a:spcBef>
                <a:spcPts val="1050"/>
              </a:spcBef>
              <a:spcAft>
                <a:spcPts val="0"/>
              </a:spcAft>
              <a:buSzPts val="2400"/>
              <a:buNone/>
              <a:defRPr sz="2400">
                <a:solidFill>
                  <a:schemeClr val="lt1"/>
                </a:solidFill>
              </a:defRPr>
            </a:lvl8pPr>
            <a:lvl9pPr indent="-228600" lvl="8" marL="4114800" algn="l">
              <a:lnSpc>
                <a:spcPct val="110000"/>
              </a:lnSpc>
              <a:spcBef>
                <a:spcPts val="1050"/>
              </a:spcBef>
              <a:spcAft>
                <a:spcPts val="0"/>
              </a:spcAft>
              <a:buSzPts val="2400"/>
              <a:buNone/>
              <a:defRPr sz="2400">
                <a:solidFill>
                  <a:schemeClr val="lt1"/>
                </a:solidFill>
              </a:defRPr>
            </a:lvl9pPr>
          </a:lstStyle>
          <a:p/>
        </p:txBody>
      </p:sp>
      <p:sp>
        <p:nvSpPr>
          <p:cNvPr id="34" name="Google Shape;34;p41"/>
          <p:cNvSpPr txBox="1"/>
          <p:nvPr>
            <p:ph idx="10" type="dt"/>
          </p:nvPr>
        </p:nvSpPr>
        <p:spPr>
          <a:xfrm>
            <a:off x="4854820" y="9563519"/>
            <a:ext cx="2240921" cy="52269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41"/>
          <p:cNvSpPr txBox="1"/>
          <p:nvPr>
            <p:ph idx="11" type="ftr"/>
          </p:nvPr>
        </p:nvSpPr>
        <p:spPr>
          <a:xfrm>
            <a:off x="7918596" y="9563519"/>
            <a:ext cx="6172200" cy="51869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41"/>
          <p:cNvSpPr txBox="1"/>
          <p:nvPr>
            <p:ph idx="12" type="sldNum"/>
          </p:nvPr>
        </p:nvSpPr>
        <p:spPr>
          <a:xfrm>
            <a:off x="14913651" y="9563519"/>
            <a:ext cx="2231349" cy="518694"/>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chemeClr val="lt2"/>
              </a:buClr>
              <a:buSzPts val="1800"/>
              <a:buFont typeface="Gill Sans"/>
              <a:buNone/>
              <a:defRPr sz="1800">
                <a:solidFill>
                  <a:schemeClr val="lt2"/>
                </a:solidFill>
                <a:latin typeface="Gill Sans"/>
                <a:ea typeface="Gill Sans"/>
                <a:cs typeface="Gill Sans"/>
                <a:sym typeface="Gill Sans"/>
              </a:defRPr>
            </a:lvl1pPr>
            <a:lvl2pPr indent="0" lvl="1" marL="0" marR="0" algn="r">
              <a:spcBef>
                <a:spcPts val="0"/>
              </a:spcBef>
              <a:spcAft>
                <a:spcPts val="0"/>
              </a:spcAft>
              <a:buClr>
                <a:schemeClr val="lt2"/>
              </a:buClr>
              <a:buSzPts val="1800"/>
              <a:buFont typeface="Gill Sans"/>
              <a:buNone/>
              <a:defRPr sz="1800">
                <a:solidFill>
                  <a:schemeClr val="lt2"/>
                </a:solidFill>
                <a:latin typeface="Gill Sans"/>
                <a:ea typeface="Gill Sans"/>
                <a:cs typeface="Gill Sans"/>
                <a:sym typeface="Gill Sans"/>
              </a:defRPr>
            </a:lvl2pPr>
            <a:lvl3pPr indent="0" lvl="2" marL="0" marR="0" algn="r">
              <a:spcBef>
                <a:spcPts val="0"/>
              </a:spcBef>
              <a:spcAft>
                <a:spcPts val="0"/>
              </a:spcAft>
              <a:buClr>
                <a:schemeClr val="lt2"/>
              </a:buClr>
              <a:buSzPts val="1800"/>
              <a:buFont typeface="Gill Sans"/>
              <a:buNone/>
              <a:defRPr sz="1800">
                <a:solidFill>
                  <a:schemeClr val="lt2"/>
                </a:solidFill>
                <a:latin typeface="Gill Sans"/>
                <a:ea typeface="Gill Sans"/>
                <a:cs typeface="Gill Sans"/>
                <a:sym typeface="Gill Sans"/>
              </a:defRPr>
            </a:lvl3pPr>
            <a:lvl4pPr indent="0" lvl="3" marL="0" marR="0" algn="r">
              <a:spcBef>
                <a:spcPts val="0"/>
              </a:spcBef>
              <a:spcAft>
                <a:spcPts val="0"/>
              </a:spcAft>
              <a:buClr>
                <a:schemeClr val="lt2"/>
              </a:buClr>
              <a:buSzPts val="1800"/>
              <a:buFont typeface="Gill Sans"/>
              <a:buNone/>
              <a:defRPr sz="1800">
                <a:solidFill>
                  <a:schemeClr val="lt2"/>
                </a:solidFill>
                <a:latin typeface="Gill Sans"/>
                <a:ea typeface="Gill Sans"/>
                <a:cs typeface="Gill Sans"/>
                <a:sym typeface="Gill Sans"/>
              </a:defRPr>
            </a:lvl4pPr>
            <a:lvl5pPr indent="0" lvl="4" marL="0" marR="0" algn="r">
              <a:spcBef>
                <a:spcPts val="0"/>
              </a:spcBef>
              <a:spcAft>
                <a:spcPts val="0"/>
              </a:spcAft>
              <a:buClr>
                <a:schemeClr val="lt2"/>
              </a:buClr>
              <a:buSzPts val="1800"/>
              <a:buFont typeface="Gill Sans"/>
              <a:buNone/>
              <a:defRPr sz="1800">
                <a:solidFill>
                  <a:schemeClr val="lt2"/>
                </a:solidFill>
                <a:latin typeface="Gill Sans"/>
                <a:ea typeface="Gill Sans"/>
                <a:cs typeface="Gill Sans"/>
                <a:sym typeface="Gill Sans"/>
              </a:defRPr>
            </a:lvl5pPr>
            <a:lvl6pPr indent="0" lvl="5" marL="0" marR="0" algn="r">
              <a:spcBef>
                <a:spcPts val="0"/>
              </a:spcBef>
              <a:spcAft>
                <a:spcPts val="0"/>
              </a:spcAft>
              <a:buClr>
                <a:schemeClr val="lt2"/>
              </a:buClr>
              <a:buSzPts val="1800"/>
              <a:buFont typeface="Gill Sans"/>
              <a:buNone/>
              <a:defRPr sz="1800">
                <a:solidFill>
                  <a:schemeClr val="lt2"/>
                </a:solidFill>
                <a:latin typeface="Gill Sans"/>
                <a:ea typeface="Gill Sans"/>
                <a:cs typeface="Gill Sans"/>
                <a:sym typeface="Gill Sans"/>
              </a:defRPr>
            </a:lvl6pPr>
            <a:lvl7pPr indent="0" lvl="6" marL="0" marR="0" algn="r">
              <a:spcBef>
                <a:spcPts val="0"/>
              </a:spcBef>
              <a:spcAft>
                <a:spcPts val="0"/>
              </a:spcAft>
              <a:buClr>
                <a:schemeClr val="lt2"/>
              </a:buClr>
              <a:buSzPts val="1800"/>
              <a:buFont typeface="Gill Sans"/>
              <a:buNone/>
              <a:defRPr sz="1800">
                <a:solidFill>
                  <a:schemeClr val="lt2"/>
                </a:solidFill>
                <a:latin typeface="Gill Sans"/>
                <a:ea typeface="Gill Sans"/>
                <a:cs typeface="Gill Sans"/>
                <a:sym typeface="Gill Sans"/>
              </a:defRPr>
            </a:lvl7pPr>
            <a:lvl8pPr indent="0" lvl="7" marL="0" marR="0" algn="r">
              <a:spcBef>
                <a:spcPts val="0"/>
              </a:spcBef>
              <a:spcAft>
                <a:spcPts val="0"/>
              </a:spcAft>
              <a:buClr>
                <a:schemeClr val="lt2"/>
              </a:buClr>
              <a:buSzPts val="1800"/>
              <a:buFont typeface="Gill Sans"/>
              <a:buNone/>
              <a:defRPr sz="1800">
                <a:solidFill>
                  <a:schemeClr val="lt2"/>
                </a:solidFill>
                <a:latin typeface="Gill Sans"/>
                <a:ea typeface="Gill Sans"/>
                <a:cs typeface="Gill Sans"/>
                <a:sym typeface="Gill Sans"/>
              </a:defRPr>
            </a:lvl8pPr>
            <a:lvl9pPr indent="0" lvl="8" marL="0" marR="0" algn="r">
              <a:spcBef>
                <a:spcPts val="0"/>
              </a:spcBef>
              <a:spcAft>
                <a:spcPts val="0"/>
              </a:spcAft>
              <a:buClr>
                <a:schemeClr val="lt2"/>
              </a:buClr>
              <a:buSzPts val="1800"/>
              <a:buFont typeface="Gill Sans"/>
              <a:buNone/>
              <a:defRPr sz="1800">
                <a:solidFill>
                  <a:schemeClr val="l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grpSp>
        <p:nvGrpSpPr>
          <p:cNvPr id="37" name="Google Shape;37;p41" title="left scallop shape"/>
          <p:cNvGrpSpPr/>
          <p:nvPr/>
        </p:nvGrpSpPr>
        <p:grpSpPr>
          <a:xfrm>
            <a:off x="0" y="0"/>
            <a:ext cx="4221957" cy="10287000"/>
            <a:chOff x="0" y="0"/>
            <a:chExt cx="2814638" cy="6858000"/>
          </a:xfrm>
        </p:grpSpPr>
        <p:sp>
          <p:nvSpPr>
            <p:cNvPr id="38" name="Google Shape;38;p41" title="left scallop shape"/>
            <p:cNvSpPr/>
            <p:nvPr/>
          </p:nvSpPr>
          <p:spPr>
            <a:xfrm>
              <a:off x="0" y="0"/>
              <a:ext cx="2814638" cy="6858000"/>
            </a:xfrm>
            <a:custGeom>
              <a:rect b="b" l="l" r="r" t="t"/>
              <a:pathLst>
                <a:path extrusionOk="0" h="4320" w="1773">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lt2"/>
            </a:solidFill>
            <a:ln>
              <a:noFill/>
            </a:ln>
          </p:spPr>
        </p:sp>
        <p:sp>
          <p:nvSpPr>
            <p:cNvPr id="39" name="Google Shape;39;p41" title="left scallop inline"/>
            <p:cNvSpPr/>
            <p:nvPr/>
          </p:nvSpPr>
          <p:spPr>
            <a:xfrm>
              <a:off x="874382" y="0"/>
              <a:ext cx="1646238" cy="6858000"/>
            </a:xfrm>
            <a:custGeom>
              <a:rect b="b" l="l" r="r" t="t"/>
              <a:pathLst>
                <a:path extrusionOk="0" h="4320" w="1037">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a:noFill/>
            </a:ln>
          </p:spPr>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40" name="Shape 40"/>
        <p:cNvGrpSpPr/>
        <p:nvPr/>
      </p:nvGrpSpPr>
      <p:grpSpPr>
        <a:xfrm>
          <a:off x="0" y="0"/>
          <a:ext cx="0" cy="0"/>
          <a:chOff x="0" y="0"/>
          <a:chExt cx="0" cy="0"/>
        </a:xfrm>
      </p:grpSpPr>
      <p:sp>
        <p:nvSpPr>
          <p:cNvPr id="41" name="Google Shape;41;p42"/>
          <p:cNvSpPr txBox="1"/>
          <p:nvPr>
            <p:ph type="title"/>
          </p:nvPr>
        </p:nvSpPr>
        <p:spPr>
          <a:xfrm>
            <a:off x="1877517" y="573578"/>
            <a:ext cx="15267483" cy="2238198"/>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42"/>
          <p:cNvSpPr txBox="1"/>
          <p:nvPr>
            <p:ph idx="1" type="body"/>
          </p:nvPr>
        </p:nvSpPr>
        <p:spPr>
          <a:xfrm>
            <a:off x="1885950" y="3429000"/>
            <a:ext cx="7200900" cy="5429250"/>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50"/>
              </a:spcBef>
              <a:spcAft>
                <a:spcPts val="0"/>
              </a:spcAft>
              <a:buSzPts val="1800"/>
              <a:buChar char="•"/>
              <a:defRPr/>
            </a:lvl1pPr>
            <a:lvl2pPr indent="-342900" lvl="1" marL="914400" algn="l">
              <a:lnSpc>
                <a:spcPct val="110000"/>
              </a:lnSpc>
              <a:spcBef>
                <a:spcPts val="1050"/>
              </a:spcBef>
              <a:spcAft>
                <a:spcPts val="0"/>
              </a:spcAft>
              <a:buSzPts val="1800"/>
              <a:buChar char="–"/>
              <a:defRPr/>
            </a:lvl2pPr>
            <a:lvl3pPr indent="-342900" lvl="2" marL="1371600" algn="l">
              <a:lnSpc>
                <a:spcPct val="110000"/>
              </a:lnSpc>
              <a:spcBef>
                <a:spcPts val="1050"/>
              </a:spcBef>
              <a:spcAft>
                <a:spcPts val="0"/>
              </a:spcAft>
              <a:buSzPts val="1800"/>
              <a:buChar char="•"/>
              <a:defRPr/>
            </a:lvl3pPr>
            <a:lvl4pPr indent="-342900" lvl="3" marL="1828800" algn="l">
              <a:lnSpc>
                <a:spcPct val="110000"/>
              </a:lnSpc>
              <a:spcBef>
                <a:spcPts val="1050"/>
              </a:spcBef>
              <a:spcAft>
                <a:spcPts val="0"/>
              </a:spcAft>
              <a:buSzPts val="1800"/>
              <a:buChar char="–"/>
              <a:defRPr/>
            </a:lvl4pPr>
            <a:lvl5pPr indent="-342900" lvl="4" marL="2286000" algn="l">
              <a:lnSpc>
                <a:spcPct val="110000"/>
              </a:lnSpc>
              <a:spcBef>
                <a:spcPts val="1050"/>
              </a:spcBef>
              <a:spcAft>
                <a:spcPts val="0"/>
              </a:spcAft>
              <a:buSzPts val="1800"/>
              <a:buChar char="•"/>
              <a:defRPr/>
            </a:lvl5pPr>
            <a:lvl6pPr indent="-342900" lvl="5" marL="2743200" algn="l">
              <a:lnSpc>
                <a:spcPct val="110000"/>
              </a:lnSpc>
              <a:spcBef>
                <a:spcPts val="1050"/>
              </a:spcBef>
              <a:spcAft>
                <a:spcPts val="0"/>
              </a:spcAft>
              <a:buSzPts val="1800"/>
              <a:buChar char="–"/>
              <a:defRPr/>
            </a:lvl6pPr>
            <a:lvl7pPr indent="-342900" lvl="6" marL="3200400" algn="l">
              <a:lnSpc>
                <a:spcPct val="110000"/>
              </a:lnSpc>
              <a:spcBef>
                <a:spcPts val="1050"/>
              </a:spcBef>
              <a:spcAft>
                <a:spcPts val="0"/>
              </a:spcAft>
              <a:buSzPts val="1800"/>
              <a:buChar char="•"/>
              <a:defRPr/>
            </a:lvl7pPr>
            <a:lvl8pPr indent="-342900" lvl="7" marL="3657600" algn="l">
              <a:lnSpc>
                <a:spcPct val="110000"/>
              </a:lnSpc>
              <a:spcBef>
                <a:spcPts val="1050"/>
              </a:spcBef>
              <a:spcAft>
                <a:spcPts val="0"/>
              </a:spcAft>
              <a:buSzPts val="1800"/>
              <a:buChar char="–"/>
              <a:defRPr/>
            </a:lvl8pPr>
            <a:lvl9pPr indent="-342900" lvl="8" marL="4114800" algn="l">
              <a:lnSpc>
                <a:spcPct val="110000"/>
              </a:lnSpc>
              <a:spcBef>
                <a:spcPts val="1050"/>
              </a:spcBef>
              <a:spcAft>
                <a:spcPts val="0"/>
              </a:spcAft>
              <a:buSzPts val="1800"/>
              <a:buChar char="•"/>
              <a:defRPr/>
            </a:lvl9pPr>
          </a:lstStyle>
          <a:p/>
        </p:txBody>
      </p:sp>
      <p:sp>
        <p:nvSpPr>
          <p:cNvPr id="43" name="Google Shape;43;p42"/>
          <p:cNvSpPr txBox="1"/>
          <p:nvPr>
            <p:ph idx="2" type="body"/>
          </p:nvPr>
        </p:nvSpPr>
        <p:spPr>
          <a:xfrm>
            <a:off x="9971694" y="3429000"/>
            <a:ext cx="7200900" cy="5429250"/>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50"/>
              </a:spcBef>
              <a:spcAft>
                <a:spcPts val="0"/>
              </a:spcAft>
              <a:buSzPts val="1800"/>
              <a:buChar char="•"/>
              <a:defRPr/>
            </a:lvl1pPr>
            <a:lvl2pPr indent="-342900" lvl="1" marL="914400" algn="l">
              <a:lnSpc>
                <a:spcPct val="110000"/>
              </a:lnSpc>
              <a:spcBef>
                <a:spcPts val="1050"/>
              </a:spcBef>
              <a:spcAft>
                <a:spcPts val="0"/>
              </a:spcAft>
              <a:buSzPts val="1800"/>
              <a:buChar char="–"/>
              <a:defRPr/>
            </a:lvl2pPr>
            <a:lvl3pPr indent="-342900" lvl="2" marL="1371600" algn="l">
              <a:lnSpc>
                <a:spcPct val="110000"/>
              </a:lnSpc>
              <a:spcBef>
                <a:spcPts val="1050"/>
              </a:spcBef>
              <a:spcAft>
                <a:spcPts val="0"/>
              </a:spcAft>
              <a:buSzPts val="1800"/>
              <a:buChar char="•"/>
              <a:defRPr/>
            </a:lvl3pPr>
            <a:lvl4pPr indent="-342900" lvl="3" marL="1828800" algn="l">
              <a:lnSpc>
                <a:spcPct val="110000"/>
              </a:lnSpc>
              <a:spcBef>
                <a:spcPts val="1050"/>
              </a:spcBef>
              <a:spcAft>
                <a:spcPts val="0"/>
              </a:spcAft>
              <a:buSzPts val="1800"/>
              <a:buChar char="–"/>
              <a:defRPr/>
            </a:lvl4pPr>
            <a:lvl5pPr indent="-342900" lvl="4" marL="2286000" algn="l">
              <a:lnSpc>
                <a:spcPct val="110000"/>
              </a:lnSpc>
              <a:spcBef>
                <a:spcPts val="1050"/>
              </a:spcBef>
              <a:spcAft>
                <a:spcPts val="0"/>
              </a:spcAft>
              <a:buSzPts val="1800"/>
              <a:buChar char="•"/>
              <a:defRPr/>
            </a:lvl5pPr>
            <a:lvl6pPr indent="-342900" lvl="5" marL="2743200" algn="l">
              <a:lnSpc>
                <a:spcPct val="110000"/>
              </a:lnSpc>
              <a:spcBef>
                <a:spcPts val="1050"/>
              </a:spcBef>
              <a:spcAft>
                <a:spcPts val="0"/>
              </a:spcAft>
              <a:buSzPts val="1800"/>
              <a:buChar char="–"/>
              <a:defRPr/>
            </a:lvl6pPr>
            <a:lvl7pPr indent="-342900" lvl="6" marL="3200400" algn="l">
              <a:lnSpc>
                <a:spcPct val="110000"/>
              </a:lnSpc>
              <a:spcBef>
                <a:spcPts val="1050"/>
              </a:spcBef>
              <a:spcAft>
                <a:spcPts val="0"/>
              </a:spcAft>
              <a:buSzPts val="1800"/>
              <a:buChar char="•"/>
              <a:defRPr/>
            </a:lvl7pPr>
            <a:lvl8pPr indent="-342900" lvl="7" marL="3657600" algn="l">
              <a:lnSpc>
                <a:spcPct val="110000"/>
              </a:lnSpc>
              <a:spcBef>
                <a:spcPts val="1050"/>
              </a:spcBef>
              <a:spcAft>
                <a:spcPts val="0"/>
              </a:spcAft>
              <a:buSzPts val="1800"/>
              <a:buChar char="–"/>
              <a:defRPr/>
            </a:lvl8pPr>
            <a:lvl9pPr indent="-342900" lvl="8" marL="4114800" algn="l">
              <a:lnSpc>
                <a:spcPct val="110000"/>
              </a:lnSpc>
              <a:spcBef>
                <a:spcPts val="1050"/>
              </a:spcBef>
              <a:spcAft>
                <a:spcPts val="0"/>
              </a:spcAft>
              <a:buSzPts val="1800"/>
              <a:buChar char="•"/>
              <a:defRPr/>
            </a:lvl9pPr>
          </a:lstStyle>
          <a:p/>
        </p:txBody>
      </p:sp>
      <p:sp>
        <p:nvSpPr>
          <p:cNvPr id="44" name="Google Shape;44;p42"/>
          <p:cNvSpPr txBox="1"/>
          <p:nvPr>
            <p:ph idx="10" type="dt"/>
          </p:nvPr>
        </p:nvSpPr>
        <p:spPr>
          <a:xfrm>
            <a:off x="1877517" y="9563519"/>
            <a:ext cx="3494583" cy="52269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42"/>
          <p:cNvSpPr txBox="1"/>
          <p:nvPr>
            <p:ph idx="11" type="ftr"/>
          </p:nvPr>
        </p:nvSpPr>
        <p:spPr>
          <a:xfrm>
            <a:off x="6057900" y="9563519"/>
            <a:ext cx="6172200" cy="51869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42"/>
          <p:cNvSpPr txBox="1"/>
          <p:nvPr>
            <p:ph idx="12" type="sldNum"/>
          </p:nvPr>
        </p:nvSpPr>
        <p:spPr>
          <a:xfrm>
            <a:off x="12915902" y="9563519"/>
            <a:ext cx="4229099" cy="518694"/>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595959"/>
              </a:buClr>
              <a:buSzPts val="1800"/>
              <a:buFont typeface="Gill Sans"/>
              <a:buNone/>
              <a:defRPr/>
            </a:lvl1pPr>
            <a:lvl2pPr indent="0" lvl="1" marL="0" algn="r">
              <a:spcBef>
                <a:spcPts val="0"/>
              </a:spcBef>
              <a:spcAft>
                <a:spcPts val="0"/>
              </a:spcAft>
              <a:buClr>
                <a:srgbClr val="595959"/>
              </a:buClr>
              <a:buSzPts val="1800"/>
              <a:buFont typeface="Gill Sans"/>
              <a:buNone/>
              <a:defRPr/>
            </a:lvl2pPr>
            <a:lvl3pPr indent="0" lvl="2" marL="0" algn="r">
              <a:spcBef>
                <a:spcPts val="0"/>
              </a:spcBef>
              <a:spcAft>
                <a:spcPts val="0"/>
              </a:spcAft>
              <a:buClr>
                <a:srgbClr val="595959"/>
              </a:buClr>
              <a:buSzPts val="1800"/>
              <a:buFont typeface="Gill Sans"/>
              <a:buNone/>
              <a:defRPr/>
            </a:lvl3pPr>
            <a:lvl4pPr indent="0" lvl="3" marL="0" algn="r">
              <a:spcBef>
                <a:spcPts val="0"/>
              </a:spcBef>
              <a:spcAft>
                <a:spcPts val="0"/>
              </a:spcAft>
              <a:buClr>
                <a:srgbClr val="595959"/>
              </a:buClr>
              <a:buSzPts val="1800"/>
              <a:buFont typeface="Gill Sans"/>
              <a:buNone/>
              <a:defRPr/>
            </a:lvl4pPr>
            <a:lvl5pPr indent="0" lvl="4" marL="0" algn="r">
              <a:spcBef>
                <a:spcPts val="0"/>
              </a:spcBef>
              <a:spcAft>
                <a:spcPts val="0"/>
              </a:spcAft>
              <a:buClr>
                <a:srgbClr val="595959"/>
              </a:buClr>
              <a:buSzPts val="1800"/>
              <a:buFont typeface="Gill Sans"/>
              <a:buNone/>
              <a:defRPr/>
            </a:lvl5pPr>
            <a:lvl6pPr indent="0" lvl="5" marL="0" algn="r">
              <a:spcBef>
                <a:spcPts val="0"/>
              </a:spcBef>
              <a:spcAft>
                <a:spcPts val="0"/>
              </a:spcAft>
              <a:buClr>
                <a:srgbClr val="595959"/>
              </a:buClr>
              <a:buSzPts val="1800"/>
              <a:buFont typeface="Gill Sans"/>
              <a:buNone/>
              <a:defRPr/>
            </a:lvl6pPr>
            <a:lvl7pPr indent="0" lvl="6" marL="0" algn="r">
              <a:spcBef>
                <a:spcPts val="0"/>
              </a:spcBef>
              <a:spcAft>
                <a:spcPts val="0"/>
              </a:spcAft>
              <a:buClr>
                <a:srgbClr val="595959"/>
              </a:buClr>
              <a:buSzPts val="1800"/>
              <a:buFont typeface="Gill Sans"/>
              <a:buNone/>
              <a:defRPr/>
            </a:lvl7pPr>
            <a:lvl8pPr indent="0" lvl="7" marL="0" algn="r">
              <a:spcBef>
                <a:spcPts val="0"/>
              </a:spcBef>
              <a:spcAft>
                <a:spcPts val="0"/>
              </a:spcAft>
              <a:buClr>
                <a:srgbClr val="595959"/>
              </a:buClr>
              <a:buSzPts val="1800"/>
              <a:buFont typeface="Gill Sans"/>
              <a:buNone/>
              <a:defRPr/>
            </a:lvl8pPr>
            <a:lvl9pPr indent="0" lvl="8" marL="0" algn="r">
              <a:spcBef>
                <a:spcPts val="0"/>
              </a:spcBef>
              <a:spcAft>
                <a:spcPts val="0"/>
              </a:spcAft>
              <a:buClr>
                <a:srgbClr val="595959"/>
              </a:buClr>
              <a:buSzPts val="1800"/>
              <a:buFont typeface="Gill Sans"/>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7" name="Shape 47"/>
        <p:cNvGrpSpPr/>
        <p:nvPr/>
      </p:nvGrpSpPr>
      <p:grpSpPr>
        <a:xfrm>
          <a:off x="0" y="0"/>
          <a:ext cx="0" cy="0"/>
          <a:chOff x="0" y="0"/>
          <a:chExt cx="0" cy="0"/>
        </a:xfrm>
      </p:grpSpPr>
      <p:sp>
        <p:nvSpPr>
          <p:cNvPr id="48" name="Google Shape;48;p43"/>
          <p:cNvSpPr txBox="1"/>
          <p:nvPr>
            <p:ph type="title"/>
          </p:nvPr>
        </p:nvSpPr>
        <p:spPr>
          <a:xfrm>
            <a:off x="1879092" y="571500"/>
            <a:ext cx="15259050" cy="2240276"/>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43"/>
          <p:cNvSpPr txBox="1"/>
          <p:nvPr>
            <p:ph idx="1" type="body"/>
          </p:nvPr>
        </p:nvSpPr>
        <p:spPr>
          <a:xfrm>
            <a:off x="1877517" y="3299450"/>
            <a:ext cx="7200900" cy="948794"/>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50"/>
              </a:spcBef>
              <a:spcAft>
                <a:spcPts val="0"/>
              </a:spcAft>
              <a:buSzPts val="2850"/>
              <a:buNone/>
              <a:defRPr b="1" sz="2850" cap="none">
                <a:solidFill>
                  <a:schemeClr val="dk2"/>
                </a:solidFill>
              </a:defRPr>
            </a:lvl1pPr>
            <a:lvl2pPr indent="-228600" lvl="1" marL="914400" algn="l">
              <a:lnSpc>
                <a:spcPct val="110000"/>
              </a:lnSpc>
              <a:spcBef>
                <a:spcPts val="1050"/>
              </a:spcBef>
              <a:spcAft>
                <a:spcPts val="0"/>
              </a:spcAft>
              <a:buSzPts val="2850"/>
              <a:buNone/>
              <a:defRPr b="1" sz="2850"/>
            </a:lvl2pPr>
            <a:lvl3pPr indent="-228600" lvl="2" marL="1371600" algn="l">
              <a:lnSpc>
                <a:spcPct val="110000"/>
              </a:lnSpc>
              <a:spcBef>
                <a:spcPts val="1050"/>
              </a:spcBef>
              <a:spcAft>
                <a:spcPts val="0"/>
              </a:spcAft>
              <a:buSzPts val="2700"/>
              <a:buNone/>
              <a:defRPr b="1" sz="2700"/>
            </a:lvl3pPr>
            <a:lvl4pPr indent="-228600" lvl="3" marL="1828800" algn="l">
              <a:lnSpc>
                <a:spcPct val="110000"/>
              </a:lnSpc>
              <a:spcBef>
                <a:spcPts val="1050"/>
              </a:spcBef>
              <a:spcAft>
                <a:spcPts val="0"/>
              </a:spcAft>
              <a:buSzPts val="2400"/>
              <a:buNone/>
              <a:defRPr b="1" sz="2400"/>
            </a:lvl4pPr>
            <a:lvl5pPr indent="-228600" lvl="4" marL="2286000" algn="l">
              <a:lnSpc>
                <a:spcPct val="110000"/>
              </a:lnSpc>
              <a:spcBef>
                <a:spcPts val="1050"/>
              </a:spcBef>
              <a:spcAft>
                <a:spcPts val="0"/>
              </a:spcAft>
              <a:buSzPts val="2400"/>
              <a:buNone/>
              <a:defRPr b="1" sz="2400"/>
            </a:lvl5pPr>
            <a:lvl6pPr indent="-228600" lvl="5" marL="2743200" algn="l">
              <a:lnSpc>
                <a:spcPct val="110000"/>
              </a:lnSpc>
              <a:spcBef>
                <a:spcPts val="1050"/>
              </a:spcBef>
              <a:spcAft>
                <a:spcPts val="0"/>
              </a:spcAft>
              <a:buSzPts val="2400"/>
              <a:buNone/>
              <a:defRPr b="1" sz="2400"/>
            </a:lvl6pPr>
            <a:lvl7pPr indent="-228600" lvl="6" marL="3200400" algn="l">
              <a:lnSpc>
                <a:spcPct val="110000"/>
              </a:lnSpc>
              <a:spcBef>
                <a:spcPts val="1050"/>
              </a:spcBef>
              <a:spcAft>
                <a:spcPts val="0"/>
              </a:spcAft>
              <a:buSzPts val="2400"/>
              <a:buNone/>
              <a:defRPr b="1" sz="2400"/>
            </a:lvl7pPr>
            <a:lvl8pPr indent="-228600" lvl="7" marL="3657600" algn="l">
              <a:lnSpc>
                <a:spcPct val="110000"/>
              </a:lnSpc>
              <a:spcBef>
                <a:spcPts val="1050"/>
              </a:spcBef>
              <a:spcAft>
                <a:spcPts val="0"/>
              </a:spcAft>
              <a:buSzPts val="2400"/>
              <a:buNone/>
              <a:defRPr b="1" sz="2400"/>
            </a:lvl8pPr>
            <a:lvl9pPr indent="-228600" lvl="8" marL="4114800" algn="l">
              <a:lnSpc>
                <a:spcPct val="110000"/>
              </a:lnSpc>
              <a:spcBef>
                <a:spcPts val="1050"/>
              </a:spcBef>
              <a:spcAft>
                <a:spcPts val="0"/>
              </a:spcAft>
              <a:buSzPts val="2400"/>
              <a:buNone/>
              <a:defRPr b="1" sz="2400"/>
            </a:lvl9pPr>
          </a:lstStyle>
          <a:p/>
        </p:txBody>
      </p:sp>
      <p:sp>
        <p:nvSpPr>
          <p:cNvPr id="50" name="Google Shape;50;p43"/>
          <p:cNvSpPr txBox="1"/>
          <p:nvPr>
            <p:ph idx="2" type="body"/>
          </p:nvPr>
        </p:nvSpPr>
        <p:spPr>
          <a:xfrm>
            <a:off x="1885950" y="4363653"/>
            <a:ext cx="7200900" cy="4494597"/>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50"/>
              </a:spcBef>
              <a:spcAft>
                <a:spcPts val="0"/>
              </a:spcAft>
              <a:buSzPts val="1800"/>
              <a:buChar char="•"/>
              <a:defRPr/>
            </a:lvl1pPr>
            <a:lvl2pPr indent="-342900" lvl="1" marL="914400" algn="l">
              <a:lnSpc>
                <a:spcPct val="110000"/>
              </a:lnSpc>
              <a:spcBef>
                <a:spcPts val="1050"/>
              </a:spcBef>
              <a:spcAft>
                <a:spcPts val="0"/>
              </a:spcAft>
              <a:buSzPts val="1800"/>
              <a:buChar char="–"/>
              <a:defRPr/>
            </a:lvl2pPr>
            <a:lvl3pPr indent="-342900" lvl="2" marL="1371600" algn="l">
              <a:lnSpc>
                <a:spcPct val="110000"/>
              </a:lnSpc>
              <a:spcBef>
                <a:spcPts val="1050"/>
              </a:spcBef>
              <a:spcAft>
                <a:spcPts val="0"/>
              </a:spcAft>
              <a:buSzPts val="1800"/>
              <a:buChar char="•"/>
              <a:defRPr/>
            </a:lvl3pPr>
            <a:lvl4pPr indent="-342900" lvl="3" marL="1828800" algn="l">
              <a:lnSpc>
                <a:spcPct val="110000"/>
              </a:lnSpc>
              <a:spcBef>
                <a:spcPts val="1050"/>
              </a:spcBef>
              <a:spcAft>
                <a:spcPts val="0"/>
              </a:spcAft>
              <a:buSzPts val="1800"/>
              <a:buChar char="–"/>
              <a:defRPr/>
            </a:lvl4pPr>
            <a:lvl5pPr indent="-342900" lvl="4" marL="2286000" algn="l">
              <a:lnSpc>
                <a:spcPct val="110000"/>
              </a:lnSpc>
              <a:spcBef>
                <a:spcPts val="1050"/>
              </a:spcBef>
              <a:spcAft>
                <a:spcPts val="0"/>
              </a:spcAft>
              <a:buSzPts val="1800"/>
              <a:buChar char="•"/>
              <a:defRPr/>
            </a:lvl5pPr>
            <a:lvl6pPr indent="-342900" lvl="5" marL="2743200" algn="l">
              <a:lnSpc>
                <a:spcPct val="110000"/>
              </a:lnSpc>
              <a:spcBef>
                <a:spcPts val="1050"/>
              </a:spcBef>
              <a:spcAft>
                <a:spcPts val="0"/>
              </a:spcAft>
              <a:buSzPts val="1800"/>
              <a:buChar char="–"/>
              <a:defRPr/>
            </a:lvl6pPr>
            <a:lvl7pPr indent="-342900" lvl="6" marL="3200400" algn="l">
              <a:lnSpc>
                <a:spcPct val="110000"/>
              </a:lnSpc>
              <a:spcBef>
                <a:spcPts val="1050"/>
              </a:spcBef>
              <a:spcAft>
                <a:spcPts val="0"/>
              </a:spcAft>
              <a:buSzPts val="1800"/>
              <a:buChar char="•"/>
              <a:defRPr/>
            </a:lvl7pPr>
            <a:lvl8pPr indent="-342900" lvl="7" marL="3657600" algn="l">
              <a:lnSpc>
                <a:spcPct val="110000"/>
              </a:lnSpc>
              <a:spcBef>
                <a:spcPts val="1050"/>
              </a:spcBef>
              <a:spcAft>
                <a:spcPts val="0"/>
              </a:spcAft>
              <a:buSzPts val="1800"/>
              <a:buChar char="–"/>
              <a:defRPr/>
            </a:lvl8pPr>
            <a:lvl9pPr indent="-342900" lvl="8" marL="4114800" algn="l">
              <a:lnSpc>
                <a:spcPct val="110000"/>
              </a:lnSpc>
              <a:spcBef>
                <a:spcPts val="1050"/>
              </a:spcBef>
              <a:spcAft>
                <a:spcPts val="0"/>
              </a:spcAft>
              <a:buSzPts val="1800"/>
              <a:buChar char="•"/>
              <a:defRPr/>
            </a:lvl9pPr>
          </a:lstStyle>
          <a:p/>
        </p:txBody>
      </p:sp>
      <p:sp>
        <p:nvSpPr>
          <p:cNvPr id="51" name="Google Shape;51;p43"/>
          <p:cNvSpPr txBox="1"/>
          <p:nvPr>
            <p:ph idx="3" type="body"/>
          </p:nvPr>
        </p:nvSpPr>
        <p:spPr>
          <a:xfrm>
            <a:off x="9950796" y="3299450"/>
            <a:ext cx="7200900" cy="948794"/>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50"/>
              </a:spcBef>
              <a:spcAft>
                <a:spcPts val="0"/>
              </a:spcAft>
              <a:buSzPts val="2850"/>
              <a:buNone/>
              <a:defRPr b="1" sz="2850" cap="none">
                <a:solidFill>
                  <a:schemeClr val="dk2"/>
                </a:solidFill>
              </a:defRPr>
            </a:lvl1pPr>
            <a:lvl2pPr indent="-228600" lvl="1" marL="914400" algn="l">
              <a:lnSpc>
                <a:spcPct val="110000"/>
              </a:lnSpc>
              <a:spcBef>
                <a:spcPts val="1050"/>
              </a:spcBef>
              <a:spcAft>
                <a:spcPts val="0"/>
              </a:spcAft>
              <a:buSzPts val="2850"/>
              <a:buNone/>
              <a:defRPr b="1" sz="2850"/>
            </a:lvl2pPr>
            <a:lvl3pPr indent="-228600" lvl="2" marL="1371600" algn="l">
              <a:lnSpc>
                <a:spcPct val="110000"/>
              </a:lnSpc>
              <a:spcBef>
                <a:spcPts val="1050"/>
              </a:spcBef>
              <a:spcAft>
                <a:spcPts val="0"/>
              </a:spcAft>
              <a:buSzPts val="2700"/>
              <a:buNone/>
              <a:defRPr b="1" sz="2700"/>
            </a:lvl3pPr>
            <a:lvl4pPr indent="-228600" lvl="3" marL="1828800" algn="l">
              <a:lnSpc>
                <a:spcPct val="110000"/>
              </a:lnSpc>
              <a:spcBef>
                <a:spcPts val="1050"/>
              </a:spcBef>
              <a:spcAft>
                <a:spcPts val="0"/>
              </a:spcAft>
              <a:buSzPts val="2400"/>
              <a:buNone/>
              <a:defRPr b="1" sz="2400"/>
            </a:lvl4pPr>
            <a:lvl5pPr indent="-228600" lvl="4" marL="2286000" algn="l">
              <a:lnSpc>
                <a:spcPct val="110000"/>
              </a:lnSpc>
              <a:spcBef>
                <a:spcPts val="1050"/>
              </a:spcBef>
              <a:spcAft>
                <a:spcPts val="0"/>
              </a:spcAft>
              <a:buSzPts val="2400"/>
              <a:buNone/>
              <a:defRPr b="1" sz="2400"/>
            </a:lvl5pPr>
            <a:lvl6pPr indent="-228600" lvl="5" marL="2743200" algn="l">
              <a:lnSpc>
                <a:spcPct val="110000"/>
              </a:lnSpc>
              <a:spcBef>
                <a:spcPts val="1050"/>
              </a:spcBef>
              <a:spcAft>
                <a:spcPts val="0"/>
              </a:spcAft>
              <a:buSzPts val="2400"/>
              <a:buNone/>
              <a:defRPr b="1" sz="2400"/>
            </a:lvl6pPr>
            <a:lvl7pPr indent="-228600" lvl="6" marL="3200400" algn="l">
              <a:lnSpc>
                <a:spcPct val="110000"/>
              </a:lnSpc>
              <a:spcBef>
                <a:spcPts val="1050"/>
              </a:spcBef>
              <a:spcAft>
                <a:spcPts val="0"/>
              </a:spcAft>
              <a:buSzPts val="2400"/>
              <a:buNone/>
              <a:defRPr b="1" sz="2400"/>
            </a:lvl7pPr>
            <a:lvl8pPr indent="-228600" lvl="7" marL="3657600" algn="l">
              <a:lnSpc>
                <a:spcPct val="110000"/>
              </a:lnSpc>
              <a:spcBef>
                <a:spcPts val="1050"/>
              </a:spcBef>
              <a:spcAft>
                <a:spcPts val="0"/>
              </a:spcAft>
              <a:buSzPts val="2400"/>
              <a:buNone/>
              <a:defRPr b="1" sz="2400"/>
            </a:lvl8pPr>
            <a:lvl9pPr indent="-228600" lvl="8" marL="4114800" algn="l">
              <a:lnSpc>
                <a:spcPct val="110000"/>
              </a:lnSpc>
              <a:spcBef>
                <a:spcPts val="1050"/>
              </a:spcBef>
              <a:spcAft>
                <a:spcPts val="0"/>
              </a:spcAft>
              <a:buSzPts val="2400"/>
              <a:buNone/>
              <a:defRPr b="1" sz="2400"/>
            </a:lvl9pPr>
          </a:lstStyle>
          <a:p/>
        </p:txBody>
      </p:sp>
      <p:sp>
        <p:nvSpPr>
          <p:cNvPr id="52" name="Google Shape;52;p43"/>
          <p:cNvSpPr txBox="1"/>
          <p:nvPr>
            <p:ph idx="4" type="body"/>
          </p:nvPr>
        </p:nvSpPr>
        <p:spPr>
          <a:xfrm>
            <a:off x="9950796" y="4363653"/>
            <a:ext cx="7200900" cy="4494597"/>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50"/>
              </a:spcBef>
              <a:spcAft>
                <a:spcPts val="0"/>
              </a:spcAft>
              <a:buSzPts val="1800"/>
              <a:buChar char="•"/>
              <a:defRPr/>
            </a:lvl1pPr>
            <a:lvl2pPr indent="-342900" lvl="1" marL="914400" algn="l">
              <a:lnSpc>
                <a:spcPct val="110000"/>
              </a:lnSpc>
              <a:spcBef>
                <a:spcPts val="1050"/>
              </a:spcBef>
              <a:spcAft>
                <a:spcPts val="0"/>
              </a:spcAft>
              <a:buSzPts val="1800"/>
              <a:buChar char="–"/>
              <a:defRPr/>
            </a:lvl2pPr>
            <a:lvl3pPr indent="-342900" lvl="2" marL="1371600" algn="l">
              <a:lnSpc>
                <a:spcPct val="110000"/>
              </a:lnSpc>
              <a:spcBef>
                <a:spcPts val="1050"/>
              </a:spcBef>
              <a:spcAft>
                <a:spcPts val="0"/>
              </a:spcAft>
              <a:buSzPts val="1800"/>
              <a:buChar char="•"/>
              <a:defRPr/>
            </a:lvl3pPr>
            <a:lvl4pPr indent="-342900" lvl="3" marL="1828800" algn="l">
              <a:lnSpc>
                <a:spcPct val="110000"/>
              </a:lnSpc>
              <a:spcBef>
                <a:spcPts val="1050"/>
              </a:spcBef>
              <a:spcAft>
                <a:spcPts val="0"/>
              </a:spcAft>
              <a:buSzPts val="1800"/>
              <a:buChar char="–"/>
              <a:defRPr/>
            </a:lvl4pPr>
            <a:lvl5pPr indent="-342900" lvl="4" marL="2286000" algn="l">
              <a:lnSpc>
                <a:spcPct val="110000"/>
              </a:lnSpc>
              <a:spcBef>
                <a:spcPts val="1050"/>
              </a:spcBef>
              <a:spcAft>
                <a:spcPts val="0"/>
              </a:spcAft>
              <a:buSzPts val="1800"/>
              <a:buChar char="•"/>
              <a:defRPr/>
            </a:lvl5pPr>
            <a:lvl6pPr indent="-342900" lvl="5" marL="2743200" algn="l">
              <a:lnSpc>
                <a:spcPct val="110000"/>
              </a:lnSpc>
              <a:spcBef>
                <a:spcPts val="1050"/>
              </a:spcBef>
              <a:spcAft>
                <a:spcPts val="0"/>
              </a:spcAft>
              <a:buSzPts val="1800"/>
              <a:buChar char="–"/>
              <a:defRPr/>
            </a:lvl6pPr>
            <a:lvl7pPr indent="-342900" lvl="6" marL="3200400" algn="l">
              <a:lnSpc>
                <a:spcPct val="110000"/>
              </a:lnSpc>
              <a:spcBef>
                <a:spcPts val="1050"/>
              </a:spcBef>
              <a:spcAft>
                <a:spcPts val="0"/>
              </a:spcAft>
              <a:buSzPts val="1800"/>
              <a:buChar char="•"/>
              <a:defRPr/>
            </a:lvl7pPr>
            <a:lvl8pPr indent="-342900" lvl="7" marL="3657600" algn="l">
              <a:lnSpc>
                <a:spcPct val="110000"/>
              </a:lnSpc>
              <a:spcBef>
                <a:spcPts val="1050"/>
              </a:spcBef>
              <a:spcAft>
                <a:spcPts val="0"/>
              </a:spcAft>
              <a:buSzPts val="1800"/>
              <a:buChar char="–"/>
              <a:defRPr/>
            </a:lvl8pPr>
            <a:lvl9pPr indent="-342900" lvl="8" marL="4114800" algn="l">
              <a:lnSpc>
                <a:spcPct val="110000"/>
              </a:lnSpc>
              <a:spcBef>
                <a:spcPts val="1050"/>
              </a:spcBef>
              <a:spcAft>
                <a:spcPts val="0"/>
              </a:spcAft>
              <a:buSzPts val="1800"/>
              <a:buChar char="•"/>
              <a:defRPr/>
            </a:lvl9pPr>
          </a:lstStyle>
          <a:p/>
        </p:txBody>
      </p:sp>
      <p:sp>
        <p:nvSpPr>
          <p:cNvPr id="53" name="Google Shape;53;p43"/>
          <p:cNvSpPr txBox="1"/>
          <p:nvPr>
            <p:ph idx="10" type="dt"/>
          </p:nvPr>
        </p:nvSpPr>
        <p:spPr>
          <a:xfrm>
            <a:off x="1877517" y="9563519"/>
            <a:ext cx="3494583" cy="52269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43"/>
          <p:cNvSpPr txBox="1"/>
          <p:nvPr>
            <p:ph idx="11" type="ftr"/>
          </p:nvPr>
        </p:nvSpPr>
        <p:spPr>
          <a:xfrm>
            <a:off x="6057900" y="9563519"/>
            <a:ext cx="6172200" cy="51869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43"/>
          <p:cNvSpPr txBox="1"/>
          <p:nvPr>
            <p:ph idx="12" type="sldNum"/>
          </p:nvPr>
        </p:nvSpPr>
        <p:spPr>
          <a:xfrm>
            <a:off x="12915902" y="9563519"/>
            <a:ext cx="4229099" cy="518694"/>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595959"/>
              </a:buClr>
              <a:buSzPts val="1800"/>
              <a:buFont typeface="Gill Sans"/>
              <a:buNone/>
              <a:defRPr/>
            </a:lvl1pPr>
            <a:lvl2pPr indent="0" lvl="1" marL="0" algn="r">
              <a:spcBef>
                <a:spcPts val="0"/>
              </a:spcBef>
              <a:spcAft>
                <a:spcPts val="0"/>
              </a:spcAft>
              <a:buClr>
                <a:srgbClr val="595959"/>
              </a:buClr>
              <a:buSzPts val="1800"/>
              <a:buFont typeface="Gill Sans"/>
              <a:buNone/>
              <a:defRPr/>
            </a:lvl2pPr>
            <a:lvl3pPr indent="0" lvl="2" marL="0" algn="r">
              <a:spcBef>
                <a:spcPts val="0"/>
              </a:spcBef>
              <a:spcAft>
                <a:spcPts val="0"/>
              </a:spcAft>
              <a:buClr>
                <a:srgbClr val="595959"/>
              </a:buClr>
              <a:buSzPts val="1800"/>
              <a:buFont typeface="Gill Sans"/>
              <a:buNone/>
              <a:defRPr/>
            </a:lvl3pPr>
            <a:lvl4pPr indent="0" lvl="3" marL="0" algn="r">
              <a:spcBef>
                <a:spcPts val="0"/>
              </a:spcBef>
              <a:spcAft>
                <a:spcPts val="0"/>
              </a:spcAft>
              <a:buClr>
                <a:srgbClr val="595959"/>
              </a:buClr>
              <a:buSzPts val="1800"/>
              <a:buFont typeface="Gill Sans"/>
              <a:buNone/>
              <a:defRPr/>
            </a:lvl4pPr>
            <a:lvl5pPr indent="0" lvl="4" marL="0" algn="r">
              <a:spcBef>
                <a:spcPts val="0"/>
              </a:spcBef>
              <a:spcAft>
                <a:spcPts val="0"/>
              </a:spcAft>
              <a:buClr>
                <a:srgbClr val="595959"/>
              </a:buClr>
              <a:buSzPts val="1800"/>
              <a:buFont typeface="Gill Sans"/>
              <a:buNone/>
              <a:defRPr/>
            </a:lvl5pPr>
            <a:lvl6pPr indent="0" lvl="5" marL="0" algn="r">
              <a:spcBef>
                <a:spcPts val="0"/>
              </a:spcBef>
              <a:spcAft>
                <a:spcPts val="0"/>
              </a:spcAft>
              <a:buClr>
                <a:srgbClr val="595959"/>
              </a:buClr>
              <a:buSzPts val="1800"/>
              <a:buFont typeface="Gill Sans"/>
              <a:buNone/>
              <a:defRPr/>
            </a:lvl6pPr>
            <a:lvl7pPr indent="0" lvl="6" marL="0" algn="r">
              <a:spcBef>
                <a:spcPts val="0"/>
              </a:spcBef>
              <a:spcAft>
                <a:spcPts val="0"/>
              </a:spcAft>
              <a:buClr>
                <a:srgbClr val="595959"/>
              </a:buClr>
              <a:buSzPts val="1800"/>
              <a:buFont typeface="Gill Sans"/>
              <a:buNone/>
              <a:defRPr/>
            </a:lvl7pPr>
            <a:lvl8pPr indent="0" lvl="7" marL="0" algn="r">
              <a:spcBef>
                <a:spcPts val="0"/>
              </a:spcBef>
              <a:spcAft>
                <a:spcPts val="0"/>
              </a:spcAft>
              <a:buClr>
                <a:srgbClr val="595959"/>
              </a:buClr>
              <a:buSzPts val="1800"/>
              <a:buFont typeface="Gill Sans"/>
              <a:buNone/>
              <a:defRPr/>
            </a:lvl8pPr>
            <a:lvl9pPr indent="0" lvl="8" marL="0" algn="r">
              <a:spcBef>
                <a:spcPts val="0"/>
              </a:spcBef>
              <a:spcAft>
                <a:spcPts val="0"/>
              </a:spcAft>
              <a:buClr>
                <a:srgbClr val="595959"/>
              </a:buClr>
              <a:buSzPts val="1800"/>
              <a:buFont typeface="Gill Sans"/>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56" name="Shape 56"/>
        <p:cNvGrpSpPr/>
        <p:nvPr/>
      </p:nvGrpSpPr>
      <p:grpSpPr>
        <a:xfrm>
          <a:off x="0" y="0"/>
          <a:ext cx="0" cy="0"/>
          <a:chOff x="0" y="0"/>
          <a:chExt cx="0" cy="0"/>
        </a:xfrm>
      </p:grpSpPr>
      <p:sp>
        <p:nvSpPr>
          <p:cNvPr id="57" name="Google Shape;57;p44"/>
          <p:cNvSpPr txBox="1"/>
          <p:nvPr>
            <p:ph type="title"/>
          </p:nvPr>
        </p:nvSpPr>
        <p:spPr>
          <a:xfrm>
            <a:off x="1877517" y="573578"/>
            <a:ext cx="15267483" cy="2238198"/>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44"/>
          <p:cNvSpPr txBox="1"/>
          <p:nvPr>
            <p:ph idx="10" type="dt"/>
          </p:nvPr>
        </p:nvSpPr>
        <p:spPr>
          <a:xfrm>
            <a:off x="1877517" y="9563519"/>
            <a:ext cx="3494583" cy="52269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4"/>
          <p:cNvSpPr txBox="1"/>
          <p:nvPr>
            <p:ph idx="11" type="ftr"/>
          </p:nvPr>
        </p:nvSpPr>
        <p:spPr>
          <a:xfrm>
            <a:off x="6057900" y="9563519"/>
            <a:ext cx="6172200" cy="51869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4"/>
          <p:cNvSpPr txBox="1"/>
          <p:nvPr>
            <p:ph idx="12" type="sldNum"/>
          </p:nvPr>
        </p:nvSpPr>
        <p:spPr>
          <a:xfrm>
            <a:off x="12915902" y="9563519"/>
            <a:ext cx="4229099" cy="518694"/>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595959"/>
              </a:buClr>
              <a:buSzPts val="1800"/>
              <a:buFont typeface="Gill Sans"/>
              <a:buNone/>
              <a:defRPr/>
            </a:lvl1pPr>
            <a:lvl2pPr indent="0" lvl="1" marL="0" algn="r">
              <a:spcBef>
                <a:spcPts val="0"/>
              </a:spcBef>
              <a:spcAft>
                <a:spcPts val="0"/>
              </a:spcAft>
              <a:buClr>
                <a:srgbClr val="595959"/>
              </a:buClr>
              <a:buSzPts val="1800"/>
              <a:buFont typeface="Gill Sans"/>
              <a:buNone/>
              <a:defRPr/>
            </a:lvl2pPr>
            <a:lvl3pPr indent="0" lvl="2" marL="0" algn="r">
              <a:spcBef>
                <a:spcPts val="0"/>
              </a:spcBef>
              <a:spcAft>
                <a:spcPts val="0"/>
              </a:spcAft>
              <a:buClr>
                <a:srgbClr val="595959"/>
              </a:buClr>
              <a:buSzPts val="1800"/>
              <a:buFont typeface="Gill Sans"/>
              <a:buNone/>
              <a:defRPr/>
            </a:lvl3pPr>
            <a:lvl4pPr indent="0" lvl="3" marL="0" algn="r">
              <a:spcBef>
                <a:spcPts val="0"/>
              </a:spcBef>
              <a:spcAft>
                <a:spcPts val="0"/>
              </a:spcAft>
              <a:buClr>
                <a:srgbClr val="595959"/>
              </a:buClr>
              <a:buSzPts val="1800"/>
              <a:buFont typeface="Gill Sans"/>
              <a:buNone/>
              <a:defRPr/>
            </a:lvl4pPr>
            <a:lvl5pPr indent="0" lvl="4" marL="0" algn="r">
              <a:spcBef>
                <a:spcPts val="0"/>
              </a:spcBef>
              <a:spcAft>
                <a:spcPts val="0"/>
              </a:spcAft>
              <a:buClr>
                <a:srgbClr val="595959"/>
              </a:buClr>
              <a:buSzPts val="1800"/>
              <a:buFont typeface="Gill Sans"/>
              <a:buNone/>
              <a:defRPr/>
            </a:lvl5pPr>
            <a:lvl6pPr indent="0" lvl="5" marL="0" algn="r">
              <a:spcBef>
                <a:spcPts val="0"/>
              </a:spcBef>
              <a:spcAft>
                <a:spcPts val="0"/>
              </a:spcAft>
              <a:buClr>
                <a:srgbClr val="595959"/>
              </a:buClr>
              <a:buSzPts val="1800"/>
              <a:buFont typeface="Gill Sans"/>
              <a:buNone/>
              <a:defRPr/>
            </a:lvl6pPr>
            <a:lvl7pPr indent="0" lvl="6" marL="0" algn="r">
              <a:spcBef>
                <a:spcPts val="0"/>
              </a:spcBef>
              <a:spcAft>
                <a:spcPts val="0"/>
              </a:spcAft>
              <a:buClr>
                <a:srgbClr val="595959"/>
              </a:buClr>
              <a:buSzPts val="1800"/>
              <a:buFont typeface="Gill Sans"/>
              <a:buNone/>
              <a:defRPr/>
            </a:lvl7pPr>
            <a:lvl8pPr indent="0" lvl="7" marL="0" algn="r">
              <a:spcBef>
                <a:spcPts val="0"/>
              </a:spcBef>
              <a:spcAft>
                <a:spcPts val="0"/>
              </a:spcAft>
              <a:buClr>
                <a:srgbClr val="595959"/>
              </a:buClr>
              <a:buSzPts val="1800"/>
              <a:buFont typeface="Gill Sans"/>
              <a:buNone/>
              <a:defRPr/>
            </a:lvl8pPr>
            <a:lvl9pPr indent="0" lvl="8" marL="0" algn="r">
              <a:spcBef>
                <a:spcPts val="0"/>
              </a:spcBef>
              <a:spcAft>
                <a:spcPts val="0"/>
              </a:spcAft>
              <a:buClr>
                <a:srgbClr val="595959"/>
              </a:buClr>
              <a:buSzPts val="1800"/>
              <a:buFont typeface="Gill Sans"/>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showMasterSp="0" type="objTx">
  <p:cSld name="OBJECT_WITH_CAPTION_TEXT">
    <p:spTree>
      <p:nvGrpSpPr>
        <p:cNvPr id="61" name="Shape 61"/>
        <p:cNvGrpSpPr/>
        <p:nvPr/>
      </p:nvGrpSpPr>
      <p:grpSpPr>
        <a:xfrm>
          <a:off x="0" y="0"/>
          <a:ext cx="0" cy="0"/>
          <a:chOff x="0" y="0"/>
          <a:chExt cx="0" cy="0"/>
        </a:xfrm>
      </p:grpSpPr>
      <p:sp>
        <p:nvSpPr>
          <p:cNvPr id="62" name="Google Shape;62;p45" title="right scallop background shape"/>
          <p:cNvSpPr/>
          <p:nvPr/>
        </p:nvSpPr>
        <p:spPr>
          <a:xfrm>
            <a:off x="11084718" y="0"/>
            <a:ext cx="7203282" cy="10287000"/>
          </a:xfrm>
          <a:custGeom>
            <a:rect b="b" l="l" r="r" t="t"/>
            <a:pathLst>
              <a:path extrusionOk="0" h="4320" w="3025">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dk2"/>
          </a:solidFill>
          <a:ln>
            <a:noFill/>
          </a:ln>
        </p:spPr>
      </p:sp>
      <p:sp>
        <p:nvSpPr>
          <p:cNvPr id="63" name="Google Shape;63;p45"/>
          <p:cNvSpPr txBox="1"/>
          <p:nvPr>
            <p:ph type="title"/>
          </p:nvPr>
        </p:nvSpPr>
        <p:spPr>
          <a:xfrm>
            <a:off x="12506827" y="685799"/>
            <a:ext cx="4638173" cy="1795007"/>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accent1"/>
              </a:buClr>
              <a:buSzPts val="2850"/>
              <a:buFont typeface="Gill Sans"/>
              <a:buNone/>
              <a:defRPr b="1" i="0" sz="2850" cap="none">
                <a:solidFill>
                  <a:schemeClr val="accent1"/>
                </a:solidFill>
                <a:latin typeface="Gill Sans"/>
                <a:ea typeface="Gill Sans"/>
                <a:cs typeface="Gill Sans"/>
                <a:sym typeface="Gill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45"/>
          <p:cNvSpPr txBox="1"/>
          <p:nvPr>
            <p:ph idx="1" type="body"/>
          </p:nvPr>
        </p:nvSpPr>
        <p:spPr>
          <a:xfrm>
            <a:off x="1147577" y="1380566"/>
            <a:ext cx="9237627" cy="7477686"/>
          </a:xfrm>
          <a:prstGeom prst="rect">
            <a:avLst/>
          </a:prstGeom>
          <a:noFill/>
          <a:ln>
            <a:noFill/>
          </a:ln>
        </p:spPr>
        <p:txBody>
          <a:bodyPr anchorCtr="0" anchor="t" bIns="45700" lIns="91425" spcFirstLastPara="1" rIns="91425" wrap="square" tIns="45700">
            <a:normAutofit/>
          </a:bodyPr>
          <a:lstStyle>
            <a:lvl1pPr indent="-533400" lvl="0" marL="457200" algn="l">
              <a:lnSpc>
                <a:spcPct val="110000"/>
              </a:lnSpc>
              <a:spcBef>
                <a:spcPts val="1050"/>
              </a:spcBef>
              <a:spcAft>
                <a:spcPts val="0"/>
              </a:spcAft>
              <a:buSzPts val="4800"/>
              <a:buChar char="•"/>
              <a:defRPr sz="4800"/>
            </a:lvl1pPr>
            <a:lvl2pPr indent="-495300" lvl="1" marL="914400" algn="l">
              <a:lnSpc>
                <a:spcPct val="110000"/>
              </a:lnSpc>
              <a:spcBef>
                <a:spcPts val="1050"/>
              </a:spcBef>
              <a:spcAft>
                <a:spcPts val="0"/>
              </a:spcAft>
              <a:buSzPts val="4200"/>
              <a:buChar char="–"/>
              <a:defRPr sz="4200"/>
            </a:lvl2pPr>
            <a:lvl3pPr indent="-457200" lvl="2" marL="1371600" algn="l">
              <a:lnSpc>
                <a:spcPct val="110000"/>
              </a:lnSpc>
              <a:spcBef>
                <a:spcPts val="1050"/>
              </a:spcBef>
              <a:spcAft>
                <a:spcPts val="0"/>
              </a:spcAft>
              <a:buSzPts val="3600"/>
              <a:buChar char="•"/>
              <a:defRPr sz="3600"/>
            </a:lvl3pPr>
            <a:lvl4pPr indent="-419100" lvl="3" marL="1828800" algn="l">
              <a:lnSpc>
                <a:spcPct val="110000"/>
              </a:lnSpc>
              <a:spcBef>
                <a:spcPts val="1050"/>
              </a:spcBef>
              <a:spcAft>
                <a:spcPts val="0"/>
              </a:spcAft>
              <a:buSzPts val="3000"/>
              <a:buChar char="–"/>
              <a:defRPr sz="3000"/>
            </a:lvl4pPr>
            <a:lvl5pPr indent="-419100" lvl="4" marL="2286000" algn="l">
              <a:lnSpc>
                <a:spcPct val="110000"/>
              </a:lnSpc>
              <a:spcBef>
                <a:spcPts val="1050"/>
              </a:spcBef>
              <a:spcAft>
                <a:spcPts val="0"/>
              </a:spcAft>
              <a:buSzPts val="3000"/>
              <a:buChar char="•"/>
              <a:defRPr sz="3000"/>
            </a:lvl5pPr>
            <a:lvl6pPr indent="-419100" lvl="5" marL="2743200" algn="l">
              <a:lnSpc>
                <a:spcPct val="110000"/>
              </a:lnSpc>
              <a:spcBef>
                <a:spcPts val="1050"/>
              </a:spcBef>
              <a:spcAft>
                <a:spcPts val="0"/>
              </a:spcAft>
              <a:buSzPts val="3000"/>
              <a:buChar char="–"/>
              <a:defRPr sz="3000"/>
            </a:lvl6pPr>
            <a:lvl7pPr indent="-419100" lvl="6" marL="3200400" algn="l">
              <a:lnSpc>
                <a:spcPct val="110000"/>
              </a:lnSpc>
              <a:spcBef>
                <a:spcPts val="1050"/>
              </a:spcBef>
              <a:spcAft>
                <a:spcPts val="0"/>
              </a:spcAft>
              <a:buSzPts val="3000"/>
              <a:buChar char="•"/>
              <a:defRPr sz="3000"/>
            </a:lvl7pPr>
            <a:lvl8pPr indent="-419100" lvl="7" marL="3657600" algn="l">
              <a:lnSpc>
                <a:spcPct val="110000"/>
              </a:lnSpc>
              <a:spcBef>
                <a:spcPts val="1050"/>
              </a:spcBef>
              <a:spcAft>
                <a:spcPts val="0"/>
              </a:spcAft>
              <a:buSzPts val="3000"/>
              <a:buChar char="–"/>
              <a:defRPr sz="3000"/>
            </a:lvl8pPr>
            <a:lvl9pPr indent="-419100" lvl="8" marL="4114800" algn="l">
              <a:lnSpc>
                <a:spcPct val="110000"/>
              </a:lnSpc>
              <a:spcBef>
                <a:spcPts val="1050"/>
              </a:spcBef>
              <a:spcAft>
                <a:spcPts val="0"/>
              </a:spcAft>
              <a:buSzPts val="3000"/>
              <a:buChar char="•"/>
              <a:defRPr sz="3000"/>
            </a:lvl9pPr>
          </a:lstStyle>
          <a:p/>
        </p:txBody>
      </p:sp>
      <p:sp>
        <p:nvSpPr>
          <p:cNvPr id="65" name="Google Shape;65;p45"/>
          <p:cNvSpPr txBox="1"/>
          <p:nvPr>
            <p:ph idx="2" type="body"/>
          </p:nvPr>
        </p:nvSpPr>
        <p:spPr>
          <a:xfrm>
            <a:off x="12506828" y="2612004"/>
            <a:ext cx="4638173" cy="6246246"/>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800"/>
              </a:spcBef>
              <a:spcAft>
                <a:spcPts val="0"/>
              </a:spcAft>
              <a:buSzPts val="2400"/>
              <a:buNone/>
              <a:defRPr sz="2400">
                <a:solidFill>
                  <a:schemeClr val="lt2"/>
                </a:solidFill>
              </a:defRPr>
            </a:lvl1pPr>
            <a:lvl2pPr indent="-228600" lvl="1" marL="914400" algn="l">
              <a:lnSpc>
                <a:spcPct val="110000"/>
              </a:lnSpc>
              <a:spcBef>
                <a:spcPts val="1050"/>
              </a:spcBef>
              <a:spcAft>
                <a:spcPts val="0"/>
              </a:spcAft>
              <a:buSzPts val="2100"/>
              <a:buNone/>
              <a:defRPr sz="2100"/>
            </a:lvl2pPr>
            <a:lvl3pPr indent="-228600" lvl="2" marL="1371600" algn="l">
              <a:lnSpc>
                <a:spcPct val="110000"/>
              </a:lnSpc>
              <a:spcBef>
                <a:spcPts val="1050"/>
              </a:spcBef>
              <a:spcAft>
                <a:spcPts val="0"/>
              </a:spcAft>
              <a:buSzPts val="1800"/>
              <a:buNone/>
              <a:defRPr sz="1800"/>
            </a:lvl3pPr>
            <a:lvl4pPr indent="-228600" lvl="3" marL="1828800" algn="l">
              <a:lnSpc>
                <a:spcPct val="110000"/>
              </a:lnSpc>
              <a:spcBef>
                <a:spcPts val="1050"/>
              </a:spcBef>
              <a:spcAft>
                <a:spcPts val="0"/>
              </a:spcAft>
              <a:buSzPts val="1500"/>
              <a:buNone/>
              <a:defRPr sz="1500"/>
            </a:lvl4pPr>
            <a:lvl5pPr indent="-228600" lvl="4" marL="2286000" algn="l">
              <a:lnSpc>
                <a:spcPct val="110000"/>
              </a:lnSpc>
              <a:spcBef>
                <a:spcPts val="1050"/>
              </a:spcBef>
              <a:spcAft>
                <a:spcPts val="0"/>
              </a:spcAft>
              <a:buSzPts val="1500"/>
              <a:buNone/>
              <a:defRPr sz="1500"/>
            </a:lvl5pPr>
            <a:lvl6pPr indent="-228600" lvl="5" marL="2743200" algn="l">
              <a:lnSpc>
                <a:spcPct val="110000"/>
              </a:lnSpc>
              <a:spcBef>
                <a:spcPts val="1050"/>
              </a:spcBef>
              <a:spcAft>
                <a:spcPts val="0"/>
              </a:spcAft>
              <a:buSzPts val="1500"/>
              <a:buNone/>
              <a:defRPr sz="1500"/>
            </a:lvl6pPr>
            <a:lvl7pPr indent="-228600" lvl="6" marL="3200400" algn="l">
              <a:lnSpc>
                <a:spcPct val="110000"/>
              </a:lnSpc>
              <a:spcBef>
                <a:spcPts val="1050"/>
              </a:spcBef>
              <a:spcAft>
                <a:spcPts val="0"/>
              </a:spcAft>
              <a:buSzPts val="1500"/>
              <a:buNone/>
              <a:defRPr sz="1500"/>
            </a:lvl7pPr>
            <a:lvl8pPr indent="-228600" lvl="7" marL="3657600" algn="l">
              <a:lnSpc>
                <a:spcPct val="110000"/>
              </a:lnSpc>
              <a:spcBef>
                <a:spcPts val="1050"/>
              </a:spcBef>
              <a:spcAft>
                <a:spcPts val="0"/>
              </a:spcAft>
              <a:buSzPts val="1500"/>
              <a:buNone/>
              <a:defRPr sz="1500"/>
            </a:lvl8pPr>
            <a:lvl9pPr indent="-228600" lvl="8" marL="4114800" algn="l">
              <a:lnSpc>
                <a:spcPct val="110000"/>
              </a:lnSpc>
              <a:spcBef>
                <a:spcPts val="1050"/>
              </a:spcBef>
              <a:spcAft>
                <a:spcPts val="0"/>
              </a:spcAft>
              <a:buSzPts val="1500"/>
              <a:buNone/>
              <a:defRPr sz="1500"/>
            </a:lvl9pPr>
          </a:lstStyle>
          <a:p/>
        </p:txBody>
      </p:sp>
      <p:sp>
        <p:nvSpPr>
          <p:cNvPr id="66" name="Google Shape;66;p45"/>
          <p:cNvSpPr txBox="1"/>
          <p:nvPr>
            <p:ph idx="10" type="dt"/>
          </p:nvPr>
        </p:nvSpPr>
        <p:spPr>
          <a:xfrm>
            <a:off x="1147577" y="9563519"/>
            <a:ext cx="1850033" cy="52269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5"/>
          <p:cNvSpPr txBox="1"/>
          <p:nvPr>
            <p:ph idx="11" type="ftr"/>
          </p:nvPr>
        </p:nvSpPr>
        <p:spPr>
          <a:xfrm>
            <a:off x="3155431" y="9563519"/>
            <a:ext cx="5223269" cy="51869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45"/>
          <p:cNvSpPr txBox="1"/>
          <p:nvPr>
            <p:ph idx="12" type="sldNum"/>
          </p:nvPr>
        </p:nvSpPr>
        <p:spPr>
          <a:xfrm>
            <a:off x="8536521" y="9563519"/>
            <a:ext cx="1848684" cy="518694"/>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595959"/>
              </a:buClr>
              <a:buSzPts val="1800"/>
              <a:buFont typeface="Gill Sans"/>
              <a:buNone/>
              <a:defRPr/>
            </a:lvl1pPr>
            <a:lvl2pPr indent="0" lvl="1" marL="0" algn="r">
              <a:spcBef>
                <a:spcPts val="0"/>
              </a:spcBef>
              <a:spcAft>
                <a:spcPts val="0"/>
              </a:spcAft>
              <a:buClr>
                <a:srgbClr val="595959"/>
              </a:buClr>
              <a:buSzPts val="1800"/>
              <a:buFont typeface="Gill Sans"/>
              <a:buNone/>
              <a:defRPr/>
            </a:lvl2pPr>
            <a:lvl3pPr indent="0" lvl="2" marL="0" algn="r">
              <a:spcBef>
                <a:spcPts val="0"/>
              </a:spcBef>
              <a:spcAft>
                <a:spcPts val="0"/>
              </a:spcAft>
              <a:buClr>
                <a:srgbClr val="595959"/>
              </a:buClr>
              <a:buSzPts val="1800"/>
              <a:buFont typeface="Gill Sans"/>
              <a:buNone/>
              <a:defRPr/>
            </a:lvl3pPr>
            <a:lvl4pPr indent="0" lvl="3" marL="0" algn="r">
              <a:spcBef>
                <a:spcPts val="0"/>
              </a:spcBef>
              <a:spcAft>
                <a:spcPts val="0"/>
              </a:spcAft>
              <a:buClr>
                <a:srgbClr val="595959"/>
              </a:buClr>
              <a:buSzPts val="1800"/>
              <a:buFont typeface="Gill Sans"/>
              <a:buNone/>
              <a:defRPr/>
            </a:lvl4pPr>
            <a:lvl5pPr indent="0" lvl="4" marL="0" algn="r">
              <a:spcBef>
                <a:spcPts val="0"/>
              </a:spcBef>
              <a:spcAft>
                <a:spcPts val="0"/>
              </a:spcAft>
              <a:buClr>
                <a:srgbClr val="595959"/>
              </a:buClr>
              <a:buSzPts val="1800"/>
              <a:buFont typeface="Gill Sans"/>
              <a:buNone/>
              <a:defRPr/>
            </a:lvl5pPr>
            <a:lvl6pPr indent="0" lvl="5" marL="0" algn="r">
              <a:spcBef>
                <a:spcPts val="0"/>
              </a:spcBef>
              <a:spcAft>
                <a:spcPts val="0"/>
              </a:spcAft>
              <a:buClr>
                <a:srgbClr val="595959"/>
              </a:buClr>
              <a:buSzPts val="1800"/>
              <a:buFont typeface="Gill Sans"/>
              <a:buNone/>
              <a:defRPr/>
            </a:lvl6pPr>
            <a:lvl7pPr indent="0" lvl="6" marL="0" algn="r">
              <a:spcBef>
                <a:spcPts val="0"/>
              </a:spcBef>
              <a:spcAft>
                <a:spcPts val="0"/>
              </a:spcAft>
              <a:buClr>
                <a:srgbClr val="595959"/>
              </a:buClr>
              <a:buSzPts val="1800"/>
              <a:buFont typeface="Gill Sans"/>
              <a:buNone/>
              <a:defRPr/>
            </a:lvl7pPr>
            <a:lvl8pPr indent="0" lvl="7" marL="0" algn="r">
              <a:spcBef>
                <a:spcPts val="0"/>
              </a:spcBef>
              <a:spcAft>
                <a:spcPts val="0"/>
              </a:spcAft>
              <a:buClr>
                <a:srgbClr val="595959"/>
              </a:buClr>
              <a:buSzPts val="1800"/>
              <a:buFont typeface="Gill Sans"/>
              <a:buNone/>
              <a:defRPr/>
            </a:lvl8pPr>
            <a:lvl9pPr indent="0" lvl="8" marL="0" algn="r">
              <a:spcBef>
                <a:spcPts val="0"/>
              </a:spcBef>
              <a:spcAft>
                <a:spcPts val="0"/>
              </a:spcAft>
              <a:buClr>
                <a:srgbClr val="595959"/>
              </a:buClr>
              <a:buSzPts val="1800"/>
              <a:buFont typeface="Gill Sans"/>
              <a:buNone/>
              <a:defRPr/>
            </a:lvl9pPr>
          </a:lstStyle>
          <a:p>
            <a:pPr indent="0" lvl="0" marL="0" rtl="0" algn="r">
              <a:spcBef>
                <a:spcPts val="0"/>
              </a:spcBef>
              <a:spcAft>
                <a:spcPts val="0"/>
              </a:spcAft>
              <a:buNone/>
            </a:pPr>
            <a:fld id="{00000000-1234-1234-1234-123412341234}" type="slidenum">
              <a:rPr lang="en-US"/>
              <a:t>‹#›</a:t>
            </a:fld>
            <a:endParaRPr/>
          </a:p>
        </p:txBody>
      </p:sp>
      <p:sp>
        <p:nvSpPr>
          <p:cNvPr id="69" name="Google Shape;69;p45" title="left edge border"/>
          <p:cNvSpPr/>
          <p:nvPr/>
        </p:nvSpPr>
        <p:spPr>
          <a:xfrm>
            <a:off x="0" y="0"/>
            <a:ext cx="425196" cy="10287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showMasterSp="0" type="picTx">
  <p:cSld name="PICTURE_WITH_CAPTION_TEXT">
    <p:spTree>
      <p:nvGrpSpPr>
        <p:cNvPr id="70" name="Shape 70"/>
        <p:cNvGrpSpPr/>
        <p:nvPr/>
      </p:nvGrpSpPr>
      <p:grpSpPr>
        <a:xfrm>
          <a:off x="0" y="0"/>
          <a:ext cx="0" cy="0"/>
          <a:chOff x="0" y="0"/>
          <a:chExt cx="0" cy="0"/>
        </a:xfrm>
      </p:grpSpPr>
      <p:sp>
        <p:nvSpPr>
          <p:cNvPr id="71" name="Google Shape;71;p46"/>
          <p:cNvSpPr/>
          <p:nvPr>
            <p:ph idx="2" type="pic"/>
          </p:nvPr>
        </p:nvSpPr>
        <p:spPr>
          <a:xfrm>
            <a:off x="425197" y="1"/>
            <a:ext cx="11033378" cy="10286999"/>
          </a:xfrm>
          <a:prstGeom prst="rect">
            <a:avLst/>
          </a:prstGeom>
          <a:noFill/>
          <a:ln>
            <a:noFill/>
          </a:ln>
        </p:spPr>
      </p:sp>
      <p:sp>
        <p:nvSpPr>
          <p:cNvPr id="72" name="Google Shape;72;p46" title="right scallop background shape"/>
          <p:cNvSpPr/>
          <p:nvPr/>
        </p:nvSpPr>
        <p:spPr>
          <a:xfrm>
            <a:off x="11084718" y="0"/>
            <a:ext cx="7203282" cy="10287000"/>
          </a:xfrm>
          <a:custGeom>
            <a:rect b="b" l="l" r="r" t="t"/>
            <a:pathLst>
              <a:path extrusionOk="0" h="4320" w="3025">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dk2"/>
          </a:solidFill>
          <a:ln>
            <a:noFill/>
          </a:ln>
        </p:spPr>
      </p:sp>
      <p:sp>
        <p:nvSpPr>
          <p:cNvPr id="73" name="Google Shape;73;p46" title="left edge border"/>
          <p:cNvSpPr/>
          <p:nvPr/>
        </p:nvSpPr>
        <p:spPr>
          <a:xfrm>
            <a:off x="0" y="0"/>
            <a:ext cx="425196" cy="10287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46"/>
          <p:cNvSpPr txBox="1"/>
          <p:nvPr>
            <p:ph type="title"/>
          </p:nvPr>
        </p:nvSpPr>
        <p:spPr>
          <a:xfrm>
            <a:off x="12506825" y="685800"/>
            <a:ext cx="4638176" cy="1795005"/>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accent1"/>
              </a:buClr>
              <a:buSzPts val="2850"/>
              <a:buFont typeface="Gill Sans"/>
              <a:buNone/>
              <a:defRPr b="1" i="0" sz="2850">
                <a:solidFill>
                  <a:schemeClr val="accent1"/>
                </a:solidFill>
                <a:latin typeface="Gill Sans"/>
                <a:ea typeface="Gill Sans"/>
                <a:cs typeface="Gill Sans"/>
                <a:sym typeface="Gill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46"/>
          <p:cNvSpPr txBox="1"/>
          <p:nvPr>
            <p:ph idx="1" type="body"/>
          </p:nvPr>
        </p:nvSpPr>
        <p:spPr>
          <a:xfrm>
            <a:off x="12506825" y="2612004"/>
            <a:ext cx="4638176" cy="6246246"/>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800"/>
              </a:spcBef>
              <a:spcAft>
                <a:spcPts val="0"/>
              </a:spcAft>
              <a:buSzPts val="2400"/>
              <a:buNone/>
              <a:defRPr sz="2400">
                <a:solidFill>
                  <a:schemeClr val="lt2"/>
                </a:solidFill>
              </a:defRPr>
            </a:lvl1pPr>
            <a:lvl2pPr indent="-228600" lvl="1" marL="914400" algn="l">
              <a:lnSpc>
                <a:spcPct val="110000"/>
              </a:lnSpc>
              <a:spcBef>
                <a:spcPts val="1050"/>
              </a:spcBef>
              <a:spcAft>
                <a:spcPts val="0"/>
              </a:spcAft>
              <a:buSzPts val="2100"/>
              <a:buNone/>
              <a:defRPr sz="2100"/>
            </a:lvl2pPr>
            <a:lvl3pPr indent="-228600" lvl="2" marL="1371600" algn="l">
              <a:lnSpc>
                <a:spcPct val="110000"/>
              </a:lnSpc>
              <a:spcBef>
                <a:spcPts val="1050"/>
              </a:spcBef>
              <a:spcAft>
                <a:spcPts val="0"/>
              </a:spcAft>
              <a:buSzPts val="1800"/>
              <a:buNone/>
              <a:defRPr sz="1800"/>
            </a:lvl3pPr>
            <a:lvl4pPr indent="-228600" lvl="3" marL="1828800" algn="l">
              <a:lnSpc>
                <a:spcPct val="110000"/>
              </a:lnSpc>
              <a:spcBef>
                <a:spcPts val="1050"/>
              </a:spcBef>
              <a:spcAft>
                <a:spcPts val="0"/>
              </a:spcAft>
              <a:buSzPts val="1500"/>
              <a:buNone/>
              <a:defRPr sz="1500"/>
            </a:lvl4pPr>
            <a:lvl5pPr indent="-228600" lvl="4" marL="2286000" algn="l">
              <a:lnSpc>
                <a:spcPct val="110000"/>
              </a:lnSpc>
              <a:spcBef>
                <a:spcPts val="1050"/>
              </a:spcBef>
              <a:spcAft>
                <a:spcPts val="0"/>
              </a:spcAft>
              <a:buSzPts val="1500"/>
              <a:buNone/>
              <a:defRPr sz="1500"/>
            </a:lvl5pPr>
            <a:lvl6pPr indent="-228600" lvl="5" marL="2743200" algn="l">
              <a:lnSpc>
                <a:spcPct val="110000"/>
              </a:lnSpc>
              <a:spcBef>
                <a:spcPts val="1050"/>
              </a:spcBef>
              <a:spcAft>
                <a:spcPts val="0"/>
              </a:spcAft>
              <a:buSzPts val="1500"/>
              <a:buNone/>
              <a:defRPr sz="1500"/>
            </a:lvl6pPr>
            <a:lvl7pPr indent="-228600" lvl="6" marL="3200400" algn="l">
              <a:lnSpc>
                <a:spcPct val="110000"/>
              </a:lnSpc>
              <a:spcBef>
                <a:spcPts val="1050"/>
              </a:spcBef>
              <a:spcAft>
                <a:spcPts val="0"/>
              </a:spcAft>
              <a:buSzPts val="1500"/>
              <a:buNone/>
              <a:defRPr sz="1500"/>
            </a:lvl7pPr>
            <a:lvl8pPr indent="-228600" lvl="7" marL="3657600" algn="l">
              <a:lnSpc>
                <a:spcPct val="110000"/>
              </a:lnSpc>
              <a:spcBef>
                <a:spcPts val="1050"/>
              </a:spcBef>
              <a:spcAft>
                <a:spcPts val="0"/>
              </a:spcAft>
              <a:buSzPts val="1500"/>
              <a:buNone/>
              <a:defRPr sz="1500"/>
            </a:lvl8pPr>
            <a:lvl9pPr indent="-228600" lvl="8" marL="4114800" algn="l">
              <a:lnSpc>
                <a:spcPct val="110000"/>
              </a:lnSpc>
              <a:spcBef>
                <a:spcPts val="1050"/>
              </a:spcBef>
              <a:spcAft>
                <a:spcPts val="0"/>
              </a:spcAft>
              <a:buSzPts val="1500"/>
              <a:buNone/>
              <a:defRPr sz="1500"/>
            </a:lvl9pPr>
          </a:lstStyle>
          <a:p/>
        </p:txBody>
      </p:sp>
      <p:sp>
        <p:nvSpPr>
          <p:cNvPr id="76" name="Google Shape;76;p46"/>
          <p:cNvSpPr txBox="1"/>
          <p:nvPr>
            <p:ph idx="10" type="dt"/>
          </p:nvPr>
        </p:nvSpPr>
        <p:spPr>
          <a:xfrm>
            <a:off x="1148925" y="9563519"/>
            <a:ext cx="1848684" cy="52269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6"/>
          <p:cNvSpPr txBox="1"/>
          <p:nvPr>
            <p:ph idx="11" type="ftr"/>
          </p:nvPr>
        </p:nvSpPr>
        <p:spPr>
          <a:xfrm>
            <a:off x="3155432" y="9563519"/>
            <a:ext cx="5223267" cy="51869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6"/>
          <p:cNvSpPr txBox="1"/>
          <p:nvPr>
            <p:ph idx="12" type="sldNum"/>
          </p:nvPr>
        </p:nvSpPr>
        <p:spPr>
          <a:xfrm>
            <a:off x="8531352" y="9563519"/>
            <a:ext cx="1851660" cy="518694"/>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595959"/>
              </a:buClr>
              <a:buSzPts val="1800"/>
              <a:buFont typeface="Gill Sans"/>
              <a:buNone/>
              <a:defRPr/>
            </a:lvl1pPr>
            <a:lvl2pPr indent="0" lvl="1" marL="0" algn="r">
              <a:spcBef>
                <a:spcPts val="0"/>
              </a:spcBef>
              <a:spcAft>
                <a:spcPts val="0"/>
              </a:spcAft>
              <a:buClr>
                <a:srgbClr val="595959"/>
              </a:buClr>
              <a:buSzPts val="1800"/>
              <a:buFont typeface="Gill Sans"/>
              <a:buNone/>
              <a:defRPr/>
            </a:lvl2pPr>
            <a:lvl3pPr indent="0" lvl="2" marL="0" algn="r">
              <a:spcBef>
                <a:spcPts val="0"/>
              </a:spcBef>
              <a:spcAft>
                <a:spcPts val="0"/>
              </a:spcAft>
              <a:buClr>
                <a:srgbClr val="595959"/>
              </a:buClr>
              <a:buSzPts val="1800"/>
              <a:buFont typeface="Gill Sans"/>
              <a:buNone/>
              <a:defRPr/>
            </a:lvl3pPr>
            <a:lvl4pPr indent="0" lvl="3" marL="0" algn="r">
              <a:spcBef>
                <a:spcPts val="0"/>
              </a:spcBef>
              <a:spcAft>
                <a:spcPts val="0"/>
              </a:spcAft>
              <a:buClr>
                <a:srgbClr val="595959"/>
              </a:buClr>
              <a:buSzPts val="1800"/>
              <a:buFont typeface="Gill Sans"/>
              <a:buNone/>
              <a:defRPr/>
            </a:lvl4pPr>
            <a:lvl5pPr indent="0" lvl="4" marL="0" algn="r">
              <a:spcBef>
                <a:spcPts val="0"/>
              </a:spcBef>
              <a:spcAft>
                <a:spcPts val="0"/>
              </a:spcAft>
              <a:buClr>
                <a:srgbClr val="595959"/>
              </a:buClr>
              <a:buSzPts val="1800"/>
              <a:buFont typeface="Gill Sans"/>
              <a:buNone/>
              <a:defRPr/>
            </a:lvl5pPr>
            <a:lvl6pPr indent="0" lvl="5" marL="0" algn="r">
              <a:spcBef>
                <a:spcPts val="0"/>
              </a:spcBef>
              <a:spcAft>
                <a:spcPts val="0"/>
              </a:spcAft>
              <a:buClr>
                <a:srgbClr val="595959"/>
              </a:buClr>
              <a:buSzPts val="1800"/>
              <a:buFont typeface="Gill Sans"/>
              <a:buNone/>
              <a:defRPr/>
            </a:lvl6pPr>
            <a:lvl7pPr indent="0" lvl="6" marL="0" algn="r">
              <a:spcBef>
                <a:spcPts val="0"/>
              </a:spcBef>
              <a:spcAft>
                <a:spcPts val="0"/>
              </a:spcAft>
              <a:buClr>
                <a:srgbClr val="595959"/>
              </a:buClr>
              <a:buSzPts val="1800"/>
              <a:buFont typeface="Gill Sans"/>
              <a:buNone/>
              <a:defRPr/>
            </a:lvl7pPr>
            <a:lvl8pPr indent="0" lvl="7" marL="0" algn="r">
              <a:spcBef>
                <a:spcPts val="0"/>
              </a:spcBef>
              <a:spcAft>
                <a:spcPts val="0"/>
              </a:spcAft>
              <a:buClr>
                <a:srgbClr val="595959"/>
              </a:buClr>
              <a:buSzPts val="1800"/>
              <a:buFont typeface="Gill Sans"/>
              <a:buNone/>
              <a:defRPr/>
            </a:lvl8pPr>
            <a:lvl9pPr indent="0" lvl="8" marL="0" algn="r">
              <a:spcBef>
                <a:spcPts val="0"/>
              </a:spcBef>
              <a:spcAft>
                <a:spcPts val="0"/>
              </a:spcAft>
              <a:buClr>
                <a:srgbClr val="595959"/>
              </a:buClr>
              <a:buSzPts val="1800"/>
              <a:buFont typeface="Gill Sans"/>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9" name="Shape 79"/>
        <p:cNvGrpSpPr/>
        <p:nvPr/>
      </p:nvGrpSpPr>
      <p:grpSpPr>
        <a:xfrm>
          <a:off x="0" y="0"/>
          <a:ext cx="0" cy="0"/>
          <a:chOff x="0" y="0"/>
          <a:chExt cx="0" cy="0"/>
        </a:xfrm>
      </p:grpSpPr>
      <p:sp>
        <p:nvSpPr>
          <p:cNvPr id="80" name="Google Shape;80;p47"/>
          <p:cNvSpPr txBox="1"/>
          <p:nvPr>
            <p:ph type="title"/>
          </p:nvPr>
        </p:nvSpPr>
        <p:spPr>
          <a:xfrm>
            <a:off x="1877517" y="573578"/>
            <a:ext cx="15267483" cy="2238198"/>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47"/>
          <p:cNvSpPr txBox="1"/>
          <p:nvPr>
            <p:ph idx="1" type="body"/>
          </p:nvPr>
        </p:nvSpPr>
        <p:spPr>
          <a:xfrm rot="5400000">
            <a:off x="6816065" y="-1509546"/>
            <a:ext cx="5390387" cy="15267483"/>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50"/>
              </a:spcBef>
              <a:spcAft>
                <a:spcPts val="0"/>
              </a:spcAft>
              <a:buSzPts val="1800"/>
              <a:buChar char="•"/>
              <a:defRPr/>
            </a:lvl1pPr>
            <a:lvl2pPr indent="-342900" lvl="1" marL="914400" algn="l">
              <a:lnSpc>
                <a:spcPct val="110000"/>
              </a:lnSpc>
              <a:spcBef>
                <a:spcPts val="1050"/>
              </a:spcBef>
              <a:spcAft>
                <a:spcPts val="0"/>
              </a:spcAft>
              <a:buSzPts val="1800"/>
              <a:buChar char="–"/>
              <a:defRPr/>
            </a:lvl2pPr>
            <a:lvl3pPr indent="-342900" lvl="2" marL="1371600" algn="l">
              <a:lnSpc>
                <a:spcPct val="110000"/>
              </a:lnSpc>
              <a:spcBef>
                <a:spcPts val="1050"/>
              </a:spcBef>
              <a:spcAft>
                <a:spcPts val="0"/>
              </a:spcAft>
              <a:buSzPts val="1800"/>
              <a:buChar char="•"/>
              <a:defRPr/>
            </a:lvl3pPr>
            <a:lvl4pPr indent="-342900" lvl="3" marL="1828800" algn="l">
              <a:lnSpc>
                <a:spcPct val="110000"/>
              </a:lnSpc>
              <a:spcBef>
                <a:spcPts val="1050"/>
              </a:spcBef>
              <a:spcAft>
                <a:spcPts val="0"/>
              </a:spcAft>
              <a:buSzPts val="1800"/>
              <a:buChar char="–"/>
              <a:defRPr/>
            </a:lvl4pPr>
            <a:lvl5pPr indent="-342900" lvl="4" marL="2286000" algn="l">
              <a:lnSpc>
                <a:spcPct val="110000"/>
              </a:lnSpc>
              <a:spcBef>
                <a:spcPts val="1050"/>
              </a:spcBef>
              <a:spcAft>
                <a:spcPts val="0"/>
              </a:spcAft>
              <a:buSzPts val="1800"/>
              <a:buChar char="•"/>
              <a:defRPr/>
            </a:lvl5pPr>
            <a:lvl6pPr indent="-342900" lvl="5" marL="2743200" algn="l">
              <a:lnSpc>
                <a:spcPct val="110000"/>
              </a:lnSpc>
              <a:spcBef>
                <a:spcPts val="1050"/>
              </a:spcBef>
              <a:spcAft>
                <a:spcPts val="0"/>
              </a:spcAft>
              <a:buSzPts val="1800"/>
              <a:buChar char="–"/>
              <a:defRPr/>
            </a:lvl6pPr>
            <a:lvl7pPr indent="-342900" lvl="6" marL="3200400" algn="l">
              <a:lnSpc>
                <a:spcPct val="110000"/>
              </a:lnSpc>
              <a:spcBef>
                <a:spcPts val="1050"/>
              </a:spcBef>
              <a:spcAft>
                <a:spcPts val="0"/>
              </a:spcAft>
              <a:buSzPts val="1800"/>
              <a:buChar char="•"/>
              <a:defRPr/>
            </a:lvl7pPr>
            <a:lvl8pPr indent="-342900" lvl="7" marL="3657600" algn="l">
              <a:lnSpc>
                <a:spcPct val="110000"/>
              </a:lnSpc>
              <a:spcBef>
                <a:spcPts val="1050"/>
              </a:spcBef>
              <a:spcAft>
                <a:spcPts val="0"/>
              </a:spcAft>
              <a:buSzPts val="1800"/>
              <a:buChar char="–"/>
              <a:defRPr/>
            </a:lvl8pPr>
            <a:lvl9pPr indent="-342900" lvl="8" marL="4114800" algn="l">
              <a:lnSpc>
                <a:spcPct val="110000"/>
              </a:lnSpc>
              <a:spcBef>
                <a:spcPts val="1050"/>
              </a:spcBef>
              <a:spcAft>
                <a:spcPts val="0"/>
              </a:spcAft>
              <a:buSzPts val="1800"/>
              <a:buChar char="•"/>
              <a:defRPr/>
            </a:lvl9pPr>
          </a:lstStyle>
          <a:p/>
        </p:txBody>
      </p:sp>
      <p:sp>
        <p:nvSpPr>
          <p:cNvPr id="82" name="Google Shape;82;p47"/>
          <p:cNvSpPr txBox="1"/>
          <p:nvPr>
            <p:ph idx="10" type="dt"/>
          </p:nvPr>
        </p:nvSpPr>
        <p:spPr>
          <a:xfrm>
            <a:off x="1877517" y="9563519"/>
            <a:ext cx="3494583" cy="52269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7"/>
          <p:cNvSpPr txBox="1"/>
          <p:nvPr>
            <p:ph idx="11" type="ftr"/>
          </p:nvPr>
        </p:nvSpPr>
        <p:spPr>
          <a:xfrm>
            <a:off x="6057900" y="9563519"/>
            <a:ext cx="6172200" cy="51869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47"/>
          <p:cNvSpPr txBox="1"/>
          <p:nvPr>
            <p:ph idx="12" type="sldNum"/>
          </p:nvPr>
        </p:nvSpPr>
        <p:spPr>
          <a:xfrm>
            <a:off x="12915902" y="9563519"/>
            <a:ext cx="4229099" cy="518694"/>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595959"/>
              </a:buClr>
              <a:buSzPts val="1800"/>
              <a:buFont typeface="Gill Sans"/>
              <a:buNone/>
              <a:defRPr/>
            </a:lvl1pPr>
            <a:lvl2pPr indent="0" lvl="1" marL="0" algn="r">
              <a:spcBef>
                <a:spcPts val="0"/>
              </a:spcBef>
              <a:spcAft>
                <a:spcPts val="0"/>
              </a:spcAft>
              <a:buClr>
                <a:srgbClr val="595959"/>
              </a:buClr>
              <a:buSzPts val="1800"/>
              <a:buFont typeface="Gill Sans"/>
              <a:buNone/>
              <a:defRPr/>
            </a:lvl2pPr>
            <a:lvl3pPr indent="0" lvl="2" marL="0" algn="r">
              <a:spcBef>
                <a:spcPts val="0"/>
              </a:spcBef>
              <a:spcAft>
                <a:spcPts val="0"/>
              </a:spcAft>
              <a:buClr>
                <a:srgbClr val="595959"/>
              </a:buClr>
              <a:buSzPts val="1800"/>
              <a:buFont typeface="Gill Sans"/>
              <a:buNone/>
              <a:defRPr/>
            </a:lvl3pPr>
            <a:lvl4pPr indent="0" lvl="3" marL="0" algn="r">
              <a:spcBef>
                <a:spcPts val="0"/>
              </a:spcBef>
              <a:spcAft>
                <a:spcPts val="0"/>
              </a:spcAft>
              <a:buClr>
                <a:srgbClr val="595959"/>
              </a:buClr>
              <a:buSzPts val="1800"/>
              <a:buFont typeface="Gill Sans"/>
              <a:buNone/>
              <a:defRPr/>
            </a:lvl4pPr>
            <a:lvl5pPr indent="0" lvl="4" marL="0" algn="r">
              <a:spcBef>
                <a:spcPts val="0"/>
              </a:spcBef>
              <a:spcAft>
                <a:spcPts val="0"/>
              </a:spcAft>
              <a:buClr>
                <a:srgbClr val="595959"/>
              </a:buClr>
              <a:buSzPts val="1800"/>
              <a:buFont typeface="Gill Sans"/>
              <a:buNone/>
              <a:defRPr/>
            </a:lvl5pPr>
            <a:lvl6pPr indent="0" lvl="5" marL="0" algn="r">
              <a:spcBef>
                <a:spcPts val="0"/>
              </a:spcBef>
              <a:spcAft>
                <a:spcPts val="0"/>
              </a:spcAft>
              <a:buClr>
                <a:srgbClr val="595959"/>
              </a:buClr>
              <a:buSzPts val="1800"/>
              <a:buFont typeface="Gill Sans"/>
              <a:buNone/>
              <a:defRPr/>
            </a:lvl6pPr>
            <a:lvl7pPr indent="0" lvl="6" marL="0" algn="r">
              <a:spcBef>
                <a:spcPts val="0"/>
              </a:spcBef>
              <a:spcAft>
                <a:spcPts val="0"/>
              </a:spcAft>
              <a:buClr>
                <a:srgbClr val="595959"/>
              </a:buClr>
              <a:buSzPts val="1800"/>
              <a:buFont typeface="Gill Sans"/>
              <a:buNone/>
              <a:defRPr/>
            </a:lvl7pPr>
            <a:lvl8pPr indent="0" lvl="7" marL="0" algn="r">
              <a:spcBef>
                <a:spcPts val="0"/>
              </a:spcBef>
              <a:spcAft>
                <a:spcPts val="0"/>
              </a:spcAft>
              <a:buClr>
                <a:srgbClr val="595959"/>
              </a:buClr>
              <a:buSzPts val="1800"/>
              <a:buFont typeface="Gill Sans"/>
              <a:buNone/>
              <a:defRPr/>
            </a:lvl8pPr>
            <a:lvl9pPr indent="0" lvl="8" marL="0" algn="r">
              <a:spcBef>
                <a:spcPts val="0"/>
              </a:spcBef>
              <a:spcAft>
                <a:spcPts val="0"/>
              </a:spcAft>
              <a:buClr>
                <a:srgbClr val="595959"/>
              </a:buClr>
              <a:buSzPts val="1800"/>
              <a:buFont typeface="Gill Sans"/>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85" name="Shape 85"/>
        <p:cNvGrpSpPr/>
        <p:nvPr/>
      </p:nvGrpSpPr>
      <p:grpSpPr>
        <a:xfrm>
          <a:off x="0" y="0"/>
          <a:ext cx="0" cy="0"/>
          <a:chOff x="0" y="0"/>
          <a:chExt cx="0" cy="0"/>
        </a:xfrm>
      </p:grpSpPr>
      <p:sp>
        <p:nvSpPr>
          <p:cNvPr id="86" name="Google Shape;86;p48"/>
          <p:cNvSpPr txBox="1"/>
          <p:nvPr>
            <p:ph type="title"/>
          </p:nvPr>
        </p:nvSpPr>
        <p:spPr>
          <a:xfrm rot="5400000">
            <a:off x="12018278" y="3654783"/>
            <a:ext cx="8400606" cy="2238198"/>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48"/>
          <p:cNvSpPr txBox="1"/>
          <p:nvPr>
            <p:ph idx="1" type="body"/>
          </p:nvPr>
        </p:nvSpPr>
        <p:spPr>
          <a:xfrm rot="5400000">
            <a:off x="3980086" y="-1520557"/>
            <a:ext cx="8400608" cy="12588878"/>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50"/>
              </a:spcBef>
              <a:spcAft>
                <a:spcPts val="0"/>
              </a:spcAft>
              <a:buSzPts val="1800"/>
              <a:buChar char="•"/>
              <a:defRPr/>
            </a:lvl1pPr>
            <a:lvl2pPr indent="-342900" lvl="1" marL="914400" algn="l">
              <a:lnSpc>
                <a:spcPct val="110000"/>
              </a:lnSpc>
              <a:spcBef>
                <a:spcPts val="1050"/>
              </a:spcBef>
              <a:spcAft>
                <a:spcPts val="0"/>
              </a:spcAft>
              <a:buSzPts val="1800"/>
              <a:buChar char="–"/>
              <a:defRPr/>
            </a:lvl2pPr>
            <a:lvl3pPr indent="-342900" lvl="2" marL="1371600" algn="l">
              <a:lnSpc>
                <a:spcPct val="110000"/>
              </a:lnSpc>
              <a:spcBef>
                <a:spcPts val="1050"/>
              </a:spcBef>
              <a:spcAft>
                <a:spcPts val="0"/>
              </a:spcAft>
              <a:buSzPts val="1800"/>
              <a:buChar char="•"/>
              <a:defRPr/>
            </a:lvl3pPr>
            <a:lvl4pPr indent="-342900" lvl="3" marL="1828800" algn="l">
              <a:lnSpc>
                <a:spcPct val="110000"/>
              </a:lnSpc>
              <a:spcBef>
                <a:spcPts val="1050"/>
              </a:spcBef>
              <a:spcAft>
                <a:spcPts val="0"/>
              </a:spcAft>
              <a:buSzPts val="1800"/>
              <a:buChar char="–"/>
              <a:defRPr/>
            </a:lvl4pPr>
            <a:lvl5pPr indent="-342900" lvl="4" marL="2286000" algn="l">
              <a:lnSpc>
                <a:spcPct val="110000"/>
              </a:lnSpc>
              <a:spcBef>
                <a:spcPts val="1050"/>
              </a:spcBef>
              <a:spcAft>
                <a:spcPts val="0"/>
              </a:spcAft>
              <a:buSzPts val="1800"/>
              <a:buChar char="•"/>
              <a:defRPr/>
            </a:lvl5pPr>
            <a:lvl6pPr indent="-342900" lvl="5" marL="2743200" algn="l">
              <a:lnSpc>
                <a:spcPct val="110000"/>
              </a:lnSpc>
              <a:spcBef>
                <a:spcPts val="1050"/>
              </a:spcBef>
              <a:spcAft>
                <a:spcPts val="0"/>
              </a:spcAft>
              <a:buSzPts val="1800"/>
              <a:buChar char="–"/>
              <a:defRPr/>
            </a:lvl6pPr>
            <a:lvl7pPr indent="-342900" lvl="6" marL="3200400" algn="l">
              <a:lnSpc>
                <a:spcPct val="110000"/>
              </a:lnSpc>
              <a:spcBef>
                <a:spcPts val="1050"/>
              </a:spcBef>
              <a:spcAft>
                <a:spcPts val="0"/>
              </a:spcAft>
              <a:buSzPts val="1800"/>
              <a:buChar char="•"/>
              <a:defRPr/>
            </a:lvl7pPr>
            <a:lvl8pPr indent="-342900" lvl="7" marL="3657600" algn="l">
              <a:lnSpc>
                <a:spcPct val="110000"/>
              </a:lnSpc>
              <a:spcBef>
                <a:spcPts val="1050"/>
              </a:spcBef>
              <a:spcAft>
                <a:spcPts val="0"/>
              </a:spcAft>
              <a:buSzPts val="1800"/>
              <a:buChar char="–"/>
              <a:defRPr/>
            </a:lvl8pPr>
            <a:lvl9pPr indent="-342900" lvl="8" marL="4114800" algn="l">
              <a:lnSpc>
                <a:spcPct val="110000"/>
              </a:lnSpc>
              <a:spcBef>
                <a:spcPts val="1050"/>
              </a:spcBef>
              <a:spcAft>
                <a:spcPts val="0"/>
              </a:spcAft>
              <a:buSzPts val="1800"/>
              <a:buChar char="•"/>
              <a:defRPr/>
            </a:lvl9pPr>
          </a:lstStyle>
          <a:p/>
        </p:txBody>
      </p:sp>
      <p:sp>
        <p:nvSpPr>
          <p:cNvPr id="88" name="Google Shape;88;p48"/>
          <p:cNvSpPr txBox="1"/>
          <p:nvPr>
            <p:ph idx="10" type="dt"/>
          </p:nvPr>
        </p:nvSpPr>
        <p:spPr>
          <a:xfrm>
            <a:off x="1877517" y="9563519"/>
            <a:ext cx="3494583" cy="52269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48"/>
          <p:cNvSpPr txBox="1"/>
          <p:nvPr>
            <p:ph idx="11" type="ftr"/>
          </p:nvPr>
        </p:nvSpPr>
        <p:spPr>
          <a:xfrm>
            <a:off x="6057900" y="9563519"/>
            <a:ext cx="6172200" cy="51869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48"/>
          <p:cNvSpPr txBox="1"/>
          <p:nvPr>
            <p:ph idx="12" type="sldNum"/>
          </p:nvPr>
        </p:nvSpPr>
        <p:spPr>
          <a:xfrm>
            <a:off x="12915902" y="9563519"/>
            <a:ext cx="4229099" cy="518694"/>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595959"/>
              </a:buClr>
              <a:buSzPts val="1800"/>
              <a:buFont typeface="Gill Sans"/>
              <a:buNone/>
              <a:defRPr/>
            </a:lvl1pPr>
            <a:lvl2pPr indent="0" lvl="1" marL="0" algn="r">
              <a:spcBef>
                <a:spcPts val="0"/>
              </a:spcBef>
              <a:spcAft>
                <a:spcPts val="0"/>
              </a:spcAft>
              <a:buClr>
                <a:srgbClr val="595959"/>
              </a:buClr>
              <a:buSzPts val="1800"/>
              <a:buFont typeface="Gill Sans"/>
              <a:buNone/>
              <a:defRPr/>
            </a:lvl2pPr>
            <a:lvl3pPr indent="0" lvl="2" marL="0" algn="r">
              <a:spcBef>
                <a:spcPts val="0"/>
              </a:spcBef>
              <a:spcAft>
                <a:spcPts val="0"/>
              </a:spcAft>
              <a:buClr>
                <a:srgbClr val="595959"/>
              </a:buClr>
              <a:buSzPts val="1800"/>
              <a:buFont typeface="Gill Sans"/>
              <a:buNone/>
              <a:defRPr/>
            </a:lvl3pPr>
            <a:lvl4pPr indent="0" lvl="3" marL="0" algn="r">
              <a:spcBef>
                <a:spcPts val="0"/>
              </a:spcBef>
              <a:spcAft>
                <a:spcPts val="0"/>
              </a:spcAft>
              <a:buClr>
                <a:srgbClr val="595959"/>
              </a:buClr>
              <a:buSzPts val="1800"/>
              <a:buFont typeface="Gill Sans"/>
              <a:buNone/>
              <a:defRPr/>
            </a:lvl4pPr>
            <a:lvl5pPr indent="0" lvl="4" marL="0" algn="r">
              <a:spcBef>
                <a:spcPts val="0"/>
              </a:spcBef>
              <a:spcAft>
                <a:spcPts val="0"/>
              </a:spcAft>
              <a:buClr>
                <a:srgbClr val="595959"/>
              </a:buClr>
              <a:buSzPts val="1800"/>
              <a:buFont typeface="Gill Sans"/>
              <a:buNone/>
              <a:defRPr/>
            </a:lvl5pPr>
            <a:lvl6pPr indent="0" lvl="5" marL="0" algn="r">
              <a:spcBef>
                <a:spcPts val="0"/>
              </a:spcBef>
              <a:spcAft>
                <a:spcPts val="0"/>
              </a:spcAft>
              <a:buClr>
                <a:srgbClr val="595959"/>
              </a:buClr>
              <a:buSzPts val="1800"/>
              <a:buFont typeface="Gill Sans"/>
              <a:buNone/>
              <a:defRPr/>
            </a:lvl6pPr>
            <a:lvl7pPr indent="0" lvl="6" marL="0" algn="r">
              <a:spcBef>
                <a:spcPts val="0"/>
              </a:spcBef>
              <a:spcAft>
                <a:spcPts val="0"/>
              </a:spcAft>
              <a:buClr>
                <a:srgbClr val="595959"/>
              </a:buClr>
              <a:buSzPts val="1800"/>
              <a:buFont typeface="Gill Sans"/>
              <a:buNone/>
              <a:defRPr/>
            </a:lvl7pPr>
            <a:lvl8pPr indent="0" lvl="7" marL="0" algn="r">
              <a:spcBef>
                <a:spcPts val="0"/>
              </a:spcBef>
              <a:spcAft>
                <a:spcPts val="0"/>
              </a:spcAft>
              <a:buClr>
                <a:srgbClr val="595959"/>
              </a:buClr>
              <a:buSzPts val="1800"/>
              <a:buFont typeface="Gill Sans"/>
              <a:buNone/>
              <a:defRPr/>
            </a:lvl8pPr>
            <a:lvl9pPr indent="0" lvl="8" marL="0" algn="r">
              <a:spcBef>
                <a:spcPts val="0"/>
              </a:spcBef>
              <a:spcAft>
                <a:spcPts val="0"/>
              </a:spcAft>
              <a:buClr>
                <a:srgbClr val="595959"/>
              </a:buClr>
              <a:buSzPts val="1800"/>
              <a:buFont typeface="Gill Sans"/>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 name="Shape 5"/>
        <p:cNvGrpSpPr/>
        <p:nvPr/>
      </p:nvGrpSpPr>
      <p:grpSpPr>
        <a:xfrm>
          <a:off x="0" y="0"/>
          <a:ext cx="0" cy="0"/>
          <a:chOff x="0" y="0"/>
          <a:chExt cx="0" cy="0"/>
        </a:xfrm>
      </p:grpSpPr>
      <p:sp>
        <p:nvSpPr>
          <p:cNvPr id="6" name="Google Shape;6;p37"/>
          <p:cNvSpPr txBox="1"/>
          <p:nvPr>
            <p:ph type="title"/>
          </p:nvPr>
        </p:nvSpPr>
        <p:spPr>
          <a:xfrm>
            <a:off x="1877517" y="573578"/>
            <a:ext cx="15267483" cy="2238198"/>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0"/>
              </a:spcBef>
              <a:spcAft>
                <a:spcPts val="0"/>
              </a:spcAft>
              <a:buClr>
                <a:schemeClr val="dk2"/>
              </a:buClr>
              <a:buSzPts val="7650"/>
              <a:buFont typeface="Impact"/>
              <a:buNone/>
              <a:defRPr b="0" i="0" sz="7650" u="none" cap="none" strike="noStrike">
                <a:solidFill>
                  <a:schemeClr val="dk2"/>
                </a:solidFill>
                <a:latin typeface="Impact"/>
                <a:ea typeface="Impact"/>
                <a:cs typeface="Impact"/>
                <a:sym typeface="Impac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7"/>
          <p:cNvSpPr txBox="1"/>
          <p:nvPr>
            <p:ph idx="1" type="body"/>
          </p:nvPr>
        </p:nvSpPr>
        <p:spPr>
          <a:xfrm>
            <a:off x="1877517" y="3429002"/>
            <a:ext cx="15267483" cy="5390387"/>
          </a:xfrm>
          <a:prstGeom prst="rect">
            <a:avLst/>
          </a:prstGeom>
          <a:noFill/>
          <a:ln>
            <a:noFill/>
          </a:ln>
        </p:spPr>
        <p:txBody>
          <a:bodyPr anchorCtr="0" anchor="t" bIns="45700" lIns="91425" spcFirstLastPara="1" rIns="91425" wrap="square" tIns="45700">
            <a:normAutofit/>
          </a:bodyPr>
          <a:lstStyle>
            <a:lvl1pPr indent="-419100" lvl="0" marL="457200" marR="0" rtl="0" algn="l">
              <a:lnSpc>
                <a:spcPct val="110000"/>
              </a:lnSpc>
              <a:spcBef>
                <a:spcPts val="1050"/>
              </a:spcBef>
              <a:spcAft>
                <a:spcPts val="0"/>
              </a:spcAft>
              <a:buClr>
                <a:schemeClr val="dk2"/>
              </a:buClr>
              <a:buSzPts val="3000"/>
              <a:buFont typeface="Arial"/>
              <a:buChar char="•"/>
              <a:defRPr b="0" i="0" sz="3000" u="none" cap="none" strike="noStrike">
                <a:solidFill>
                  <a:srgbClr val="595959"/>
                </a:solidFill>
                <a:latin typeface="Gill Sans"/>
                <a:ea typeface="Gill Sans"/>
                <a:cs typeface="Gill Sans"/>
                <a:sym typeface="Gill Sans"/>
              </a:defRPr>
            </a:lvl1pPr>
            <a:lvl2pPr indent="-400050" lvl="1" marL="914400" marR="0" rtl="0" algn="l">
              <a:lnSpc>
                <a:spcPct val="110000"/>
              </a:lnSpc>
              <a:spcBef>
                <a:spcPts val="1050"/>
              </a:spcBef>
              <a:spcAft>
                <a:spcPts val="0"/>
              </a:spcAft>
              <a:buClr>
                <a:schemeClr val="dk2"/>
              </a:buClr>
              <a:buSzPts val="2700"/>
              <a:buFont typeface="Gill Sans"/>
              <a:buChar char="–"/>
              <a:defRPr b="0" i="0" sz="2700" u="none" cap="none" strike="noStrike">
                <a:solidFill>
                  <a:srgbClr val="595959"/>
                </a:solidFill>
                <a:latin typeface="Gill Sans"/>
                <a:ea typeface="Gill Sans"/>
                <a:cs typeface="Gill Sans"/>
                <a:sym typeface="Gill Sans"/>
              </a:defRPr>
            </a:lvl2pPr>
            <a:lvl3pPr indent="-381000" lvl="2" marL="1371600" marR="0" rtl="0" algn="l">
              <a:lnSpc>
                <a:spcPct val="110000"/>
              </a:lnSpc>
              <a:spcBef>
                <a:spcPts val="1050"/>
              </a:spcBef>
              <a:spcAft>
                <a:spcPts val="0"/>
              </a:spcAft>
              <a:buClr>
                <a:schemeClr val="dk2"/>
              </a:buClr>
              <a:buSzPts val="2400"/>
              <a:buFont typeface="Arial"/>
              <a:buChar char="•"/>
              <a:defRPr b="0" i="0" sz="2400" u="none" cap="none" strike="noStrike">
                <a:solidFill>
                  <a:srgbClr val="595959"/>
                </a:solidFill>
                <a:latin typeface="Gill Sans"/>
                <a:ea typeface="Gill Sans"/>
                <a:cs typeface="Gill Sans"/>
                <a:sym typeface="Gill Sans"/>
              </a:defRPr>
            </a:lvl3pPr>
            <a:lvl4pPr indent="-361950" lvl="3" marL="1828800" marR="0" rtl="0" algn="l">
              <a:lnSpc>
                <a:spcPct val="110000"/>
              </a:lnSpc>
              <a:spcBef>
                <a:spcPts val="1050"/>
              </a:spcBef>
              <a:spcAft>
                <a:spcPts val="0"/>
              </a:spcAft>
              <a:buClr>
                <a:schemeClr val="dk2"/>
              </a:buClr>
              <a:buSzPts val="2100"/>
              <a:buFont typeface="Gill Sans"/>
              <a:buChar char="–"/>
              <a:defRPr b="0" i="0" sz="2100" u="none" cap="none" strike="noStrike">
                <a:solidFill>
                  <a:srgbClr val="595959"/>
                </a:solidFill>
                <a:latin typeface="Gill Sans"/>
                <a:ea typeface="Gill Sans"/>
                <a:cs typeface="Gill Sans"/>
                <a:sym typeface="Gill Sans"/>
              </a:defRPr>
            </a:lvl4pPr>
            <a:lvl5pPr indent="-361950" lvl="4" marL="2286000" marR="0" rtl="0" algn="l">
              <a:lnSpc>
                <a:spcPct val="110000"/>
              </a:lnSpc>
              <a:spcBef>
                <a:spcPts val="1050"/>
              </a:spcBef>
              <a:spcAft>
                <a:spcPts val="0"/>
              </a:spcAft>
              <a:buClr>
                <a:schemeClr val="dk2"/>
              </a:buClr>
              <a:buSzPts val="2100"/>
              <a:buFont typeface="Arial"/>
              <a:buChar char="•"/>
              <a:defRPr b="0" i="0" sz="2100" u="none" cap="none" strike="noStrike">
                <a:solidFill>
                  <a:srgbClr val="595959"/>
                </a:solidFill>
                <a:latin typeface="Gill Sans"/>
                <a:ea typeface="Gill Sans"/>
                <a:cs typeface="Gill Sans"/>
                <a:sym typeface="Gill Sans"/>
              </a:defRPr>
            </a:lvl5pPr>
            <a:lvl6pPr indent="-361950" lvl="5" marL="2743200" marR="0" rtl="0" algn="l">
              <a:lnSpc>
                <a:spcPct val="110000"/>
              </a:lnSpc>
              <a:spcBef>
                <a:spcPts val="1050"/>
              </a:spcBef>
              <a:spcAft>
                <a:spcPts val="0"/>
              </a:spcAft>
              <a:buClr>
                <a:schemeClr val="dk2"/>
              </a:buClr>
              <a:buSzPts val="2100"/>
              <a:buFont typeface="Gill Sans"/>
              <a:buChar char="–"/>
              <a:defRPr b="0" i="0" sz="2100" u="none" cap="none" strike="noStrike">
                <a:solidFill>
                  <a:srgbClr val="595959"/>
                </a:solidFill>
                <a:latin typeface="Gill Sans"/>
                <a:ea typeface="Gill Sans"/>
                <a:cs typeface="Gill Sans"/>
                <a:sym typeface="Gill Sans"/>
              </a:defRPr>
            </a:lvl6pPr>
            <a:lvl7pPr indent="-361950" lvl="6" marL="3200400" marR="0" rtl="0" algn="l">
              <a:lnSpc>
                <a:spcPct val="110000"/>
              </a:lnSpc>
              <a:spcBef>
                <a:spcPts val="1050"/>
              </a:spcBef>
              <a:spcAft>
                <a:spcPts val="0"/>
              </a:spcAft>
              <a:buClr>
                <a:schemeClr val="dk2"/>
              </a:buClr>
              <a:buSzPts val="2100"/>
              <a:buFont typeface="Arial"/>
              <a:buChar char="•"/>
              <a:defRPr b="0" i="0" sz="2100" u="none" cap="none" strike="noStrike">
                <a:solidFill>
                  <a:srgbClr val="595959"/>
                </a:solidFill>
                <a:latin typeface="Gill Sans"/>
                <a:ea typeface="Gill Sans"/>
                <a:cs typeface="Gill Sans"/>
                <a:sym typeface="Gill Sans"/>
              </a:defRPr>
            </a:lvl7pPr>
            <a:lvl8pPr indent="-361950" lvl="7" marL="3657600" marR="0" rtl="0" algn="l">
              <a:lnSpc>
                <a:spcPct val="110000"/>
              </a:lnSpc>
              <a:spcBef>
                <a:spcPts val="1050"/>
              </a:spcBef>
              <a:spcAft>
                <a:spcPts val="0"/>
              </a:spcAft>
              <a:buClr>
                <a:schemeClr val="dk2"/>
              </a:buClr>
              <a:buSzPts val="2100"/>
              <a:buFont typeface="Gill Sans"/>
              <a:buChar char="–"/>
              <a:defRPr b="0" i="0" sz="2100" u="none" cap="none" strike="noStrike">
                <a:solidFill>
                  <a:srgbClr val="595959"/>
                </a:solidFill>
                <a:latin typeface="Gill Sans"/>
                <a:ea typeface="Gill Sans"/>
                <a:cs typeface="Gill Sans"/>
                <a:sym typeface="Gill Sans"/>
              </a:defRPr>
            </a:lvl8pPr>
            <a:lvl9pPr indent="-361950" lvl="8" marL="4114800" marR="0" rtl="0" algn="l">
              <a:lnSpc>
                <a:spcPct val="110000"/>
              </a:lnSpc>
              <a:spcBef>
                <a:spcPts val="1050"/>
              </a:spcBef>
              <a:spcAft>
                <a:spcPts val="0"/>
              </a:spcAft>
              <a:buClr>
                <a:schemeClr val="dk2"/>
              </a:buClr>
              <a:buSzPts val="2100"/>
              <a:buFont typeface="Arial"/>
              <a:buChar char="•"/>
              <a:defRPr b="0" i="0" sz="2100" u="none" cap="none" strike="noStrike">
                <a:solidFill>
                  <a:srgbClr val="595959"/>
                </a:solidFill>
                <a:latin typeface="Gill Sans"/>
                <a:ea typeface="Gill Sans"/>
                <a:cs typeface="Gill Sans"/>
                <a:sym typeface="Gill Sans"/>
              </a:defRPr>
            </a:lvl9pPr>
          </a:lstStyle>
          <a:p/>
        </p:txBody>
      </p:sp>
      <p:sp>
        <p:nvSpPr>
          <p:cNvPr id="8" name="Google Shape;8;p37"/>
          <p:cNvSpPr txBox="1"/>
          <p:nvPr>
            <p:ph idx="10" type="dt"/>
          </p:nvPr>
        </p:nvSpPr>
        <p:spPr>
          <a:xfrm>
            <a:off x="1877517" y="9563519"/>
            <a:ext cx="3494583" cy="522693"/>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solidFill>
                  <a:srgbClr val="595959"/>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9" name="Google Shape;9;p37"/>
          <p:cNvSpPr txBox="1"/>
          <p:nvPr>
            <p:ph idx="11" type="ftr"/>
          </p:nvPr>
        </p:nvSpPr>
        <p:spPr>
          <a:xfrm>
            <a:off x="6057900" y="9563519"/>
            <a:ext cx="6172200" cy="51869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800" u="none" cap="none" strike="noStrike">
                <a:solidFill>
                  <a:srgbClr val="595959"/>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0" name="Google Shape;10;p37"/>
          <p:cNvSpPr txBox="1"/>
          <p:nvPr>
            <p:ph idx="12" type="sldNum"/>
          </p:nvPr>
        </p:nvSpPr>
        <p:spPr>
          <a:xfrm>
            <a:off x="12915902" y="9563519"/>
            <a:ext cx="4229099" cy="51869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Clr>
                <a:srgbClr val="595959"/>
              </a:buClr>
              <a:buSzPts val="1800"/>
              <a:buFont typeface="Gill Sans"/>
              <a:buNone/>
              <a:defRPr b="0" i="0" sz="1800" u="none" cap="none" strike="noStrike">
                <a:solidFill>
                  <a:srgbClr val="595959"/>
                </a:solidFill>
                <a:latin typeface="Gill Sans"/>
                <a:ea typeface="Gill Sans"/>
                <a:cs typeface="Gill Sans"/>
                <a:sym typeface="Gill Sans"/>
              </a:defRPr>
            </a:lvl1pPr>
            <a:lvl2pPr indent="0" lvl="1" marL="0" marR="0" rtl="0" algn="r">
              <a:spcBef>
                <a:spcPts val="0"/>
              </a:spcBef>
              <a:spcAft>
                <a:spcPts val="0"/>
              </a:spcAft>
              <a:buClr>
                <a:srgbClr val="595959"/>
              </a:buClr>
              <a:buSzPts val="1800"/>
              <a:buFont typeface="Gill Sans"/>
              <a:buNone/>
              <a:defRPr b="0" i="0" sz="1800" u="none" cap="none" strike="noStrike">
                <a:solidFill>
                  <a:srgbClr val="595959"/>
                </a:solidFill>
                <a:latin typeface="Gill Sans"/>
                <a:ea typeface="Gill Sans"/>
                <a:cs typeface="Gill Sans"/>
                <a:sym typeface="Gill Sans"/>
              </a:defRPr>
            </a:lvl2pPr>
            <a:lvl3pPr indent="0" lvl="2" marL="0" marR="0" rtl="0" algn="r">
              <a:spcBef>
                <a:spcPts val="0"/>
              </a:spcBef>
              <a:spcAft>
                <a:spcPts val="0"/>
              </a:spcAft>
              <a:buClr>
                <a:srgbClr val="595959"/>
              </a:buClr>
              <a:buSzPts val="1800"/>
              <a:buFont typeface="Gill Sans"/>
              <a:buNone/>
              <a:defRPr b="0" i="0" sz="1800" u="none" cap="none" strike="noStrike">
                <a:solidFill>
                  <a:srgbClr val="595959"/>
                </a:solidFill>
                <a:latin typeface="Gill Sans"/>
                <a:ea typeface="Gill Sans"/>
                <a:cs typeface="Gill Sans"/>
                <a:sym typeface="Gill Sans"/>
              </a:defRPr>
            </a:lvl3pPr>
            <a:lvl4pPr indent="0" lvl="3" marL="0" marR="0" rtl="0" algn="r">
              <a:spcBef>
                <a:spcPts val="0"/>
              </a:spcBef>
              <a:spcAft>
                <a:spcPts val="0"/>
              </a:spcAft>
              <a:buClr>
                <a:srgbClr val="595959"/>
              </a:buClr>
              <a:buSzPts val="1800"/>
              <a:buFont typeface="Gill Sans"/>
              <a:buNone/>
              <a:defRPr b="0" i="0" sz="1800" u="none" cap="none" strike="noStrike">
                <a:solidFill>
                  <a:srgbClr val="595959"/>
                </a:solidFill>
                <a:latin typeface="Gill Sans"/>
                <a:ea typeface="Gill Sans"/>
                <a:cs typeface="Gill Sans"/>
                <a:sym typeface="Gill Sans"/>
              </a:defRPr>
            </a:lvl4pPr>
            <a:lvl5pPr indent="0" lvl="4" marL="0" marR="0" rtl="0" algn="r">
              <a:spcBef>
                <a:spcPts val="0"/>
              </a:spcBef>
              <a:spcAft>
                <a:spcPts val="0"/>
              </a:spcAft>
              <a:buClr>
                <a:srgbClr val="595959"/>
              </a:buClr>
              <a:buSzPts val="1800"/>
              <a:buFont typeface="Gill Sans"/>
              <a:buNone/>
              <a:defRPr b="0" i="0" sz="1800" u="none" cap="none" strike="noStrike">
                <a:solidFill>
                  <a:srgbClr val="595959"/>
                </a:solidFill>
                <a:latin typeface="Gill Sans"/>
                <a:ea typeface="Gill Sans"/>
                <a:cs typeface="Gill Sans"/>
                <a:sym typeface="Gill Sans"/>
              </a:defRPr>
            </a:lvl5pPr>
            <a:lvl6pPr indent="0" lvl="5" marL="0" marR="0" rtl="0" algn="r">
              <a:spcBef>
                <a:spcPts val="0"/>
              </a:spcBef>
              <a:spcAft>
                <a:spcPts val="0"/>
              </a:spcAft>
              <a:buClr>
                <a:srgbClr val="595959"/>
              </a:buClr>
              <a:buSzPts val="1800"/>
              <a:buFont typeface="Gill Sans"/>
              <a:buNone/>
              <a:defRPr b="0" i="0" sz="1800" u="none" cap="none" strike="noStrike">
                <a:solidFill>
                  <a:srgbClr val="595959"/>
                </a:solidFill>
                <a:latin typeface="Gill Sans"/>
                <a:ea typeface="Gill Sans"/>
                <a:cs typeface="Gill Sans"/>
                <a:sym typeface="Gill Sans"/>
              </a:defRPr>
            </a:lvl6pPr>
            <a:lvl7pPr indent="0" lvl="6" marL="0" marR="0" rtl="0" algn="r">
              <a:spcBef>
                <a:spcPts val="0"/>
              </a:spcBef>
              <a:spcAft>
                <a:spcPts val="0"/>
              </a:spcAft>
              <a:buClr>
                <a:srgbClr val="595959"/>
              </a:buClr>
              <a:buSzPts val="1800"/>
              <a:buFont typeface="Gill Sans"/>
              <a:buNone/>
              <a:defRPr b="0" i="0" sz="1800" u="none" cap="none" strike="noStrike">
                <a:solidFill>
                  <a:srgbClr val="595959"/>
                </a:solidFill>
                <a:latin typeface="Gill Sans"/>
                <a:ea typeface="Gill Sans"/>
                <a:cs typeface="Gill Sans"/>
                <a:sym typeface="Gill Sans"/>
              </a:defRPr>
            </a:lvl7pPr>
            <a:lvl8pPr indent="0" lvl="7" marL="0" marR="0" rtl="0" algn="r">
              <a:spcBef>
                <a:spcPts val="0"/>
              </a:spcBef>
              <a:spcAft>
                <a:spcPts val="0"/>
              </a:spcAft>
              <a:buClr>
                <a:srgbClr val="595959"/>
              </a:buClr>
              <a:buSzPts val="1800"/>
              <a:buFont typeface="Gill Sans"/>
              <a:buNone/>
              <a:defRPr b="0" i="0" sz="1800" u="none" cap="none" strike="noStrike">
                <a:solidFill>
                  <a:srgbClr val="595959"/>
                </a:solidFill>
                <a:latin typeface="Gill Sans"/>
                <a:ea typeface="Gill Sans"/>
                <a:cs typeface="Gill Sans"/>
                <a:sym typeface="Gill Sans"/>
              </a:defRPr>
            </a:lvl8pPr>
            <a:lvl9pPr indent="0" lvl="8" marL="0" marR="0" rtl="0" algn="r">
              <a:spcBef>
                <a:spcPts val="0"/>
              </a:spcBef>
              <a:spcAft>
                <a:spcPts val="0"/>
              </a:spcAft>
              <a:buClr>
                <a:srgbClr val="595959"/>
              </a:buClr>
              <a:buSzPts val="1800"/>
              <a:buFont typeface="Gill Sans"/>
              <a:buNone/>
              <a:defRPr b="0" i="0" sz="1800" u="none" cap="none" strike="noStrike">
                <a:solidFill>
                  <a:srgbClr val="59595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11" name="Google Shape;11;p37" title="Left scallop edge"/>
          <p:cNvSpPr/>
          <p:nvPr/>
        </p:nvSpPr>
        <p:spPr>
          <a:xfrm>
            <a:off x="1" y="0"/>
            <a:ext cx="1328738" cy="10287000"/>
          </a:xfrm>
          <a:custGeom>
            <a:rect b="b" l="l" r="r" t="t"/>
            <a:pathLst>
              <a:path extrusionOk="0" h="4320" w="558">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dk2"/>
          </a:solidFill>
          <a:ln>
            <a:noFill/>
          </a:ln>
        </p:spPr>
      </p:sp>
      <p:sp>
        <p:nvSpPr>
          <p:cNvPr id="12" name="Google Shape;12;p37" title="right edge border"/>
          <p:cNvSpPr/>
          <p:nvPr/>
        </p:nvSpPr>
        <p:spPr>
          <a:xfrm>
            <a:off x="17862804" y="0"/>
            <a:ext cx="425196" cy="10287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jp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jpg"/><Relationship Id="rId4" Type="http://schemas.openxmlformats.org/officeDocument/2006/relationships/image" Target="../media/image1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jpg"/><Relationship Id="rId4" Type="http://schemas.openxmlformats.org/officeDocument/2006/relationships/image" Target="../media/image18.jpg"/><Relationship Id="rId5"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9.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hyperlink" Target="https://hardzone.es/tutoriales/rendimiento/ciclo-instruccion-cpu/" TargetMode="External"/><Relationship Id="rId4" Type="http://schemas.openxmlformats.org/officeDocument/2006/relationships/hyperlink" Target="https://hardzone.es/tutoriales/rendimiento/ciclo-instruccion-cpu/" TargetMode="External"/><Relationship Id="rId9" Type="http://schemas.openxmlformats.org/officeDocument/2006/relationships/hyperlink" Target="https://byjus.com/gate/control-unit-notes/" TargetMode="External"/><Relationship Id="rId5" Type="http://schemas.openxmlformats.org/officeDocument/2006/relationships/hyperlink" Target="https://www.nutshellapp.com/publicsummaries/la-evoluci%C3%B3n-de-la-computaci%C3%B3n:-desde-el-%C3%A1baco-hasta-la-tecnolog%C3%ADa-moderna" TargetMode="External"/><Relationship Id="rId6" Type="http://schemas.openxmlformats.org/officeDocument/2006/relationships/hyperlink" Target="https://hardzone.es/tutoriales/rendimiento/ciclo-instruccion-cpu/" TargetMode="External"/><Relationship Id="rId7" Type="http://schemas.openxmlformats.org/officeDocument/2006/relationships/hyperlink" Target="https://hardzone.es/tutoriales/rendimiento/ciclo-instruccion-cpu/" TargetMode="External"/><Relationship Id="rId8" Type="http://schemas.openxmlformats.org/officeDocument/2006/relationships/hyperlink" Target="https://www.a24.com/mundo/historia-de-la-computadora-10092019_HyhOI54UH"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
          <p:cNvSpPr txBox="1"/>
          <p:nvPr/>
        </p:nvSpPr>
        <p:spPr>
          <a:xfrm>
            <a:off x="-448221" y="7270703"/>
            <a:ext cx="8526600" cy="1077218"/>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1" i="0" lang="en-US" sz="5000" u="none" cap="none" strike="noStrike">
                <a:solidFill>
                  <a:srgbClr val="131416"/>
                </a:solidFill>
                <a:latin typeface="Open Sans"/>
                <a:ea typeface="Open Sans"/>
                <a:cs typeface="Open Sans"/>
                <a:sym typeface="Open Sans"/>
              </a:rPr>
              <a:t>ALGORITMOS</a:t>
            </a:r>
            <a:endParaRPr b="1" i="0" sz="5000" u="none" cap="none" strike="noStrike">
              <a:solidFill>
                <a:srgbClr val="131416"/>
              </a:solidFill>
              <a:latin typeface="Open Sans"/>
              <a:ea typeface="Open Sans"/>
              <a:cs typeface="Open Sans"/>
              <a:sym typeface="Open Sans"/>
            </a:endParaRPr>
          </a:p>
        </p:txBody>
      </p:sp>
      <p:sp>
        <p:nvSpPr>
          <p:cNvPr id="96" name="Google Shape;96;p1"/>
          <p:cNvSpPr txBox="1"/>
          <p:nvPr/>
        </p:nvSpPr>
        <p:spPr>
          <a:xfrm>
            <a:off x="2670768" y="3161419"/>
            <a:ext cx="12375000" cy="1982081"/>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9200"/>
              <a:buFont typeface="Arial"/>
              <a:buNone/>
            </a:pPr>
            <a:r>
              <a:rPr b="1" i="0" lang="en-US" sz="9200" u="none" cap="none" strike="noStrike">
                <a:solidFill>
                  <a:srgbClr val="131416"/>
                </a:solidFill>
                <a:latin typeface="Open Sans"/>
                <a:ea typeface="Open Sans"/>
                <a:cs typeface="Open Sans"/>
                <a:sym typeface="Open Sans"/>
              </a:rPr>
              <a:t>LA COMPUTADORA</a:t>
            </a:r>
            <a:endParaRPr b="0" i="0" sz="1400" u="none" cap="none" strike="noStrike">
              <a:solidFill>
                <a:srgbClr val="000000"/>
              </a:solidFill>
              <a:latin typeface="Arial"/>
              <a:ea typeface="Arial"/>
              <a:cs typeface="Arial"/>
              <a:sym typeface="Arial"/>
            </a:endParaRPr>
          </a:p>
        </p:txBody>
      </p:sp>
      <p:sp>
        <p:nvSpPr>
          <p:cNvPr id="97" name="Google Shape;97;p1"/>
          <p:cNvSpPr txBox="1"/>
          <p:nvPr/>
        </p:nvSpPr>
        <p:spPr>
          <a:xfrm>
            <a:off x="1743358" y="9097667"/>
            <a:ext cx="6667500" cy="422275"/>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Facultad de Ingenieria</a:t>
            </a:r>
            <a:endParaRPr b="1" i="0" sz="2499" u="none" cap="none" strike="noStrike">
              <a:solidFill>
                <a:srgbClr val="131416"/>
              </a:solidFill>
              <a:latin typeface="Open Sans"/>
              <a:ea typeface="Open Sans"/>
              <a:cs typeface="Open Sans"/>
              <a:sym typeface="Open Sans"/>
            </a:endParaRPr>
          </a:p>
        </p:txBody>
      </p:sp>
      <p:sp>
        <p:nvSpPr>
          <p:cNvPr id="98" name="Google Shape;98;p1"/>
          <p:cNvSpPr txBox="1"/>
          <p:nvPr/>
        </p:nvSpPr>
        <p:spPr>
          <a:xfrm>
            <a:off x="890249" y="9519942"/>
            <a:ext cx="8115300" cy="419346"/>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pic>
        <p:nvPicPr>
          <p:cNvPr id="99" name="Google Shape;99;p1" title="logo-ecys-fiusac-min.png"/>
          <p:cNvPicPr preferRelativeResize="0"/>
          <p:nvPr/>
        </p:nvPicPr>
        <p:blipFill rotWithShape="1">
          <a:blip r:embed="rId3">
            <a:alphaModFix/>
          </a:blip>
          <a:srcRect b="0" l="47109" r="0" t="0"/>
          <a:stretch/>
        </p:blipFill>
        <p:spPr>
          <a:xfrm>
            <a:off x="14320075" y="171625"/>
            <a:ext cx="3687701" cy="1847850"/>
          </a:xfrm>
          <a:prstGeom prst="rect">
            <a:avLst/>
          </a:prstGeom>
          <a:noFill/>
          <a:ln>
            <a:noFill/>
          </a:ln>
        </p:spPr>
      </p:pic>
      <p:sp>
        <p:nvSpPr>
          <p:cNvPr id="100" name="Google Shape;100;p1"/>
          <p:cNvSpPr txBox="1"/>
          <p:nvPr/>
        </p:nvSpPr>
        <p:spPr>
          <a:xfrm>
            <a:off x="1777961" y="8632243"/>
            <a:ext cx="6981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Escuela de Ingenieria de Ciencias Y Sistemas</a:t>
            </a:r>
            <a:endParaRPr b="1" i="0" sz="2499" u="none" cap="none" strike="noStrike">
              <a:solidFill>
                <a:srgbClr val="131416"/>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grpSp>
        <p:nvGrpSpPr>
          <p:cNvPr id="105" name="Google Shape;105;p2"/>
          <p:cNvGrpSpPr/>
          <p:nvPr/>
        </p:nvGrpSpPr>
        <p:grpSpPr>
          <a:xfrm>
            <a:off x="189872" y="3654394"/>
            <a:ext cx="7443381" cy="845385"/>
            <a:chOff x="0" y="-76200"/>
            <a:chExt cx="2257645" cy="359923"/>
          </a:xfrm>
        </p:grpSpPr>
        <p:sp>
          <p:nvSpPr>
            <p:cNvPr id="106" name="Google Shape;106;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107" name="Google Shape;107;p2"/>
            <p:cNvSpPr txBox="1"/>
            <p:nvPr/>
          </p:nvSpPr>
          <p:spPr>
            <a:xfrm>
              <a:off x="0" y="-76200"/>
              <a:ext cx="2257645"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La computadora</a:t>
              </a:r>
              <a:r>
                <a:rPr lang="en-US" sz="2799">
                  <a:solidFill>
                    <a:schemeClr val="dk1"/>
                  </a:solidFill>
                  <a:latin typeface="Gill Sans"/>
                  <a:ea typeface="Gill Sans"/>
                  <a:cs typeface="Gill Sans"/>
                  <a:sym typeface="Gill Sans"/>
                </a:rPr>
                <a:t>: Definición</a:t>
              </a:r>
              <a:endParaRPr b="0" i="0" sz="1400" u="none" cap="none" strike="noStrike">
                <a:solidFill>
                  <a:srgbClr val="000000"/>
                </a:solidFill>
                <a:latin typeface="Arial"/>
                <a:ea typeface="Arial"/>
                <a:cs typeface="Arial"/>
                <a:sym typeface="Arial"/>
              </a:endParaRPr>
            </a:p>
          </p:txBody>
        </p:sp>
      </p:grpSp>
      <p:sp>
        <p:nvSpPr>
          <p:cNvPr id="108" name="Google Shape;108;p2"/>
          <p:cNvSpPr/>
          <p:nvPr/>
        </p:nvSpPr>
        <p:spPr>
          <a:xfrm>
            <a:off x="891907" y="387435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09" name="Google Shape;109;p2"/>
          <p:cNvSpPr txBox="1"/>
          <p:nvPr/>
        </p:nvSpPr>
        <p:spPr>
          <a:xfrm>
            <a:off x="1486778" y="740315"/>
            <a:ext cx="7710301" cy="23089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Pacifico"/>
                <a:ea typeface="Pacifico"/>
                <a:cs typeface="Pacifico"/>
                <a:sym typeface="Pacifico"/>
              </a:rPr>
              <a:t>Agenda</a:t>
            </a:r>
            <a:endParaRPr b="0" i="0" sz="1400" u="none" cap="none" strike="noStrike">
              <a:solidFill>
                <a:srgbClr val="000000"/>
              </a:solidFill>
              <a:latin typeface="Pacifico"/>
              <a:ea typeface="Pacifico"/>
              <a:cs typeface="Pacifico"/>
              <a:sym typeface="Pacifico"/>
            </a:endParaRPr>
          </a:p>
        </p:txBody>
      </p:sp>
      <p:sp>
        <p:nvSpPr>
          <p:cNvPr id="110" name="Google Shape;110;p2"/>
          <p:cNvSpPr txBox="1"/>
          <p:nvPr/>
        </p:nvSpPr>
        <p:spPr>
          <a:xfrm>
            <a:off x="9753601" y="740465"/>
            <a:ext cx="84168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Lobster"/>
                <a:ea typeface="Lobster"/>
                <a:cs typeface="Lobster"/>
                <a:sym typeface="Lobster"/>
              </a:rPr>
              <a:t>Recursos</a:t>
            </a:r>
            <a:endParaRPr b="0" i="0" sz="1400" u="none" cap="none" strike="noStrike">
              <a:solidFill>
                <a:srgbClr val="000000"/>
              </a:solidFill>
              <a:latin typeface="Lobster"/>
              <a:ea typeface="Lobster"/>
              <a:cs typeface="Lobster"/>
              <a:sym typeface="Lobster"/>
            </a:endParaRPr>
          </a:p>
        </p:txBody>
      </p:sp>
      <p:grpSp>
        <p:nvGrpSpPr>
          <p:cNvPr id="111" name="Google Shape;111;p2"/>
          <p:cNvGrpSpPr/>
          <p:nvPr/>
        </p:nvGrpSpPr>
        <p:grpSpPr>
          <a:xfrm>
            <a:off x="11739805" y="2798634"/>
            <a:ext cx="5353646" cy="1701145"/>
            <a:chOff x="0" y="-114300"/>
            <a:chExt cx="1410014" cy="448038"/>
          </a:xfrm>
        </p:grpSpPr>
        <p:sp>
          <p:nvSpPr>
            <p:cNvPr id="112" name="Google Shape;112;p2"/>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sp>
        <p:sp>
          <p:nvSpPr>
            <p:cNvPr id="113" name="Google Shape;113;p2"/>
            <p:cNvSpPr txBox="1"/>
            <p:nvPr/>
          </p:nvSpPr>
          <p:spPr>
            <a:xfrm>
              <a:off x="0" y="-114300"/>
              <a:ext cx="1295714" cy="448038"/>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Clr>
                  <a:srgbClr val="000000"/>
                </a:buClr>
                <a:buSzPts val="4499"/>
                <a:buFont typeface="Arial"/>
                <a:buNone/>
              </a:pPr>
              <a:r>
                <a:rPr b="0" i="0" lang="en-US" sz="4499" u="none" cap="none" strike="noStrike">
                  <a:solidFill>
                    <a:srgbClr val="000000"/>
                  </a:solidFill>
                  <a:latin typeface="Arial"/>
                  <a:ea typeface="Arial"/>
                  <a:cs typeface="Arial"/>
                  <a:sym typeface="Arial"/>
                </a:rPr>
                <a:t>Link del Video</a:t>
              </a:r>
              <a:endParaRPr b="0" i="0" sz="1400" u="none" cap="none" strike="noStrike">
                <a:solidFill>
                  <a:srgbClr val="000000"/>
                </a:solidFill>
                <a:latin typeface="Arial"/>
                <a:ea typeface="Arial"/>
                <a:cs typeface="Arial"/>
                <a:sym typeface="Arial"/>
              </a:endParaRPr>
            </a:p>
          </p:txBody>
        </p:sp>
      </p:grpSp>
      <p:sp>
        <p:nvSpPr>
          <p:cNvPr id="114" name="Google Shape;114;p2"/>
          <p:cNvSpPr txBox="1"/>
          <p:nvPr/>
        </p:nvSpPr>
        <p:spPr>
          <a:xfrm>
            <a:off x="11739805" y="4598683"/>
            <a:ext cx="4919663" cy="1701145"/>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Clr>
                <a:srgbClr val="000000"/>
              </a:buClr>
              <a:buSzPts val="4499"/>
              <a:buFont typeface="Arial"/>
              <a:buNone/>
            </a:pPr>
            <a:r>
              <a:t/>
            </a:r>
            <a:endParaRPr b="0" i="0" sz="1400" u="none" cap="none" strike="noStrike">
              <a:solidFill>
                <a:srgbClr val="000000"/>
              </a:solidFill>
              <a:latin typeface="Arial"/>
              <a:ea typeface="Arial"/>
              <a:cs typeface="Arial"/>
              <a:sym typeface="Arial"/>
            </a:endParaRPr>
          </a:p>
        </p:txBody>
      </p:sp>
      <p:grpSp>
        <p:nvGrpSpPr>
          <p:cNvPr id="115" name="Google Shape;115;p2"/>
          <p:cNvGrpSpPr/>
          <p:nvPr/>
        </p:nvGrpSpPr>
        <p:grpSpPr>
          <a:xfrm>
            <a:off x="189872" y="4578212"/>
            <a:ext cx="7840946" cy="845385"/>
            <a:chOff x="0" y="-76200"/>
            <a:chExt cx="1964221" cy="359923"/>
          </a:xfrm>
        </p:grpSpPr>
        <p:sp>
          <p:nvSpPr>
            <p:cNvPr id="116" name="Google Shape;116;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17" name="Google Shape;117;p2"/>
            <p:cNvSpPr txBox="1"/>
            <p:nvPr/>
          </p:nvSpPr>
          <p:spPr>
            <a:xfrm>
              <a:off x="0"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La computadora: Evolucion</a:t>
              </a:r>
              <a:endParaRPr b="0" i="0" sz="1400" u="none" cap="none" strike="noStrike">
                <a:solidFill>
                  <a:srgbClr val="000000"/>
                </a:solidFill>
                <a:latin typeface="Arial"/>
                <a:ea typeface="Arial"/>
                <a:cs typeface="Arial"/>
                <a:sym typeface="Arial"/>
              </a:endParaRPr>
            </a:p>
          </p:txBody>
        </p:sp>
      </p:grpSp>
      <p:grpSp>
        <p:nvGrpSpPr>
          <p:cNvPr id="118" name="Google Shape;118;p2"/>
          <p:cNvGrpSpPr/>
          <p:nvPr/>
        </p:nvGrpSpPr>
        <p:grpSpPr>
          <a:xfrm>
            <a:off x="189872" y="5559785"/>
            <a:ext cx="7946964" cy="845385"/>
            <a:chOff x="0" y="-76200"/>
            <a:chExt cx="1964221" cy="359923"/>
          </a:xfrm>
        </p:grpSpPr>
        <p:sp>
          <p:nvSpPr>
            <p:cNvPr id="119" name="Google Shape;119;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20" name="Google Shape;120;p2"/>
            <p:cNvSpPr txBox="1"/>
            <p:nvPr/>
          </p:nvSpPr>
          <p:spPr>
            <a:xfrm>
              <a:off x="0"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Ciclo Fetch-Decode-Execute</a:t>
              </a:r>
              <a:endParaRPr b="0" i="0" sz="1400" u="none" cap="none" strike="noStrike">
                <a:solidFill>
                  <a:srgbClr val="000000"/>
                </a:solidFill>
                <a:latin typeface="Arial"/>
                <a:ea typeface="Arial"/>
                <a:cs typeface="Arial"/>
                <a:sym typeface="Arial"/>
              </a:endParaRPr>
            </a:p>
          </p:txBody>
        </p:sp>
      </p:grpSp>
      <p:grpSp>
        <p:nvGrpSpPr>
          <p:cNvPr id="121" name="Google Shape;121;p2"/>
          <p:cNvGrpSpPr/>
          <p:nvPr/>
        </p:nvGrpSpPr>
        <p:grpSpPr>
          <a:xfrm>
            <a:off x="189872" y="6483367"/>
            <a:ext cx="9563729" cy="845385"/>
            <a:chOff x="0" y="-76200"/>
            <a:chExt cx="1964221" cy="359923"/>
          </a:xfrm>
        </p:grpSpPr>
        <p:sp>
          <p:nvSpPr>
            <p:cNvPr id="122" name="Google Shape;122;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23" name="Google Shape;123;p2"/>
            <p:cNvSpPr txBox="1"/>
            <p:nvPr/>
          </p:nvSpPr>
          <p:spPr>
            <a:xfrm>
              <a:off x="0"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Componentes de la Unidad de Control</a:t>
              </a:r>
              <a:endParaRPr b="0" i="0" sz="1400" u="none" cap="none" strike="noStrike">
                <a:solidFill>
                  <a:srgbClr val="000000"/>
                </a:solidFill>
                <a:latin typeface="Arial"/>
                <a:ea typeface="Arial"/>
                <a:cs typeface="Arial"/>
                <a:sym typeface="Arial"/>
              </a:endParaRPr>
            </a:p>
          </p:txBody>
        </p:sp>
      </p:grpSp>
      <p:grpSp>
        <p:nvGrpSpPr>
          <p:cNvPr id="124" name="Google Shape;124;p2"/>
          <p:cNvGrpSpPr/>
          <p:nvPr/>
        </p:nvGrpSpPr>
        <p:grpSpPr>
          <a:xfrm>
            <a:off x="189873" y="7546825"/>
            <a:ext cx="3984564" cy="845385"/>
            <a:chOff x="0" y="-76200"/>
            <a:chExt cx="1964221" cy="359923"/>
          </a:xfrm>
        </p:grpSpPr>
        <p:sp>
          <p:nvSpPr>
            <p:cNvPr id="125" name="Google Shape;125;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26" name="Google Shape;126;p2"/>
            <p:cNvSpPr txBox="1"/>
            <p:nvPr/>
          </p:nvSpPr>
          <p:spPr>
            <a:xfrm>
              <a:off x="0"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ALU</a:t>
              </a:r>
              <a:endParaRPr b="0" i="0" sz="1400" u="none" cap="none" strike="noStrike">
                <a:solidFill>
                  <a:srgbClr val="000000"/>
                </a:solidFill>
                <a:latin typeface="Arial"/>
                <a:ea typeface="Arial"/>
                <a:cs typeface="Arial"/>
                <a:sym typeface="Arial"/>
              </a:endParaRPr>
            </a:p>
          </p:txBody>
        </p:sp>
      </p:grpSp>
      <p:sp>
        <p:nvSpPr>
          <p:cNvPr id="127" name="Google Shape;127;p2"/>
          <p:cNvSpPr/>
          <p:nvPr/>
        </p:nvSpPr>
        <p:spPr>
          <a:xfrm>
            <a:off x="891907" y="475719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28" name="Google Shape;128;p2"/>
          <p:cNvSpPr/>
          <p:nvPr/>
        </p:nvSpPr>
        <p:spPr>
          <a:xfrm>
            <a:off x="891907" y="5738763"/>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29" name="Google Shape;129;p2"/>
          <p:cNvSpPr/>
          <p:nvPr/>
        </p:nvSpPr>
        <p:spPr>
          <a:xfrm>
            <a:off x="891907" y="6738545"/>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30" name="Google Shape;130;p2"/>
          <p:cNvSpPr/>
          <p:nvPr/>
        </p:nvSpPr>
        <p:spPr>
          <a:xfrm>
            <a:off x="891907" y="7739450"/>
            <a:ext cx="453358" cy="550094"/>
          </a:xfrm>
          <a:custGeom>
            <a:rect b="b" l="l" r="r" t="t"/>
            <a:pathLst>
              <a:path extrusionOk="0" h="550094" w="453358">
                <a:moveTo>
                  <a:pt x="0" y="0"/>
                </a:moveTo>
                <a:lnTo>
                  <a:pt x="453359" y="0"/>
                </a:lnTo>
                <a:lnTo>
                  <a:pt x="453359" y="550095"/>
                </a:lnTo>
                <a:lnTo>
                  <a:pt x="0" y="550095"/>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3"/>
          <p:cNvSpPr txBox="1"/>
          <p:nvPr/>
        </p:nvSpPr>
        <p:spPr>
          <a:xfrm>
            <a:off x="1533915" y="744098"/>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COMPETENCIA(S) QUE DESARROLLAREMOS</a:t>
            </a:r>
            <a:endParaRPr b="0" i="0" sz="1400" u="none" cap="none" strike="noStrike">
              <a:solidFill>
                <a:srgbClr val="000000"/>
              </a:solidFill>
              <a:latin typeface="Impact"/>
              <a:ea typeface="Impact"/>
              <a:cs typeface="Impact"/>
              <a:sym typeface="Impact"/>
            </a:endParaRPr>
          </a:p>
        </p:txBody>
      </p:sp>
      <p:sp>
        <p:nvSpPr>
          <p:cNvPr id="136" name="Google Shape;136;p3"/>
          <p:cNvSpPr txBox="1"/>
          <p:nvPr/>
        </p:nvSpPr>
        <p:spPr>
          <a:xfrm>
            <a:off x="3445317" y="2787225"/>
            <a:ext cx="11065814" cy="5816977"/>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1" lang="en-US" sz="4500">
                <a:solidFill>
                  <a:srgbClr val="131416"/>
                </a:solidFill>
                <a:latin typeface="Open Sans"/>
                <a:ea typeface="Open Sans"/>
                <a:cs typeface="Open Sans"/>
                <a:sym typeface="Open Sans"/>
              </a:rPr>
              <a:t>Analiza la arquitectura y organización de una computadora mediante el estudio de sus componentes de hardware para comprender el funcionamiento integral de un sistema.</a:t>
            </a:r>
            <a:endParaRPr b="1" sz="4500">
              <a:solidFill>
                <a:srgbClr val="131416"/>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descr="Historia de la computadora: Las computadoras en la actualidad | Explora |  Univision" id="141" name="Google Shape;141;p22"/>
          <p:cNvPicPr preferRelativeResize="0"/>
          <p:nvPr/>
        </p:nvPicPr>
        <p:blipFill rotWithShape="1">
          <a:blip r:embed="rId3">
            <a:alphaModFix/>
          </a:blip>
          <a:srcRect b="0" l="0" r="0" t="0"/>
          <a:stretch/>
        </p:blipFill>
        <p:spPr>
          <a:xfrm>
            <a:off x="10458451" y="5391393"/>
            <a:ext cx="7325967" cy="4895607"/>
          </a:xfrm>
          <a:prstGeom prst="rect">
            <a:avLst/>
          </a:prstGeom>
          <a:noFill/>
          <a:ln>
            <a:noFill/>
          </a:ln>
        </p:spPr>
      </p:pic>
      <p:sp>
        <p:nvSpPr>
          <p:cNvPr id="142" name="Google Shape;142;p22"/>
          <p:cNvSpPr txBox="1"/>
          <p:nvPr/>
        </p:nvSpPr>
        <p:spPr>
          <a:xfrm>
            <a:off x="1374889" y="3296840"/>
            <a:ext cx="14130154" cy="430887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500">
                <a:solidFill>
                  <a:schemeClr val="dk1"/>
                </a:solidFill>
                <a:latin typeface="Gill Sans"/>
                <a:ea typeface="Gill Sans"/>
                <a:cs typeface="Gill Sans"/>
                <a:sym typeface="Gill Sans"/>
              </a:rPr>
              <a:t>Una computadora es una máquina electrónica digital y programable diseñada para procesar datos y convertirlos en información útil. Su funcionamiento se basa en recibir datos de entrada (input), procesarlos siguiendo un conjunto de instrucciones (un programa) y generar un resultado o salida (output).</a:t>
            </a:r>
            <a:endParaRPr/>
          </a:p>
          <a:p>
            <a:pPr indent="0" lvl="0" marL="0" marR="0" rtl="0" algn="l">
              <a:spcBef>
                <a:spcPts val="0"/>
              </a:spcBef>
              <a:spcAft>
                <a:spcPts val="0"/>
              </a:spcAft>
              <a:buNone/>
            </a:pPr>
            <a:r>
              <a:t/>
            </a:r>
            <a:endParaRPr sz="3500">
              <a:solidFill>
                <a:schemeClr val="dk1"/>
              </a:solidFill>
              <a:latin typeface="Gill Sans"/>
              <a:ea typeface="Gill Sans"/>
              <a:cs typeface="Gill Sans"/>
              <a:sym typeface="Gill Sans"/>
            </a:endParaRPr>
          </a:p>
          <a:p>
            <a:pPr indent="0" lvl="0" marL="0" marR="0" rtl="0" algn="l">
              <a:spcBef>
                <a:spcPts val="0"/>
              </a:spcBef>
              <a:spcAft>
                <a:spcPts val="0"/>
              </a:spcAft>
              <a:buNone/>
            </a:pPr>
            <a:r>
              <a:rPr lang="en-US" sz="3500">
                <a:solidFill>
                  <a:schemeClr val="dk1"/>
                </a:solidFill>
                <a:latin typeface="Gill Sans"/>
                <a:ea typeface="Gill Sans"/>
                <a:cs typeface="Gill Sans"/>
                <a:sym typeface="Gill Sans"/>
              </a:rPr>
              <a:t>Está compuesta por dos elementos fundamentales.</a:t>
            </a:r>
            <a:endParaRPr/>
          </a:p>
          <a:p>
            <a:pPr indent="0" lvl="0" marL="0" marR="0" rtl="0" algn="l">
              <a:spcBef>
                <a:spcPts val="0"/>
              </a:spcBef>
              <a:spcAft>
                <a:spcPts val="0"/>
              </a:spcAft>
              <a:buNone/>
            </a:pPr>
            <a:r>
              <a:t/>
            </a:r>
            <a:endParaRPr sz="3500">
              <a:solidFill>
                <a:schemeClr val="dk1"/>
              </a:solidFill>
              <a:latin typeface="Gill Sans"/>
              <a:ea typeface="Gill Sans"/>
              <a:cs typeface="Gill Sans"/>
              <a:sym typeface="Gill Sans"/>
            </a:endParaRPr>
          </a:p>
        </p:txBody>
      </p:sp>
      <p:sp>
        <p:nvSpPr>
          <p:cNvPr id="143" name="Google Shape;143;p22"/>
          <p:cNvSpPr txBox="1"/>
          <p:nvPr/>
        </p:nvSpPr>
        <p:spPr>
          <a:xfrm>
            <a:off x="1374889" y="1437397"/>
            <a:ext cx="13991100" cy="1060418"/>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Libre Franklin Medium"/>
                <a:ea typeface="Libre Franklin Medium"/>
                <a:cs typeface="Libre Franklin Medium"/>
                <a:sym typeface="Libre Franklin Medium"/>
              </a:rPr>
              <a:t>La computadora: Definicion</a:t>
            </a:r>
            <a:endParaRPr b="0" i="0" sz="1400" u="none" cap="none" strike="noStrike">
              <a:solidFill>
                <a:srgbClr val="000000"/>
              </a:solidFill>
              <a:latin typeface="Libre Franklin Medium"/>
              <a:ea typeface="Libre Franklin Medium"/>
              <a:cs typeface="Libre Franklin Medium"/>
              <a:sym typeface="Libre Franklin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3"/>
          <p:cNvSpPr txBox="1"/>
          <p:nvPr/>
        </p:nvSpPr>
        <p:spPr>
          <a:xfrm>
            <a:off x="1613428" y="907468"/>
            <a:ext cx="8882294" cy="269304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500">
                <a:solidFill>
                  <a:schemeClr val="dk1"/>
                </a:solidFill>
                <a:latin typeface="Gill Sans"/>
                <a:ea typeface="Gill Sans"/>
                <a:cs typeface="Gill Sans"/>
                <a:sym typeface="Gill Sans"/>
              </a:rPr>
              <a:t>Hardware:</a:t>
            </a:r>
            <a:r>
              <a:rPr lang="en-US" sz="3500">
                <a:solidFill>
                  <a:schemeClr val="dk1"/>
                </a:solidFill>
                <a:latin typeface="Gill Sans"/>
                <a:ea typeface="Gill Sans"/>
                <a:cs typeface="Gill Sans"/>
                <a:sym typeface="Gill Sans"/>
              </a:rPr>
              <a:t> Son todos los componentes físicos y tangibles, como el procesador, la memoria, el disco duro, el teclado y el monitor.</a:t>
            </a:r>
            <a:endParaRPr/>
          </a:p>
          <a:p>
            <a:pPr indent="0" lvl="0" marL="0" marR="0" rtl="0" algn="l">
              <a:spcBef>
                <a:spcPts val="0"/>
              </a:spcBef>
              <a:spcAft>
                <a:spcPts val="0"/>
              </a:spcAft>
              <a:buNone/>
            </a:pPr>
            <a:r>
              <a:t/>
            </a:r>
            <a:endParaRPr sz="3500">
              <a:solidFill>
                <a:schemeClr val="dk1"/>
              </a:solidFill>
              <a:latin typeface="Gill Sans"/>
              <a:ea typeface="Gill Sans"/>
              <a:cs typeface="Gill Sans"/>
              <a:sym typeface="Gill Sans"/>
            </a:endParaRPr>
          </a:p>
        </p:txBody>
      </p:sp>
      <p:pic>
        <p:nvPicPr>
          <p:cNvPr id="149" name="Google Shape;149;p23"/>
          <p:cNvPicPr preferRelativeResize="0"/>
          <p:nvPr/>
        </p:nvPicPr>
        <p:blipFill rotWithShape="1">
          <a:blip r:embed="rId3">
            <a:alphaModFix/>
          </a:blip>
          <a:srcRect b="0" l="0" r="0" t="0"/>
          <a:stretch/>
        </p:blipFill>
        <p:spPr>
          <a:xfrm>
            <a:off x="10744177" y="907468"/>
            <a:ext cx="6076950" cy="3419475"/>
          </a:xfrm>
          <a:prstGeom prst="rect">
            <a:avLst/>
          </a:prstGeom>
          <a:noFill/>
          <a:ln>
            <a:noFill/>
          </a:ln>
        </p:spPr>
      </p:pic>
      <p:sp>
        <p:nvSpPr>
          <p:cNvPr id="150" name="Google Shape;150;p23"/>
          <p:cNvSpPr txBox="1"/>
          <p:nvPr/>
        </p:nvSpPr>
        <p:spPr>
          <a:xfrm>
            <a:off x="7749185" y="4262747"/>
            <a:ext cx="9270726" cy="323165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sz="3500">
              <a:solidFill>
                <a:schemeClr val="dk1"/>
              </a:solidFill>
              <a:latin typeface="Gill Sans"/>
              <a:ea typeface="Gill Sans"/>
              <a:cs typeface="Gill Sans"/>
              <a:sym typeface="Gill Sans"/>
            </a:endParaRPr>
          </a:p>
          <a:p>
            <a:pPr indent="0" lvl="0" marL="0" marR="0" rtl="0" algn="l">
              <a:spcBef>
                <a:spcPts val="0"/>
              </a:spcBef>
              <a:spcAft>
                <a:spcPts val="0"/>
              </a:spcAft>
              <a:buNone/>
            </a:pPr>
            <a:r>
              <a:rPr b="1" lang="en-US" sz="3500">
                <a:solidFill>
                  <a:schemeClr val="dk1"/>
                </a:solidFill>
                <a:latin typeface="Gill Sans"/>
                <a:ea typeface="Gill Sans"/>
                <a:cs typeface="Gill Sans"/>
                <a:sym typeface="Gill Sans"/>
              </a:rPr>
              <a:t>Software:</a:t>
            </a:r>
            <a:r>
              <a:rPr lang="en-US" sz="3500">
                <a:solidFill>
                  <a:schemeClr val="dk1"/>
                </a:solidFill>
                <a:latin typeface="Gill Sans"/>
                <a:ea typeface="Gill Sans"/>
                <a:cs typeface="Gill Sans"/>
                <a:sym typeface="Gill Sans"/>
              </a:rPr>
              <a:t> Son los componentes lógicos e intangibles, es decir, los programas, instrucciones y datos que le dicen al hardware qué hacer.</a:t>
            </a:r>
            <a:endParaRPr/>
          </a:p>
          <a:p>
            <a:pPr indent="0" lvl="0" marL="0" marR="0" rtl="0" algn="l">
              <a:spcBef>
                <a:spcPts val="0"/>
              </a:spcBef>
              <a:spcAft>
                <a:spcPts val="0"/>
              </a:spcAft>
              <a:buNone/>
            </a:pPr>
            <a:r>
              <a:t/>
            </a:r>
            <a:endParaRPr sz="3500">
              <a:solidFill>
                <a:schemeClr val="dk1"/>
              </a:solidFill>
              <a:latin typeface="Gill Sans"/>
              <a:ea typeface="Gill Sans"/>
              <a:cs typeface="Gill Sans"/>
              <a:sym typeface="Gill Sans"/>
            </a:endParaRPr>
          </a:p>
        </p:txBody>
      </p:sp>
      <p:pic>
        <p:nvPicPr>
          <p:cNvPr id="151" name="Google Shape;151;p23"/>
          <p:cNvPicPr preferRelativeResize="0"/>
          <p:nvPr/>
        </p:nvPicPr>
        <p:blipFill rotWithShape="1">
          <a:blip r:embed="rId4">
            <a:alphaModFix/>
          </a:blip>
          <a:srcRect b="0" l="0" r="0" t="0"/>
          <a:stretch/>
        </p:blipFill>
        <p:spPr>
          <a:xfrm>
            <a:off x="876324" y="3238500"/>
            <a:ext cx="6667500" cy="3810000"/>
          </a:xfrm>
          <a:prstGeom prst="rect">
            <a:avLst/>
          </a:prstGeom>
          <a:noFill/>
          <a:ln>
            <a:noFill/>
          </a:ln>
        </p:spPr>
      </p:pic>
      <p:sp>
        <p:nvSpPr>
          <p:cNvPr id="152" name="Google Shape;152;p23"/>
          <p:cNvSpPr txBox="1"/>
          <p:nvPr/>
        </p:nvSpPr>
        <p:spPr>
          <a:xfrm>
            <a:off x="1613428" y="7430204"/>
            <a:ext cx="14978294" cy="161582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500">
                <a:solidFill>
                  <a:schemeClr val="dk1"/>
                </a:solidFill>
                <a:latin typeface="Gill Sans"/>
                <a:ea typeface="Gill Sans"/>
                <a:cs typeface="Gill Sans"/>
                <a:sym typeface="Gill Sans"/>
              </a:rPr>
              <a:t>La computadora es una herramienta universal capaz de realizar una enorme variedad de tareas, desde simples cálculos hasta complejas simulaciones.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4"/>
          <p:cNvSpPr txBox="1"/>
          <p:nvPr/>
        </p:nvSpPr>
        <p:spPr>
          <a:xfrm>
            <a:off x="1387049" y="2020737"/>
            <a:ext cx="14130154" cy="323165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500">
                <a:solidFill>
                  <a:schemeClr val="dk1"/>
                </a:solidFill>
                <a:latin typeface="Gill Sans"/>
                <a:ea typeface="Gill Sans"/>
                <a:cs typeface="Gill Sans"/>
                <a:sym typeface="Gill Sans"/>
              </a:rPr>
              <a:t>A través de la historia la computadora a tenido avances tecnológicos que ha transformado estas máquinas desde dispositivos gigantes y lentos hasta los aparatos pequeños y ultrapotentes que conocemos hoy. Generalmente la evolución se divide en generaciones, marcadas por el cambio en la tecnología fundamental de su construcción.</a:t>
            </a:r>
            <a:endParaRPr/>
          </a:p>
          <a:p>
            <a:pPr indent="0" lvl="0" marL="0" marR="0" rtl="0" algn="l">
              <a:spcBef>
                <a:spcPts val="0"/>
              </a:spcBef>
              <a:spcAft>
                <a:spcPts val="0"/>
              </a:spcAft>
              <a:buNone/>
            </a:pPr>
            <a:r>
              <a:t/>
            </a:r>
            <a:endParaRPr sz="3500">
              <a:solidFill>
                <a:schemeClr val="dk1"/>
              </a:solidFill>
              <a:latin typeface="Gill Sans"/>
              <a:ea typeface="Gill Sans"/>
              <a:cs typeface="Gill Sans"/>
              <a:sym typeface="Gill Sans"/>
            </a:endParaRPr>
          </a:p>
        </p:txBody>
      </p:sp>
      <p:sp>
        <p:nvSpPr>
          <p:cNvPr id="158" name="Google Shape;158;p4"/>
          <p:cNvSpPr txBox="1"/>
          <p:nvPr/>
        </p:nvSpPr>
        <p:spPr>
          <a:xfrm>
            <a:off x="1374889" y="960319"/>
            <a:ext cx="13991100" cy="1060418"/>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Libre Franklin Medium"/>
                <a:ea typeface="Libre Franklin Medium"/>
                <a:cs typeface="Libre Franklin Medium"/>
                <a:sym typeface="Libre Franklin Medium"/>
              </a:rPr>
              <a:t>La computadora: Evolucion</a:t>
            </a:r>
            <a:endParaRPr b="0" i="0" sz="1400" u="none" cap="none" strike="noStrike">
              <a:solidFill>
                <a:srgbClr val="000000"/>
              </a:solidFill>
              <a:latin typeface="Libre Franklin Medium"/>
              <a:ea typeface="Libre Franklin Medium"/>
              <a:cs typeface="Libre Franklin Medium"/>
              <a:sym typeface="Libre Franklin Medium"/>
            </a:endParaRPr>
          </a:p>
        </p:txBody>
      </p:sp>
      <p:pic>
        <p:nvPicPr>
          <p:cNvPr id="159" name="Google Shape;159;p4"/>
          <p:cNvPicPr preferRelativeResize="0"/>
          <p:nvPr/>
        </p:nvPicPr>
        <p:blipFill rotWithShape="1">
          <a:blip r:embed="rId3">
            <a:alphaModFix/>
          </a:blip>
          <a:srcRect b="0" l="0" r="0" t="0"/>
          <a:stretch/>
        </p:blipFill>
        <p:spPr>
          <a:xfrm>
            <a:off x="4076147" y="5252391"/>
            <a:ext cx="8751957" cy="417323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4"/>
          <p:cNvSpPr txBox="1"/>
          <p:nvPr/>
        </p:nvSpPr>
        <p:spPr>
          <a:xfrm>
            <a:off x="1442272" y="1702685"/>
            <a:ext cx="15403456" cy="484748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500">
                <a:solidFill>
                  <a:schemeClr val="dk1"/>
                </a:solidFill>
                <a:latin typeface="Gill Sans"/>
                <a:ea typeface="Gill Sans"/>
                <a:cs typeface="Gill Sans"/>
                <a:sym typeface="Gill Sans"/>
              </a:rPr>
              <a:t>Tecnología:</a:t>
            </a:r>
            <a:r>
              <a:rPr lang="en-US" sz="3500">
                <a:solidFill>
                  <a:schemeClr val="dk1"/>
                </a:solidFill>
                <a:latin typeface="Gill Sans"/>
                <a:ea typeface="Gill Sans"/>
                <a:cs typeface="Gill Sans"/>
                <a:sym typeface="Gill Sans"/>
              </a:rPr>
              <a:t> Usaban tubos o válvulas de vacío para procesar información.</a:t>
            </a:r>
            <a:endParaRPr/>
          </a:p>
          <a:p>
            <a:pPr indent="0" lvl="0" marL="0" marR="0" rtl="0" algn="l">
              <a:spcBef>
                <a:spcPts val="0"/>
              </a:spcBef>
              <a:spcAft>
                <a:spcPts val="0"/>
              </a:spcAft>
              <a:buNone/>
            </a:pPr>
            <a:r>
              <a:t/>
            </a:r>
            <a:endParaRPr sz="3500">
              <a:solidFill>
                <a:schemeClr val="dk1"/>
              </a:solidFill>
              <a:latin typeface="Gill Sans"/>
              <a:ea typeface="Gill Sans"/>
              <a:cs typeface="Gill Sans"/>
              <a:sym typeface="Gill Sans"/>
            </a:endParaRPr>
          </a:p>
          <a:p>
            <a:pPr indent="0" lvl="0" marL="0" marR="0" rtl="0" algn="l">
              <a:spcBef>
                <a:spcPts val="0"/>
              </a:spcBef>
              <a:spcAft>
                <a:spcPts val="0"/>
              </a:spcAft>
              <a:buNone/>
            </a:pPr>
            <a:r>
              <a:rPr b="1" lang="en-US" sz="3500">
                <a:solidFill>
                  <a:schemeClr val="dk1"/>
                </a:solidFill>
                <a:latin typeface="Gill Sans"/>
                <a:ea typeface="Gill Sans"/>
                <a:cs typeface="Gill Sans"/>
                <a:sym typeface="Gill Sans"/>
              </a:rPr>
              <a:t>Características:</a:t>
            </a:r>
            <a:r>
              <a:rPr lang="en-US" sz="3500">
                <a:solidFill>
                  <a:schemeClr val="dk1"/>
                </a:solidFill>
                <a:latin typeface="Gill Sans"/>
                <a:ea typeface="Gill Sans"/>
                <a:cs typeface="Gill Sans"/>
                <a:sym typeface="Gill Sans"/>
              </a:rPr>
              <a:t> Eran enormes (ocupaban habitaciones enteras), muy costosas, consumían muchísima energía y eran poco fiables (se averiaban constantemente).</a:t>
            </a:r>
            <a:endParaRPr/>
          </a:p>
          <a:p>
            <a:pPr indent="0" lvl="0" marL="0" marR="0" rtl="0" algn="l">
              <a:spcBef>
                <a:spcPts val="0"/>
              </a:spcBef>
              <a:spcAft>
                <a:spcPts val="0"/>
              </a:spcAft>
              <a:buNone/>
            </a:pPr>
            <a:r>
              <a:t/>
            </a:r>
            <a:endParaRPr sz="3500">
              <a:solidFill>
                <a:schemeClr val="dk1"/>
              </a:solidFill>
              <a:latin typeface="Gill Sans"/>
              <a:ea typeface="Gill Sans"/>
              <a:cs typeface="Gill Sans"/>
              <a:sym typeface="Gill Sans"/>
            </a:endParaRPr>
          </a:p>
          <a:p>
            <a:pPr indent="0" lvl="0" marL="0" marR="0" rtl="0" algn="l">
              <a:spcBef>
                <a:spcPts val="0"/>
              </a:spcBef>
              <a:spcAft>
                <a:spcPts val="0"/>
              </a:spcAft>
              <a:buNone/>
            </a:pPr>
            <a:r>
              <a:rPr b="1" lang="en-US" sz="3500">
                <a:solidFill>
                  <a:schemeClr val="dk1"/>
                </a:solidFill>
                <a:latin typeface="Gill Sans"/>
                <a:ea typeface="Gill Sans"/>
                <a:cs typeface="Gill Sans"/>
                <a:sym typeface="Gill Sans"/>
              </a:rPr>
              <a:t>Uso:</a:t>
            </a:r>
            <a:r>
              <a:rPr lang="en-US" sz="3500">
                <a:solidFill>
                  <a:schemeClr val="dk1"/>
                </a:solidFill>
                <a:latin typeface="Gill Sans"/>
                <a:ea typeface="Gill Sans"/>
                <a:cs typeface="Gill Sans"/>
                <a:sym typeface="Gill Sans"/>
              </a:rPr>
              <a:t> Cálculos balísticos militares (ENIAC), censos y primeras investigaciones científicas.</a:t>
            </a:r>
            <a:endParaRPr/>
          </a:p>
          <a:p>
            <a:pPr indent="0" lvl="0" marL="0" marR="0" rtl="0" algn="l">
              <a:spcBef>
                <a:spcPts val="0"/>
              </a:spcBef>
              <a:spcAft>
                <a:spcPts val="0"/>
              </a:spcAft>
              <a:buNone/>
            </a:pPr>
            <a:r>
              <a:t/>
            </a:r>
            <a:endParaRPr sz="3500">
              <a:solidFill>
                <a:schemeClr val="dk1"/>
              </a:solidFill>
              <a:latin typeface="Gill Sans"/>
              <a:ea typeface="Gill Sans"/>
              <a:cs typeface="Gill Sans"/>
              <a:sym typeface="Gill Sans"/>
            </a:endParaRPr>
          </a:p>
        </p:txBody>
      </p:sp>
      <p:sp>
        <p:nvSpPr>
          <p:cNvPr id="165" name="Google Shape;165;p24"/>
          <p:cNvSpPr txBox="1"/>
          <p:nvPr/>
        </p:nvSpPr>
        <p:spPr>
          <a:xfrm>
            <a:off x="1387050" y="523000"/>
            <a:ext cx="15836700" cy="815700"/>
          </a:xfrm>
          <a:prstGeom prst="rect">
            <a:avLst/>
          </a:prstGeom>
          <a:noFill/>
          <a:ln>
            <a:noFill/>
          </a:ln>
        </p:spPr>
        <p:txBody>
          <a:bodyPr anchorCtr="0" anchor="t" bIns="0" lIns="0" spcFirstLastPara="1" rIns="0" wrap="square" tIns="0">
            <a:spAutoFit/>
          </a:bodyPr>
          <a:lstStyle/>
          <a:p>
            <a:pPr indent="0" lvl="0" marL="0" marR="0" rtl="0" algn="l">
              <a:lnSpc>
                <a:spcPct val="112987"/>
              </a:lnSpc>
              <a:spcBef>
                <a:spcPts val="0"/>
              </a:spcBef>
              <a:spcAft>
                <a:spcPts val="0"/>
              </a:spcAft>
              <a:buNone/>
            </a:pPr>
            <a:r>
              <a:rPr lang="en-US" sz="5300">
                <a:solidFill>
                  <a:srgbClr val="131416"/>
                </a:solidFill>
                <a:latin typeface="Libre Franklin Medium"/>
                <a:ea typeface="Libre Franklin Medium"/>
                <a:cs typeface="Libre Franklin Medium"/>
                <a:sym typeface="Libre Franklin Medium"/>
              </a:rPr>
              <a:t>1ª Generación (1940-1956) - Válvulas de Vacío</a:t>
            </a:r>
            <a:endParaRPr sz="5300">
              <a:solidFill>
                <a:srgbClr val="131416"/>
              </a:solidFill>
              <a:latin typeface="Libre Franklin Medium"/>
              <a:ea typeface="Libre Franklin Medium"/>
              <a:cs typeface="Libre Franklin Medium"/>
              <a:sym typeface="Libre Franklin Medium"/>
            </a:endParaRPr>
          </a:p>
        </p:txBody>
      </p:sp>
      <p:pic>
        <p:nvPicPr>
          <p:cNvPr id="166" name="Google Shape;166;p24"/>
          <p:cNvPicPr preferRelativeResize="0"/>
          <p:nvPr/>
        </p:nvPicPr>
        <p:blipFill rotWithShape="1">
          <a:blip r:embed="rId3">
            <a:alphaModFix/>
          </a:blip>
          <a:srcRect b="0" l="0" r="0" t="0"/>
          <a:stretch/>
        </p:blipFill>
        <p:spPr>
          <a:xfrm>
            <a:off x="3800348" y="5510409"/>
            <a:ext cx="5631346" cy="4024116"/>
          </a:xfrm>
          <a:prstGeom prst="rect">
            <a:avLst/>
          </a:prstGeom>
          <a:noFill/>
          <a:ln>
            <a:noFill/>
          </a:ln>
        </p:spPr>
      </p:pic>
      <p:pic>
        <p:nvPicPr>
          <p:cNvPr id="167" name="Google Shape;167;p24"/>
          <p:cNvPicPr preferRelativeResize="0"/>
          <p:nvPr/>
        </p:nvPicPr>
        <p:blipFill rotWithShape="1">
          <a:blip r:embed="rId4">
            <a:alphaModFix/>
          </a:blip>
          <a:srcRect b="0" l="0" r="0" t="0"/>
          <a:stretch/>
        </p:blipFill>
        <p:spPr>
          <a:xfrm>
            <a:off x="10455967" y="5417644"/>
            <a:ext cx="5365488" cy="402411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5"/>
          <p:cNvSpPr txBox="1"/>
          <p:nvPr/>
        </p:nvSpPr>
        <p:spPr>
          <a:xfrm>
            <a:off x="1442272" y="1613449"/>
            <a:ext cx="15403456" cy="53860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500">
                <a:solidFill>
                  <a:schemeClr val="dk1"/>
                </a:solidFill>
                <a:latin typeface="Gill Sans"/>
                <a:ea typeface="Gill Sans"/>
                <a:cs typeface="Gill Sans"/>
                <a:sym typeface="Gill Sans"/>
              </a:rPr>
              <a:t>Tecnología:</a:t>
            </a:r>
            <a:r>
              <a:rPr lang="en-US" sz="3500">
                <a:solidFill>
                  <a:schemeClr val="dk1"/>
                </a:solidFill>
                <a:latin typeface="Gill Sans"/>
                <a:ea typeface="Gill Sans"/>
                <a:cs typeface="Gill Sans"/>
                <a:sym typeface="Gill Sans"/>
              </a:rPr>
              <a:t> El transistor reemplazó a las válvulas de vacío.</a:t>
            </a:r>
            <a:endParaRPr/>
          </a:p>
          <a:p>
            <a:pPr indent="0" lvl="0" marL="0" marR="0" rtl="0" algn="l">
              <a:spcBef>
                <a:spcPts val="0"/>
              </a:spcBef>
              <a:spcAft>
                <a:spcPts val="0"/>
              </a:spcAft>
              <a:buNone/>
            </a:pPr>
            <a:r>
              <a:t/>
            </a:r>
            <a:endParaRPr sz="3500">
              <a:solidFill>
                <a:schemeClr val="dk1"/>
              </a:solidFill>
              <a:latin typeface="Gill Sans"/>
              <a:ea typeface="Gill Sans"/>
              <a:cs typeface="Gill Sans"/>
              <a:sym typeface="Gill Sans"/>
            </a:endParaRPr>
          </a:p>
          <a:p>
            <a:pPr indent="0" lvl="0" marL="0" marR="0" rtl="0" algn="l">
              <a:spcBef>
                <a:spcPts val="0"/>
              </a:spcBef>
              <a:spcAft>
                <a:spcPts val="0"/>
              </a:spcAft>
              <a:buNone/>
            </a:pPr>
            <a:r>
              <a:rPr b="1" lang="en-US" sz="3500">
                <a:solidFill>
                  <a:schemeClr val="dk1"/>
                </a:solidFill>
                <a:latin typeface="Gill Sans"/>
                <a:ea typeface="Gill Sans"/>
                <a:cs typeface="Gill Sans"/>
                <a:sym typeface="Gill Sans"/>
              </a:rPr>
              <a:t>Características:</a:t>
            </a:r>
            <a:r>
              <a:rPr lang="en-US" sz="3500">
                <a:solidFill>
                  <a:schemeClr val="dk1"/>
                </a:solidFill>
                <a:latin typeface="Gill Sans"/>
                <a:ea typeface="Gill Sans"/>
                <a:cs typeface="Gill Sans"/>
                <a:sym typeface="Gill Sans"/>
              </a:rPr>
              <a:t> Mucho más pequeñas, rápidas, baratas, eficientes energéticamente y fiables que la primera generación. Aparecen los primeros lenguajes de programación de alto nivel (COBOL, FORTRAN).</a:t>
            </a:r>
            <a:endParaRPr/>
          </a:p>
          <a:p>
            <a:pPr indent="0" lvl="0" marL="0" marR="0" rtl="0" algn="l">
              <a:spcBef>
                <a:spcPts val="0"/>
              </a:spcBef>
              <a:spcAft>
                <a:spcPts val="0"/>
              </a:spcAft>
              <a:buNone/>
            </a:pPr>
            <a:r>
              <a:t/>
            </a:r>
            <a:endParaRPr b="1" sz="3500">
              <a:solidFill>
                <a:schemeClr val="dk1"/>
              </a:solidFill>
              <a:latin typeface="Gill Sans"/>
              <a:ea typeface="Gill Sans"/>
              <a:cs typeface="Gill Sans"/>
              <a:sym typeface="Gill Sans"/>
            </a:endParaRPr>
          </a:p>
          <a:p>
            <a:pPr indent="0" lvl="0" marL="0" marR="0" rtl="0" algn="l">
              <a:spcBef>
                <a:spcPts val="0"/>
              </a:spcBef>
              <a:spcAft>
                <a:spcPts val="0"/>
              </a:spcAft>
              <a:buNone/>
            </a:pPr>
            <a:r>
              <a:rPr b="1" lang="en-US" sz="3500">
                <a:solidFill>
                  <a:schemeClr val="dk1"/>
                </a:solidFill>
                <a:latin typeface="Gill Sans"/>
                <a:ea typeface="Gill Sans"/>
                <a:cs typeface="Gill Sans"/>
                <a:sym typeface="Gill Sans"/>
              </a:rPr>
              <a:t>Uso:</a:t>
            </a:r>
            <a:r>
              <a:rPr lang="en-US" sz="3500">
                <a:solidFill>
                  <a:schemeClr val="dk1"/>
                </a:solidFill>
                <a:latin typeface="Gill Sans"/>
                <a:ea typeface="Gill Sans"/>
                <a:cs typeface="Gill Sans"/>
                <a:sym typeface="Gill Sans"/>
              </a:rPr>
              <a:t> Grandes empresas y gobiernos para gestión de datos, contabilidad y sistemas de control.</a:t>
            </a:r>
            <a:endParaRPr/>
          </a:p>
          <a:p>
            <a:pPr indent="0" lvl="0" marL="0" marR="0" rtl="0" algn="l">
              <a:spcBef>
                <a:spcPts val="0"/>
              </a:spcBef>
              <a:spcAft>
                <a:spcPts val="0"/>
              </a:spcAft>
              <a:buNone/>
            </a:pPr>
            <a:r>
              <a:t/>
            </a:r>
            <a:endParaRPr sz="3500">
              <a:solidFill>
                <a:schemeClr val="dk1"/>
              </a:solidFill>
              <a:latin typeface="Gill Sans"/>
              <a:ea typeface="Gill Sans"/>
              <a:cs typeface="Gill Sans"/>
              <a:sym typeface="Gill Sans"/>
            </a:endParaRPr>
          </a:p>
          <a:p>
            <a:pPr indent="0" lvl="0" marL="0" marR="0" rtl="0" algn="l">
              <a:spcBef>
                <a:spcPts val="0"/>
              </a:spcBef>
              <a:spcAft>
                <a:spcPts val="0"/>
              </a:spcAft>
              <a:buNone/>
            </a:pPr>
            <a:r>
              <a:t/>
            </a:r>
            <a:endParaRPr sz="3500">
              <a:solidFill>
                <a:schemeClr val="dk1"/>
              </a:solidFill>
              <a:latin typeface="Gill Sans"/>
              <a:ea typeface="Gill Sans"/>
              <a:cs typeface="Gill Sans"/>
              <a:sym typeface="Gill Sans"/>
            </a:endParaRPr>
          </a:p>
        </p:txBody>
      </p:sp>
      <p:sp>
        <p:nvSpPr>
          <p:cNvPr id="173" name="Google Shape;173;p25"/>
          <p:cNvSpPr txBox="1"/>
          <p:nvPr/>
        </p:nvSpPr>
        <p:spPr>
          <a:xfrm>
            <a:off x="1387048" y="522998"/>
            <a:ext cx="15403456" cy="1912831"/>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None/>
            </a:pPr>
            <a:r>
              <a:rPr lang="en-US" sz="5300">
                <a:solidFill>
                  <a:srgbClr val="131416"/>
                </a:solidFill>
                <a:latin typeface="Libre Franklin Medium"/>
                <a:ea typeface="Libre Franklin Medium"/>
                <a:cs typeface="Libre Franklin Medium"/>
                <a:sym typeface="Libre Franklin Medium"/>
              </a:rPr>
              <a:t>2ª Generación (1956-1963) - Transistores</a:t>
            </a:r>
            <a:endParaRPr/>
          </a:p>
          <a:p>
            <a:pPr indent="0" lvl="0" marL="0" marR="0" rtl="0" algn="just">
              <a:lnSpc>
                <a:spcPct val="112987"/>
              </a:lnSpc>
              <a:spcBef>
                <a:spcPts val="0"/>
              </a:spcBef>
              <a:spcAft>
                <a:spcPts val="0"/>
              </a:spcAft>
              <a:buNone/>
            </a:pPr>
            <a:r>
              <a:t/>
            </a:r>
            <a:endParaRPr sz="5500">
              <a:solidFill>
                <a:srgbClr val="131416"/>
              </a:solidFill>
              <a:latin typeface="Libre Franklin Medium"/>
              <a:ea typeface="Libre Franklin Medium"/>
              <a:cs typeface="Libre Franklin Medium"/>
              <a:sym typeface="Libre Franklin Medium"/>
            </a:endParaRPr>
          </a:p>
        </p:txBody>
      </p:sp>
      <p:pic>
        <p:nvPicPr>
          <p:cNvPr id="174" name="Google Shape;174;p25"/>
          <p:cNvPicPr preferRelativeResize="0"/>
          <p:nvPr/>
        </p:nvPicPr>
        <p:blipFill rotWithShape="1">
          <a:blip r:embed="rId3">
            <a:alphaModFix/>
          </a:blip>
          <a:srcRect b="17157" l="20852" r="22483" t="1463"/>
          <a:stretch/>
        </p:blipFill>
        <p:spPr>
          <a:xfrm rot="3549957">
            <a:off x="10919792" y="6039868"/>
            <a:ext cx="2226159" cy="3197126"/>
          </a:xfrm>
          <a:prstGeom prst="rect">
            <a:avLst/>
          </a:prstGeom>
          <a:noFill/>
          <a:ln>
            <a:noFill/>
          </a:ln>
        </p:spPr>
      </p:pic>
      <p:pic>
        <p:nvPicPr>
          <p:cNvPr id="175" name="Google Shape;175;p25"/>
          <p:cNvPicPr preferRelativeResize="0"/>
          <p:nvPr/>
        </p:nvPicPr>
        <p:blipFill rotWithShape="1">
          <a:blip r:embed="rId4">
            <a:alphaModFix/>
          </a:blip>
          <a:srcRect b="0" l="0" r="0" t="0"/>
          <a:stretch/>
        </p:blipFill>
        <p:spPr>
          <a:xfrm>
            <a:off x="4153605" y="5905505"/>
            <a:ext cx="5238750" cy="3962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6"/>
          <p:cNvSpPr txBox="1"/>
          <p:nvPr/>
        </p:nvSpPr>
        <p:spPr>
          <a:xfrm>
            <a:off x="1387048" y="522998"/>
            <a:ext cx="15840778" cy="1912831"/>
          </a:xfrm>
          <a:prstGeom prst="rect">
            <a:avLst/>
          </a:prstGeom>
          <a:noFill/>
          <a:ln>
            <a:noFill/>
          </a:ln>
        </p:spPr>
        <p:txBody>
          <a:bodyPr anchorCtr="0" anchor="t" bIns="0" lIns="0" spcFirstLastPara="1" rIns="0" wrap="square" tIns="0">
            <a:spAutoFit/>
          </a:bodyPr>
          <a:lstStyle/>
          <a:p>
            <a:pPr indent="0" lvl="0" marL="0" marR="0" rtl="0" algn="l">
              <a:lnSpc>
                <a:spcPct val="112987"/>
              </a:lnSpc>
              <a:spcBef>
                <a:spcPts val="0"/>
              </a:spcBef>
              <a:spcAft>
                <a:spcPts val="0"/>
              </a:spcAft>
              <a:buNone/>
            </a:pPr>
            <a:r>
              <a:rPr lang="en-US" sz="5300">
                <a:solidFill>
                  <a:srgbClr val="131416"/>
                </a:solidFill>
                <a:latin typeface="Libre Franklin Medium"/>
                <a:ea typeface="Libre Franklin Medium"/>
                <a:cs typeface="Libre Franklin Medium"/>
                <a:sym typeface="Libre Franklin Medium"/>
              </a:rPr>
              <a:t>3ª Generación (1964-1971) - Circuitos Integrados</a:t>
            </a:r>
            <a:endParaRPr/>
          </a:p>
          <a:p>
            <a:pPr indent="0" lvl="0" marL="0" marR="0" rtl="0" algn="just">
              <a:lnSpc>
                <a:spcPct val="112987"/>
              </a:lnSpc>
              <a:spcBef>
                <a:spcPts val="0"/>
              </a:spcBef>
              <a:spcAft>
                <a:spcPts val="0"/>
              </a:spcAft>
              <a:buNone/>
            </a:pPr>
            <a:r>
              <a:t/>
            </a:r>
            <a:endParaRPr sz="5500">
              <a:solidFill>
                <a:srgbClr val="131416"/>
              </a:solidFill>
              <a:latin typeface="Libre Franklin Medium"/>
              <a:ea typeface="Libre Franklin Medium"/>
              <a:cs typeface="Libre Franklin Medium"/>
              <a:sym typeface="Libre Franklin Medium"/>
            </a:endParaRPr>
          </a:p>
        </p:txBody>
      </p:sp>
      <p:pic>
        <p:nvPicPr>
          <p:cNvPr id="181" name="Google Shape;181;p26"/>
          <p:cNvPicPr preferRelativeResize="0"/>
          <p:nvPr/>
        </p:nvPicPr>
        <p:blipFill rotWithShape="1">
          <a:blip r:embed="rId3">
            <a:alphaModFix/>
          </a:blip>
          <a:srcRect b="0" l="0" r="0" t="0"/>
          <a:stretch/>
        </p:blipFill>
        <p:spPr>
          <a:xfrm>
            <a:off x="3743325" y="6087352"/>
            <a:ext cx="6534150" cy="3676650"/>
          </a:xfrm>
          <a:prstGeom prst="rect">
            <a:avLst/>
          </a:prstGeom>
          <a:noFill/>
          <a:ln>
            <a:noFill/>
          </a:ln>
        </p:spPr>
      </p:pic>
      <p:pic>
        <p:nvPicPr>
          <p:cNvPr id="182" name="Google Shape;182;p26"/>
          <p:cNvPicPr preferRelativeResize="0"/>
          <p:nvPr/>
        </p:nvPicPr>
        <p:blipFill rotWithShape="1">
          <a:blip r:embed="rId4">
            <a:alphaModFix/>
          </a:blip>
          <a:srcRect b="11780" l="14471" r="10495" t="11270"/>
          <a:stretch/>
        </p:blipFill>
        <p:spPr>
          <a:xfrm>
            <a:off x="11588932" y="5905498"/>
            <a:ext cx="4452732" cy="3416211"/>
          </a:xfrm>
          <a:prstGeom prst="rect">
            <a:avLst/>
          </a:prstGeom>
          <a:noFill/>
          <a:ln>
            <a:noFill/>
          </a:ln>
        </p:spPr>
      </p:pic>
      <p:sp>
        <p:nvSpPr>
          <p:cNvPr id="183" name="Google Shape;183;p26"/>
          <p:cNvSpPr txBox="1"/>
          <p:nvPr/>
        </p:nvSpPr>
        <p:spPr>
          <a:xfrm>
            <a:off x="1387048" y="1577899"/>
            <a:ext cx="15403500" cy="526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400">
                <a:solidFill>
                  <a:schemeClr val="dk1"/>
                </a:solidFill>
                <a:latin typeface="Gill Sans"/>
                <a:ea typeface="Gill Sans"/>
                <a:cs typeface="Gill Sans"/>
                <a:sym typeface="Gill Sans"/>
              </a:rPr>
              <a:t>Tecnología:</a:t>
            </a:r>
            <a:r>
              <a:rPr lang="en-US" sz="3400">
                <a:solidFill>
                  <a:schemeClr val="dk1"/>
                </a:solidFill>
                <a:latin typeface="Gill Sans"/>
                <a:ea typeface="Gill Sans"/>
                <a:cs typeface="Gill Sans"/>
                <a:sym typeface="Gill Sans"/>
              </a:rPr>
              <a:t> Se inventó el circuito integrado (chip), que permitía colocar cientos de transistores en una pequeña pastilla de silicio.</a:t>
            </a:r>
            <a:endParaRPr/>
          </a:p>
          <a:p>
            <a:pPr indent="0" lvl="0" marL="0" marR="0" rtl="0" algn="l">
              <a:spcBef>
                <a:spcPts val="0"/>
              </a:spcBef>
              <a:spcAft>
                <a:spcPts val="0"/>
              </a:spcAft>
              <a:buNone/>
            </a:pPr>
            <a:r>
              <a:t/>
            </a:r>
            <a:endParaRPr sz="3400">
              <a:solidFill>
                <a:schemeClr val="dk1"/>
              </a:solidFill>
              <a:latin typeface="Gill Sans"/>
              <a:ea typeface="Gill Sans"/>
              <a:cs typeface="Gill Sans"/>
              <a:sym typeface="Gill Sans"/>
            </a:endParaRPr>
          </a:p>
          <a:p>
            <a:pPr indent="0" lvl="0" marL="0" marR="0" rtl="0" algn="l">
              <a:spcBef>
                <a:spcPts val="0"/>
              </a:spcBef>
              <a:spcAft>
                <a:spcPts val="0"/>
              </a:spcAft>
              <a:buNone/>
            </a:pPr>
            <a:r>
              <a:rPr b="1" lang="en-US" sz="3400">
                <a:solidFill>
                  <a:schemeClr val="dk1"/>
                </a:solidFill>
                <a:latin typeface="Gill Sans"/>
                <a:ea typeface="Gill Sans"/>
                <a:cs typeface="Gill Sans"/>
                <a:sym typeface="Gill Sans"/>
              </a:rPr>
              <a:t>Características:</a:t>
            </a:r>
            <a:r>
              <a:rPr lang="en-US" sz="3400">
                <a:solidFill>
                  <a:schemeClr val="dk1"/>
                </a:solidFill>
                <a:latin typeface="Gill Sans"/>
                <a:ea typeface="Gill Sans"/>
                <a:cs typeface="Gill Sans"/>
                <a:sym typeface="Gill Sans"/>
              </a:rPr>
              <a:t> Las computadoras se hicieron aún más pequeñas y potentes. Aparecen los sistemas operativos para gestionar los recursos de la máquina.</a:t>
            </a:r>
            <a:endParaRPr/>
          </a:p>
          <a:p>
            <a:pPr indent="0" lvl="0" marL="0" marR="0" rtl="0" algn="l">
              <a:spcBef>
                <a:spcPts val="0"/>
              </a:spcBef>
              <a:spcAft>
                <a:spcPts val="0"/>
              </a:spcAft>
              <a:buNone/>
            </a:pPr>
            <a:r>
              <a:t/>
            </a:r>
            <a:endParaRPr sz="3400">
              <a:solidFill>
                <a:schemeClr val="dk1"/>
              </a:solidFill>
              <a:latin typeface="Gill Sans"/>
              <a:ea typeface="Gill Sans"/>
              <a:cs typeface="Gill Sans"/>
              <a:sym typeface="Gill Sans"/>
            </a:endParaRPr>
          </a:p>
          <a:p>
            <a:pPr indent="0" lvl="0" marL="0" marR="0" rtl="0" algn="l">
              <a:spcBef>
                <a:spcPts val="0"/>
              </a:spcBef>
              <a:spcAft>
                <a:spcPts val="0"/>
              </a:spcAft>
              <a:buNone/>
            </a:pPr>
            <a:r>
              <a:rPr b="1" lang="en-US" sz="3400">
                <a:solidFill>
                  <a:schemeClr val="dk1"/>
                </a:solidFill>
                <a:latin typeface="Gill Sans"/>
                <a:ea typeface="Gill Sans"/>
                <a:cs typeface="Gill Sans"/>
                <a:sym typeface="Gill Sans"/>
              </a:rPr>
              <a:t>Uso:</a:t>
            </a:r>
            <a:r>
              <a:rPr lang="en-US" sz="3400">
                <a:solidFill>
                  <a:schemeClr val="dk1"/>
                </a:solidFill>
                <a:latin typeface="Gill Sans"/>
                <a:ea typeface="Gill Sans"/>
                <a:cs typeface="Gill Sans"/>
                <a:sym typeface="Gill Sans"/>
              </a:rPr>
              <a:t> Se estandariza su uso en empresas y centros de investigación, permitiendo la multitarea.</a:t>
            </a:r>
            <a:endParaRPr/>
          </a:p>
          <a:p>
            <a:pPr indent="0" lvl="0" marL="0" marR="0" rtl="0" algn="l">
              <a:spcBef>
                <a:spcPts val="0"/>
              </a:spcBef>
              <a:spcAft>
                <a:spcPts val="0"/>
              </a:spcAft>
              <a:buNone/>
            </a:pPr>
            <a:r>
              <a:t/>
            </a:r>
            <a:endParaRPr sz="3500">
              <a:solidFill>
                <a:schemeClr val="dk1"/>
              </a:solidFill>
              <a:latin typeface="Gill Sans"/>
              <a:ea typeface="Gill Sans"/>
              <a:cs typeface="Gill Sans"/>
              <a:sym typeface="Gill Sans"/>
            </a:endParaRPr>
          </a:p>
          <a:p>
            <a:pPr indent="0" lvl="0" marL="0" marR="0" rtl="0" algn="l">
              <a:spcBef>
                <a:spcPts val="0"/>
              </a:spcBef>
              <a:spcAft>
                <a:spcPts val="0"/>
              </a:spcAft>
              <a:buNone/>
            </a:pPr>
            <a:r>
              <a:t/>
            </a:r>
            <a:endParaRPr sz="3500">
              <a:solidFill>
                <a:schemeClr val="dk1"/>
              </a:solidFill>
              <a:latin typeface="Gill Sans"/>
              <a:ea typeface="Gill Sans"/>
              <a:cs typeface="Gill Sans"/>
              <a:sym typeface="Gill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7"/>
          <p:cNvSpPr txBox="1"/>
          <p:nvPr/>
        </p:nvSpPr>
        <p:spPr>
          <a:xfrm>
            <a:off x="1387048" y="1577899"/>
            <a:ext cx="15403456" cy="53860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400">
                <a:solidFill>
                  <a:schemeClr val="dk1"/>
                </a:solidFill>
                <a:latin typeface="Gill Sans"/>
                <a:ea typeface="Gill Sans"/>
                <a:cs typeface="Gill Sans"/>
                <a:sym typeface="Gill Sans"/>
              </a:rPr>
              <a:t>Tecnología:</a:t>
            </a:r>
            <a:r>
              <a:rPr lang="en-US" sz="3400">
                <a:solidFill>
                  <a:schemeClr val="dk1"/>
                </a:solidFill>
                <a:latin typeface="Gill Sans"/>
                <a:ea typeface="Gill Sans"/>
                <a:cs typeface="Gill Sans"/>
                <a:sym typeface="Gill Sans"/>
              </a:rPr>
              <a:t> Se desarrolla el microprocesador, que integra todos los componentes de la CPU (Unidad Central de Procesamiento) en un solo chip.</a:t>
            </a:r>
            <a:endParaRPr/>
          </a:p>
          <a:p>
            <a:pPr indent="0" lvl="0" marL="0" marR="0" rtl="0" algn="l">
              <a:spcBef>
                <a:spcPts val="0"/>
              </a:spcBef>
              <a:spcAft>
                <a:spcPts val="0"/>
              </a:spcAft>
              <a:buNone/>
            </a:pPr>
            <a:r>
              <a:t/>
            </a:r>
            <a:endParaRPr sz="3400">
              <a:solidFill>
                <a:schemeClr val="dk1"/>
              </a:solidFill>
              <a:latin typeface="Gill Sans"/>
              <a:ea typeface="Gill Sans"/>
              <a:cs typeface="Gill Sans"/>
              <a:sym typeface="Gill Sans"/>
            </a:endParaRPr>
          </a:p>
          <a:p>
            <a:pPr indent="0" lvl="0" marL="0" marR="0" rtl="0" algn="l">
              <a:spcBef>
                <a:spcPts val="0"/>
              </a:spcBef>
              <a:spcAft>
                <a:spcPts val="0"/>
              </a:spcAft>
              <a:buNone/>
            </a:pPr>
            <a:r>
              <a:rPr b="1" lang="en-US" sz="3400">
                <a:solidFill>
                  <a:schemeClr val="dk1"/>
                </a:solidFill>
                <a:latin typeface="Gill Sans"/>
                <a:ea typeface="Gill Sans"/>
                <a:cs typeface="Gill Sans"/>
                <a:sym typeface="Gill Sans"/>
              </a:rPr>
              <a:t>Características:</a:t>
            </a:r>
            <a:r>
              <a:rPr lang="en-US" sz="3400">
                <a:solidFill>
                  <a:schemeClr val="dk1"/>
                </a:solidFill>
                <a:latin typeface="Gill Sans"/>
                <a:ea typeface="Gill Sans"/>
                <a:cs typeface="Gill Sans"/>
                <a:sym typeface="Gill Sans"/>
              </a:rPr>
              <a:t> Esto da lugar a la revolución de la computadora personal (PC). Las máquinas se vuelven accesibles para el público general. Nacen interfaces gráficas (como Windows) y el internet se masifica.</a:t>
            </a:r>
            <a:endParaRPr/>
          </a:p>
          <a:p>
            <a:pPr indent="0" lvl="0" marL="0" marR="0" rtl="0" algn="l">
              <a:spcBef>
                <a:spcPts val="0"/>
              </a:spcBef>
              <a:spcAft>
                <a:spcPts val="0"/>
              </a:spcAft>
              <a:buNone/>
            </a:pPr>
            <a:r>
              <a:t/>
            </a:r>
            <a:endParaRPr sz="3400">
              <a:solidFill>
                <a:schemeClr val="dk1"/>
              </a:solidFill>
              <a:latin typeface="Gill Sans"/>
              <a:ea typeface="Gill Sans"/>
              <a:cs typeface="Gill Sans"/>
              <a:sym typeface="Gill Sans"/>
            </a:endParaRPr>
          </a:p>
          <a:p>
            <a:pPr indent="0" lvl="0" marL="0" marR="0" rtl="0" algn="l">
              <a:spcBef>
                <a:spcPts val="0"/>
              </a:spcBef>
              <a:spcAft>
                <a:spcPts val="0"/>
              </a:spcAft>
              <a:buNone/>
            </a:pPr>
            <a:r>
              <a:rPr b="1" lang="en-US" sz="3400">
                <a:solidFill>
                  <a:schemeClr val="dk1"/>
                </a:solidFill>
                <a:latin typeface="Gill Sans"/>
                <a:ea typeface="Gill Sans"/>
                <a:cs typeface="Gill Sans"/>
                <a:sym typeface="Gill Sans"/>
              </a:rPr>
              <a:t>Uso:</a:t>
            </a:r>
            <a:r>
              <a:rPr lang="en-US" sz="3400">
                <a:solidFill>
                  <a:schemeClr val="dk1"/>
                </a:solidFill>
                <a:latin typeface="Gill Sans"/>
                <a:ea typeface="Gill Sans"/>
                <a:cs typeface="Gill Sans"/>
                <a:sym typeface="Gill Sans"/>
              </a:rPr>
              <a:t> Computadoras en el hogar y la oficina, laptops, smartphones, internet, videojuegos, etc.</a:t>
            </a:r>
            <a:endParaRPr/>
          </a:p>
          <a:p>
            <a:pPr indent="0" lvl="0" marL="0" marR="0" rtl="0" algn="l">
              <a:spcBef>
                <a:spcPts val="0"/>
              </a:spcBef>
              <a:spcAft>
                <a:spcPts val="0"/>
              </a:spcAft>
              <a:buNone/>
            </a:pPr>
            <a:r>
              <a:t/>
            </a:r>
            <a:endParaRPr sz="3500">
              <a:solidFill>
                <a:schemeClr val="dk1"/>
              </a:solidFill>
              <a:latin typeface="Gill Sans"/>
              <a:ea typeface="Gill Sans"/>
              <a:cs typeface="Gill Sans"/>
              <a:sym typeface="Gill Sans"/>
            </a:endParaRPr>
          </a:p>
        </p:txBody>
      </p:sp>
      <p:sp>
        <p:nvSpPr>
          <p:cNvPr id="189" name="Google Shape;189;p27"/>
          <p:cNvSpPr txBox="1"/>
          <p:nvPr/>
        </p:nvSpPr>
        <p:spPr>
          <a:xfrm>
            <a:off x="1387047" y="522998"/>
            <a:ext cx="16450500" cy="1912800"/>
          </a:xfrm>
          <a:prstGeom prst="rect">
            <a:avLst/>
          </a:prstGeom>
          <a:noFill/>
          <a:ln>
            <a:noFill/>
          </a:ln>
        </p:spPr>
        <p:txBody>
          <a:bodyPr anchorCtr="0" anchor="t" bIns="0" lIns="0" spcFirstLastPara="1" rIns="0" wrap="square" tIns="0">
            <a:spAutoFit/>
          </a:bodyPr>
          <a:lstStyle/>
          <a:p>
            <a:pPr indent="0" lvl="0" marL="0" marR="0" rtl="0" algn="l">
              <a:lnSpc>
                <a:spcPct val="112987"/>
              </a:lnSpc>
              <a:spcBef>
                <a:spcPts val="0"/>
              </a:spcBef>
              <a:spcAft>
                <a:spcPts val="0"/>
              </a:spcAft>
              <a:buNone/>
            </a:pPr>
            <a:r>
              <a:rPr lang="en-US" sz="5300">
                <a:solidFill>
                  <a:srgbClr val="131416"/>
                </a:solidFill>
                <a:latin typeface="Libre Franklin Medium"/>
                <a:ea typeface="Libre Franklin Medium"/>
                <a:cs typeface="Libre Franklin Medium"/>
                <a:sym typeface="Libre Franklin Medium"/>
              </a:rPr>
              <a:t>4ª Generación (1971-Presente) - Microprocesadores</a:t>
            </a:r>
            <a:endParaRPr/>
          </a:p>
          <a:p>
            <a:pPr indent="0" lvl="0" marL="0" marR="0" rtl="0" algn="just">
              <a:lnSpc>
                <a:spcPct val="112987"/>
              </a:lnSpc>
              <a:spcBef>
                <a:spcPts val="0"/>
              </a:spcBef>
              <a:spcAft>
                <a:spcPts val="0"/>
              </a:spcAft>
              <a:buNone/>
            </a:pPr>
            <a:r>
              <a:t/>
            </a:r>
            <a:endParaRPr sz="5500">
              <a:solidFill>
                <a:srgbClr val="131416"/>
              </a:solidFill>
              <a:latin typeface="Libre Franklin Medium"/>
              <a:ea typeface="Libre Franklin Medium"/>
              <a:cs typeface="Libre Franklin Medium"/>
              <a:sym typeface="Libre Franklin Medium"/>
            </a:endParaRPr>
          </a:p>
        </p:txBody>
      </p:sp>
      <p:pic>
        <p:nvPicPr>
          <p:cNvPr id="190" name="Google Shape;190;p27"/>
          <p:cNvPicPr preferRelativeResize="0"/>
          <p:nvPr/>
        </p:nvPicPr>
        <p:blipFill rotWithShape="1">
          <a:blip r:embed="rId3">
            <a:alphaModFix/>
          </a:blip>
          <a:srcRect b="0" l="0" r="0" t="0"/>
          <a:stretch/>
        </p:blipFill>
        <p:spPr>
          <a:xfrm>
            <a:off x="12486746" y="6041692"/>
            <a:ext cx="4414206" cy="3954393"/>
          </a:xfrm>
          <a:prstGeom prst="rect">
            <a:avLst/>
          </a:prstGeom>
          <a:noFill/>
          <a:ln>
            <a:noFill/>
          </a:ln>
        </p:spPr>
      </p:pic>
      <p:pic>
        <p:nvPicPr>
          <p:cNvPr id="191" name="Google Shape;191;p27"/>
          <p:cNvPicPr preferRelativeResize="0"/>
          <p:nvPr/>
        </p:nvPicPr>
        <p:blipFill rotWithShape="1">
          <a:blip r:embed="rId4">
            <a:alphaModFix/>
          </a:blip>
          <a:srcRect b="0" l="0" r="0" t="0"/>
          <a:stretch/>
        </p:blipFill>
        <p:spPr>
          <a:xfrm>
            <a:off x="7133393" y="6283918"/>
            <a:ext cx="4755107" cy="3469943"/>
          </a:xfrm>
          <a:prstGeom prst="rect">
            <a:avLst/>
          </a:prstGeom>
          <a:noFill/>
          <a:ln>
            <a:noFill/>
          </a:ln>
        </p:spPr>
      </p:pic>
      <p:pic>
        <p:nvPicPr>
          <p:cNvPr id="192" name="Google Shape;192;p27"/>
          <p:cNvPicPr preferRelativeResize="0"/>
          <p:nvPr/>
        </p:nvPicPr>
        <p:blipFill rotWithShape="1">
          <a:blip r:embed="rId5">
            <a:alphaModFix/>
          </a:blip>
          <a:srcRect b="0" l="0" r="0" t="0"/>
          <a:stretch/>
        </p:blipFill>
        <p:spPr>
          <a:xfrm>
            <a:off x="799522" y="6635135"/>
            <a:ext cx="6051399" cy="30257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8"/>
          <p:cNvSpPr txBox="1"/>
          <p:nvPr/>
        </p:nvSpPr>
        <p:spPr>
          <a:xfrm>
            <a:off x="1516464" y="2562992"/>
            <a:ext cx="8260500" cy="484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500">
                <a:solidFill>
                  <a:schemeClr val="dk1"/>
                </a:solidFill>
                <a:latin typeface="Gill Sans"/>
                <a:ea typeface="Gill Sans"/>
                <a:cs typeface="Gill Sans"/>
                <a:sym typeface="Gill Sans"/>
              </a:rPr>
              <a:t>El ciclo de instrucción, también conocido como ciclo Fetch-Decode-Execute (Búsqueda-Decodificación-Ejecución), es el proceso fundamental que realiza la CPU para ejecutar una instrucción de un programa. Es el "latido del corazón" de la computadora. Este ciclo se repite millones de veces por segundo.</a:t>
            </a:r>
            <a:endParaRPr/>
          </a:p>
          <a:p>
            <a:pPr indent="0" lvl="0" marL="0" marR="0" rtl="0" algn="l">
              <a:spcBef>
                <a:spcPts val="0"/>
              </a:spcBef>
              <a:spcAft>
                <a:spcPts val="0"/>
              </a:spcAft>
              <a:buNone/>
            </a:pPr>
            <a:r>
              <a:t/>
            </a:r>
            <a:endParaRPr sz="3500">
              <a:solidFill>
                <a:schemeClr val="dk1"/>
              </a:solidFill>
              <a:latin typeface="Gill Sans"/>
              <a:ea typeface="Gill Sans"/>
              <a:cs typeface="Gill Sans"/>
              <a:sym typeface="Gill Sans"/>
            </a:endParaRPr>
          </a:p>
        </p:txBody>
      </p:sp>
      <p:sp>
        <p:nvSpPr>
          <p:cNvPr id="198" name="Google Shape;198;p28"/>
          <p:cNvSpPr txBox="1"/>
          <p:nvPr/>
        </p:nvSpPr>
        <p:spPr>
          <a:xfrm>
            <a:off x="1374889" y="960319"/>
            <a:ext cx="13991100" cy="1060418"/>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None/>
            </a:pPr>
            <a:r>
              <a:rPr lang="en-US" sz="6098">
                <a:solidFill>
                  <a:srgbClr val="131416"/>
                </a:solidFill>
                <a:latin typeface="Libre Franklin Medium"/>
                <a:ea typeface="Libre Franklin Medium"/>
                <a:cs typeface="Libre Franklin Medium"/>
                <a:sym typeface="Libre Franklin Medium"/>
              </a:rPr>
              <a:t>Ciclo Fetch-Decode-Execute</a:t>
            </a:r>
            <a:endParaRPr sz="6098">
              <a:solidFill>
                <a:srgbClr val="131416"/>
              </a:solidFill>
              <a:latin typeface="Libre Franklin Medium"/>
              <a:ea typeface="Libre Franklin Medium"/>
              <a:cs typeface="Libre Franklin Medium"/>
              <a:sym typeface="Libre Franklin Medium"/>
            </a:endParaRPr>
          </a:p>
        </p:txBody>
      </p:sp>
      <p:pic>
        <p:nvPicPr>
          <p:cNvPr id="199" name="Google Shape;199;p28"/>
          <p:cNvPicPr preferRelativeResize="0"/>
          <p:nvPr/>
        </p:nvPicPr>
        <p:blipFill rotWithShape="1">
          <a:blip r:embed="rId3">
            <a:alphaModFix/>
          </a:blip>
          <a:srcRect b="0" l="0" r="25529" t="0"/>
          <a:stretch/>
        </p:blipFill>
        <p:spPr>
          <a:xfrm>
            <a:off x="10495746" y="2740619"/>
            <a:ext cx="6417365" cy="480576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9"/>
          <p:cNvSpPr txBox="1"/>
          <p:nvPr/>
        </p:nvSpPr>
        <p:spPr>
          <a:xfrm>
            <a:off x="1374889" y="2562992"/>
            <a:ext cx="8260534" cy="5924699"/>
          </a:xfrm>
          <a:prstGeom prst="rect">
            <a:avLst/>
          </a:prstGeom>
          <a:noFill/>
          <a:ln>
            <a:noFill/>
          </a:ln>
        </p:spPr>
        <p:txBody>
          <a:bodyPr anchorCtr="0" anchor="t" bIns="0" lIns="0" spcFirstLastPara="1" rIns="0" wrap="square" tIns="0">
            <a:spAutoFit/>
          </a:bodyPr>
          <a:lstStyle/>
          <a:p>
            <a:pPr indent="-457200" lvl="0" marL="457200" marR="0" rtl="0" algn="l">
              <a:spcBef>
                <a:spcPts val="0"/>
              </a:spcBef>
              <a:spcAft>
                <a:spcPts val="0"/>
              </a:spcAft>
              <a:buClr>
                <a:schemeClr val="dk1"/>
              </a:buClr>
              <a:buSzPts val="3500"/>
              <a:buFont typeface="Arial"/>
              <a:buChar char="•"/>
            </a:pPr>
            <a:r>
              <a:rPr lang="en-US" sz="3500">
                <a:solidFill>
                  <a:schemeClr val="dk1"/>
                </a:solidFill>
                <a:latin typeface="Gill Sans"/>
                <a:ea typeface="Gill Sans"/>
                <a:cs typeface="Gill Sans"/>
                <a:sym typeface="Gill Sans"/>
              </a:rPr>
              <a:t>La Unidad de Control (CU) busca en la memoria RAM la siguiente instrucción que debe ejecutar. La dirección de esta instrucción está almacenada en un registro especial llamado Contador de Programa (PC).</a:t>
            </a:r>
            <a:endParaRPr/>
          </a:p>
          <a:p>
            <a:pPr indent="0" lvl="0" marL="0" marR="0" rtl="0" algn="l">
              <a:spcBef>
                <a:spcPts val="0"/>
              </a:spcBef>
              <a:spcAft>
                <a:spcPts val="0"/>
              </a:spcAft>
              <a:buNone/>
            </a:pPr>
            <a:r>
              <a:t/>
            </a:r>
            <a:endParaRPr sz="3500">
              <a:solidFill>
                <a:schemeClr val="dk1"/>
              </a:solidFill>
              <a:latin typeface="Gill Sans"/>
              <a:ea typeface="Gill Sans"/>
              <a:cs typeface="Gill Sans"/>
              <a:sym typeface="Gill Sans"/>
            </a:endParaRPr>
          </a:p>
          <a:p>
            <a:pPr indent="-457200" lvl="0" marL="457200" marR="0" rtl="0" algn="l">
              <a:spcBef>
                <a:spcPts val="0"/>
              </a:spcBef>
              <a:spcAft>
                <a:spcPts val="0"/>
              </a:spcAft>
              <a:buClr>
                <a:schemeClr val="dk1"/>
              </a:buClr>
              <a:buSzPts val="3500"/>
              <a:buFont typeface="Arial"/>
              <a:buChar char="•"/>
            </a:pPr>
            <a:r>
              <a:rPr lang="en-US" sz="3500">
                <a:solidFill>
                  <a:schemeClr val="dk1"/>
                </a:solidFill>
                <a:latin typeface="Gill Sans"/>
                <a:ea typeface="Gill Sans"/>
                <a:cs typeface="Gill Sans"/>
                <a:sym typeface="Gill Sans"/>
              </a:rPr>
              <a:t>La instrucción se copia desde la RAM al Registro de Instrucción (IR) dentro de la CPU.</a:t>
            </a:r>
            <a:endParaRPr/>
          </a:p>
          <a:p>
            <a:pPr indent="0" lvl="0" marL="0" marR="0" rtl="0" algn="l">
              <a:spcBef>
                <a:spcPts val="0"/>
              </a:spcBef>
              <a:spcAft>
                <a:spcPts val="0"/>
              </a:spcAft>
              <a:buNone/>
            </a:pPr>
            <a:r>
              <a:t/>
            </a:r>
            <a:endParaRPr sz="3500">
              <a:solidFill>
                <a:schemeClr val="dk1"/>
              </a:solidFill>
              <a:latin typeface="Gill Sans"/>
              <a:ea typeface="Gill Sans"/>
              <a:cs typeface="Gill Sans"/>
              <a:sym typeface="Gill Sans"/>
            </a:endParaRPr>
          </a:p>
        </p:txBody>
      </p:sp>
      <p:sp>
        <p:nvSpPr>
          <p:cNvPr id="205" name="Google Shape;205;p29"/>
          <p:cNvSpPr txBox="1"/>
          <p:nvPr/>
        </p:nvSpPr>
        <p:spPr>
          <a:xfrm>
            <a:off x="1374889" y="960319"/>
            <a:ext cx="13991100" cy="9383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6098">
                <a:solidFill>
                  <a:srgbClr val="131416"/>
                </a:solidFill>
                <a:latin typeface="Libre Franklin Medium"/>
                <a:ea typeface="Libre Franklin Medium"/>
                <a:cs typeface="Libre Franklin Medium"/>
                <a:sym typeface="Libre Franklin Medium"/>
              </a:rPr>
              <a:t>Fase de Búsqueda (Fetch)</a:t>
            </a:r>
            <a:endParaRPr sz="6098">
              <a:solidFill>
                <a:srgbClr val="131416"/>
              </a:solidFill>
              <a:latin typeface="Libre Franklin Medium"/>
              <a:ea typeface="Libre Franklin Medium"/>
              <a:cs typeface="Libre Franklin Medium"/>
              <a:sym typeface="Libre Franklin Medium"/>
            </a:endParaRPr>
          </a:p>
        </p:txBody>
      </p:sp>
      <p:pic>
        <p:nvPicPr>
          <p:cNvPr id="206" name="Google Shape;206;p29"/>
          <p:cNvPicPr preferRelativeResize="0"/>
          <p:nvPr/>
        </p:nvPicPr>
        <p:blipFill rotWithShape="1">
          <a:blip r:embed="rId3">
            <a:alphaModFix/>
          </a:blip>
          <a:srcRect b="0" l="0" r="0" t="0"/>
          <a:stretch/>
        </p:blipFill>
        <p:spPr>
          <a:xfrm>
            <a:off x="10372588" y="2855291"/>
            <a:ext cx="6791754" cy="457641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0"/>
          <p:cNvSpPr txBox="1"/>
          <p:nvPr/>
        </p:nvSpPr>
        <p:spPr>
          <a:xfrm>
            <a:off x="8557567" y="2968486"/>
            <a:ext cx="8260534" cy="4847481"/>
          </a:xfrm>
          <a:prstGeom prst="rect">
            <a:avLst/>
          </a:prstGeom>
          <a:noFill/>
          <a:ln>
            <a:noFill/>
          </a:ln>
        </p:spPr>
        <p:txBody>
          <a:bodyPr anchorCtr="0" anchor="t" bIns="0" lIns="0" spcFirstLastPara="1" rIns="0" wrap="square" tIns="0">
            <a:spAutoFit/>
          </a:bodyPr>
          <a:lstStyle/>
          <a:p>
            <a:pPr indent="-457200" lvl="0" marL="457200" marR="0" rtl="0" algn="l">
              <a:spcBef>
                <a:spcPts val="0"/>
              </a:spcBef>
              <a:spcAft>
                <a:spcPts val="0"/>
              </a:spcAft>
              <a:buClr>
                <a:schemeClr val="dk1"/>
              </a:buClr>
              <a:buSzPts val="3500"/>
              <a:buFont typeface="Arial"/>
              <a:buChar char="•"/>
            </a:pPr>
            <a:r>
              <a:rPr lang="en-US" sz="3500">
                <a:solidFill>
                  <a:schemeClr val="dk1"/>
                </a:solidFill>
                <a:latin typeface="Gill Sans"/>
                <a:ea typeface="Gill Sans"/>
                <a:cs typeface="Gill Sans"/>
                <a:sym typeface="Gill Sans"/>
              </a:rPr>
              <a:t>La Unidad de Control (CU) interpreta o "decodifica" la instrucción que está en el Registro de Instrución (IR).</a:t>
            </a:r>
            <a:endParaRPr/>
          </a:p>
          <a:p>
            <a:pPr indent="0" lvl="0" marL="0" marR="0" rtl="0" algn="l">
              <a:spcBef>
                <a:spcPts val="0"/>
              </a:spcBef>
              <a:spcAft>
                <a:spcPts val="0"/>
              </a:spcAft>
              <a:buNone/>
            </a:pPr>
            <a:r>
              <a:t/>
            </a:r>
            <a:endParaRPr sz="3500">
              <a:solidFill>
                <a:schemeClr val="dk1"/>
              </a:solidFill>
              <a:latin typeface="Gill Sans"/>
              <a:ea typeface="Gill Sans"/>
              <a:cs typeface="Gill Sans"/>
              <a:sym typeface="Gill Sans"/>
            </a:endParaRPr>
          </a:p>
          <a:p>
            <a:pPr indent="-457200" lvl="0" marL="457200" marR="0" rtl="0" algn="l">
              <a:spcBef>
                <a:spcPts val="0"/>
              </a:spcBef>
              <a:spcAft>
                <a:spcPts val="0"/>
              </a:spcAft>
              <a:buClr>
                <a:schemeClr val="dk1"/>
              </a:buClr>
              <a:buSzPts val="3500"/>
              <a:buFont typeface="Arial"/>
              <a:buChar char="•"/>
            </a:pPr>
            <a:r>
              <a:rPr lang="en-US" sz="3500">
                <a:solidFill>
                  <a:schemeClr val="dk1"/>
                </a:solidFill>
                <a:latin typeface="Gill Sans"/>
                <a:ea typeface="Gill Sans"/>
                <a:cs typeface="Gill Sans"/>
                <a:sym typeface="Gill Sans"/>
              </a:rPr>
              <a:t>Determina qué operación se debe realizar (por ejemplo, una suma, una comparación, mover un dato) y qué operandos (datos) se necesitan.</a:t>
            </a:r>
            <a:endParaRPr/>
          </a:p>
          <a:p>
            <a:pPr indent="0" lvl="0" marL="0" marR="0" rtl="0" algn="l">
              <a:spcBef>
                <a:spcPts val="0"/>
              </a:spcBef>
              <a:spcAft>
                <a:spcPts val="0"/>
              </a:spcAft>
              <a:buNone/>
            </a:pPr>
            <a:r>
              <a:t/>
            </a:r>
            <a:endParaRPr sz="3500">
              <a:solidFill>
                <a:schemeClr val="dk1"/>
              </a:solidFill>
              <a:latin typeface="Gill Sans"/>
              <a:ea typeface="Gill Sans"/>
              <a:cs typeface="Gill Sans"/>
              <a:sym typeface="Gill Sans"/>
            </a:endParaRPr>
          </a:p>
        </p:txBody>
      </p:sp>
      <p:sp>
        <p:nvSpPr>
          <p:cNvPr id="212" name="Google Shape;212;p30"/>
          <p:cNvSpPr txBox="1"/>
          <p:nvPr/>
        </p:nvSpPr>
        <p:spPr>
          <a:xfrm>
            <a:off x="1374889" y="960319"/>
            <a:ext cx="13991100" cy="9383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6098">
                <a:solidFill>
                  <a:srgbClr val="131416"/>
                </a:solidFill>
                <a:latin typeface="Libre Franklin Medium"/>
                <a:ea typeface="Libre Franklin Medium"/>
                <a:cs typeface="Libre Franklin Medium"/>
                <a:sym typeface="Libre Franklin Medium"/>
              </a:rPr>
              <a:t>Fase de Decodificación (Decode)</a:t>
            </a:r>
            <a:endParaRPr sz="6098">
              <a:solidFill>
                <a:srgbClr val="131416"/>
              </a:solidFill>
              <a:latin typeface="Libre Franklin Medium"/>
              <a:ea typeface="Libre Franklin Medium"/>
              <a:cs typeface="Libre Franklin Medium"/>
              <a:sym typeface="Libre Franklin Medium"/>
            </a:endParaRPr>
          </a:p>
        </p:txBody>
      </p:sp>
      <p:pic>
        <p:nvPicPr>
          <p:cNvPr id="213" name="Google Shape;213;p30"/>
          <p:cNvPicPr preferRelativeResize="0"/>
          <p:nvPr/>
        </p:nvPicPr>
        <p:blipFill rotWithShape="1">
          <a:blip r:embed="rId3">
            <a:alphaModFix/>
          </a:blip>
          <a:srcRect b="0" l="0" r="0" t="0"/>
          <a:stretch/>
        </p:blipFill>
        <p:spPr>
          <a:xfrm>
            <a:off x="949163" y="2451652"/>
            <a:ext cx="7039299" cy="605707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1"/>
          <p:cNvSpPr txBox="1"/>
          <p:nvPr/>
        </p:nvSpPr>
        <p:spPr>
          <a:xfrm>
            <a:off x="1573671" y="2258191"/>
            <a:ext cx="8260534" cy="7863691"/>
          </a:xfrm>
          <a:prstGeom prst="rect">
            <a:avLst/>
          </a:prstGeom>
          <a:noFill/>
          <a:ln>
            <a:noFill/>
          </a:ln>
        </p:spPr>
        <p:txBody>
          <a:bodyPr anchorCtr="0" anchor="t" bIns="0" lIns="0" spcFirstLastPara="1" rIns="0" wrap="square" tIns="0">
            <a:spAutoFit/>
          </a:bodyPr>
          <a:lstStyle/>
          <a:p>
            <a:pPr indent="-457200" lvl="0" marL="457200" marR="0" rtl="0" algn="l">
              <a:spcBef>
                <a:spcPts val="0"/>
              </a:spcBef>
              <a:spcAft>
                <a:spcPts val="0"/>
              </a:spcAft>
              <a:buClr>
                <a:schemeClr val="dk1"/>
              </a:buClr>
              <a:buSzPts val="3400"/>
              <a:buFont typeface="Arial"/>
              <a:buChar char="•"/>
            </a:pPr>
            <a:r>
              <a:rPr lang="en-US" sz="3400">
                <a:solidFill>
                  <a:schemeClr val="dk1"/>
                </a:solidFill>
                <a:latin typeface="Gill Sans"/>
                <a:ea typeface="Gill Sans"/>
                <a:cs typeface="Gill Sans"/>
                <a:sym typeface="Gill Sans"/>
              </a:rPr>
              <a:t>La Unidad de Control envía señales a los componentes correspondientes para que realicen la acción.</a:t>
            </a:r>
            <a:endParaRPr/>
          </a:p>
          <a:p>
            <a:pPr indent="0" lvl="0" marL="0" marR="0" rtl="0" algn="l">
              <a:spcBef>
                <a:spcPts val="0"/>
              </a:spcBef>
              <a:spcAft>
                <a:spcPts val="0"/>
              </a:spcAft>
              <a:buNone/>
            </a:pPr>
            <a:r>
              <a:t/>
            </a:r>
            <a:endParaRPr sz="3400">
              <a:solidFill>
                <a:schemeClr val="dk1"/>
              </a:solidFill>
              <a:latin typeface="Gill Sans"/>
              <a:ea typeface="Gill Sans"/>
              <a:cs typeface="Gill Sans"/>
              <a:sym typeface="Gill Sans"/>
            </a:endParaRPr>
          </a:p>
          <a:p>
            <a:pPr indent="-457200" lvl="0" marL="457200" marR="0" rtl="0" algn="l">
              <a:spcBef>
                <a:spcPts val="0"/>
              </a:spcBef>
              <a:spcAft>
                <a:spcPts val="0"/>
              </a:spcAft>
              <a:buClr>
                <a:schemeClr val="dk1"/>
              </a:buClr>
              <a:buSzPts val="3400"/>
              <a:buFont typeface="Arial"/>
              <a:buChar char="•"/>
            </a:pPr>
            <a:r>
              <a:rPr lang="en-US" sz="3400">
                <a:solidFill>
                  <a:schemeClr val="dk1"/>
                </a:solidFill>
                <a:latin typeface="Gill Sans"/>
                <a:ea typeface="Gill Sans"/>
                <a:cs typeface="Gill Sans"/>
                <a:sym typeface="Gill Sans"/>
              </a:rPr>
              <a:t>Si es una operación matemática o lógica, se le pasa la tarea a la </a:t>
            </a:r>
            <a:r>
              <a:rPr b="1" lang="en-US" sz="3400">
                <a:solidFill>
                  <a:schemeClr val="dk1"/>
                </a:solidFill>
                <a:latin typeface="Gill Sans"/>
                <a:ea typeface="Gill Sans"/>
                <a:cs typeface="Gill Sans"/>
                <a:sym typeface="Gill Sans"/>
              </a:rPr>
              <a:t>ALU</a:t>
            </a:r>
            <a:r>
              <a:rPr lang="en-US" sz="3400">
                <a:solidFill>
                  <a:schemeClr val="dk1"/>
                </a:solidFill>
                <a:latin typeface="Gill Sans"/>
                <a:ea typeface="Gill Sans"/>
                <a:cs typeface="Gill Sans"/>
                <a:sym typeface="Gill Sans"/>
              </a:rPr>
              <a:t>.</a:t>
            </a:r>
            <a:endParaRPr/>
          </a:p>
          <a:p>
            <a:pPr indent="0" lvl="0" marL="0" marR="0" rtl="0" algn="l">
              <a:spcBef>
                <a:spcPts val="0"/>
              </a:spcBef>
              <a:spcAft>
                <a:spcPts val="0"/>
              </a:spcAft>
              <a:buNone/>
            </a:pPr>
            <a:r>
              <a:t/>
            </a:r>
            <a:endParaRPr sz="3400">
              <a:solidFill>
                <a:schemeClr val="dk1"/>
              </a:solidFill>
              <a:latin typeface="Gill Sans"/>
              <a:ea typeface="Gill Sans"/>
              <a:cs typeface="Gill Sans"/>
              <a:sym typeface="Gill Sans"/>
            </a:endParaRPr>
          </a:p>
          <a:p>
            <a:pPr indent="-457200" lvl="0" marL="457200" marR="0" rtl="0" algn="l">
              <a:spcBef>
                <a:spcPts val="0"/>
              </a:spcBef>
              <a:spcAft>
                <a:spcPts val="0"/>
              </a:spcAft>
              <a:buClr>
                <a:schemeClr val="dk1"/>
              </a:buClr>
              <a:buSzPts val="3400"/>
              <a:buFont typeface="Arial"/>
              <a:buChar char="•"/>
            </a:pPr>
            <a:r>
              <a:rPr lang="en-US" sz="3400">
                <a:solidFill>
                  <a:schemeClr val="dk1"/>
                </a:solidFill>
                <a:latin typeface="Gill Sans"/>
                <a:ea typeface="Gill Sans"/>
                <a:cs typeface="Gill Sans"/>
                <a:sym typeface="Gill Sans"/>
              </a:rPr>
              <a:t>El resultado de la operación se almacena en un registro de la CPU o se escribe de nuevo en la memoria RAM.</a:t>
            </a:r>
            <a:endParaRPr/>
          </a:p>
          <a:p>
            <a:pPr indent="0" lvl="0" marL="0" marR="0" rtl="0" algn="l">
              <a:spcBef>
                <a:spcPts val="0"/>
              </a:spcBef>
              <a:spcAft>
                <a:spcPts val="0"/>
              </a:spcAft>
              <a:buNone/>
            </a:pPr>
            <a:r>
              <a:t/>
            </a:r>
            <a:endParaRPr sz="3400">
              <a:solidFill>
                <a:schemeClr val="dk1"/>
              </a:solidFill>
              <a:latin typeface="Gill Sans"/>
              <a:ea typeface="Gill Sans"/>
              <a:cs typeface="Gill Sans"/>
              <a:sym typeface="Gill Sans"/>
            </a:endParaRPr>
          </a:p>
          <a:p>
            <a:pPr indent="-457200" lvl="0" marL="457200" marR="0" rtl="0" algn="l">
              <a:spcBef>
                <a:spcPts val="0"/>
              </a:spcBef>
              <a:spcAft>
                <a:spcPts val="0"/>
              </a:spcAft>
              <a:buClr>
                <a:schemeClr val="dk1"/>
              </a:buClr>
              <a:buSzPts val="3400"/>
              <a:buFont typeface="Arial"/>
              <a:buChar char="•"/>
            </a:pPr>
            <a:r>
              <a:rPr lang="en-US" sz="3400">
                <a:solidFill>
                  <a:schemeClr val="dk1"/>
                </a:solidFill>
                <a:latin typeface="Gill Sans"/>
                <a:ea typeface="Gill Sans"/>
                <a:cs typeface="Gill Sans"/>
                <a:sym typeface="Gill Sans"/>
              </a:rPr>
              <a:t>Una vez terminada la ejecución, el ciclo vuelve a empezar con la fase de búsqueda para la siguiente instrucción.</a:t>
            </a:r>
            <a:endParaRPr/>
          </a:p>
          <a:p>
            <a:pPr indent="0" lvl="0" marL="0" marR="0" rtl="0" algn="l">
              <a:spcBef>
                <a:spcPts val="0"/>
              </a:spcBef>
              <a:spcAft>
                <a:spcPts val="0"/>
              </a:spcAft>
              <a:buNone/>
            </a:pPr>
            <a:r>
              <a:t/>
            </a:r>
            <a:endParaRPr sz="3500">
              <a:solidFill>
                <a:schemeClr val="dk1"/>
              </a:solidFill>
              <a:latin typeface="Gill Sans"/>
              <a:ea typeface="Gill Sans"/>
              <a:cs typeface="Gill Sans"/>
              <a:sym typeface="Gill Sans"/>
            </a:endParaRPr>
          </a:p>
        </p:txBody>
      </p:sp>
      <p:sp>
        <p:nvSpPr>
          <p:cNvPr id="219" name="Google Shape;219;p31"/>
          <p:cNvSpPr txBox="1"/>
          <p:nvPr/>
        </p:nvSpPr>
        <p:spPr>
          <a:xfrm>
            <a:off x="1374889" y="960319"/>
            <a:ext cx="13991100" cy="9383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6098">
                <a:solidFill>
                  <a:srgbClr val="131416"/>
                </a:solidFill>
                <a:latin typeface="Libre Franklin Medium"/>
                <a:ea typeface="Libre Franklin Medium"/>
                <a:cs typeface="Libre Franklin Medium"/>
                <a:sym typeface="Libre Franklin Medium"/>
              </a:rPr>
              <a:t>Fase de Ejecución (Execute)</a:t>
            </a:r>
            <a:endParaRPr sz="6098">
              <a:solidFill>
                <a:srgbClr val="131416"/>
              </a:solidFill>
              <a:latin typeface="Libre Franklin Medium"/>
              <a:ea typeface="Libre Franklin Medium"/>
              <a:cs typeface="Libre Franklin Medium"/>
              <a:sym typeface="Libre Franklin Medium"/>
            </a:endParaRPr>
          </a:p>
        </p:txBody>
      </p:sp>
      <p:pic>
        <p:nvPicPr>
          <p:cNvPr id="220" name="Google Shape;220;p31"/>
          <p:cNvPicPr preferRelativeResize="0"/>
          <p:nvPr/>
        </p:nvPicPr>
        <p:blipFill rotWithShape="1">
          <a:blip r:embed="rId3">
            <a:alphaModFix/>
          </a:blip>
          <a:srcRect b="7932" l="13700" r="13674" t="6288"/>
          <a:stretch/>
        </p:blipFill>
        <p:spPr>
          <a:xfrm>
            <a:off x="10367629" y="2379974"/>
            <a:ext cx="7566991" cy="521351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2"/>
          <p:cNvSpPr txBox="1"/>
          <p:nvPr/>
        </p:nvSpPr>
        <p:spPr>
          <a:xfrm>
            <a:off x="1482574" y="1795450"/>
            <a:ext cx="15693911" cy="807913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500">
                <a:solidFill>
                  <a:schemeClr val="dk1"/>
                </a:solidFill>
                <a:latin typeface="Gill Sans"/>
                <a:ea typeface="Gill Sans"/>
                <a:cs typeface="Gill Sans"/>
                <a:sym typeface="Gill Sans"/>
              </a:rPr>
              <a:t>La Unidad de Control (CU) es el "cerebro" o "director de orquesta" de la CPU. No realiza cálculos, sino que dirige y coordina las actividades de todas las demás partes de la computadora. Interpreta las instrucciones del programa y genera las señales de control necesarias para ejecutarlas.Componentes Principales y su Función:</a:t>
            </a:r>
            <a:endParaRPr/>
          </a:p>
          <a:p>
            <a:pPr indent="0" lvl="0" marL="0" marR="0" rtl="0" algn="l">
              <a:spcBef>
                <a:spcPts val="0"/>
              </a:spcBef>
              <a:spcAft>
                <a:spcPts val="0"/>
              </a:spcAft>
              <a:buNone/>
            </a:pPr>
            <a:r>
              <a:t/>
            </a:r>
            <a:endParaRPr sz="3500">
              <a:solidFill>
                <a:schemeClr val="dk1"/>
              </a:solidFill>
              <a:latin typeface="Gill Sans"/>
              <a:ea typeface="Gill Sans"/>
              <a:cs typeface="Gill Sans"/>
              <a:sym typeface="Gill Sans"/>
            </a:endParaRPr>
          </a:p>
          <a:p>
            <a:pPr indent="0" lvl="0" marL="0" marR="0" rtl="0" algn="l">
              <a:spcBef>
                <a:spcPts val="0"/>
              </a:spcBef>
              <a:spcAft>
                <a:spcPts val="0"/>
              </a:spcAft>
              <a:buNone/>
            </a:pPr>
            <a:r>
              <a:rPr b="1" lang="en-US" sz="3500">
                <a:solidFill>
                  <a:schemeClr val="dk1"/>
                </a:solidFill>
                <a:latin typeface="Gill Sans"/>
                <a:ea typeface="Gill Sans"/>
                <a:cs typeface="Gill Sans"/>
                <a:sym typeface="Gill Sans"/>
              </a:rPr>
              <a:t>Contador de Programa (Program Counter - PC):</a:t>
            </a:r>
            <a:endParaRPr sz="3500">
              <a:solidFill>
                <a:schemeClr val="dk1"/>
              </a:solidFill>
              <a:latin typeface="Gill Sans"/>
              <a:ea typeface="Gill Sans"/>
              <a:cs typeface="Gill Sans"/>
              <a:sym typeface="Gill Sans"/>
            </a:endParaRPr>
          </a:p>
          <a:p>
            <a:pPr indent="0" lvl="0" marL="0" marR="0" rtl="0" algn="l">
              <a:spcBef>
                <a:spcPts val="0"/>
              </a:spcBef>
              <a:spcAft>
                <a:spcPts val="0"/>
              </a:spcAft>
              <a:buNone/>
            </a:pPr>
            <a:r>
              <a:rPr lang="en-US" sz="3500">
                <a:solidFill>
                  <a:schemeClr val="dk1"/>
                </a:solidFill>
                <a:latin typeface="Gill Sans"/>
                <a:ea typeface="Gill Sans"/>
                <a:cs typeface="Gill Sans"/>
                <a:sym typeface="Gill Sans"/>
              </a:rPr>
              <a:t>Almacena la dirección de memoria de la siguiente instrucción que se va a ejecutar. Después de cada ciclo, se actualiza para apuntar a la próxima instrucción en la secuencia.</a:t>
            </a:r>
            <a:endParaRPr/>
          </a:p>
          <a:p>
            <a:pPr indent="0" lvl="0" marL="0" marR="0" rtl="0" algn="l">
              <a:spcBef>
                <a:spcPts val="0"/>
              </a:spcBef>
              <a:spcAft>
                <a:spcPts val="0"/>
              </a:spcAft>
              <a:buNone/>
            </a:pPr>
            <a:r>
              <a:t/>
            </a:r>
            <a:endParaRPr sz="3500">
              <a:solidFill>
                <a:schemeClr val="dk1"/>
              </a:solidFill>
              <a:latin typeface="Gill Sans"/>
              <a:ea typeface="Gill Sans"/>
              <a:cs typeface="Gill Sans"/>
              <a:sym typeface="Gill Sans"/>
            </a:endParaRPr>
          </a:p>
          <a:p>
            <a:pPr indent="0" lvl="0" marL="0" marR="0" rtl="0" algn="l">
              <a:spcBef>
                <a:spcPts val="0"/>
              </a:spcBef>
              <a:spcAft>
                <a:spcPts val="0"/>
              </a:spcAft>
              <a:buNone/>
            </a:pPr>
            <a:r>
              <a:rPr b="1" lang="en-US" sz="3500">
                <a:solidFill>
                  <a:schemeClr val="dk1"/>
                </a:solidFill>
                <a:latin typeface="Gill Sans"/>
                <a:ea typeface="Gill Sans"/>
                <a:cs typeface="Gill Sans"/>
                <a:sym typeface="Gill Sans"/>
              </a:rPr>
              <a:t>Uso:</a:t>
            </a:r>
            <a:r>
              <a:rPr lang="en-US" sz="3500">
                <a:solidFill>
                  <a:schemeClr val="dk1"/>
                </a:solidFill>
                <a:latin typeface="Gill Sans"/>
                <a:ea typeface="Gill Sans"/>
                <a:cs typeface="Gill Sans"/>
                <a:sym typeface="Gill Sans"/>
              </a:rPr>
              <a:t> Garantiza que el programa se ejecute en el orden correcto, instrucción por instrucción.</a:t>
            </a:r>
            <a:endParaRPr/>
          </a:p>
          <a:p>
            <a:pPr indent="0" lvl="0" marL="0" marR="0" rtl="0" algn="l">
              <a:spcBef>
                <a:spcPts val="0"/>
              </a:spcBef>
              <a:spcAft>
                <a:spcPts val="0"/>
              </a:spcAft>
              <a:buNone/>
            </a:pPr>
            <a:r>
              <a:t/>
            </a:r>
            <a:endParaRPr sz="3500">
              <a:solidFill>
                <a:schemeClr val="dk1"/>
              </a:solidFill>
              <a:latin typeface="Gill Sans"/>
              <a:ea typeface="Gill Sans"/>
              <a:cs typeface="Gill Sans"/>
              <a:sym typeface="Gill Sans"/>
            </a:endParaRPr>
          </a:p>
          <a:p>
            <a:pPr indent="0" lvl="0" marL="0" marR="0" rtl="0" algn="l">
              <a:spcBef>
                <a:spcPts val="0"/>
              </a:spcBef>
              <a:spcAft>
                <a:spcPts val="0"/>
              </a:spcAft>
              <a:buNone/>
            </a:pPr>
            <a:r>
              <a:t/>
            </a:r>
            <a:endParaRPr sz="3500">
              <a:solidFill>
                <a:schemeClr val="dk1"/>
              </a:solidFill>
              <a:latin typeface="Gill Sans"/>
              <a:ea typeface="Gill Sans"/>
              <a:cs typeface="Gill Sans"/>
              <a:sym typeface="Gill Sans"/>
            </a:endParaRPr>
          </a:p>
        </p:txBody>
      </p:sp>
      <p:sp>
        <p:nvSpPr>
          <p:cNvPr id="226" name="Google Shape;226;p32"/>
          <p:cNvSpPr txBox="1"/>
          <p:nvPr/>
        </p:nvSpPr>
        <p:spPr>
          <a:xfrm>
            <a:off x="1389809" y="735032"/>
            <a:ext cx="15177076" cy="2016834"/>
          </a:xfrm>
          <a:prstGeom prst="rect">
            <a:avLst/>
          </a:prstGeom>
          <a:noFill/>
          <a:ln>
            <a:noFill/>
          </a:ln>
        </p:spPr>
        <p:txBody>
          <a:bodyPr anchorCtr="0" anchor="t" bIns="0" lIns="0" spcFirstLastPara="1" rIns="0" wrap="square" tIns="0">
            <a:spAutoFit/>
          </a:bodyPr>
          <a:lstStyle/>
          <a:p>
            <a:pPr indent="0" lvl="0" marL="0" marR="0" rtl="0" algn="l">
              <a:lnSpc>
                <a:spcPct val="112987"/>
              </a:lnSpc>
              <a:spcBef>
                <a:spcPts val="0"/>
              </a:spcBef>
              <a:spcAft>
                <a:spcPts val="0"/>
              </a:spcAft>
              <a:buNone/>
            </a:pPr>
            <a:r>
              <a:rPr lang="en-US" sz="5500">
                <a:solidFill>
                  <a:srgbClr val="131416"/>
                </a:solidFill>
                <a:latin typeface="Libre Franklin Medium"/>
                <a:ea typeface="Libre Franklin Medium"/>
                <a:cs typeface="Libre Franklin Medium"/>
                <a:sym typeface="Libre Franklin Medium"/>
              </a:rPr>
              <a:t>Componentes de la Unidad de Control (CU)</a:t>
            </a:r>
            <a:endParaRPr/>
          </a:p>
          <a:p>
            <a:pPr indent="0" lvl="0" marL="0" marR="0" rtl="0" algn="just">
              <a:lnSpc>
                <a:spcPct val="112987"/>
              </a:lnSpc>
              <a:spcBef>
                <a:spcPts val="0"/>
              </a:spcBef>
              <a:spcAft>
                <a:spcPts val="0"/>
              </a:spcAft>
              <a:buNone/>
            </a:pPr>
            <a:r>
              <a:t/>
            </a:r>
            <a:endParaRPr sz="6098">
              <a:solidFill>
                <a:srgbClr val="131416"/>
              </a:solidFill>
              <a:latin typeface="Libre Franklin Medium"/>
              <a:ea typeface="Libre Franklin Medium"/>
              <a:cs typeface="Libre Franklin Medium"/>
              <a:sym typeface="Libre Franklin Medium"/>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3"/>
          <p:cNvSpPr txBox="1"/>
          <p:nvPr/>
        </p:nvSpPr>
        <p:spPr>
          <a:xfrm>
            <a:off x="1429565" y="788285"/>
            <a:ext cx="15693911" cy="915635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sz="3500">
              <a:solidFill>
                <a:schemeClr val="dk1"/>
              </a:solidFill>
              <a:latin typeface="Gill Sans"/>
              <a:ea typeface="Gill Sans"/>
              <a:cs typeface="Gill Sans"/>
              <a:sym typeface="Gill Sans"/>
            </a:endParaRPr>
          </a:p>
          <a:p>
            <a:pPr indent="0" lvl="0" marL="0" marR="0" rtl="0" algn="l">
              <a:spcBef>
                <a:spcPts val="0"/>
              </a:spcBef>
              <a:spcAft>
                <a:spcPts val="0"/>
              </a:spcAft>
              <a:buNone/>
            </a:pPr>
            <a:r>
              <a:rPr b="1" lang="en-US" sz="3500">
                <a:solidFill>
                  <a:schemeClr val="dk1"/>
                </a:solidFill>
                <a:latin typeface="Gill Sans"/>
                <a:ea typeface="Gill Sans"/>
                <a:cs typeface="Gill Sans"/>
                <a:sym typeface="Gill Sans"/>
              </a:rPr>
              <a:t>Registro de Instrucción (Instruction Register - IR):</a:t>
            </a:r>
            <a:endParaRPr sz="3500">
              <a:solidFill>
                <a:schemeClr val="dk1"/>
              </a:solidFill>
              <a:latin typeface="Gill Sans"/>
              <a:ea typeface="Gill Sans"/>
              <a:cs typeface="Gill Sans"/>
              <a:sym typeface="Gill Sans"/>
            </a:endParaRPr>
          </a:p>
          <a:p>
            <a:pPr indent="0" lvl="0" marL="0" marR="0" rtl="0" algn="l">
              <a:spcBef>
                <a:spcPts val="0"/>
              </a:spcBef>
              <a:spcAft>
                <a:spcPts val="0"/>
              </a:spcAft>
              <a:buNone/>
            </a:pPr>
            <a:r>
              <a:rPr lang="en-US" sz="3500">
                <a:solidFill>
                  <a:schemeClr val="dk1"/>
                </a:solidFill>
                <a:latin typeface="Gill Sans"/>
                <a:ea typeface="Gill Sans"/>
                <a:cs typeface="Gill Sans"/>
                <a:sym typeface="Gill Sans"/>
              </a:rPr>
              <a:t>Almacena temporalmente la instrucción que se ha traído de la memoria y que se está decodificando y ejecutando en ese momento.</a:t>
            </a:r>
            <a:endParaRPr/>
          </a:p>
          <a:p>
            <a:pPr indent="0" lvl="0" marL="0" marR="0" rtl="0" algn="l">
              <a:spcBef>
                <a:spcPts val="0"/>
              </a:spcBef>
              <a:spcAft>
                <a:spcPts val="0"/>
              </a:spcAft>
              <a:buNone/>
            </a:pPr>
            <a:r>
              <a:t/>
            </a:r>
            <a:endParaRPr sz="3500">
              <a:solidFill>
                <a:schemeClr val="dk1"/>
              </a:solidFill>
              <a:latin typeface="Gill Sans"/>
              <a:ea typeface="Gill Sans"/>
              <a:cs typeface="Gill Sans"/>
              <a:sym typeface="Gill Sans"/>
            </a:endParaRPr>
          </a:p>
          <a:p>
            <a:pPr indent="0" lvl="0" marL="0" marR="0" rtl="0" algn="l">
              <a:spcBef>
                <a:spcPts val="0"/>
              </a:spcBef>
              <a:spcAft>
                <a:spcPts val="0"/>
              </a:spcAft>
              <a:buNone/>
            </a:pPr>
            <a:r>
              <a:rPr b="1" lang="en-US" sz="3500">
                <a:solidFill>
                  <a:schemeClr val="dk1"/>
                </a:solidFill>
                <a:latin typeface="Gill Sans"/>
                <a:ea typeface="Gill Sans"/>
                <a:cs typeface="Gill Sans"/>
                <a:sym typeface="Gill Sans"/>
              </a:rPr>
              <a:t>Uso:</a:t>
            </a:r>
            <a:r>
              <a:rPr lang="en-US" sz="3500">
                <a:solidFill>
                  <a:schemeClr val="dk1"/>
                </a:solidFill>
                <a:latin typeface="Gill Sans"/>
                <a:ea typeface="Gill Sans"/>
                <a:cs typeface="Gill Sans"/>
                <a:sym typeface="Gill Sans"/>
              </a:rPr>
              <a:t> Permite a la CU analizar la instrucción actual sin tener que acceder constantemente a la memoria RAM.</a:t>
            </a:r>
            <a:endParaRPr/>
          </a:p>
          <a:p>
            <a:pPr indent="0" lvl="0" marL="0" marR="0" rtl="0" algn="l">
              <a:spcBef>
                <a:spcPts val="0"/>
              </a:spcBef>
              <a:spcAft>
                <a:spcPts val="0"/>
              </a:spcAft>
              <a:buNone/>
            </a:pPr>
            <a:r>
              <a:t/>
            </a:r>
            <a:endParaRPr sz="3500">
              <a:solidFill>
                <a:schemeClr val="dk1"/>
              </a:solidFill>
              <a:latin typeface="Gill Sans"/>
              <a:ea typeface="Gill Sans"/>
              <a:cs typeface="Gill Sans"/>
              <a:sym typeface="Gill Sans"/>
            </a:endParaRPr>
          </a:p>
          <a:p>
            <a:pPr indent="0" lvl="0" marL="0" marR="0" rtl="0" algn="l">
              <a:spcBef>
                <a:spcPts val="0"/>
              </a:spcBef>
              <a:spcAft>
                <a:spcPts val="0"/>
              </a:spcAft>
              <a:buNone/>
            </a:pPr>
            <a:r>
              <a:rPr b="1" lang="en-US" sz="3500">
                <a:solidFill>
                  <a:schemeClr val="dk1"/>
                </a:solidFill>
                <a:latin typeface="Gill Sans"/>
                <a:ea typeface="Gill Sans"/>
                <a:cs typeface="Gill Sans"/>
                <a:sym typeface="Gill Sans"/>
              </a:rPr>
              <a:t>Decodificador de Instrucciones:</a:t>
            </a:r>
            <a:endParaRPr/>
          </a:p>
          <a:p>
            <a:pPr indent="0" lvl="0" marL="0" marR="0" rtl="0" algn="l">
              <a:spcBef>
                <a:spcPts val="0"/>
              </a:spcBef>
              <a:spcAft>
                <a:spcPts val="0"/>
              </a:spcAft>
              <a:buNone/>
            </a:pPr>
            <a:r>
              <a:rPr lang="en-US" sz="3500">
                <a:solidFill>
                  <a:schemeClr val="dk1"/>
                </a:solidFill>
                <a:latin typeface="Gill Sans"/>
                <a:ea typeface="Gill Sans"/>
                <a:cs typeface="Gill Sans"/>
                <a:sym typeface="Gill Sans"/>
              </a:rPr>
              <a:t>Es el circuito que "lee" el código de la instrucción (en el IR) y lo traduce en un conjunto de acciones específicas que la CPU debe realizar.</a:t>
            </a:r>
            <a:endParaRPr/>
          </a:p>
          <a:p>
            <a:pPr indent="0" lvl="0" marL="0" marR="0" rtl="0" algn="l">
              <a:spcBef>
                <a:spcPts val="0"/>
              </a:spcBef>
              <a:spcAft>
                <a:spcPts val="0"/>
              </a:spcAft>
              <a:buNone/>
            </a:pPr>
            <a:r>
              <a:t/>
            </a:r>
            <a:endParaRPr sz="3500">
              <a:solidFill>
                <a:schemeClr val="dk1"/>
              </a:solidFill>
              <a:latin typeface="Gill Sans"/>
              <a:ea typeface="Gill Sans"/>
              <a:cs typeface="Gill Sans"/>
              <a:sym typeface="Gill Sans"/>
            </a:endParaRPr>
          </a:p>
          <a:p>
            <a:pPr indent="0" lvl="0" marL="0" marR="0" rtl="0" algn="l">
              <a:spcBef>
                <a:spcPts val="0"/>
              </a:spcBef>
              <a:spcAft>
                <a:spcPts val="0"/>
              </a:spcAft>
              <a:buNone/>
            </a:pPr>
            <a:r>
              <a:rPr b="1" lang="en-US" sz="3500">
                <a:solidFill>
                  <a:schemeClr val="dk1"/>
                </a:solidFill>
                <a:latin typeface="Gill Sans"/>
                <a:ea typeface="Gill Sans"/>
                <a:cs typeface="Gill Sans"/>
                <a:sym typeface="Gill Sans"/>
              </a:rPr>
              <a:t>Uso:</a:t>
            </a:r>
            <a:r>
              <a:rPr lang="en-US" sz="3500">
                <a:solidFill>
                  <a:schemeClr val="dk1"/>
                </a:solidFill>
                <a:latin typeface="Gill Sans"/>
                <a:ea typeface="Gill Sans"/>
                <a:cs typeface="Gill Sans"/>
                <a:sym typeface="Gill Sans"/>
              </a:rPr>
              <a:t> Si el código de instrucción es 001, el decodificador podría saber que eso significa "sumar". Si es 010, podría significar "cargar un dato de la memoria".</a:t>
            </a:r>
            <a:endParaRPr/>
          </a:p>
          <a:p>
            <a:pPr indent="0" lvl="0" marL="0" marR="0" rtl="0" algn="l">
              <a:spcBef>
                <a:spcPts val="0"/>
              </a:spcBef>
              <a:spcAft>
                <a:spcPts val="0"/>
              </a:spcAft>
              <a:buNone/>
            </a:pPr>
            <a:r>
              <a:t/>
            </a:r>
            <a:endParaRPr sz="3500">
              <a:solidFill>
                <a:schemeClr val="dk1"/>
              </a:solidFill>
              <a:latin typeface="Gill Sans"/>
              <a:ea typeface="Gill Sans"/>
              <a:cs typeface="Gill Sans"/>
              <a:sym typeface="Gill Sans"/>
            </a:endParaRPr>
          </a:p>
          <a:p>
            <a:pPr indent="0" lvl="0" marL="0" marR="0" rtl="0" algn="l">
              <a:spcBef>
                <a:spcPts val="0"/>
              </a:spcBef>
              <a:spcAft>
                <a:spcPts val="0"/>
              </a:spcAft>
              <a:buNone/>
            </a:pPr>
            <a:r>
              <a:t/>
            </a:r>
            <a:endParaRPr sz="3500">
              <a:solidFill>
                <a:schemeClr val="dk1"/>
              </a:solidFill>
              <a:latin typeface="Gill Sans"/>
              <a:ea typeface="Gill Sans"/>
              <a:cs typeface="Gill Sans"/>
              <a:sym typeface="Gill Sans"/>
            </a:endParaRPr>
          </a:p>
          <a:p>
            <a:pPr indent="0" lvl="0" marL="0" marR="0" rtl="0" algn="l">
              <a:spcBef>
                <a:spcPts val="0"/>
              </a:spcBef>
              <a:spcAft>
                <a:spcPts val="0"/>
              </a:spcAft>
              <a:buNone/>
            </a:pPr>
            <a:r>
              <a:t/>
            </a:r>
            <a:endParaRPr sz="3500">
              <a:solidFill>
                <a:schemeClr val="dk1"/>
              </a:solidFill>
              <a:latin typeface="Gill Sans"/>
              <a:ea typeface="Gill Sans"/>
              <a:cs typeface="Gill Sans"/>
              <a:sym typeface="Gill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4"/>
          <p:cNvSpPr txBox="1"/>
          <p:nvPr/>
        </p:nvSpPr>
        <p:spPr>
          <a:xfrm>
            <a:off x="1456069" y="483485"/>
            <a:ext cx="15693911" cy="592469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sz="3500">
              <a:solidFill>
                <a:schemeClr val="dk1"/>
              </a:solidFill>
              <a:latin typeface="Gill Sans"/>
              <a:ea typeface="Gill Sans"/>
              <a:cs typeface="Gill Sans"/>
              <a:sym typeface="Gill Sans"/>
            </a:endParaRPr>
          </a:p>
          <a:p>
            <a:pPr indent="0" lvl="0" marL="0" marR="0" rtl="0" algn="l">
              <a:spcBef>
                <a:spcPts val="0"/>
              </a:spcBef>
              <a:spcAft>
                <a:spcPts val="0"/>
              </a:spcAft>
              <a:buNone/>
            </a:pPr>
            <a:r>
              <a:rPr b="1" lang="en-US" sz="3500">
                <a:solidFill>
                  <a:schemeClr val="dk1"/>
                </a:solidFill>
                <a:latin typeface="Gill Sans"/>
                <a:ea typeface="Gill Sans"/>
                <a:cs typeface="Gill Sans"/>
                <a:sym typeface="Gill Sans"/>
              </a:rPr>
              <a:t>Reloj (Clock):</a:t>
            </a:r>
            <a:endParaRPr/>
          </a:p>
          <a:p>
            <a:pPr indent="0" lvl="0" marL="0" marR="0" rtl="0" algn="l">
              <a:spcBef>
                <a:spcPts val="0"/>
              </a:spcBef>
              <a:spcAft>
                <a:spcPts val="0"/>
              </a:spcAft>
              <a:buNone/>
            </a:pPr>
            <a:r>
              <a:rPr lang="en-US" sz="3500">
                <a:solidFill>
                  <a:schemeClr val="dk1"/>
                </a:solidFill>
                <a:latin typeface="Gill Sans"/>
                <a:ea typeface="Gill Sans"/>
                <a:cs typeface="Gill Sans"/>
                <a:sym typeface="Gill Sans"/>
              </a:rPr>
              <a:t>Genera pulsos eléctricos a una velocidad constante (medida en Gigahercios, GHz). Cada pulso sincroniza una acción dentro del ciclo de instrucción.</a:t>
            </a:r>
            <a:endParaRPr/>
          </a:p>
          <a:p>
            <a:pPr indent="0" lvl="0" marL="0" marR="0" rtl="0" algn="l">
              <a:spcBef>
                <a:spcPts val="0"/>
              </a:spcBef>
              <a:spcAft>
                <a:spcPts val="0"/>
              </a:spcAft>
              <a:buNone/>
            </a:pPr>
            <a:r>
              <a:t/>
            </a:r>
            <a:endParaRPr sz="3500">
              <a:solidFill>
                <a:schemeClr val="dk1"/>
              </a:solidFill>
              <a:latin typeface="Gill Sans"/>
              <a:ea typeface="Gill Sans"/>
              <a:cs typeface="Gill Sans"/>
              <a:sym typeface="Gill Sans"/>
            </a:endParaRPr>
          </a:p>
          <a:p>
            <a:pPr indent="0" lvl="0" marL="0" marR="0" rtl="0" algn="l">
              <a:spcBef>
                <a:spcPts val="0"/>
              </a:spcBef>
              <a:spcAft>
                <a:spcPts val="0"/>
              </a:spcAft>
              <a:buNone/>
            </a:pPr>
            <a:r>
              <a:rPr b="1" lang="en-US" sz="3500">
                <a:solidFill>
                  <a:schemeClr val="dk1"/>
                </a:solidFill>
                <a:latin typeface="Gill Sans"/>
                <a:ea typeface="Gill Sans"/>
                <a:cs typeface="Gill Sans"/>
                <a:sym typeface="Gill Sans"/>
              </a:rPr>
              <a:t>Uso:</a:t>
            </a:r>
            <a:r>
              <a:rPr lang="en-US" sz="3500">
                <a:solidFill>
                  <a:schemeClr val="dk1"/>
                </a:solidFill>
                <a:latin typeface="Gill Sans"/>
                <a:ea typeface="Gill Sans"/>
                <a:cs typeface="Gill Sans"/>
                <a:sym typeface="Gill Sans"/>
              </a:rPr>
              <a:t> Marca el ritmo de trabajo de la CPU. Una CPU de 3 GHz puede realizar 3 mil millones de ciclos de reloj por segundo, lo que determina su velocidad general.</a:t>
            </a:r>
            <a:endParaRPr/>
          </a:p>
          <a:p>
            <a:pPr indent="0" lvl="0" marL="0" marR="0" rtl="0" algn="l">
              <a:spcBef>
                <a:spcPts val="0"/>
              </a:spcBef>
              <a:spcAft>
                <a:spcPts val="0"/>
              </a:spcAft>
              <a:buNone/>
            </a:pPr>
            <a:r>
              <a:t/>
            </a:r>
            <a:endParaRPr sz="3500">
              <a:solidFill>
                <a:schemeClr val="dk1"/>
              </a:solidFill>
              <a:latin typeface="Gill Sans"/>
              <a:ea typeface="Gill Sans"/>
              <a:cs typeface="Gill Sans"/>
              <a:sym typeface="Gill Sans"/>
            </a:endParaRPr>
          </a:p>
          <a:p>
            <a:pPr indent="0" lvl="0" marL="0" marR="0" rtl="0" algn="l">
              <a:spcBef>
                <a:spcPts val="0"/>
              </a:spcBef>
              <a:spcAft>
                <a:spcPts val="0"/>
              </a:spcAft>
              <a:buNone/>
            </a:pPr>
            <a:r>
              <a:t/>
            </a:r>
            <a:endParaRPr sz="3500">
              <a:solidFill>
                <a:schemeClr val="dk1"/>
              </a:solidFill>
              <a:latin typeface="Gill Sans"/>
              <a:ea typeface="Gill Sans"/>
              <a:cs typeface="Gill Sans"/>
              <a:sym typeface="Gill Sans"/>
            </a:endParaRPr>
          </a:p>
          <a:p>
            <a:pPr indent="0" lvl="0" marL="0" marR="0" rtl="0" algn="l">
              <a:spcBef>
                <a:spcPts val="0"/>
              </a:spcBef>
              <a:spcAft>
                <a:spcPts val="0"/>
              </a:spcAft>
              <a:buNone/>
            </a:pPr>
            <a:r>
              <a:t/>
            </a:r>
            <a:endParaRPr sz="3500">
              <a:solidFill>
                <a:schemeClr val="dk1"/>
              </a:solidFill>
              <a:latin typeface="Gill Sans"/>
              <a:ea typeface="Gill Sans"/>
              <a:cs typeface="Gill Sans"/>
              <a:sym typeface="Gill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pic>
        <p:nvPicPr>
          <p:cNvPr id="241" name="Google Shape;241;p35"/>
          <p:cNvPicPr preferRelativeResize="0"/>
          <p:nvPr/>
        </p:nvPicPr>
        <p:blipFill rotWithShape="1">
          <a:blip r:embed="rId3">
            <a:alphaModFix/>
          </a:blip>
          <a:srcRect b="0" l="0" r="0" t="0"/>
          <a:stretch/>
        </p:blipFill>
        <p:spPr>
          <a:xfrm>
            <a:off x="2320413" y="795000"/>
            <a:ext cx="14562856" cy="8697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6"/>
          <p:cNvSpPr txBox="1"/>
          <p:nvPr/>
        </p:nvSpPr>
        <p:spPr>
          <a:xfrm>
            <a:off x="1497496" y="2168959"/>
            <a:ext cx="16290259" cy="210826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400">
                <a:solidFill>
                  <a:schemeClr val="dk1"/>
                </a:solidFill>
                <a:latin typeface="Gill Sans"/>
                <a:ea typeface="Gill Sans"/>
                <a:cs typeface="Gill Sans"/>
                <a:sym typeface="Gill Sans"/>
              </a:rPr>
              <a:t>La Unidad Aritmético-Lógica (ALU) es la </a:t>
            </a:r>
            <a:r>
              <a:rPr b="1" lang="en-US" sz="3400">
                <a:solidFill>
                  <a:schemeClr val="dk1"/>
                </a:solidFill>
                <a:latin typeface="Gill Sans"/>
                <a:ea typeface="Gill Sans"/>
                <a:cs typeface="Gill Sans"/>
                <a:sym typeface="Gill Sans"/>
              </a:rPr>
              <a:t>"calculadora" de la CPU</a:t>
            </a:r>
            <a:r>
              <a:rPr lang="en-US" sz="3400">
                <a:solidFill>
                  <a:schemeClr val="dk1"/>
                </a:solidFill>
                <a:latin typeface="Gill Sans"/>
                <a:ea typeface="Gill Sans"/>
                <a:cs typeface="Gill Sans"/>
                <a:sym typeface="Gill Sans"/>
              </a:rPr>
              <a:t>. Es un circuito digital de alta velocidad que realiza dos tipos de operaciones: las operaciones aritméticas y las operaciones lógicas, bajo el comando de la Unidad de Control.</a:t>
            </a:r>
            <a:endParaRPr/>
          </a:p>
          <a:p>
            <a:pPr indent="0" lvl="0" marL="0" marR="0" rtl="0" algn="l">
              <a:spcBef>
                <a:spcPts val="0"/>
              </a:spcBef>
              <a:spcAft>
                <a:spcPts val="0"/>
              </a:spcAft>
              <a:buNone/>
            </a:pPr>
            <a:r>
              <a:t/>
            </a:r>
            <a:endParaRPr sz="3500">
              <a:solidFill>
                <a:schemeClr val="dk1"/>
              </a:solidFill>
              <a:latin typeface="Gill Sans"/>
              <a:ea typeface="Gill Sans"/>
              <a:cs typeface="Gill Sans"/>
              <a:sym typeface="Gill Sans"/>
            </a:endParaRPr>
          </a:p>
        </p:txBody>
      </p:sp>
      <p:sp>
        <p:nvSpPr>
          <p:cNvPr id="247" name="Google Shape;247;p36"/>
          <p:cNvSpPr txBox="1"/>
          <p:nvPr/>
        </p:nvSpPr>
        <p:spPr>
          <a:xfrm>
            <a:off x="1497496" y="877918"/>
            <a:ext cx="13991100" cy="18767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6098">
                <a:solidFill>
                  <a:srgbClr val="131416"/>
                </a:solidFill>
                <a:latin typeface="Libre Franklin Medium"/>
                <a:ea typeface="Libre Franklin Medium"/>
                <a:cs typeface="Libre Franklin Medium"/>
                <a:sym typeface="Libre Franklin Medium"/>
              </a:rPr>
              <a:t>Unidad Aritmético-Lógica (ALU)</a:t>
            </a:r>
            <a:endParaRPr/>
          </a:p>
          <a:p>
            <a:pPr indent="0" lvl="0" marL="0" marR="0" rtl="0" algn="l">
              <a:spcBef>
                <a:spcPts val="0"/>
              </a:spcBef>
              <a:spcAft>
                <a:spcPts val="0"/>
              </a:spcAft>
              <a:buNone/>
            </a:pPr>
            <a:r>
              <a:t/>
            </a:r>
            <a:endParaRPr sz="6098">
              <a:solidFill>
                <a:srgbClr val="131416"/>
              </a:solidFill>
              <a:latin typeface="Libre Franklin Medium"/>
              <a:ea typeface="Libre Franklin Medium"/>
              <a:cs typeface="Libre Franklin Medium"/>
              <a:sym typeface="Libre Franklin Medium"/>
            </a:endParaRPr>
          </a:p>
        </p:txBody>
      </p:sp>
      <p:sp>
        <p:nvSpPr>
          <p:cNvPr id="248" name="Google Shape;248;p36"/>
          <p:cNvSpPr txBox="1"/>
          <p:nvPr/>
        </p:nvSpPr>
        <p:spPr>
          <a:xfrm>
            <a:off x="1497496" y="4161492"/>
            <a:ext cx="8378700" cy="4725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400">
                <a:solidFill>
                  <a:schemeClr val="dk1"/>
                </a:solidFill>
                <a:latin typeface="Gill Sans"/>
                <a:ea typeface="Gill Sans"/>
                <a:cs typeface="Gill Sans"/>
                <a:sym typeface="Gill Sans"/>
              </a:rPr>
              <a:t>Operaciones Aritméticas:</a:t>
            </a:r>
            <a:endParaRPr/>
          </a:p>
          <a:p>
            <a:pPr indent="0" lvl="0" marL="0" marR="0" rtl="0" algn="l">
              <a:spcBef>
                <a:spcPts val="0"/>
              </a:spcBef>
              <a:spcAft>
                <a:spcPts val="0"/>
              </a:spcAft>
              <a:buNone/>
            </a:pPr>
            <a:r>
              <a:rPr lang="en-US" sz="3400">
                <a:solidFill>
                  <a:schemeClr val="dk1"/>
                </a:solidFill>
                <a:latin typeface="Gill Sans"/>
                <a:ea typeface="Gill Sans"/>
                <a:cs typeface="Gill Sans"/>
                <a:sym typeface="Gill Sans"/>
              </a:rPr>
              <a:t>Suma, resta, multiplicación, división.</a:t>
            </a:r>
            <a:endParaRPr/>
          </a:p>
          <a:p>
            <a:pPr indent="0" lvl="0" marL="0" marR="0" rtl="0" algn="l">
              <a:spcBef>
                <a:spcPts val="0"/>
              </a:spcBef>
              <a:spcAft>
                <a:spcPts val="0"/>
              </a:spcAft>
              <a:buNone/>
            </a:pPr>
            <a:r>
              <a:t/>
            </a:r>
            <a:endParaRPr b="1" sz="3400">
              <a:solidFill>
                <a:schemeClr val="dk1"/>
              </a:solidFill>
              <a:latin typeface="Gill Sans"/>
              <a:ea typeface="Gill Sans"/>
              <a:cs typeface="Gill Sans"/>
              <a:sym typeface="Gill Sans"/>
            </a:endParaRPr>
          </a:p>
          <a:p>
            <a:pPr indent="0" lvl="0" marL="0" marR="0" rtl="0" algn="l">
              <a:spcBef>
                <a:spcPts val="0"/>
              </a:spcBef>
              <a:spcAft>
                <a:spcPts val="0"/>
              </a:spcAft>
              <a:buNone/>
            </a:pPr>
            <a:r>
              <a:rPr b="1" lang="en-US" sz="3400">
                <a:solidFill>
                  <a:schemeClr val="dk1"/>
                </a:solidFill>
                <a:latin typeface="Gill Sans"/>
                <a:ea typeface="Gill Sans"/>
                <a:cs typeface="Gill Sans"/>
                <a:sym typeface="Gill Sans"/>
              </a:rPr>
              <a:t>Operaciones Lógicas:</a:t>
            </a:r>
            <a:endParaRPr sz="3400">
              <a:solidFill>
                <a:schemeClr val="dk1"/>
              </a:solidFill>
              <a:latin typeface="Gill Sans"/>
              <a:ea typeface="Gill Sans"/>
              <a:cs typeface="Gill Sans"/>
              <a:sym typeface="Gill Sans"/>
            </a:endParaRPr>
          </a:p>
          <a:p>
            <a:pPr indent="0" lvl="0" marL="0" marR="0" rtl="0" algn="l">
              <a:spcBef>
                <a:spcPts val="0"/>
              </a:spcBef>
              <a:spcAft>
                <a:spcPts val="0"/>
              </a:spcAft>
              <a:buNone/>
            </a:pPr>
            <a:r>
              <a:rPr lang="en-US" sz="3400">
                <a:solidFill>
                  <a:schemeClr val="dk1"/>
                </a:solidFill>
                <a:latin typeface="Gill Sans"/>
                <a:ea typeface="Gill Sans"/>
                <a:cs typeface="Gill Sans"/>
                <a:sym typeface="Gill Sans"/>
              </a:rPr>
              <a:t>Son operaciones que trabajan con valores binarios (verdadero/falso o 1/0) y se usan para tomar decisiones.</a:t>
            </a:r>
            <a:endParaRPr/>
          </a:p>
          <a:p>
            <a:pPr indent="0" lvl="0" marL="0" marR="0" rtl="0" algn="l">
              <a:spcBef>
                <a:spcPts val="0"/>
              </a:spcBef>
              <a:spcAft>
                <a:spcPts val="0"/>
              </a:spcAft>
              <a:buNone/>
            </a:pPr>
            <a:r>
              <a:rPr b="1" lang="en-US" sz="3400">
                <a:solidFill>
                  <a:schemeClr val="dk1"/>
                </a:solidFill>
                <a:latin typeface="Gill Sans"/>
                <a:ea typeface="Gill Sans"/>
                <a:cs typeface="Gill Sans"/>
                <a:sym typeface="Gill Sans"/>
              </a:rPr>
              <a:t>Ejemplos: </a:t>
            </a:r>
            <a:r>
              <a:rPr lang="en-US" sz="3400">
                <a:solidFill>
                  <a:schemeClr val="dk1"/>
                </a:solidFill>
                <a:latin typeface="Gill Sans"/>
                <a:ea typeface="Gill Sans"/>
                <a:cs typeface="Gill Sans"/>
                <a:sym typeface="Gill Sans"/>
              </a:rPr>
              <a:t>AND, OR, NOT, Comparaciones.</a:t>
            </a:r>
            <a:endParaRPr/>
          </a:p>
          <a:p>
            <a:pPr indent="0" lvl="0" marL="0" marR="0" rtl="0" algn="l">
              <a:spcBef>
                <a:spcPts val="0"/>
              </a:spcBef>
              <a:spcAft>
                <a:spcPts val="0"/>
              </a:spcAft>
              <a:buNone/>
            </a:pPr>
            <a:r>
              <a:t/>
            </a:r>
            <a:endParaRPr sz="3500">
              <a:solidFill>
                <a:schemeClr val="dk1"/>
              </a:solidFill>
              <a:latin typeface="Gill Sans"/>
              <a:ea typeface="Gill Sans"/>
              <a:cs typeface="Gill Sans"/>
              <a:sym typeface="Gill Sans"/>
            </a:endParaRPr>
          </a:p>
        </p:txBody>
      </p:sp>
      <p:pic>
        <p:nvPicPr>
          <p:cNvPr id="249" name="Google Shape;249;p36"/>
          <p:cNvPicPr preferRelativeResize="0"/>
          <p:nvPr/>
        </p:nvPicPr>
        <p:blipFill rotWithShape="1">
          <a:blip r:embed="rId3">
            <a:alphaModFix/>
          </a:blip>
          <a:srcRect b="0" l="2028" r="1048" t="4651"/>
          <a:stretch/>
        </p:blipFill>
        <p:spPr>
          <a:xfrm>
            <a:off x="9876206" y="4419471"/>
            <a:ext cx="8152047" cy="451249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5"/>
          <p:cNvSpPr txBox="1"/>
          <p:nvPr/>
        </p:nvSpPr>
        <p:spPr>
          <a:xfrm>
            <a:off x="1961048" y="800137"/>
            <a:ext cx="13991100" cy="1060418"/>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lang="en-US" sz="6098">
                <a:solidFill>
                  <a:srgbClr val="131416"/>
                </a:solidFill>
                <a:latin typeface="Libre Franklin Medium"/>
                <a:ea typeface="Libre Franklin Medium"/>
                <a:cs typeface="Libre Franklin Medium"/>
                <a:sym typeface="Libre Franklin Medium"/>
              </a:rPr>
              <a:t>EJEMPLOS</a:t>
            </a:r>
            <a:endParaRPr sz="6098">
              <a:solidFill>
                <a:srgbClr val="131416"/>
              </a:solidFill>
              <a:latin typeface="Libre Franklin Medium"/>
              <a:ea typeface="Libre Franklin Medium"/>
              <a:cs typeface="Libre Franklin Medium"/>
              <a:sym typeface="Libre Franklin Medium"/>
            </a:endParaRPr>
          </a:p>
        </p:txBody>
      </p:sp>
      <p:sp>
        <p:nvSpPr>
          <p:cNvPr id="255" name="Google Shape;255;p5"/>
          <p:cNvSpPr txBox="1"/>
          <p:nvPr/>
        </p:nvSpPr>
        <p:spPr>
          <a:xfrm>
            <a:off x="1961048" y="2873648"/>
            <a:ext cx="14365903" cy="453970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500">
                <a:solidFill>
                  <a:schemeClr val="dk1"/>
                </a:solidFill>
                <a:latin typeface="Gill Sans"/>
                <a:ea typeface="Gill Sans"/>
                <a:cs typeface="Gill Sans"/>
                <a:sym typeface="Gill Sans"/>
              </a:rPr>
              <a:t>El teléfono inteligente actual es resultado de siglos de avances, integrando capacidades de cálculo, comunicación y almacenamiento en un solo dispositivo, lo cual es un claro ejemplo de la evolución de la computación</a:t>
            </a:r>
            <a:endParaRPr/>
          </a:p>
          <a:p>
            <a:pPr indent="0" lvl="0" marL="0" marR="0" rtl="0" algn="l">
              <a:spcBef>
                <a:spcPts val="0"/>
              </a:spcBef>
              <a:spcAft>
                <a:spcPts val="0"/>
              </a:spcAft>
              <a:buNone/>
            </a:pPr>
            <a:br>
              <a:rPr lang="en-US" sz="3500">
                <a:solidFill>
                  <a:schemeClr val="dk1"/>
                </a:solidFill>
                <a:latin typeface="Gill Sans"/>
                <a:ea typeface="Gill Sans"/>
                <a:cs typeface="Gill Sans"/>
                <a:sym typeface="Gill Sans"/>
              </a:rPr>
            </a:br>
            <a:r>
              <a:rPr lang="en-US" sz="3500">
                <a:solidFill>
                  <a:schemeClr val="dk1"/>
                </a:solidFill>
                <a:latin typeface="Gill Sans"/>
                <a:ea typeface="Gill Sans"/>
                <a:cs typeface="Gill Sans"/>
                <a:sym typeface="Gill Sans"/>
              </a:rPr>
              <a:t>Al presionar una tecla en un procesador de texto, el CPU sigue el Ciclo Fetch-Decode-Execute para mostrar el carácter en pantalla.</a:t>
            </a:r>
            <a:endParaRPr/>
          </a:p>
          <a:p>
            <a:pPr indent="0" lvl="0" marL="0" marR="0" rtl="0" algn="l">
              <a:spcBef>
                <a:spcPts val="0"/>
              </a:spcBef>
              <a:spcAft>
                <a:spcPts val="0"/>
              </a:spcAft>
              <a:buNone/>
            </a:pPr>
            <a:br>
              <a:rPr lang="en-US" sz="3600">
                <a:solidFill>
                  <a:schemeClr val="dk1"/>
                </a:solidFill>
                <a:latin typeface="Gill Sans"/>
                <a:ea typeface="Gill Sans"/>
                <a:cs typeface="Gill Sans"/>
                <a:sym typeface="Gill Sans"/>
              </a:rPr>
            </a:b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6"/>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lang="en-US" sz="6098">
                <a:solidFill>
                  <a:srgbClr val="131416"/>
                </a:solidFill>
                <a:latin typeface="Libre Franklin Medium"/>
                <a:ea typeface="Libre Franklin Medium"/>
                <a:cs typeface="Libre Franklin Medium"/>
                <a:sym typeface="Libre Franklin Medium"/>
              </a:rPr>
              <a:t>CONCEPTOS CLAVE APRENDIDOS </a:t>
            </a:r>
            <a:endParaRPr sz="6098">
              <a:solidFill>
                <a:srgbClr val="131416"/>
              </a:solidFill>
              <a:latin typeface="Libre Franklin Medium"/>
              <a:ea typeface="Libre Franklin Medium"/>
              <a:cs typeface="Libre Franklin Medium"/>
              <a:sym typeface="Libre Franklin Medium"/>
            </a:endParaRPr>
          </a:p>
        </p:txBody>
      </p:sp>
      <p:sp>
        <p:nvSpPr>
          <p:cNvPr id="261" name="Google Shape;261;p6"/>
          <p:cNvSpPr/>
          <p:nvPr/>
        </p:nvSpPr>
        <p:spPr>
          <a:xfrm>
            <a:off x="1079921" y="2579183"/>
            <a:ext cx="3949410" cy="2564317"/>
          </a:xfrm>
          <a:prstGeom prst="roundRect">
            <a:avLst>
              <a:gd fmla="val 16667" name="adj"/>
            </a:avLst>
          </a:prstGeom>
          <a:solidFill>
            <a:srgbClr val="FFC000"/>
          </a:solidFill>
          <a:ln cap="flat" cmpd="sng" w="12700">
            <a:solidFill>
              <a:srgbClr val="684B0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500">
                <a:solidFill>
                  <a:schemeClr val="dk1"/>
                </a:solidFill>
                <a:latin typeface="Gill Sans"/>
                <a:ea typeface="Gill Sans"/>
                <a:cs typeface="Gill Sans"/>
                <a:sym typeface="Gill Sans"/>
              </a:rPr>
              <a:t>La computadora Involucra tanto la parte física (hardware) como lógica (software) de los sistemas</a:t>
            </a:r>
            <a:r>
              <a:rPr lang="en-US" sz="1800">
                <a:solidFill>
                  <a:schemeClr val="dk1"/>
                </a:solidFill>
                <a:latin typeface="Gill Sans"/>
                <a:ea typeface="Gill Sans"/>
                <a:cs typeface="Gill Sans"/>
                <a:sym typeface="Gill Sans"/>
              </a:rPr>
              <a:t>.</a:t>
            </a:r>
            <a:endParaRPr sz="1800">
              <a:solidFill>
                <a:schemeClr val="dk1"/>
              </a:solidFill>
              <a:latin typeface="Gill Sans"/>
              <a:ea typeface="Gill Sans"/>
              <a:cs typeface="Gill Sans"/>
              <a:sym typeface="Gill Sans"/>
            </a:endParaRPr>
          </a:p>
        </p:txBody>
      </p:sp>
      <p:sp>
        <p:nvSpPr>
          <p:cNvPr id="262" name="Google Shape;262;p6"/>
          <p:cNvSpPr/>
          <p:nvPr/>
        </p:nvSpPr>
        <p:spPr>
          <a:xfrm>
            <a:off x="7169295" y="4441114"/>
            <a:ext cx="3949410" cy="2564317"/>
          </a:xfrm>
          <a:prstGeom prst="roundRect">
            <a:avLst>
              <a:gd fmla="val 16667" name="adj"/>
            </a:avLst>
          </a:prstGeom>
          <a:solidFill>
            <a:srgbClr val="FFC000"/>
          </a:solidFill>
          <a:ln cap="flat" cmpd="sng" w="12700">
            <a:solidFill>
              <a:srgbClr val="684B0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500">
                <a:solidFill>
                  <a:schemeClr val="dk1"/>
                </a:solidFill>
                <a:latin typeface="Gill Sans"/>
                <a:ea typeface="Gill Sans"/>
                <a:cs typeface="Gill Sans"/>
                <a:sym typeface="Gill Sans"/>
              </a:rPr>
              <a:t>La ALU ejecuta las operaciones matemáticas y lógicas básicas necesarias para cualquier programa.</a:t>
            </a:r>
            <a:endParaRPr sz="2500">
              <a:solidFill>
                <a:schemeClr val="dk1"/>
              </a:solidFill>
              <a:latin typeface="Gill Sans"/>
              <a:ea typeface="Gill Sans"/>
              <a:cs typeface="Gill Sans"/>
              <a:sym typeface="Gill Sans"/>
            </a:endParaRPr>
          </a:p>
        </p:txBody>
      </p:sp>
      <p:sp>
        <p:nvSpPr>
          <p:cNvPr id="263" name="Google Shape;263;p6"/>
          <p:cNvSpPr/>
          <p:nvPr/>
        </p:nvSpPr>
        <p:spPr>
          <a:xfrm>
            <a:off x="12794843" y="2507570"/>
            <a:ext cx="3949410" cy="2564317"/>
          </a:xfrm>
          <a:prstGeom prst="roundRect">
            <a:avLst>
              <a:gd fmla="val 16667" name="adj"/>
            </a:avLst>
          </a:prstGeom>
          <a:solidFill>
            <a:srgbClr val="FFC000"/>
          </a:solidFill>
          <a:ln cap="flat" cmpd="sng" w="12700">
            <a:solidFill>
              <a:srgbClr val="684B0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500">
                <a:solidFill>
                  <a:schemeClr val="dk1"/>
                </a:solidFill>
                <a:latin typeface="Gill Sans"/>
                <a:ea typeface="Gill Sans"/>
                <a:cs typeface="Gill Sans"/>
                <a:sym typeface="Gill Sans"/>
              </a:rPr>
              <a:t>La computación ha pasado de ser mecánica a electrónica y digital.</a:t>
            </a:r>
            <a:endParaRPr sz="2500">
              <a:solidFill>
                <a:schemeClr val="dk1"/>
              </a:solidFill>
              <a:latin typeface="Gill Sans"/>
              <a:ea typeface="Gill Sans"/>
              <a:cs typeface="Gill Sans"/>
              <a:sym typeface="Gill Sans"/>
            </a:endParaRPr>
          </a:p>
        </p:txBody>
      </p:sp>
      <p:sp>
        <p:nvSpPr>
          <p:cNvPr id="264" name="Google Shape;264;p6"/>
          <p:cNvSpPr/>
          <p:nvPr/>
        </p:nvSpPr>
        <p:spPr>
          <a:xfrm>
            <a:off x="1079920" y="6828575"/>
            <a:ext cx="4989575" cy="2564317"/>
          </a:xfrm>
          <a:prstGeom prst="roundRect">
            <a:avLst>
              <a:gd fmla="val 16667" name="adj"/>
            </a:avLst>
          </a:prstGeom>
          <a:solidFill>
            <a:srgbClr val="FFC000"/>
          </a:solidFill>
          <a:ln cap="flat" cmpd="sng" w="12700">
            <a:solidFill>
              <a:srgbClr val="684B0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500">
                <a:solidFill>
                  <a:schemeClr val="dk1"/>
                </a:solidFill>
                <a:latin typeface="Gill Sans"/>
                <a:ea typeface="Gill Sans"/>
                <a:cs typeface="Gill Sans"/>
                <a:sym typeface="Gill Sans"/>
              </a:rPr>
              <a:t>El ciclo Fetch-Decode-Execute es el corazón del funcionamiento de cualquier procesador.</a:t>
            </a:r>
            <a:endParaRPr sz="2500">
              <a:solidFill>
                <a:schemeClr val="dk1"/>
              </a:solidFill>
              <a:latin typeface="Gill Sans"/>
              <a:ea typeface="Gill Sans"/>
              <a:cs typeface="Gill Sans"/>
              <a:sym typeface="Gill Sans"/>
            </a:endParaRPr>
          </a:p>
        </p:txBody>
      </p:sp>
      <p:sp>
        <p:nvSpPr>
          <p:cNvPr id="265" name="Google Shape;265;p6"/>
          <p:cNvSpPr/>
          <p:nvPr/>
        </p:nvSpPr>
        <p:spPr>
          <a:xfrm>
            <a:off x="12907486" y="6497271"/>
            <a:ext cx="3949410" cy="2564317"/>
          </a:xfrm>
          <a:prstGeom prst="roundRect">
            <a:avLst>
              <a:gd fmla="val 16667" name="adj"/>
            </a:avLst>
          </a:prstGeom>
          <a:solidFill>
            <a:srgbClr val="FFC000"/>
          </a:solidFill>
          <a:ln cap="flat" cmpd="sng" w="12700">
            <a:solidFill>
              <a:srgbClr val="684B0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500">
                <a:solidFill>
                  <a:schemeClr val="dk1"/>
                </a:solidFill>
                <a:latin typeface="Gill Sans"/>
                <a:ea typeface="Gill Sans"/>
                <a:cs typeface="Gill Sans"/>
                <a:sym typeface="Gill Sans"/>
              </a:rPr>
              <a:t>La unidad de control es esencial para la coordinación y ejecución ordenada de instrucciones.</a:t>
            </a:r>
            <a:endParaRPr sz="2500">
              <a:solidFill>
                <a:schemeClr val="dk1"/>
              </a:solidFill>
              <a:latin typeface="Gill Sans"/>
              <a:ea typeface="Gill Sans"/>
              <a:cs typeface="Gill Sans"/>
              <a:sym typeface="Gill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7"/>
          <p:cNvSpPr txBox="1"/>
          <p:nvPr/>
        </p:nvSpPr>
        <p:spPr>
          <a:xfrm>
            <a:off x="1924294" y="1066386"/>
            <a:ext cx="13503300" cy="1060418"/>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lang="en-US" sz="6098">
                <a:solidFill>
                  <a:srgbClr val="131416"/>
                </a:solidFill>
                <a:latin typeface="Libre Franklin Medium"/>
                <a:ea typeface="Libre Franklin Medium"/>
                <a:cs typeface="Libre Franklin Medium"/>
                <a:sym typeface="Libre Franklin Medium"/>
              </a:rPr>
              <a:t>Responsabilidad</a:t>
            </a:r>
            <a:endParaRPr sz="6098">
              <a:solidFill>
                <a:srgbClr val="131416"/>
              </a:solidFill>
              <a:latin typeface="Libre Franklin Medium"/>
              <a:ea typeface="Libre Franklin Medium"/>
              <a:cs typeface="Libre Franklin Medium"/>
              <a:sym typeface="Libre Franklin Medium"/>
            </a:endParaRPr>
          </a:p>
        </p:txBody>
      </p:sp>
      <p:sp>
        <p:nvSpPr>
          <p:cNvPr id="271" name="Google Shape;271;p7"/>
          <p:cNvSpPr/>
          <p:nvPr/>
        </p:nvSpPr>
        <p:spPr>
          <a:xfrm>
            <a:off x="3969343" y="3076978"/>
            <a:ext cx="10349313" cy="4582779"/>
          </a:xfrm>
          <a:prstGeom prst="roundRect">
            <a:avLst>
              <a:gd fmla="val 16667" name="adj"/>
            </a:avLst>
          </a:prstGeom>
          <a:solidFill>
            <a:srgbClr val="FFC000"/>
          </a:solidFill>
          <a:ln cap="flat" cmpd="sng" w="12700">
            <a:solidFill>
              <a:srgbClr val="684B0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3000">
                <a:solidFill>
                  <a:schemeClr val="dk1"/>
                </a:solidFill>
                <a:latin typeface="Gill Sans"/>
                <a:ea typeface="Gill Sans"/>
                <a:cs typeface="Gill Sans"/>
                <a:sym typeface="Gill Sans"/>
              </a:rPr>
              <a:t>Responsabilidad significa asumir con compromiso el aprendizaje y uso de la tecnología. Implica estudiar con seriedad, aplicar los conocimientos con precisión y actuar de forma ética en cada decisión técnica.</a:t>
            </a:r>
            <a:endParaRPr sz="3000">
              <a:solidFill>
                <a:schemeClr val="dk1"/>
              </a:solidFill>
              <a:latin typeface="Gill Sans"/>
              <a:ea typeface="Gill Sans"/>
              <a:cs typeface="Gill Sans"/>
              <a:sym typeface="Gill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8"/>
          <p:cNvSpPr txBox="1"/>
          <p:nvPr/>
        </p:nvSpPr>
        <p:spPr>
          <a:xfrm>
            <a:off x="2507390" y="1000125"/>
            <a:ext cx="13503300" cy="119988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lang="en-US" sz="6098">
                <a:solidFill>
                  <a:srgbClr val="131416"/>
                </a:solidFill>
                <a:latin typeface="Libre Franklin Medium"/>
                <a:ea typeface="Libre Franklin Medium"/>
                <a:cs typeface="Libre Franklin Medium"/>
                <a:sym typeface="Libre Franklin Medium"/>
              </a:rPr>
              <a:t>REFERENCIAS</a:t>
            </a:r>
            <a:r>
              <a:rPr b="0" i="0" lang="en-US" sz="6900" u="none" cap="none" strike="noStrike">
                <a:solidFill>
                  <a:srgbClr val="131416"/>
                </a:solidFill>
                <a:latin typeface="Impact"/>
                <a:ea typeface="Impact"/>
                <a:cs typeface="Impact"/>
                <a:sym typeface="Impact"/>
              </a:rPr>
              <a:t> </a:t>
            </a:r>
            <a:endParaRPr b="0" i="0" sz="1400" u="none" cap="none" strike="noStrike">
              <a:solidFill>
                <a:srgbClr val="000000"/>
              </a:solidFill>
              <a:latin typeface="Impact"/>
              <a:ea typeface="Impact"/>
              <a:cs typeface="Impact"/>
              <a:sym typeface="Impact"/>
            </a:endParaRPr>
          </a:p>
        </p:txBody>
      </p:sp>
      <p:sp>
        <p:nvSpPr>
          <p:cNvPr id="277" name="Google Shape;277;p8"/>
          <p:cNvSpPr txBox="1"/>
          <p:nvPr/>
        </p:nvSpPr>
        <p:spPr>
          <a:xfrm>
            <a:off x="1550500" y="2795925"/>
            <a:ext cx="16176600" cy="6656400"/>
          </a:xfrm>
          <a:prstGeom prst="rect">
            <a:avLst/>
          </a:prstGeom>
          <a:noFill/>
          <a:ln>
            <a:noFill/>
          </a:ln>
        </p:spPr>
        <p:txBody>
          <a:bodyPr anchorCtr="0" anchor="t" bIns="0" lIns="0" spcFirstLastPara="1" rIns="0" wrap="square" tIns="0">
            <a:spAutoFit/>
          </a:bodyPr>
          <a:lstStyle/>
          <a:p>
            <a:pPr indent="-438150" lvl="0" marL="342900" marR="0" rtl="0" algn="l">
              <a:lnSpc>
                <a:spcPct val="113000"/>
              </a:lnSpc>
              <a:spcBef>
                <a:spcPts val="0"/>
              </a:spcBef>
              <a:spcAft>
                <a:spcPts val="0"/>
              </a:spcAft>
              <a:buClr>
                <a:srgbClr val="131416"/>
              </a:buClr>
              <a:buSzPts val="6900"/>
              <a:buFont typeface="Courier New"/>
              <a:buChar char="o"/>
            </a:pPr>
            <a:r>
              <a:rPr lang="en-US" sz="2000" u="sng">
                <a:solidFill>
                  <a:srgbClr val="131416"/>
                </a:solidFill>
                <a:latin typeface="Arial"/>
                <a:ea typeface="Arial"/>
                <a:cs typeface="Arial"/>
                <a:sym typeface="Arial"/>
                <a:hlinkClick r:id="rId3">
                  <a:extLst>
                    <a:ext uri="{A12FA001-AC4F-418D-AE19-62706E023703}">
                      <ahyp:hlinkClr val="tx"/>
                    </a:ext>
                  </a:extLst>
                </a:hlinkClick>
              </a:rPr>
              <a:t>https://historico.unilibre.edu.co/bogota/ul/noticias/noticias-universitarias/256-la-evolucion-del-computador</a:t>
            </a:r>
            <a:endParaRPr sz="2000" u="sng">
              <a:solidFill>
                <a:srgbClr val="131416"/>
              </a:solidFill>
              <a:latin typeface="Arial"/>
              <a:ea typeface="Arial"/>
              <a:cs typeface="Arial"/>
              <a:sym typeface="Arial"/>
              <a:hlinkClick r:id="rId4">
                <a:extLst>
                  <a:ext uri="{A12FA001-AC4F-418D-AE19-62706E023703}">
                    <ahyp:hlinkClr val="tx"/>
                  </a:ext>
                </a:extLst>
              </a:hlinkClick>
            </a:endParaRPr>
          </a:p>
          <a:p>
            <a:pPr indent="-438150" lvl="0" marL="342900" marR="0" rtl="0" algn="l">
              <a:lnSpc>
                <a:spcPct val="113000"/>
              </a:lnSpc>
              <a:spcBef>
                <a:spcPts val="0"/>
              </a:spcBef>
              <a:spcAft>
                <a:spcPts val="0"/>
              </a:spcAft>
              <a:buClr>
                <a:schemeClr val="dk1"/>
              </a:buClr>
              <a:buSzPts val="6900"/>
              <a:buFont typeface="Courier New"/>
              <a:buChar char="o"/>
            </a:pPr>
            <a:r>
              <a:rPr lang="en-US" sz="2000" u="sng">
                <a:solidFill>
                  <a:schemeClr val="dk1"/>
                </a:solidFill>
                <a:latin typeface="Arial"/>
                <a:ea typeface="Arial"/>
                <a:cs typeface="Arial"/>
                <a:sym typeface="Arial"/>
                <a:hlinkClick r:id="rId5">
                  <a:extLst>
                    <a:ext uri="{A12FA001-AC4F-418D-AE19-62706E023703}">
                      <ahyp:hlinkClr val="tx"/>
                    </a:ext>
                  </a:extLst>
                </a:hlinkClick>
              </a:rPr>
              <a:t>https://www.nutshellapp.com/publicsummaries/la-evoluci%C3%B3n-de-la-computaci%C3%B3n:-desde-el-%C3%A1baco-hasta-la-tecnolog%C3%ADa-moderna</a:t>
            </a:r>
            <a:endParaRPr sz="2000" u="sng">
              <a:solidFill>
                <a:srgbClr val="131416"/>
              </a:solidFill>
              <a:latin typeface="Arial"/>
              <a:ea typeface="Arial"/>
              <a:cs typeface="Arial"/>
              <a:sym typeface="Arial"/>
              <a:hlinkClick r:id="rId6">
                <a:extLst>
                  <a:ext uri="{A12FA001-AC4F-418D-AE19-62706E023703}">
                    <ahyp:hlinkClr val="tx"/>
                  </a:ext>
                </a:extLst>
              </a:hlinkClick>
            </a:endParaRPr>
          </a:p>
          <a:p>
            <a:pPr indent="-438150" lvl="0" marL="342900" marR="0" rtl="0" algn="l">
              <a:lnSpc>
                <a:spcPct val="113000"/>
              </a:lnSpc>
              <a:spcBef>
                <a:spcPts val="0"/>
              </a:spcBef>
              <a:spcAft>
                <a:spcPts val="0"/>
              </a:spcAft>
              <a:buClr>
                <a:srgbClr val="131416"/>
              </a:buClr>
              <a:buSzPts val="6900"/>
              <a:buFont typeface="Courier New"/>
              <a:buChar char="o"/>
            </a:pPr>
            <a:r>
              <a:rPr lang="en-US" sz="2000" u="sng">
                <a:solidFill>
                  <a:srgbClr val="131416"/>
                </a:solidFill>
                <a:latin typeface="Arial"/>
                <a:ea typeface="Arial"/>
                <a:cs typeface="Arial"/>
                <a:sym typeface="Arial"/>
                <a:hlinkClick r:id="rId7">
                  <a:extLst>
                    <a:ext uri="{A12FA001-AC4F-418D-AE19-62706E023703}">
                      <ahyp:hlinkClr val="tx"/>
                    </a:ext>
                  </a:extLst>
                </a:hlinkClick>
              </a:rPr>
              <a:t>https://hardzone.es/tutoriales/rendimiento/ciclo-instruccion-cpu/</a:t>
            </a:r>
            <a:endParaRPr sz="2000">
              <a:solidFill>
                <a:srgbClr val="131416"/>
              </a:solidFill>
              <a:latin typeface="Arial"/>
              <a:ea typeface="Arial"/>
              <a:cs typeface="Arial"/>
              <a:sym typeface="Arial"/>
            </a:endParaRPr>
          </a:p>
          <a:p>
            <a:pPr indent="-438150" lvl="0" marL="342900" marR="0" rtl="0" algn="l">
              <a:lnSpc>
                <a:spcPct val="113000"/>
              </a:lnSpc>
              <a:spcBef>
                <a:spcPts val="0"/>
              </a:spcBef>
              <a:spcAft>
                <a:spcPts val="0"/>
              </a:spcAft>
              <a:buClr>
                <a:srgbClr val="131416"/>
              </a:buClr>
              <a:buSzPts val="6900"/>
              <a:buFont typeface="Courier New"/>
              <a:buChar char="o"/>
            </a:pPr>
            <a:r>
              <a:rPr lang="en-US" sz="2000" u="sng">
                <a:solidFill>
                  <a:srgbClr val="131416"/>
                </a:solidFill>
                <a:latin typeface="Arial"/>
                <a:ea typeface="Arial"/>
                <a:cs typeface="Arial"/>
                <a:sym typeface="Arial"/>
                <a:hlinkClick r:id="rId8">
                  <a:extLst>
                    <a:ext uri="{A12FA001-AC4F-418D-AE19-62706E023703}">
                      <ahyp:hlinkClr val="tx"/>
                    </a:ext>
                  </a:extLst>
                </a:hlinkClick>
              </a:rPr>
              <a:t>https://www.a24.com/mundo/historia-de-la-computadora-10092019_HyhOI54UH</a:t>
            </a:r>
            <a:endParaRPr sz="2000">
              <a:solidFill>
                <a:srgbClr val="131416"/>
              </a:solidFill>
              <a:latin typeface="Arial"/>
              <a:ea typeface="Arial"/>
              <a:cs typeface="Arial"/>
              <a:sym typeface="Arial"/>
            </a:endParaRPr>
          </a:p>
          <a:p>
            <a:pPr indent="-438150" lvl="0" marL="342900" marR="0" rtl="0" algn="l">
              <a:lnSpc>
                <a:spcPct val="113000"/>
              </a:lnSpc>
              <a:spcBef>
                <a:spcPts val="0"/>
              </a:spcBef>
              <a:spcAft>
                <a:spcPts val="0"/>
              </a:spcAft>
              <a:buClr>
                <a:srgbClr val="131416"/>
              </a:buClr>
              <a:buSzPts val="6900"/>
              <a:buFont typeface="Courier New"/>
              <a:buChar char="o"/>
            </a:pPr>
            <a:r>
              <a:rPr lang="en-US" sz="2000" u="sng">
                <a:solidFill>
                  <a:srgbClr val="131416"/>
                </a:solidFill>
                <a:latin typeface="Arial"/>
                <a:ea typeface="Arial"/>
                <a:cs typeface="Arial"/>
                <a:sym typeface="Arial"/>
                <a:hlinkClick r:id="rId9">
                  <a:extLst>
                    <a:ext uri="{A12FA001-AC4F-418D-AE19-62706E023703}">
                      <ahyp:hlinkClr val="tx"/>
                    </a:ext>
                  </a:extLst>
                </a:hlinkClick>
              </a:rPr>
              <a:t>https://byjus.com/gate/control-unit-notes/</a:t>
            </a:r>
            <a:endParaRPr sz="2000">
              <a:solidFill>
                <a:srgbClr val="131416"/>
              </a:solidFill>
              <a:latin typeface="Arial"/>
              <a:ea typeface="Arial"/>
              <a:cs typeface="Arial"/>
              <a:sym typeface="Arial"/>
            </a:endParaRPr>
          </a:p>
          <a:p>
            <a:pPr indent="0" lvl="0" marL="0" marR="0" rtl="0" algn="ctr">
              <a:lnSpc>
                <a:spcPct val="113000"/>
              </a:lnSpc>
              <a:spcBef>
                <a:spcPts val="0"/>
              </a:spcBef>
              <a:spcAft>
                <a:spcPts val="0"/>
              </a:spcAft>
              <a:buNone/>
            </a:pPr>
            <a:r>
              <a:t/>
            </a:r>
            <a:endParaRPr sz="2000">
              <a:solidFill>
                <a:srgbClr val="131416"/>
              </a:solidFill>
              <a:latin typeface="Libre Franklin Medium"/>
              <a:ea typeface="Libre Franklin Medium"/>
              <a:cs typeface="Libre Franklin Medium"/>
              <a:sym typeface="Libre Franklin Medium"/>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9"/>
          <p:cNvSpPr txBox="1"/>
          <p:nvPr/>
        </p:nvSpPr>
        <p:spPr>
          <a:xfrm>
            <a:off x="2663687" y="4005774"/>
            <a:ext cx="10830573" cy="1952329"/>
          </a:xfrm>
          <a:prstGeom prst="rect">
            <a:avLst/>
          </a:prstGeom>
          <a:noFill/>
          <a:ln>
            <a:noFill/>
          </a:ln>
        </p:spPr>
        <p:txBody>
          <a:bodyPr anchorCtr="0" anchor="t" bIns="0" lIns="0" spcFirstLastPara="1" rIns="0" wrap="square" tIns="0">
            <a:spAutoFit/>
          </a:bodyPr>
          <a:lstStyle/>
          <a:p>
            <a:pPr indent="0" lvl="0" marL="0" marR="0" rtl="0" algn="l">
              <a:lnSpc>
                <a:spcPct val="104000"/>
              </a:lnSpc>
              <a:spcBef>
                <a:spcPts val="0"/>
              </a:spcBef>
              <a:spcAft>
                <a:spcPts val="0"/>
              </a:spcAft>
              <a:buClr>
                <a:srgbClr val="000000"/>
              </a:buClr>
              <a:buSzPts val="6099"/>
              <a:buFont typeface="Arial"/>
              <a:buNone/>
            </a:pPr>
            <a:r>
              <a:rPr b="0" i="0" lang="en-US" sz="6099" u="none" cap="none" strike="noStrike">
                <a:solidFill>
                  <a:srgbClr val="131416"/>
                </a:solidFill>
                <a:latin typeface="Impact"/>
                <a:ea typeface="Impact"/>
                <a:cs typeface="Impact"/>
                <a:sym typeface="Impact"/>
              </a:rPr>
              <a:t>¡GRACIAS POR SU  ATENCIÓN!</a:t>
            </a:r>
            <a:endParaRPr b="0" i="0" sz="1400" u="none" cap="none" strike="noStrike">
              <a:solidFill>
                <a:srgbClr val="000000"/>
              </a:solidFill>
              <a:latin typeface="Impact"/>
              <a:ea typeface="Impact"/>
              <a:cs typeface="Impact"/>
              <a:sym typeface="Impact"/>
            </a:endParaRPr>
          </a:p>
          <a:p>
            <a:pPr indent="0" lvl="0" marL="0" marR="0" rtl="0" algn="just">
              <a:lnSpc>
                <a:spcPct val="104000"/>
              </a:lnSpc>
              <a:spcBef>
                <a:spcPts val="0"/>
              </a:spcBef>
              <a:spcAft>
                <a:spcPts val="0"/>
              </a:spcAft>
              <a:buClr>
                <a:srgbClr val="000000"/>
              </a:buClr>
              <a:buSzPts val="6099"/>
              <a:buFont typeface="Arial"/>
              <a:buNone/>
            </a:pPr>
            <a:r>
              <a:t/>
            </a:r>
            <a:endParaRPr b="0" i="0" sz="6099" u="none" cap="none" strike="noStrike">
              <a:solidFill>
                <a:srgbClr val="131416"/>
              </a:solidFill>
              <a:latin typeface="Impact"/>
              <a:ea typeface="Impact"/>
              <a:cs typeface="Impact"/>
              <a:sym typeface="Impact"/>
            </a:endParaRPr>
          </a:p>
        </p:txBody>
      </p:sp>
      <p:sp>
        <p:nvSpPr>
          <p:cNvPr id="283" name="Google Shape;283;p9"/>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5000"/>
              <a:buFont typeface="Arial"/>
              <a:buNone/>
            </a:pPr>
            <a:r>
              <a:rPr b="0" i="0" lang="en-US" sz="5000" u="none" cap="none" strike="noStrike">
                <a:solidFill>
                  <a:srgbClr val="131416"/>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
        <p:nvSpPr>
          <p:cNvPr id="284" name="Google Shape;284;p9"/>
          <p:cNvSpPr/>
          <p:nvPr/>
        </p:nvSpPr>
        <p:spPr>
          <a:xfrm>
            <a:off x="13595876" y="810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285" name="Google Shape;285;p9"/>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2000"/>
              <a:buFont typeface="Arial"/>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Distintivo">
  <a:themeElements>
    <a:clrScheme name="Distintivo">
      <a:dk1>
        <a:srgbClr val="000000"/>
      </a:dk1>
      <a:lt1>
        <a:srgbClr val="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