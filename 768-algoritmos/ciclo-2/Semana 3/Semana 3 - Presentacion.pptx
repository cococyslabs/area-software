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10287000" cx="18288000"/>
  <p:notesSz cx="6858000" cy="9144000"/>
  <p:embeddedFontLst>
    <p:embeddedFont>
      <p:font typeface="Roboto"/>
      <p:regular r:id="rId24"/>
      <p:bold r:id="rId25"/>
      <p:italic r:id="rId26"/>
      <p:boldItalic r:id="rId27"/>
    </p:embeddedFont>
    <p:embeddedFont>
      <p:font typeface="Nunito"/>
      <p:regular r:id="rId28"/>
      <p:bold r:id="rId29"/>
      <p:italic r:id="rId30"/>
      <p:boldItalic r:id="rId31"/>
    </p:embeddedFont>
    <p:embeddedFont>
      <p:font typeface="Lobster"/>
      <p:regular r:id="rId32"/>
    </p:embeddedFont>
    <p:embeddedFont>
      <p:font typeface="Pacifico"/>
      <p:regular r:id="rId33"/>
    </p:embeddedFont>
    <p:embeddedFont>
      <p:font typeface="Open Sa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8" roundtripDataSignature="AMtx7mj7QYxQFteFqwJj0qhgMHK/Br+r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Nunito-regular.fnt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boldItalic.fntdata"/><Relationship Id="rId30" Type="http://schemas.openxmlformats.org/officeDocument/2006/relationships/font" Target="fonts/Nunito-italic.fntdata"/><Relationship Id="rId11" Type="http://schemas.openxmlformats.org/officeDocument/2006/relationships/slide" Target="slides/slide6.xml"/><Relationship Id="rId33" Type="http://schemas.openxmlformats.org/officeDocument/2006/relationships/font" Target="fonts/Pacifico-regular.fntdata"/><Relationship Id="rId10" Type="http://schemas.openxmlformats.org/officeDocument/2006/relationships/slide" Target="slides/slide5.xml"/><Relationship Id="rId32" Type="http://schemas.openxmlformats.org/officeDocument/2006/relationships/font" Target="fonts/Lobster-regular.fntdata"/><Relationship Id="rId13" Type="http://schemas.openxmlformats.org/officeDocument/2006/relationships/slide" Target="slides/slide8.xml"/><Relationship Id="rId35" Type="http://schemas.openxmlformats.org/officeDocument/2006/relationships/font" Target="fonts/OpenSans-bold.fntdata"/><Relationship Id="rId12" Type="http://schemas.openxmlformats.org/officeDocument/2006/relationships/slide" Target="slides/slide7.xml"/><Relationship Id="rId34" Type="http://schemas.openxmlformats.org/officeDocument/2006/relationships/font" Target="fonts/OpenSans-regular.fntdata"/><Relationship Id="rId15" Type="http://schemas.openxmlformats.org/officeDocument/2006/relationships/slide" Target="slides/slide10.xml"/><Relationship Id="rId37" Type="http://schemas.openxmlformats.org/officeDocument/2006/relationships/font" Target="fonts/OpenSans-boldItalic.fntdata"/><Relationship Id="rId14" Type="http://schemas.openxmlformats.org/officeDocument/2006/relationships/slide" Target="slides/slide9.xml"/><Relationship Id="rId36" Type="http://schemas.openxmlformats.org/officeDocument/2006/relationships/font" Target="fonts/OpenSans-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5c4bec6024_1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g35c4bec6024_1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5c618dc18f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g35c618dc18f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5c618dc18f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35c618dc18f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5c4bec6024_1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35c4bec6024_1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5ce2a68948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g35ce2a68948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5ce2a68948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g35ce2a68948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5ce2a68948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g35ce2a68948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5c4bec6024_1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35c4bec6024_1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5c4bec6024_1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35c4bec6024_1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5c4bec6024_1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g35c4bec6024_1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5" name="Google Shape;26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9" name="Shape 9"/>
        <p:cNvGrpSpPr/>
        <p:nvPr/>
      </p:nvGrpSpPr>
      <p:grpSpPr>
        <a:xfrm>
          <a:off x="0" y="0"/>
          <a:ext cx="0" cy="0"/>
          <a:chOff x="0" y="0"/>
          <a:chExt cx="0" cy="0"/>
        </a:xfrm>
      </p:grpSpPr>
      <p:sp>
        <p:nvSpPr>
          <p:cNvPr id="10" name="Google Shape;10;g35c4bec6024_0_698"/>
          <p:cNvSpPr/>
          <p:nvPr/>
        </p:nvSpPr>
        <p:spPr>
          <a:xfrm flipH="1">
            <a:off x="9514200" y="4618800"/>
            <a:ext cx="8773800" cy="5668200"/>
          </a:xfrm>
          <a:prstGeom prst="rtTriangle">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g35c4bec6024_0_698"/>
          <p:cNvGrpSpPr/>
          <p:nvPr/>
        </p:nvGrpSpPr>
        <p:grpSpPr>
          <a:xfrm>
            <a:off x="11188382" y="7922230"/>
            <a:ext cx="5820286" cy="2364680"/>
            <a:chOff x="6917201" y="0"/>
            <a:chExt cx="2227776" cy="863400"/>
          </a:xfrm>
        </p:grpSpPr>
        <p:sp>
          <p:nvSpPr>
            <p:cNvPr id="12" name="Google Shape;12;g35c4bec6024_0_698"/>
            <p:cNvSpPr/>
            <p:nvPr/>
          </p:nvSpPr>
          <p:spPr>
            <a:xfrm>
              <a:off x="7641677"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g35c4bec6024_0_698"/>
            <p:cNvSpPr/>
            <p:nvPr/>
          </p:nvSpPr>
          <p:spPr>
            <a:xfrm>
              <a:off x="7279439"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g35c4bec6024_0_698"/>
            <p:cNvSpPr/>
            <p:nvPr/>
          </p:nvSpPr>
          <p:spPr>
            <a:xfrm>
              <a:off x="6917201"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 name="Google Shape;15;g35c4bec6024_0_698"/>
          <p:cNvGrpSpPr/>
          <p:nvPr/>
        </p:nvGrpSpPr>
        <p:grpSpPr>
          <a:xfrm>
            <a:off x="398298" y="4"/>
            <a:ext cx="5590825" cy="2166616"/>
            <a:chOff x="6917201" y="0"/>
            <a:chExt cx="2227776" cy="863400"/>
          </a:xfrm>
        </p:grpSpPr>
        <p:sp>
          <p:nvSpPr>
            <p:cNvPr id="16" name="Google Shape;16;g35c4bec6024_0_698"/>
            <p:cNvSpPr/>
            <p:nvPr/>
          </p:nvSpPr>
          <p:spPr>
            <a:xfrm>
              <a:off x="7641677"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g35c4bec6024_0_698"/>
            <p:cNvSpPr/>
            <p:nvPr/>
          </p:nvSpPr>
          <p:spPr>
            <a:xfrm>
              <a:off x="7279439"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g35c4bec6024_0_698"/>
            <p:cNvSpPr/>
            <p:nvPr/>
          </p:nvSpPr>
          <p:spPr>
            <a:xfrm>
              <a:off x="6917201"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 name="Google Shape;19;g35c4bec6024_0_698"/>
          <p:cNvSpPr txBox="1"/>
          <p:nvPr>
            <p:ph type="title"/>
          </p:nvPr>
        </p:nvSpPr>
        <p:spPr>
          <a:xfrm>
            <a:off x="3777368" y="3492200"/>
            <a:ext cx="10755000" cy="3292200"/>
          </a:xfrm>
          <a:prstGeom prst="rect">
            <a:avLst/>
          </a:prstGeom>
          <a:noFill/>
          <a:ln>
            <a:noFill/>
          </a:ln>
        </p:spPr>
        <p:txBody>
          <a:bodyPr anchorCtr="0" anchor="ctr" bIns="182850" lIns="182850" spcFirstLastPara="1" rIns="182850" wrap="square" tIns="182850">
            <a:normAutofit/>
          </a:bodyPr>
          <a:lstStyle>
            <a:lvl1pPr lvl="0" algn="ctr">
              <a:lnSpc>
                <a:spcPct val="100000"/>
              </a:lnSpc>
              <a:spcBef>
                <a:spcPts val="0"/>
              </a:spcBef>
              <a:spcAft>
                <a:spcPts val="0"/>
              </a:spcAft>
              <a:buClr>
                <a:schemeClr val="dk2"/>
              </a:buClr>
              <a:buSzPts val="6400"/>
              <a:buNone/>
              <a:defRPr sz="6400">
                <a:solidFill>
                  <a:schemeClr val="dk2"/>
                </a:solidFill>
              </a:defRPr>
            </a:lvl1pPr>
            <a:lvl2pPr lvl="1" algn="ctr">
              <a:lnSpc>
                <a:spcPct val="100000"/>
              </a:lnSpc>
              <a:spcBef>
                <a:spcPts val="0"/>
              </a:spcBef>
              <a:spcAft>
                <a:spcPts val="0"/>
              </a:spcAft>
              <a:buClr>
                <a:schemeClr val="dk2"/>
              </a:buClr>
              <a:buSzPts val="6400"/>
              <a:buNone/>
              <a:defRPr sz="6400">
                <a:solidFill>
                  <a:schemeClr val="dk2"/>
                </a:solidFill>
              </a:defRPr>
            </a:lvl2pPr>
            <a:lvl3pPr lvl="2" algn="ctr">
              <a:lnSpc>
                <a:spcPct val="100000"/>
              </a:lnSpc>
              <a:spcBef>
                <a:spcPts val="0"/>
              </a:spcBef>
              <a:spcAft>
                <a:spcPts val="0"/>
              </a:spcAft>
              <a:buClr>
                <a:schemeClr val="dk2"/>
              </a:buClr>
              <a:buSzPts val="6400"/>
              <a:buNone/>
              <a:defRPr sz="6400">
                <a:solidFill>
                  <a:schemeClr val="dk2"/>
                </a:solidFill>
              </a:defRPr>
            </a:lvl3pPr>
            <a:lvl4pPr lvl="3" algn="ctr">
              <a:lnSpc>
                <a:spcPct val="100000"/>
              </a:lnSpc>
              <a:spcBef>
                <a:spcPts val="0"/>
              </a:spcBef>
              <a:spcAft>
                <a:spcPts val="0"/>
              </a:spcAft>
              <a:buClr>
                <a:schemeClr val="dk2"/>
              </a:buClr>
              <a:buSzPts val="6400"/>
              <a:buNone/>
              <a:defRPr sz="6400">
                <a:solidFill>
                  <a:schemeClr val="dk2"/>
                </a:solidFill>
              </a:defRPr>
            </a:lvl4pPr>
            <a:lvl5pPr lvl="4" algn="ctr">
              <a:lnSpc>
                <a:spcPct val="100000"/>
              </a:lnSpc>
              <a:spcBef>
                <a:spcPts val="0"/>
              </a:spcBef>
              <a:spcAft>
                <a:spcPts val="0"/>
              </a:spcAft>
              <a:buClr>
                <a:schemeClr val="dk2"/>
              </a:buClr>
              <a:buSzPts val="6400"/>
              <a:buNone/>
              <a:defRPr sz="6400">
                <a:solidFill>
                  <a:schemeClr val="dk2"/>
                </a:solidFill>
              </a:defRPr>
            </a:lvl5pPr>
            <a:lvl6pPr lvl="5" algn="ctr">
              <a:lnSpc>
                <a:spcPct val="100000"/>
              </a:lnSpc>
              <a:spcBef>
                <a:spcPts val="0"/>
              </a:spcBef>
              <a:spcAft>
                <a:spcPts val="0"/>
              </a:spcAft>
              <a:buClr>
                <a:schemeClr val="dk2"/>
              </a:buClr>
              <a:buSzPts val="6400"/>
              <a:buNone/>
              <a:defRPr sz="6400">
                <a:solidFill>
                  <a:schemeClr val="dk2"/>
                </a:solidFill>
              </a:defRPr>
            </a:lvl6pPr>
            <a:lvl7pPr lvl="6" algn="ctr">
              <a:lnSpc>
                <a:spcPct val="100000"/>
              </a:lnSpc>
              <a:spcBef>
                <a:spcPts val="0"/>
              </a:spcBef>
              <a:spcAft>
                <a:spcPts val="0"/>
              </a:spcAft>
              <a:buClr>
                <a:schemeClr val="dk2"/>
              </a:buClr>
              <a:buSzPts val="6400"/>
              <a:buNone/>
              <a:defRPr sz="6400">
                <a:solidFill>
                  <a:schemeClr val="dk2"/>
                </a:solidFill>
              </a:defRPr>
            </a:lvl7pPr>
            <a:lvl8pPr lvl="7" algn="ctr">
              <a:lnSpc>
                <a:spcPct val="100000"/>
              </a:lnSpc>
              <a:spcBef>
                <a:spcPts val="0"/>
              </a:spcBef>
              <a:spcAft>
                <a:spcPts val="0"/>
              </a:spcAft>
              <a:buClr>
                <a:schemeClr val="dk2"/>
              </a:buClr>
              <a:buSzPts val="6400"/>
              <a:buNone/>
              <a:defRPr sz="6400">
                <a:solidFill>
                  <a:schemeClr val="dk2"/>
                </a:solidFill>
              </a:defRPr>
            </a:lvl8pPr>
            <a:lvl9pPr lvl="8" algn="ctr">
              <a:lnSpc>
                <a:spcPct val="100000"/>
              </a:lnSpc>
              <a:spcBef>
                <a:spcPts val="0"/>
              </a:spcBef>
              <a:spcAft>
                <a:spcPts val="0"/>
              </a:spcAft>
              <a:buClr>
                <a:schemeClr val="dk2"/>
              </a:buClr>
              <a:buSzPts val="6400"/>
              <a:buNone/>
              <a:defRPr sz="6400">
                <a:solidFill>
                  <a:schemeClr val="dk2"/>
                </a:solidFill>
              </a:defRPr>
            </a:lvl9pPr>
          </a:lstStyle>
          <a:p/>
        </p:txBody>
      </p:sp>
      <p:sp>
        <p:nvSpPr>
          <p:cNvPr id="20" name="Google Shape;20;g35c4bec6024_0_698"/>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21" name="Shape 21"/>
        <p:cNvGrpSpPr/>
        <p:nvPr/>
      </p:nvGrpSpPr>
      <p:grpSpPr>
        <a:xfrm>
          <a:off x="0" y="0"/>
          <a:ext cx="0" cy="0"/>
          <a:chOff x="0" y="0"/>
          <a:chExt cx="0" cy="0"/>
        </a:xfrm>
      </p:grpSpPr>
      <p:sp>
        <p:nvSpPr>
          <p:cNvPr id="22" name="Google Shape;22;g35c4bec6024_0_738"/>
          <p:cNvSpPr/>
          <p:nvPr/>
        </p:nvSpPr>
        <p:spPr>
          <a:xfrm>
            <a:off x="0" y="5646288"/>
            <a:ext cx="14738400" cy="4633800"/>
          </a:xfrm>
          <a:prstGeom prst="rtTriangle">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g35c4bec6024_0_738"/>
          <p:cNvSpPr/>
          <p:nvPr/>
        </p:nvSpPr>
        <p:spPr>
          <a:xfrm flipH="1">
            <a:off x="7166420" y="3108226"/>
            <a:ext cx="11121000" cy="71790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 name="Google Shape;24;g35c4bec6024_0_738"/>
          <p:cNvGrpSpPr/>
          <p:nvPr/>
        </p:nvGrpSpPr>
        <p:grpSpPr>
          <a:xfrm>
            <a:off x="511982" y="-236"/>
            <a:ext cx="4502694" cy="2086816"/>
            <a:chOff x="3961956" y="4383950"/>
            <a:chExt cx="1160548" cy="548700"/>
          </a:xfrm>
        </p:grpSpPr>
        <p:sp>
          <p:nvSpPr>
            <p:cNvPr id="25" name="Google Shape;25;g35c4bec6024_0_738"/>
            <p:cNvSpPr/>
            <p:nvPr/>
          </p:nvSpPr>
          <p:spPr>
            <a:xfrm>
              <a:off x="4224904" y="4383950"/>
              <a:ext cx="897600" cy="5487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g35c4bec6024_0_738"/>
            <p:cNvSpPr/>
            <p:nvPr/>
          </p:nvSpPr>
          <p:spPr>
            <a:xfrm>
              <a:off x="4093430" y="4383950"/>
              <a:ext cx="897600" cy="5487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g35c4bec6024_0_738"/>
            <p:cNvSpPr/>
            <p:nvPr/>
          </p:nvSpPr>
          <p:spPr>
            <a:xfrm>
              <a:off x="3961956" y="4383950"/>
              <a:ext cx="897600" cy="5487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 name="Google Shape;28;g35c4bec6024_0_738"/>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 name="Google Shape;29;g35c4bec6024_0_738"/>
          <p:cNvGrpSpPr/>
          <p:nvPr/>
        </p:nvGrpSpPr>
        <p:grpSpPr>
          <a:xfrm>
            <a:off x="69869" y="9044251"/>
            <a:ext cx="3186611" cy="1234144"/>
            <a:chOff x="6917201" y="0"/>
            <a:chExt cx="2227776" cy="863400"/>
          </a:xfrm>
        </p:grpSpPr>
        <p:sp>
          <p:nvSpPr>
            <p:cNvPr id="30" name="Google Shape;30;g35c4bec6024_0_738"/>
            <p:cNvSpPr/>
            <p:nvPr/>
          </p:nvSpPr>
          <p:spPr>
            <a:xfrm>
              <a:off x="7641677" y="0"/>
              <a:ext cx="1503300" cy="863400"/>
            </a:xfrm>
            <a:prstGeom prst="parallelogram">
              <a:avLst>
                <a:gd fmla="val 158024"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g35c4bec6024_0_738"/>
            <p:cNvSpPr/>
            <p:nvPr/>
          </p:nvSpPr>
          <p:spPr>
            <a:xfrm>
              <a:off x="7279439" y="0"/>
              <a:ext cx="1503300" cy="863400"/>
            </a:xfrm>
            <a:prstGeom prst="parallelogram">
              <a:avLst>
                <a:gd fmla="val 158024"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g35c4bec6024_0_738"/>
            <p:cNvSpPr/>
            <p:nvPr/>
          </p:nvSpPr>
          <p:spPr>
            <a:xfrm>
              <a:off x="6917201" y="0"/>
              <a:ext cx="1503300" cy="863400"/>
            </a:xfrm>
            <a:prstGeom prst="parallelogram">
              <a:avLst>
                <a:gd fmla="val 158024"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 name="Google Shape;33;g35c4bec6024_0_738"/>
          <p:cNvGrpSpPr/>
          <p:nvPr/>
        </p:nvGrpSpPr>
        <p:grpSpPr>
          <a:xfrm>
            <a:off x="11772706" y="2486"/>
            <a:ext cx="6514907" cy="2523027"/>
            <a:chOff x="6917201" y="0"/>
            <a:chExt cx="2227776" cy="863400"/>
          </a:xfrm>
        </p:grpSpPr>
        <p:sp>
          <p:nvSpPr>
            <p:cNvPr id="34" name="Google Shape;34;g35c4bec6024_0_738"/>
            <p:cNvSpPr/>
            <p:nvPr/>
          </p:nvSpPr>
          <p:spPr>
            <a:xfrm>
              <a:off x="7641677"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g35c4bec6024_0_738"/>
            <p:cNvSpPr/>
            <p:nvPr/>
          </p:nvSpPr>
          <p:spPr>
            <a:xfrm>
              <a:off x="7279439"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g35c4bec6024_0_738"/>
            <p:cNvSpPr/>
            <p:nvPr/>
          </p:nvSpPr>
          <p:spPr>
            <a:xfrm>
              <a:off x="6917201"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g35c4bec6024_0_738"/>
          <p:cNvSpPr txBox="1"/>
          <p:nvPr>
            <p:ph type="title"/>
          </p:nvPr>
        </p:nvSpPr>
        <p:spPr>
          <a:xfrm>
            <a:off x="2787858" y="2602292"/>
            <a:ext cx="12733800" cy="5078400"/>
          </a:xfrm>
          <a:prstGeom prst="rect">
            <a:avLst/>
          </a:prstGeom>
          <a:noFill/>
          <a:ln>
            <a:noFill/>
          </a:ln>
        </p:spPr>
        <p:txBody>
          <a:bodyPr anchorCtr="0" anchor="ctr" bIns="182850" lIns="182850" spcFirstLastPara="1" rIns="182850" wrap="square" tIns="182850">
            <a:normAutofit/>
          </a:bodyPr>
          <a:lstStyle>
            <a:lvl1pPr lvl="0" algn="ctr">
              <a:lnSpc>
                <a:spcPct val="100000"/>
              </a:lnSpc>
              <a:spcBef>
                <a:spcPts val="0"/>
              </a:spcBef>
              <a:spcAft>
                <a:spcPts val="0"/>
              </a:spcAft>
              <a:buSzPts val="6400"/>
              <a:buNone/>
              <a:defRPr sz="6400"/>
            </a:lvl1pPr>
            <a:lvl2pPr lvl="1" algn="ctr">
              <a:lnSpc>
                <a:spcPct val="100000"/>
              </a:lnSpc>
              <a:spcBef>
                <a:spcPts val="0"/>
              </a:spcBef>
              <a:spcAft>
                <a:spcPts val="0"/>
              </a:spcAft>
              <a:buSzPts val="6400"/>
              <a:buNone/>
              <a:defRPr sz="6400"/>
            </a:lvl2pPr>
            <a:lvl3pPr lvl="2" algn="ctr">
              <a:lnSpc>
                <a:spcPct val="100000"/>
              </a:lnSpc>
              <a:spcBef>
                <a:spcPts val="0"/>
              </a:spcBef>
              <a:spcAft>
                <a:spcPts val="0"/>
              </a:spcAft>
              <a:buSzPts val="6400"/>
              <a:buNone/>
              <a:defRPr sz="6400"/>
            </a:lvl3pPr>
            <a:lvl4pPr lvl="3" algn="ctr">
              <a:lnSpc>
                <a:spcPct val="100000"/>
              </a:lnSpc>
              <a:spcBef>
                <a:spcPts val="0"/>
              </a:spcBef>
              <a:spcAft>
                <a:spcPts val="0"/>
              </a:spcAft>
              <a:buSzPts val="6400"/>
              <a:buNone/>
              <a:defRPr sz="6400"/>
            </a:lvl4pPr>
            <a:lvl5pPr lvl="4" algn="ctr">
              <a:lnSpc>
                <a:spcPct val="100000"/>
              </a:lnSpc>
              <a:spcBef>
                <a:spcPts val="0"/>
              </a:spcBef>
              <a:spcAft>
                <a:spcPts val="0"/>
              </a:spcAft>
              <a:buSzPts val="6400"/>
              <a:buNone/>
              <a:defRPr sz="6400"/>
            </a:lvl5pPr>
            <a:lvl6pPr lvl="5" algn="ctr">
              <a:lnSpc>
                <a:spcPct val="100000"/>
              </a:lnSpc>
              <a:spcBef>
                <a:spcPts val="0"/>
              </a:spcBef>
              <a:spcAft>
                <a:spcPts val="0"/>
              </a:spcAft>
              <a:buSzPts val="6400"/>
              <a:buNone/>
              <a:defRPr sz="6400"/>
            </a:lvl6pPr>
            <a:lvl7pPr lvl="6" algn="ctr">
              <a:lnSpc>
                <a:spcPct val="100000"/>
              </a:lnSpc>
              <a:spcBef>
                <a:spcPts val="0"/>
              </a:spcBef>
              <a:spcAft>
                <a:spcPts val="0"/>
              </a:spcAft>
              <a:buSzPts val="6400"/>
              <a:buNone/>
              <a:defRPr sz="6400"/>
            </a:lvl7pPr>
            <a:lvl8pPr lvl="7" algn="ctr">
              <a:lnSpc>
                <a:spcPct val="100000"/>
              </a:lnSpc>
              <a:spcBef>
                <a:spcPts val="0"/>
              </a:spcBef>
              <a:spcAft>
                <a:spcPts val="0"/>
              </a:spcAft>
              <a:buSzPts val="6400"/>
              <a:buNone/>
              <a:defRPr sz="6400"/>
            </a:lvl8pPr>
            <a:lvl9pPr lvl="8" algn="ctr">
              <a:lnSpc>
                <a:spcPct val="100000"/>
              </a:lnSpc>
              <a:spcBef>
                <a:spcPts val="0"/>
              </a:spcBef>
              <a:spcAft>
                <a:spcPts val="0"/>
              </a:spcAft>
              <a:buSzPts val="6400"/>
              <a:buNone/>
              <a:defRPr sz="6400"/>
            </a:lvl9pPr>
          </a:lstStyle>
          <a:p/>
        </p:txBody>
      </p:sp>
      <p:sp>
        <p:nvSpPr>
          <p:cNvPr id="38" name="Google Shape;38;g35c4bec6024_0_738"/>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39" name="Shape 39"/>
        <p:cNvGrpSpPr/>
        <p:nvPr/>
      </p:nvGrpSpPr>
      <p:grpSpPr>
        <a:xfrm>
          <a:off x="0" y="0"/>
          <a:ext cx="0" cy="0"/>
          <a:chOff x="0" y="0"/>
          <a:chExt cx="0" cy="0"/>
        </a:xfrm>
      </p:grpSpPr>
      <p:sp>
        <p:nvSpPr>
          <p:cNvPr id="40" name="Google Shape;40;g35c4bec6024_0_670"/>
          <p:cNvSpPr/>
          <p:nvPr/>
        </p:nvSpPr>
        <p:spPr>
          <a:xfrm>
            <a:off x="61" y="5649000"/>
            <a:ext cx="14740800" cy="4638000"/>
          </a:xfrm>
          <a:prstGeom prst="rtTriangle">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g35c4bec6024_0_670"/>
          <p:cNvSpPr/>
          <p:nvPr/>
        </p:nvSpPr>
        <p:spPr>
          <a:xfrm flipH="1">
            <a:off x="7165200" y="3101400"/>
            <a:ext cx="11122800" cy="71856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g35c4bec6024_0_670"/>
          <p:cNvSpPr/>
          <p:nvPr/>
        </p:nvSpPr>
        <p:spPr>
          <a:xfrm rot="10800000">
            <a:off x="10117809" y="0"/>
            <a:ext cx="8170200" cy="4105200"/>
          </a:xfrm>
          <a:prstGeom prst="rtTriangle">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g35c4bec6024_0_670"/>
          <p:cNvSpPr/>
          <p:nvPr/>
        </p:nvSpPr>
        <p:spPr>
          <a:xfrm>
            <a:off x="4065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 name="Google Shape;44;g35c4bec6024_0_670"/>
          <p:cNvGrpSpPr/>
          <p:nvPr/>
        </p:nvGrpSpPr>
        <p:grpSpPr>
          <a:xfrm>
            <a:off x="510401" y="1185"/>
            <a:ext cx="4500726" cy="2088600"/>
            <a:chOff x="255200" y="592"/>
            <a:chExt cx="2250363" cy="1044300"/>
          </a:xfrm>
        </p:grpSpPr>
        <p:sp>
          <p:nvSpPr>
            <p:cNvPr id="45" name="Google Shape;45;g35c4bec6024_0_670"/>
            <p:cNvSpPr/>
            <p:nvPr/>
          </p:nvSpPr>
          <p:spPr>
            <a:xfrm>
              <a:off x="764063" y="592"/>
              <a:ext cx="1741500" cy="10443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g35c4bec6024_0_670"/>
            <p:cNvSpPr/>
            <p:nvPr/>
          </p:nvSpPr>
          <p:spPr>
            <a:xfrm>
              <a:off x="509632" y="592"/>
              <a:ext cx="1741500" cy="10443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g35c4bec6024_0_670"/>
            <p:cNvSpPr/>
            <p:nvPr/>
          </p:nvSpPr>
          <p:spPr>
            <a:xfrm>
              <a:off x="255200" y="592"/>
              <a:ext cx="1741500" cy="10443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 name="Google Shape;48;g35c4bec6024_0_670"/>
          <p:cNvGrpSpPr/>
          <p:nvPr/>
        </p:nvGrpSpPr>
        <p:grpSpPr>
          <a:xfrm>
            <a:off x="1810790" y="1185"/>
            <a:ext cx="4500726" cy="2088600"/>
            <a:chOff x="905395" y="592"/>
            <a:chExt cx="2250363" cy="1044300"/>
          </a:xfrm>
        </p:grpSpPr>
        <p:sp>
          <p:nvSpPr>
            <p:cNvPr id="49" name="Google Shape;49;g35c4bec6024_0_670"/>
            <p:cNvSpPr/>
            <p:nvPr/>
          </p:nvSpPr>
          <p:spPr>
            <a:xfrm>
              <a:off x="1414258" y="592"/>
              <a:ext cx="1741500" cy="1044300"/>
            </a:xfrm>
            <a:prstGeom prst="parallelogram">
              <a:avLst>
                <a:gd fmla="val 153193"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g35c4bec6024_0_670"/>
            <p:cNvSpPr/>
            <p:nvPr/>
          </p:nvSpPr>
          <p:spPr>
            <a:xfrm>
              <a:off x="1159826" y="592"/>
              <a:ext cx="1741500" cy="1044300"/>
            </a:xfrm>
            <a:prstGeom prst="parallelogram">
              <a:avLst>
                <a:gd fmla="val 153193"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g35c4bec6024_0_670"/>
            <p:cNvSpPr/>
            <p:nvPr/>
          </p:nvSpPr>
          <p:spPr>
            <a:xfrm>
              <a:off x="905395" y="592"/>
              <a:ext cx="1741500" cy="1044300"/>
            </a:xfrm>
            <a:prstGeom prst="parallelogram">
              <a:avLst>
                <a:gd fmla="val 153193"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 name="Google Shape;52;g35c4bec6024_0_670"/>
          <p:cNvGrpSpPr/>
          <p:nvPr/>
        </p:nvGrpSpPr>
        <p:grpSpPr>
          <a:xfrm>
            <a:off x="14114936" y="10177"/>
            <a:ext cx="3702563" cy="1504215"/>
            <a:chOff x="6917201" y="0"/>
            <a:chExt cx="2227776" cy="863400"/>
          </a:xfrm>
        </p:grpSpPr>
        <p:sp>
          <p:nvSpPr>
            <p:cNvPr id="53" name="Google Shape;53;g35c4bec6024_0_670"/>
            <p:cNvSpPr/>
            <p:nvPr/>
          </p:nvSpPr>
          <p:spPr>
            <a:xfrm>
              <a:off x="7641677"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g35c4bec6024_0_670"/>
            <p:cNvSpPr/>
            <p:nvPr/>
          </p:nvSpPr>
          <p:spPr>
            <a:xfrm>
              <a:off x="7279439"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g35c4bec6024_0_670"/>
            <p:cNvSpPr/>
            <p:nvPr/>
          </p:nvSpPr>
          <p:spPr>
            <a:xfrm>
              <a:off x="6917201"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6" name="Google Shape;56;g35c4bec6024_0_670"/>
          <p:cNvGrpSpPr/>
          <p:nvPr/>
        </p:nvGrpSpPr>
        <p:grpSpPr>
          <a:xfrm>
            <a:off x="13106063" y="8435703"/>
            <a:ext cx="4778133" cy="1851475"/>
            <a:chOff x="6917201" y="0"/>
            <a:chExt cx="2227776" cy="863400"/>
          </a:xfrm>
        </p:grpSpPr>
        <p:sp>
          <p:nvSpPr>
            <p:cNvPr id="57" name="Google Shape;57;g35c4bec6024_0_670"/>
            <p:cNvSpPr/>
            <p:nvPr/>
          </p:nvSpPr>
          <p:spPr>
            <a:xfrm>
              <a:off x="7641677" y="0"/>
              <a:ext cx="1503300" cy="863400"/>
            </a:xfrm>
            <a:prstGeom prst="parallelogram">
              <a:avLst>
                <a:gd fmla="val 158024"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g35c4bec6024_0_670"/>
            <p:cNvSpPr/>
            <p:nvPr/>
          </p:nvSpPr>
          <p:spPr>
            <a:xfrm>
              <a:off x="7279439" y="0"/>
              <a:ext cx="1503300" cy="863400"/>
            </a:xfrm>
            <a:prstGeom prst="parallelogram">
              <a:avLst>
                <a:gd fmla="val 158024"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g35c4bec6024_0_670"/>
            <p:cNvSpPr/>
            <p:nvPr/>
          </p:nvSpPr>
          <p:spPr>
            <a:xfrm>
              <a:off x="6917201" y="0"/>
              <a:ext cx="1503300" cy="863400"/>
            </a:xfrm>
            <a:prstGeom prst="parallelogram">
              <a:avLst>
                <a:gd fmla="val 158024"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 name="Google Shape;60;g35c4bec6024_0_670"/>
          <p:cNvGrpSpPr/>
          <p:nvPr/>
        </p:nvGrpSpPr>
        <p:grpSpPr>
          <a:xfrm>
            <a:off x="398298" y="8111304"/>
            <a:ext cx="5590825" cy="2166616"/>
            <a:chOff x="6917201" y="0"/>
            <a:chExt cx="2227776" cy="863400"/>
          </a:xfrm>
        </p:grpSpPr>
        <p:sp>
          <p:nvSpPr>
            <p:cNvPr id="61" name="Google Shape;61;g35c4bec6024_0_670"/>
            <p:cNvSpPr/>
            <p:nvPr/>
          </p:nvSpPr>
          <p:spPr>
            <a:xfrm>
              <a:off x="7641677"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g35c4bec6024_0_670"/>
            <p:cNvSpPr/>
            <p:nvPr/>
          </p:nvSpPr>
          <p:spPr>
            <a:xfrm>
              <a:off x="7279439"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g35c4bec6024_0_670"/>
            <p:cNvSpPr/>
            <p:nvPr/>
          </p:nvSpPr>
          <p:spPr>
            <a:xfrm>
              <a:off x="6917201"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4" name="Google Shape;64;g35c4bec6024_0_670"/>
          <p:cNvSpPr txBox="1"/>
          <p:nvPr>
            <p:ph type="ctrTitle"/>
          </p:nvPr>
        </p:nvSpPr>
        <p:spPr>
          <a:xfrm>
            <a:off x="3717406" y="3645666"/>
            <a:ext cx="10722600" cy="2896200"/>
          </a:xfrm>
          <a:prstGeom prst="rect">
            <a:avLst/>
          </a:prstGeom>
          <a:noFill/>
          <a:ln>
            <a:noFill/>
          </a:ln>
        </p:spPr>
        <p:txBody>
          <a:bodyPr anchorCtr="0" anchor="ctr" bIns="182850" lIns="182850" spcFirstLastPara="1" rIns="182850" wrap="square" tIns="182850">
            <a:normAutofit/>
          </a:bodyPr>
          <a:lstStyle>
            <a:lvl1pPr lvl="0" algn="ctr">
              <a:lnSpc>
                <a:spcPct val="100000"/>
              </a:lnSpc>
              <a:spcBef>
                <a:spcPts val="0"/>
              </a:spcBef>
              <a:spcAft>
                <a:spcPts val="0"/>
              </a:spcAft>
              <a:buSzPts val="7600"/>
              <a:buNone/>
              <a:defRPr sz="7600"/>
            </a:lvl1pPr>
            <a:lvl2pPr lvl="1" algn="ctr">
              <a:lnSpc>
                <a:spcPct val="100000"/>
              </a:lnSpc>
              <a:spcBef>
                <a:spcPts val="0"/>
              </a:spcBef>
              <a:spcAft>
                <a:spcPts val="0"/>
              </a:spcAft>
              <a:buSzPts val="7600"/>
              <a:buNone/>
              <a:defRPr sz="7600"/>
            </a:lvl2pPr>
            <a:lvl3pPr lvl="2" algn="ctr">
              <a:lnSpc>
                <a:spcPct val="100000"/>
              </a:lnSpc>
              <a:spcBef>
                <a:spcPts val="0"/>
              </a:spcBef>
              <a:spcAft>
                <a:spcPts val="0"/>
              </a:spcAft>
              <a:buSzPts val="7600"/>
              <a:buNone/>
              <a:defRPr sz="7600"/>
            </a:lvl3pPr>
            <a:lvl4pPr lvl="3" algn="ctr">
              <a:lnSpc>
                <a:spcPct val="100000"/>
              </a:lnSpc>
              <a:spcBef>
                <a:spcPts val="0"/>
              </a:spcBef>
              <a:spcAft>
                <a:spcPts val="0"/>
              </a:spcAft>
              <a:buSzPts val="7600"/>
              <a:buNone/>
              <a:defRPr sz="7600"/>
            </a:lvl4pPr>
            <a:lvl5pPr lvl="4" algn="ctr">
              <a:lnSpc>
                <a:spcPct val="100000"/>
              </a:lnSpc>
              <a:spcBef>
                <a:spcPts val="0"/>
              </a:spcBef>
              <a:spcAft>
                <a:spcPts val="0"/>
              </a:spcAft>
              <a:buSzPts val="7600"/>
              <a:buNone/>
              <a:defRPr sz="7600"/>
            </a:lvl5pPr>
            <a:lvl6pPr lvl="5" algn="ctr">
              <a:lnSpc>
                <a:spcPct val="100000"/>
              </a:lnSpc>
              <a:spcBef>
                <a:spcPts val="0"/>
              </a:spcBef>
              <a:spcAft>
                <a:spcPts val="0"/>
              </a:spcAft>
              <a:buSzPts val="7600"/>
              <a:buNone/>
              <a:defRPr sz="7600"/>
            </a:lvl6pPr>
            <a:lvl7pPr lvl="6" algn="ctr">
              <a:lnSpc>
                <a:spcPct val="100000"/>
              </a:lnSpc>
              <a:spcBef>
                <a:spcPts val="0"/>
              </a:spcBef>
              <a:spcAft>
                <a:spcPts val="0"/>
              </a:spcAft>
              <a:buSzPts val="7600"/>
              <a:buNone/>
              <a:defRPr sz="7600"/>
            </a:lvl7pPr>
            <a:lvl8pPr lvl="7" algn="ctr">
              <a:lnSpc>
                <a:spcPct val="100000"/>
              </a:lnSpc>
              <a:spcBef>
                <a:spcPts val="0"/>
              </a:spcBef>
              <a:spcAft>
                <a:spcPts val="0"/>
              </a:spcAft>
              <a:buSzPts val="7600"/>
              <a:buNone/>
              <a:defRPr sz="7600"/>
            </a:lvl8pPr>
            <a:lvl9pPr lvl="8" algn="ctr">
              <a:lnSpc>
                <a:spcPct val="100000"/>
              </a:lnSpc>
              <a:spcBef>
                <a:spcPts val="0"/>
              </a:spcBef>
              <a:spcAft>
                <a:spcPts val="0"/>
              </a:spcAft>
              <a:buSzPts val="7600"/>
              <a:buNone/>
              <a:defRPr sz="7600"/>
            </a:lvl9pPr>
          </a:lstStyle>
          <a:p/>
        </p:txBody>
      </p:sp>
      <p:sp>
        <p:nvSpPr>
          <p:cNvPr id="65" name="Google Shape;65;g35c4bec6024_0_670"/>
          <p:cNvSpPr txBox="1"/>
          <p:nvPr>
            <p:ph idx="1" type="subTitle"/>
          </p:nvPr>
        </p:nvSpPr>
        <p:spPr>
          <a:xfrm>
            <a:off x="3717400" y="6826316"/>
            <a:ext cx="10722600" cy="1045200"/>
          </a:xfrm>
          <a:prstGeom prst="rect">
            <a:avLst/>
          </a:prstGeom>
          <a:noFill/>
          <a:ln>
            <a:noFill/>
          </a:ln>
        </p:spPr>
        <p:txBody>
          <a:bodyPr anchorCtr="0" anchor="t" bIns="182850" lIns="182850" spcFirstLastPara="1" rIns="182850" wrap="square" tIns="182850">
            <a:normAutofit/>
          </a:bodyPr>
          <a:lstStyle>
            <a:lvl1pPr lvl="0" algn="ctr">
              <a:lnSpc>
                <a:spcPct val="100000"/>
              </a:lnSpc>
              <a:spcBef>
                <a:spcPts val="0"/>
              </a:spcBef>
              <a:spcAft>
                <a:spcPts val="0"/>
              </a:spcAft>
              <a:buClr>
                <a:schemeClr val="lt1"/>
              </a:buClr>
              <a:buSzPts val="3200"/>
              <a:buNone/>
              <a:defRPr sz="3200">
                <a:solidFill>
                  <a:schemeClr val="lt1"/>
                </a:solidFill>
              </a:defRPr>
            </a:lvl1pPr>
            <a:lvl2pPr lvl="1" algn="ctr">
              <a:lnSpc>
                <a:spcPct val="100000"/>
              </a:lnSpc>
              <a:spcBef>
                <a:spcPts val="0"/>
              </a:spcBef>
              <a:spcAft>
                <a:spcPts val="0"/>
              </a:spcAft>
              <a:buClr>
                <a:schemeClr val="lt1"/>
              </a:buClr>
              <a:buSzPts val="3200"/>
              <a:buNone/>
              <a:defRPr sz="3200">
                <a:solidFill>
                  <a:schemeClr val="lt1"/>
                </a:solidFill>
              </a:defRPr>
            </a:lvl2pPr>
            <a:lvl3pPr lvl="2" algn="ctr">
              <a:lnSpc>
                <a:spcPct val="100000"/>
              </a:lnSpc>
              <a:spcBef>
                <a:spcPts val="0"/>
              </a:spcBef>
              <a:spcAft>
                <a:spcPts val="0"/>
              </a:spcAft>
              <a:buClr>
                <a:schemeClr val="lt1"/>
              </a:buClr>
              <a:buSzPts val="3200"/>
              <a:buNone/>
              <a:defRPr sz="3200">
                <a:solidFill>
                  <a:schemeClr val="lt1"/>
                </a:solidFill>
              </a:defRPr>
            </a:lvl3pPr>
            <a:lvl4pPr lvl="3" algn="ctr">
              <a:lnSpc>
                <a:spcPct val="100000"/>
              </a:lnSpc>
              <a:spcBef>
                <a:spcPts val="0"/>
              </a:spcBef>
              <a:spcAft>
                <a:spcPts val="0"/>
              </a:spcAft>
              <a:buClr>
                <a:schemeClr val="lt1"/>
              </a:buClr>
              <a:buSzPts val="3200"/>
              <a:buNone/>
              <a:defRPr sz="3200">
                <a:solidFill>
                  <a:schemeClr val="lt1"/>
                </a:solidFill>
              </a:defRPr>
            </a:lvl4pPr>
            <a:lvl5pPr lvl="4" algn="ctr">
              <a:lnSpc>
                <a:spcPct val="100000"/>
              </a:lnSpc>
              <a:spcBef>
                <a:spcPts val="0"/>
              </a:spcBef>
              <a:spcAft>
                <a:spcPts val="0"/>
              </a:spcAft>
              <a:buClr>
                <a:schemeClr val="lt1"/>
              </a:buClr>
              <a:buSzPts val="3200"/>
              <a:buNone/>
              <a:defRPr sz="3200">
                <a:solidFill>
                  <a:schemeClr val="lt1"/>
                </a:solidFill>
              </a:defRPr>
            </a:lvl5pPr>
            <a:lvl6pPr lvl="5" algn="ctr">
              <a:lnSpc>
                <a:spcPct val="100000"/>
              </a:lnSpc>
              <a:spcBef>
                <a:spcPts val="0"/>
              </a:spcBef>
              <a:spcAft>
                <a:spcPts val="0"/>
              </a:spcAft>
              <a:buClr>
                <a:schemeClr val="lt1"/>
              </a:buClr>
              <a:buSzPts val="3200"/>
              <a:buNone/>
              <a:defRPr sz="3200">
                <a:solidFill>
                  <a:schemeClr val="lt1"/>
                </a:solidFill>
              </a:defRPr>
            </a:lvl6pPr>
            <a:lvl7pPr lvl="6" algn="ctr">
              <a:lnSpc>
                <a:spcPct val="100000"/>
              </a:lnSpc>
              <a:spcBef>
                <a:spcPts val="0"/>
              </a:spcBef>
              <a:spcAft>
                <a:spcPts val="0"/>
              </a:spcAft>
              <a:buClr>
                <a:schemeClr val="lt1"/>
              </a:buClr>
              <a:buSzPts val="3200"/>
              <a:buNone/>
              <a:defRPr sz="3200">
                <a:solidFill>
                  <a:schemeClr val="lt1"/>
                </a:solidFill>
              </a:defRPr>
            </a:lvl7pPr>
            <a:lvl8pPr lvl="7" algn="ctr">
              <a:lnSpc>
                <a:spcPct val="100000"/>
              </a:lnSpc>
              <a:spcBef>
                <a:spcPts val="0"/>
              </a:spcBef>
              <a:spcAft>
                <a:spcPts val="0"/>
              </a:spcAft>
              <a:buClr>
                <a:schemeClr val="lt1"/>
              </a:buClr>
              <a:buSzPts val="3200"/>
              <a:buNone/>
              <a:defRPr sz="3200">
                <a:solidFill>
                  <a:schemeClr val="lt1"/>
                </a:solidFill>
              </a:defRPr>
            </a:lvl8pPr>
            <a:lvl9pPr lvl="8" algn="ctr">
              <a:lnSpc>
                <a:spcPct val="100000"/>
              </a:lnSpc>
              <a:spcBef>
                <a:spcPts val="0"/>
              </a:spcBef>
              <a:spcAft>
                <a:spcPts val="0"/>
              </a:spcAft>
              <a:buClr>
                <a:schemeClr val="lt1"/>
              </a:buClr>
              <a:buSzPts val="3200"/>
              <a:buNone/>
              <a:defRPr sz="3200">
                <a:solidFill>
                  <a:schemeClr val="lt1"/>
                </a:solidFill>
              </a:defRPr>
            </a:lvl9pPr>
          </a:lstStyle>
          <a:p/>
        </p:txBody>
      </p:sp>
      <p:sp>
        <p:nvSpPr>
          <p:cNvPr id="66" name="Google Shape;66;g35c4bec6024_0_670"/>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67" name="Shape 67"/>
        <p:cNvGrpSpPr/>
        <p:nvPr/>
      </p:nvGrpSpPr>
      <p:grpSpPr>
        <a:xfrm>
          <a:off x="0" y="0"/>
          <a:ext cx="0" cy="0"/>
          <a:chOff x="0" y="0"/>
          <a:chExt cx="0" cy="0"/>
        </a:xfrm>
      </p:grpSpPr>
      <p:sp>
        <p:nvSpPr>
          <p:cNvPr id="68" name="Google Shape;68;g35c4bec6024_0_731"/>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g35c4bec6024_0_731"/>
          <p:cNvSpPr/>
          <p:nvPr/>
        </p:nvSpPr>
        <p:spPr>
          <a:xfrm>
            <a:off x="61" y="5649000"/>
            <a:ext cx="14740800" cy="4638000"/>
          </a:xfrm>
          <a:prstGeom prst="rtTriangle">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g35c4bec6024_0_731"/>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g35c4bec6024_0_731"/>
          <p:cNvSpPr txBox="1"/>
          <p:nvPr>
            <p:ph type="title"/>
          </p:nvPr>
        </p:nvSpPr>
        <p:spPr>
          <a:xfrm>
            <a:off x="1638300" y="1691200"/>
            <a:ext cx="7418400" cy="27660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72" name="Google Shape;72;g35c4bec6024_0_731"/>
          <p:cNvSpPr txBox="1"/>
          <p:nvPr>
            <p:ph idx="1" type="body"/>
          </p:nvPr>
        </p:nvSpPr>
        <p:spPr>
          <a:xfrm>
            <a:off x="1661400" y="4638100"/>
            <a:ext cx="7418400" cy="42396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73" name="Google Shape;73;g35c4bec6024_0_731"/>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74" name="Shape 74"/>
        <p:cNvGrpSpPr/>
        <p:nvPr/>
      </p:nvGrpSpPr>
      <p:grpSpPr>
        <a:xfrm>
          <a:off x="0" y="0"/>
          <a:ext cx="0" cy="0"/>
          <a:chOff x="0" y="0"/>
          <a:chExt cx="0" cy="0"/>
        </a:xfrm>
      </p:grpSpPr>
      <p:sp>
        <p:nvSpPr>
          <p:cNvPr id="75" name="Google Shape;75;g35c4bec6024_0_764"/>
          <p:cNvSpPr/>
          <p:nvPr/>
        </p:nvSpPr>
        <p:spPr>
          <a:xfrm>
            <a:off x="61" y="5649000"/>
            <a:ext cx="14740800" cy="46380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g35c4bec6024_0_764"/>
          <p:cNvSpPr/>
          <p:nvPr/>
        </p:nvSpPr>
        <p:spPr>
          <a:xfrm flipH="1">
            <a:off x="7165200" y="3101400"/>
            <a:ext cx="11122800" cy="7185600"/>
          </a:xfrm>
          <a:prstGeom prst="rtTriangle">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35c4bec6024_0_764"/>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g35c4bec6024_0_764"/>
          <p:cNvSpPr txBox="1"/>
          <p:nvPr>
            <p:ph idx="1" type="body"/>
          </p:nvPr>
        </p:nvSpPr>
        <p:spPr>
          <a:xfrm>
            <a:off x="656050" y="8327000"/>
            <a:ext cx="14830200" cy="1210200"/>
          </a:xfrm>
          <a:prstGeom prst="rect">
            <a:avLst/>
          </a:prstGeom>
          <a:noFill/>
          <a:ln>
            <a:noFill/>
          </a:ln>
        </p:spPr>
        <p:txBody>
          <a:bodyPr anchorCtr="0" anchor="b" bIns="182850" lIns="182850" spcFirstLastPara="1" rIns="182850" wrap="square" tIns="182850">
            <a:normAutofit/>
          </a:bodyPr>
          <a:lstStyle>
            <a:lvl1pPr indent="-228600" lvl="0" marL="457200" algn="l">
              <a:lnSpc>
                <a:spcPct val="100000"/>
              </a:lnSpc>
              <a:spcBef>
                <a:spcPts val="0"/>
              </a:spcBef>
              <a:spcAft>
                <a:spcPts val="0"/>
              </a:spcAft>
              <a:buSzPts val="2600"/>
              <a:buNone/>
              <a:defRPr/>
            </a:lvl1pPr>
          </a:lstStyle>
          <a:p/>
        </p:txBody>
      </p:sp>
      <p:sp>
        <p:nvSpPr>
          <p:cNvPr id="79" name="Google Shape;79;g35c4bec6024_0_764"/>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80" name="Shape 80"/>
        <p:cNvGrpSpPr/>
        <p:nvPr/>
      </p:nvGrpSpPr>
      <p:grpSpPr>
        <a:xfrm>
          <a:off x="0" y="0"/>
          <a:ext cx="0" cy="0"/>
          <a:chOff x="0" y="0"/>
          <a:chExt cx="0" cy="0"/>
        </a:xfrm>
      </p:grpSpPr>
      <p:sp>
        <p:nvSpPr>
          <p:cNvPr id="81" name="Google Shape;81;g35c4bec6024_0_770"/>
          <p:cNvSpPr/>
          <p:nvPr/>
        </p:nvSpPr>
        <p:spPr>
          <a:xfrm flipH="1">
            <a:off x="11138400" y="5668150"/>
            <a:ext cx="7149600" cy="4618800"/>
          </a:xfrm>
          <a:prstGeom prst="rtTriangle">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2" name="Google Shape;82;g35c4bec6024_0_770"/>
          <p:cNvGrpSpPr/>
          <p:nvPr/>
        </p:nvGrpSpPr>
        <p:grpSpPr>
          <a:xfrm>
            <a:off x="11918444" y="8239152"/>
            <a:ext cx="5041902" cy="2048330"/>
            <a:chOff x="6917201" y="0"/>
            <a:chExt cx="2227776" cy="863400"/>
          </a:xfrm>
        </p:grpSpPr>
        <p:sp>
          <p:nvSpPr>
            <p:cNvPr id="83" name="Google Shape;83;g35c4bec6024_0_770"/>
            <p:cNvSpPr/>
            <p:nvPr/>
          </p:nvSpPr>
          <p:spPr>
            <a:xfrm>
              <a:off x="7641677"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g35c4bec6024_0_770"/>
            <p:cNvSpPr/>
            <p:nvPr/>
          </p:nvSpPr>
          <p:spPr>
            <a:xfrm>
              <a:off x="7279439"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g35c4bec6024_0_770"/>
            <p:cNvSpPr/>
            <p:nvPr/>
          </p:nvSpPr>
          <p:spPr>
            <a:xfrm>
              <a:off x="6917201"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6" name="Google Shape;86;g35c4bec6024_0_770"/>
          <p:cNvGrpSpPr/>
          <p:nvPr/>
        </p:nvGrpSpPr>
        <p:grpSpPr>
          <a:xfrm>
            <a:off x="398298" y="4"/>
            <a:ext cx="5590825" cy="2166616"/>
            <a:chOff x="6917201" y="0"/>
            <a:chExt cx="2227776" cy="863400"/>
          </a:xfrm>
        </p:grpSpPr>
        <p:sp>
          <p:nvSpPr>
            <p:cNvPr id="87" name="Google Shape;87;g35c4bec6024_0_770"/>
            <p:cNvSpPr/>
            <p:nvPr/>
          </p:nvSpPr>
          <p:spPr>
            <a:xfrm>
              <a:off x="7641677"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g35c4bec6024_0_770"/>
            <p:cNvSpPr/>
            <p:nvPr/>
          </p:nvSpPr>
          <p:spPr>
            <a:xfrm>
              <a:off x="7279439"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g35c4bec6024_0_770"/>
            <p:cNvSpPr/>
            <p:nvPr/>
          </p:nvSpPr>
          <p:spPr>
            <a:xfrm>
              <a:off x="6917201"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 name="Google Shape;90;g35c4bec6024_0_770"/>
          <p:cNvSpPr txBox="1"/>
          <p:nvPr>
            <p:ph hasCustomPrompt="1" type="title"/>
          </p:nvPr>
        </p:nvSpPr>
        <p:spPr>
          <a:xfrm>
            <a:off x="2771700" y="2767700"/>
            <a:ext cx="12744600" cy="2759400"/>
          </a:xfrm>
          <a:prstGeom prst="rect">
            <a:avLst/>
          </a:prstGeom>
          <a:noFill/>
          <a:ln>
            <a:noFill/>
          </a:ln>
        </p:spPr>
        <p:txBody>
          <a:bodyPr anchorCtr="0" anchor="ctr" bIns="182850" lIns="182850" spcFirstLastPara="1" rIns="182850" wrap="square" tIns="182850">
            <a:normAutofit/>
          </a:bodyPr>
          <a:lstStyle>
            <a:lvl1pPr lvl="0" algn="ctr">
              <a:lnSpc>
                <a:spcPct val="100000"/>
              </a:lnSpc>
              <a:spcBef>
                <a:spcPts val="0"/>
              </a:spcBef>
              <a:spcAft>
                <a:spcPts val="0"/>
              </a:spcAft>
              <a:buClr>
                <a:schemeClr val="dk2"/>
              </a:buClr>
              <a:buSzPts val="17200"/>
              <a:buNone/>
              <a:defRPr sz="17200">
                <a:solidFill>
                  <a:schemeClr val="dk2"/>
                </a:solidFill>
              </a:defRPr>
            </a:lvl1pPr>
            <a:lvl2pPr lvl="1" algn="ctr">
              <a:lnSpc>
                <a:spcPct val="100000"/>
              </a:lnSpc>
              <a:spcBef>
                <a:spcPts val="0"/>
              </a:spcBef>
              <a:spcAft>
                <a:spcPts val="0"/>
              </a:spcAft>
              <a:buClr>
                <a:schemeClr val="dk2"/>
              </a:buClr>
              <a:buSzPts val="17200"/>
              <a:buNone/>
              <a:defRPr sz="17200">
                <a:solidFill>
                  <a:schemeClr val="dk2"/>
                </a:solidFill>
              </a:defRPr>
            </a:lvl2pPr>
            <a:lvl3pPr lvl="2" algn="ctr">
              <a:lnSpc>
                <a:spcPct val="100000"/>
              </a:lnSpc>
              <a:spcBef>
                <a:spcPts val="0"/>
              </a:spcBef>
              <a:spcAft>
                <a:spcPts val="0"/>
              </a:spcAft>
              <a:buClr>
                <a:schemeClr val="dk2"/>
              </a:buClr>
              <a:buSzPts val="17200"/>
              <a:buNone/>
              <a:defRPr sz="17200">
                <a:solidFill>
                  <a:schemeClr val="dk2"/>
                </a:solidFill>
              </a:defRPr>
            </a:lvl3pPr>
            <a:lvl4pPr lvl="3" algn="ctr">
              <a:lnSpc>
                <a:spcPct val="100000"/>
              </a:lnSpc>
              <a:spcBef>
                <a:spcPts val="0"/>
              </a:spcBef>
              <a:spcAft>
                <a:spcPts val="0"/>
              </a:spcAft>
              <a:buClr>
                <a:schemeClr val="dk2"/>
              </a:buClr>
              <a:buSzPts val="17200"/>
              <a:buNone/>
              <a:defRPr sz="17200">
                <a:solidFill>
                  <a:schemeClr val="dk2"/>
                </a:solidFill>
              </a:defRPr>
            </a:lvl4pPr>
            <a:lvl5pPr lvl="4" algn="ctr">
              <a:lnSpc>
                <a:spcPct val="100000"/>
              </a:lnSpc>
              <a:spcBef>
                <a:spcPts val="0"/>
              </a:spcBef>
              <a:spcAft>
                <a:spcPts val="0"/>
              </a:spcAft>
              <a:buClr>
                <a:schemeClr val="dk2"/>
              </a:buClr>
              <a:buSzPts val="17200"/>
              <a:buNone/>
              <a:defRPr sz="17200">
                <a:solidFill>
                  <a:schemeClr val="dk2"/>
                </a:solidFill>
              </a:defRPr>
            </a:lvl5pPr>
            <a:lvl6pPr lvl="5" algn="ctr">
              <a:lnSpc>
                <a:spcPct val="100000"/>
              </a:lnSpc>
              <a:spcBef>
                <a:spcPts val="0"/>
              </a:spcBef>
              <a:spcAft>
                <a:spcPts val="0"/>
              </a:spcAft>
              <a:buClr>
                <a:schemeClr val="dk2"/>
              </a:buClr>
              <a:buSzPts val="17200"/>
              <a:buNone/>
              <a:defRPr sz="17200">
                <a:solidFill>
                  <a:schemeClr val="dk2"/>
                </a:solidFill>
              </a:defRPr>
            </a:lvl6pPr>
            <a:lvl7pPr lvl="6" algn="ctr">
              <a:lnSpc>
                <a:spcPct val="100000"/>
              </a:lnSpc>
              <a:spcBef>
                <a:spcPts val="0"/>
              </a:spcBef>
              <a:spcAft>
                <a:spcPts val="0"/>
              </a:spcAft>
              <a:buClr>
                <a:schemeClr val="dk2"/>
              </a:buClr>
              <a:buSzPts val="17200"/>
              <a:buNone/>
              <a:defRPr sz="17200">
                <a:solidFill>
                  <a:schemeClr val="dk2"/>
                </a:solidFill>
              </a:defRPr>
            </a:lvl7pPr>
            <a:lvl8pPr lvl="7" algn="ctr">
              <a:lnSpc>
                <a:spcPct val="100000"/>
              </a:lnSpc>
              <a:spcBef>
                <a:spcPts val="0"/>
              </a:spcBef>
              <a:spcAft>
                <a:spcPts val="0"/>
              </a:spcAft>
              <a:buClr>
                <a:schemeClr val="dk2"/>
              </a:buClr>
              <a:buSzPts val="17200"/>
              <a:buNone/>
              <a:defRPr sz="17200">
                <a:solidFill>
                  <a:schemeClr val="dk2"/>
                </a:solidFill>
              </a:defRPr>
            </a:lvl8pPr>
            <a:lvl9pPr lvl="8" algn="ctr">
              <a:lnSpc>
                <a:spcPct val="100000"/>
              </a:lnSpc>
              <a:spcBef>
                <a:spcPts val="0"/>
              </a:spcBef>
              <a:spcAft>
                <a:spcPts val="0"/>
              </a:spcAft>
              <a:buClr>
                <a:schemeClr val="dk2"/>
              </a:buClr>
              <a:buSzPts val="17200"/>
              <a:buNone/>
              <a:defRPr sz="17200">
                <a:solidFill>
                  <a:schemeClr val="dk2"/>
                </a:solidFill>
              </a:defRPr>
            </a:lvl9pPr>
          </a:lstStyle>
          <a:p>
            <a:r>
              <a:t>xx%</a:t>
            </a:r>
          </a:p>
        </p:txBody>
      </p:sp>
      <p:sp>
        <p:nvSpPr>
          <p:cNvPr id="91" name="Google Shape;91;g35c4bec6024_0_770"/>
          <p:cNvSpPr txBox="1"/>
          <p:nvPr>
            <p:ph idx="1" type="body"/>
          </p:nvPr>
        </p:nvSpPr>
        <p:spPr>
          <a:xfrm>
            <a:off x="2771700" y="5727700"/>
            <a:ext cx="12744600" cy="1282200"/>
          </a:xfrm>
          <a:prstGeom prst="rect">
            <a:avLst/>
          </a:prstGeom>
          <a:noFill/>
          <a:ln>
            <a:noFill/>
          </a:ln>
        </p:spPr>
        <p:txBody>
          <a:bodyPr anchorCtr="0" anchor="t" bIns="182850" lIns="182850" spcFirstLastPara="1" rIns="182850" wrap="square" tIns="182850">
            <a:normAutofit/>
          </a:bodyPr>
          <a:lstStyle>
            <a:lvl1pPr indent="-393700" lvl="0" marL="457200" algn="ctr">
              <a:lnSpc>
                <a:spcPct val="115000"/>
              </a:lnSpc>
              <a:spcBef>
                <a:spcPts val="0"/>
              </a:spcBef>
              <a:spcAft>
                <a:spcPts val="0"/>
              </a:spcAft>
              <a:buSzPts val="2600"/>
              <a:buChar char="●"/>
              <a:defRPr/>
            </a:lvl1pPr>
            <a:lvl2pPr indent="-368300" lvl="1" marL="914400" algn="ctr">
              <a:lnSpc>
                <a:spcPct val="115000"/>
              </a:lnSpc>
              <a:spcBef>
                <a:spcPts val="0"/>
              </a:spcBef>
              <a:spcAft>
                <a:spcPts val="0"/>
              </a:spcAft>
              <a:buSzPts val="2200"/>
              <a:buChar char="○"/>
              <a:defRPr/>
            </a:lvl2pPr>
            <a:lvl3pPr indent="-368300" lvl="2" marL="1371600" algn="ctr">
              <a:lnSpc>
                <a:spcPct val="115000"/>
              </a:lnSpc>
              <a:spcBef>
                <a:spcPts val="0"/>
              </a:spcBef>
              <a:spcAft>
                <a:spcPts val="0"/>
              </a:spcAft>
              <a:buSzPts val="2200"/>
              <a:buChar char="■"/>
              <a:defRPr/>
            </a:lvl3pPr>
            <a:lvl4pPr indent="-368300" lvl="3" marL="1828800" algn="ctr">
              <a:lnSpc>
                <a:spcPct val="115000"/>
              </a:lnSpc>
              <a:spcBef>
                <a:spcPts val="0"/>
              </a:spcBef>
              <a:spcAft>
                <a:spcPts val="0"/>
              </a:spcAft>
              <a:buSzPts val="2200"/>
              <a:buChar char="●"/>
              <a:defRPr/>
            </a:lvl4pPr>
            <a:lvl5pPr indent="-368300" lvl="4" marL="2286000" algn="ctr">
              <a:lnSpc>
                <a:spcPct val="115000"/>
              </a:lnSpc>
              <a:spcBef>
                <a:spcPts val="0"/>
              </a:spcBef>
              <a:spcAft>
                <a:spcPts val="0"/>
              </a:spcAft>
              <a:buSzPts val="2200"/>
              <a:buChar char="○"/>
              <a:defRPr/>
            </a:lvl5pPr>
            <a:lvl6pPr indent="-368300" lvl="5" marL="2743200" algn="ctr">
              <a:lnSpc>
                <a:spcPct val="115000"/>
              </a:lnSpc>
              <a:spcBef>
                <a:spcPts val="0"/>
              </a:spcBef>
              <a:spcAft>
                <a:spcPts val="0"/>
              </a:spcAft>
              <a:buSzPts val="2200"/>
              <a:buChar char="■"/>
              <a:defRPr/>
            </a:lvl6pPr>
            <a:lvl7pPr indent="-368300" lvl="6" marL="3200400" algn="ctr">
              <a:lnSpc>
                <a:spcPct val="115000"/>
              </a:lnSpc>
              <a:spcBef>
                <a:spcPts val="0"/>
              </a:spcBef>
              <a:spcAft>
                <a:spcPts val="0"/>
              </a:spcAft>
              <a:buSzPts val="2200"/>
              <a:buChar char="●"/>
              <a:defRPr/>
            </a:lvl7pPr>
            <a:lvl8pPr indent="-368300" lvl="7" marL="3657600" algn="ctr">
              <a:lnSpc>
                <a:spcPct val="115000"/>
              </a:lnSpc>
              <a:spcBef>
                <a:spcPts val="0"/>
              </a:spcBef>
              <a:spcAft>
                <a:spcPts val="0"/>
              </a:spcAft>
              <a:buSzPts val="2200"/>
              <a:buChar char="○"/>
              <a:defRPr/>
            </a:lvl8pPr>
            <a:lvl9pPr indent="-368300" lvl="8" marL="4114800" algn="ctr">
              <a:lnSpc>
                <a:spcPct val="115000"/>
              </a:lnSpc>
              <a:spcBef>
                <a:spcPts val="0"/>
              </a:spcBef>
              <a:spcAft>
                <a:spcPts val="0"/>
              </a:spcAft>
              <a:buSzPts val="2200"/>
              <a:buChar char="■"/>
              <a:defRPr/>
            </a:lvl9pPr>
          </a:lstStyle>
          <a:p/>
        </p:txBody>
      </p:sp>
      <p:sp>
        <p:nvSpPr>
          <p:cNvPr id="92" name="Google Shape;92;g35c4bec6024_0_770"/>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93" name="Shape 93"/>
        <p:cNvGrpSpPr/>
        <p:nvPr/>
      </p:nvGrpSpPr>
      <p:grpSpPr>
        <a:xfrm>
          <a:off x="0" y="0"/>
          <a:ext cx="0" cy="0"/>
          <a:chOff x="0" y="0"/>
          <a:chExt cx="0" cy="0"/>
        </a:xfrm>
      </p:grpSpPr>
      <p:sp>
        <p:nvSpPr>
          <p:cNvPr id="94" name="Google Shape;94;g35c4bec6024_0_710"/>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g35c4bec6024_0_710"/>
          <p:cNvSpPr/>
          <p:nvPr/>
        </p:nvSpPr>
        <p:spPr>
          <a:xfrm>
            <a:off x="61" y="5649000"/>
            <a:ext cx="14740800" cy="46380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g35c4bec6024_0_710"/>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g35c4bec6024_0_710"/>
          <p:cNvSpPr txBox="1"/>
          <p:nvPr>
            <p:ph type="title"/>
          </p:nvPr>
        </p:nvSpPr>
        <p:spPr>
          <a:xfrm>
            <a:off x="1638300" y="1691200"/>
            <a:ext cx="15011400" cy="1909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98" name="Google Shape;98;g35c4bec6024_0_710"/>
          <p:cNvSpPr txBox="1"/>
          <p:nvPr>
            <p:ph idx="1" type="body"/>
          </p:nvPr>
        </p:nvSpPr>
        <p:spPr>
          <a:xfrm>
            <a:off x="1638300" y="3981450"/>
            <a:ext cx="15011400" cy="48960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99" name="Google Shape;99;g35c4bec6024_0_710"/>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100" name="Shape 100"/>
        <p:cNvGrpSpPr/>
        <p:nvPr/>
      </p:nvGrpSpPr>
      <p:grpSpPr>
        <a:xfrm>
          <a:off x="0" y="0"/>
          <a:ext cx="0" cy="0"/>
          <a:chOff x="0" y="0"/>
          <a:chExt cx="0" cy="0"/>
        </a:xfrm>
      </p:grpSpPr>
      <p:sp>
        <p:nvSpPr>
          <p:cNvPr id="101" name="Google Shape;101;g35c4bec6024_0_717"/>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g35c4bec6024_0_717"/>
          <p:cNvSpPr/>
          <p:nvPr/>
        </p:nvSpPr>
        <p:spPr>
          <a:xfrm>
            <a:off x="61" y="5649000"/>
            <a:ext cx="14740800" cy="46380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g35c4bec6024_0_717"/>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g35c4bec6024_0_717"/>
          <p:cNvSpPr txBox="1"/>
          <p:nvPr>
            <p:ph type="title"/>
          </p:nvPr>
        </p:nvSpPr>
        <p:spPr>
          <a:xfrm>
            <a:off x="1638300" y="1691200"/>
            <a:ext cx="15011400" cy="1909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105" name="Google Shape;105;g35c4bec6024_0_717"/>
          <p:cNvSpPr txBox="1"/>
          <p:nvPr>
            <p:ph idx="1" type="body"/>
          </p:nvPr>
        </p:nvSpPr>
        <p:spPr>
          <a:xfrm>
            <a:off x="1638300" y="3981450"/>
            <a:ext cx="7372200" cy="48960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06" name="Google Shape;106;g35c4bec6024_0_717"/>
          <p:cNvSpPr txBox="1"/>
          <p:nvPr>
            <p:ph idx="2" type="body"/>
          </p:nvPr>
        </p:nvSpPr>
        <p:spPr>
          <a:xfrm>
            <a:off x="9277350" y="3981450"/>
            <a:ext cx="7372200" cy="48960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07" name="Google Shape;107;g35c4bec6024_0_717"/>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108" name="Shape 108"/>
        <p:cNvGrpSpPr/>
        <p:nvPr/>
      </p:nvGrpSpPr>
      <p:grpSpPr>
        <a:xfrm>
          <a:off x="0" y="0"/>
          <a:ext cx="0" cy="0"/>
          <a:chOff x="0" y="0"/>
          <a:chExt cx="0" cy="0"/>
        </a:xfrm>
      </p:grpSpPr>
      <p:sp>
        <p:nvSpPr>
          <p:cNvPr id="109" name="Google Shape;109;g35c4bec6024_0_725"/>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g35c4bec6024_0_725"/>
          <p:cNvSpPr/>
          <p:nvPr/>
        </p:nvSpPr>
        <p:spPr>
          <a:xfrm>
            <a:off x="61" y="5649000"/>
            <a:ext cx="14740800" cy="46380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g35c4bec6024_0_725"/>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5c4bec6024_0_725"/>
          <p:cNvSpPr txBox="1"/>
          <p:nvPr>
            <p:ph type="title"/>
          </p:nvPr>
        </p:nvSpPr>
        <p:spPr>
          <a:xfrm>
            <a:off x="1638300" y="1691200"/>
            <a:ext cx="15011400" cy="1909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113" name="Google Shape;113;g35c4bec6024_0_725"/>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114" name="Shape 114"/>
        <p:cNvGrpSpPr/>
        <p:nvPr/>
      </p:nvGrpSpPr>
      <p:grpSpPr>
        <a:xfrm>
          <a:off x="0" y="0"/>
          <a:ext cx="0" cy="0"/>
          <a:chOff x="0" y="0"/>
          <a:chExt cx="0" cy="0"/>
        </a:xfrm>
      </p:grpSpPr>
      <p:sp>
        <p:nvSpPr>
          <p:cNvPr id="115" name="Google Shape;115;g35c4bec6024_0_756"/>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35c4bec6024_0_756"/>
          <p:cNvSpPr/>
          <p:nvPr/>
        </p:nvSpPr>
        <p:spPr>
          <a:xfrm>
            <a:off x="61" y="5649000"/>
            <a:ext cx="14740800" cy="46380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g35c4bec6024_0_756"/>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g35c4bec6024_0_756"/>
          <p:cNvSpPr txBox="1"/>
          <p:nvPr>
            <p:ph type="title"/>
          </p:nvPr>
        </p:nvSpPr>
        <p:spPr>
          <a:xfrm>
            <a:off x="1638300" y="1691200"/>
            <a:ext cx="12848400" cy="14100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119" name="Google Shape;119;g35c4bec6024_0_756"/>
          <p:cNvSpPr txBox="1"/>
          <p:nvPr>
            <p:ph idx="1" type="subTitle"/>
          </p:nvPr>
        </p:nvSpPr>
        <p:spPr>
          <a:xfrm>
            <a:off x="1638300" y="3101400"/>
            <a:ext cx="11719800" cy="787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Clr>
                <a:schemeClr val="lt1"/>
              </a:buClr>
              <a:buSzPts val="3200"/>
              <a:buNone/>
              <a:defRPr sz="3200">
                <a:solidFill>
                  <a:schemeClr val="lt1"/>
                </a:solidFill>
              </a:defRPr>
            </a:lvl1pPr>
            <a:lvl2pPr lvl="1" algn="l">
              <a:lnSpc>
                <a:spcPct val="100000"/>
              </a:lnSpc>
              <a:spcBef>
                <a:spcPts val="0"/>
              </a:spcBef>
              <a:spcAft>
                <a:spcPts val="0"/>
              </a:spcAft>
              <a:buClr>
                <a:schemeClr val="lt1"/>
              </a:buClr>
              <a:buSzPts val="3200"/>
              <a:buNone/>
              <a:defRPr sz="3200">
                <a:solidFill>
                  <a:schemeClr val="lt1"/>
                </a:solidFill>
              </a:defRPr>
            </a:lvl2pPr>
            <a:lvl3pPr lvl="2" algn="l">
              <a:lnSpc>
                <a:spcPct val="100000"/>
              </a:lnSpc>
              <a:spcBef>
                <a:spcPts val="0"/>
              </a:spcBef>
              <a:spcAft>
                <a:spcPts val="0"/>
              </a:spcAft>
              <a:buClr>
                <a:schemeClr val="lt1"/>
              </a:buClr>
              <a:buSzPts val="3200"/>
              <a:buNone/>
              <a:defRPr sz="3200">
                <a:solidFill>
                  <a:schemeClr val="lt1"/>
                </a:solidFill>
              </a:defRPr>
            </a:lvl3pPr>
            <a:lvl4pPr lvl="3" algn="l">
              <a:lnSpc>
                <a:spcPct val="100000"/>
              </a:lnSpc>
              <a:spcBef>
                <a:spcPts val="0"/>
              </a:spcBef>
              <a:spcAft>
                <a:spcPts val="0"/>
              </a:spcAft>
              <a:buClr>
                <a:schemeClr val="lt1"/>
              </a:buClr>
              <a:buSzPts val="3200"/>
              <a:buNone/>
              <a:defRPr sz="3200">
                <a:solidFill>
                  <a:schemeClr val="lt1"/>
                </a:solidFill>
              </a:defRPr>
            </a:lvl4pPr>
            <a:lvl5pPr lvl="4" algn="l">
              <a:lnSpc>
                <a:spcPct val="100000"/>
              </a:lnSpc>
              <a:spcBef>
                <a:spcPts val="0"/>
              </a:spcBef>
              <a:spcAft>
                <a:spcPts val="0"/>
              </a:spcAft>
              <a:buClr>
                <a:schemeClr val="lt1"/>
              </a:buClr>
              <a:buSzPts val="3200"/>
              <a:buNone/>
              <a:defRPr sz="3200">
                <a:solidFill>
                  <a:schemeClr val="lt1"/>
                </a:solidFill>
              </a:defRPr>
            </a:lvl5pPr>
            <a:lvl6pPr lvl="5" algn="l">
              <a:lnSpc>
                <a:spcPct val="100000"/>
              </a:lnSpc>
              <a:spcBef>
                <a:spcPts val="0"/>
              </a:spcBef>
              <a:spcAft>
                <a:spcPts val="0"/>
              </a:spcAft>
              <a:buClr>
                <a:schemeClr val="lt1"/>
              </a:buClr>
              <a:buSzPts val="3200"/>
              <a:buNone/>
              <a:defRPr sz="3200">
                <a:solidFill>
                  <a:schemeClr val="lt1"/>
                </a:solidFill>
              </a:defRPr>
            </a:lvl6pPr>
            <a:lvl7pPr lvl="6" algn="l">
              <a:lnSpc>
                <a:spcPct val="100000"/>
              </a:lnSpc>
              <a:spcBef>
                <a:spcPts val="0"/>
              </a:spcBef>
              <a:spcAft>
                <a:spcPts val="0"/>
              </a:spcAft>
              <a:buClr>
                <a:schemeClr val="lt1"/>
              </a:buClr>
              <a:buSzPts val="3200"/>
              <a:buNone/>
              <a:defRPr sz="3200">
                <a:solidFill>
                  <a:schemeClr val="lt1"/>
                </a:solidFill>
              </a:defRPr>
            </a:lvl7pPr>
            <a:lvl8pPr lvl="7" algn="l">
              <a:lnSpc>
                <a:spcPct val="100000"/>
              </a:lnSpc>
              <a:spcBef>
                <a:spcPts val="0"/>
              </a:spcBef>
              <a:spcAft>
                <a:spcPts val="0"/>
              </a:spcAft>
              <a:buClr>
                <a:schemeClr val="lt1"/>
              </a:buClr>
              <a:buSzPts val="3200"/>
              <a:buNone/>
              <a:defRPr sz="3200">
                <a:solidFill>
                  <a:schemeClr val="lt1"/>
                </a:solidFill>
              </a:defRPr>
            </a:lvl8pPr>
            <a:lvl9pPr lvl="8" algn="l">
              <a:lnSpc>
                <a:spcPct val="100000"/>
              </a:lnSpc>
              <a:spcBef>
                <a:spcPts val="0"/>
              </a:spcBef>
              <a:spcAft>
                <a:spcPts val="0"/>
              </a:spcAft>
              <a:buClr>
                <a:schemeClr val="lt1"/>
              </a:buClr>
              <a:buSzPts val="3200"/>
              <a:buNone/>
              <a:defRPr sz="3200">
                <a:solidFill>
                  <a:schemeClr val="lt1"/>
                </a:solidFill>
              </a:defRPr>
            </a:lvl9pPr>
          </a:lstStyle>
          <a:p/>
        </p:txBody>
      </p:sp>
      <p:sp>
        <p:nvSpPr>
          <p:cNvPr id="120" name="Google Shape;120;g35c4bec6024_0_756"/>
          <p:cNvSpPr txBox="1"/>
          <p:nvPr>
            <p:ph idx="2" type="body"/>
          </p:nvPr>
        </p:nvSpPr>
        <p:spPr>
          <a:xfrm>
            <a:off x="1638300" y="4934100"/>
            <a:ext cx="11719800" cy="41910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21" name="Google Shape;121;g35c4bec6024_0_756"/>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g35c4bec6024_0_783"/>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g35c4bec6024_0_66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1pPr>
            <a:lvl2pPr lvl="1"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2pPr>
            <a:lvl3pPr lvl="2"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3pPr>
            <a:lvl4pPr lvl="3"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4pPr>
            <a:lvl5pPr lvl="4"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5pPr>
            <a:lvl6pPr lvl="5"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6pPr>
            <a:lvl7pPr lvl="6"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7pPr>
            <a:lvl8pPr lvl="7"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8pPr>
            <a:lvl9pPr lvl="8"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9pPr>
          </a:lstStyle>
          <a:p/>
        </p:txBody>
      </p:sp>
      <p:sp>
        <p:nvSpPr>
          <p:cNvPr id="7" name="Google Shape;7;g35c4bec6024_0_666"/>
          <p:cNvSpPr txBox="1"/>
          <p:nvPr>
            <p:ph idx="1" type="body"/>
          </p:nvPr>
        </p:nvSpPr>
        <p:spPr>
          <a:xfrm>
            <a:off x="623400" y="2304950"/>
            <a:ext cx="17041200" cy="6782400"/>
          </a:xfrm>
          <a:prstGeom prst="rect">
            <a:avLst/>
          </a:prstGeom>
          <a:noFill/>
          <a:ln>
            <a:noFill/>
          </a:ln>
        </p:spPr>
        <p:txBody>
          <a:bodyPr anchorCtr="0" anchor="t" bIns="182850" lIns="182850" spcFirstLastPara="1" rIns="182850" wrap="square" tIns="182850">
            <a:normAutofit/>
          </a:bodyPr>
          <a:lstStyle>
            <a:lvl1pPr indent="-393700" lvl="0" marL="457200" marR="0" rtl="0" algn="l">
              <a:lnSpc>
                <a:spcPct val="115000"/>
              </a:lnSpc>
              <a:spcBef>
                <a:spcPts val="0"/>
              </a:spcBef>
              <a:spcAft>
                <a:spcPts val="0"/>
              </a:spcAft>
              <a:buClr>
                <a:schemeClr val="dk2"/>
              </a:buClr>
              <a:buSzPts val="2600"/>
              <a:buFont typeface="Calibri"/>
              <a:buChar char="●"/>
              <a:defRPr b="0" i="0" sz="2600" u="none" cap="none" strike="noStrike">
                <a:solidFill>
                  <a:schemeClr val="dk2"/>
                </a:solidFill>
                <a:latin typeface="Calibri"/>
                <a:ea typeface="Calibri"/>
                <a:cs typeface="Calibri"/>
                <a:sym typeface="Calibri"/>
              </a:defRPr>
            </a:lvl1pPr>
            <a:lvl2pPr indent="-368300" lvl="1" marL="9144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2pPr>
            <a:lvl3pPr indent="-368300" lvl="2" marL="13716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3pPr>
            <a:lvl4pPr indent="-368300" lvl="3" marL="18288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4pPr>
            <a:lvl5pPr indent="-368300" lvl="4" marL="22860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5pPr>
            <a:lvl6pPr indent="-368300" lvl="5" marL="27432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6pPr>
            <a:lvl7pPr indent="-368300" lvl="6" marL="32004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7pPr>
            <a:lvl8pPr indent="-368300" lvl="7" marL="36576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8pPr>
            <a:lvl9pPr indent="-368300" lvl="8" marL="41148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9pPr>
          </a:lstStyle>
          <a:p/>
        </p:txBody>
      </p:sp>
      <p:sp>
        <p:nvSpPr>
          <p:cNvPr id="8" name="Google Shape;8;g35c4bec6024_0_666"/>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hyperlink" Target="https://www.ibm.com/mx-es/think/topics/hypervisors" TargetMode="External"/><Relationship Id="rId4" Type="http://schemas.openxmlformats.org/officeDocument/2006/relationships/hyperlink" Target="https://concepto.de/softwar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129" name="Google Shape;129;p1"/>
          <p:cNvSpPr txBox="1"/>
          <p:nvPr/>
        </p:nvSpPr>
        <p:spPr>
          <a:xfrm>
            <a:off x="1063303" y="6994239"/>
            <a:ext cx="5717400" cy="769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ALGORITMOS</a:t>
            </a:r>
            <a:endParaRPr b="1" i="0" sz="5000" u="none" cap="none" strike="noStrike">
              <a:solidFill>
                <a:srgbClr val="131416"/>
              </a:solidFill>
              <a:latin typeface="Open Sans"/>
              <a:ea typeface="Open Sans"/>
              <a:cs typeface="Open Sans"/>
              <a:sym typeface="Open Sans"/>
            </a:endParaRPr>
          </a:p>
        </p:txBody>
      </p:sp>
      <p:sp>
        <p:nvSpPr>
          <p:cNvPr id="130" name="Google Shape;130;p1"/>
          <p:cNvSpPr txBox="1"/>
          <p:nvPr/>
        </p:nvSpPr>
        <p:spPr>
          <a:xfrm>
            <a:off x="941850" y="3950663"/>
            <a:ext cx="16404300" cy="3398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131416"/>
                </a:solidFill>
                <a:latin typeface="Open Sans"/>
                <a:ea typeface="Open Sans"/>
                <a:cs typeface="Open Sans"/>
                <a:sym typeface="Open Sans"/>
              </a:rPr>
              <a:t>Arquitectura y organización VNA</a:t>
            </a:r>
            <a:endParaRPr b="0" i="0" sz="1400" u="none" cap="none" strike="noStrike">
              <a:solidFill>
                <a:srgbClr val="000000"/>
              </a:solidFill>
              <a:latin typeface="Arial"/>
              <a:ea typeface="Arial"/>
              <a:cs typeface="Arial"/>
              <a:sym typeface="Arial"/>
            </a:endParaRPr>
          </a:p>
        </p:txBody>
      </p:sp>
      <p:sp>
        <p:nvSpPr>
          <p:cNvPr id="131" name="Google Shape;131;p1"/>
          <p:cNvSpPr txBox="1"/>
          <p:nvPr/>
        </p:nvSpPr>
        <p:spPr>
          <a:xfrm>
            <a:off x="1063303" y="8745251"/>
            <a:ext cx="6981300" cy="4224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1" i="0" sz="2499" u="none" cap="none" strike="noStrike">
              <a:solidFill>
                <a:srgbClr val="131416"/>
              </a:solidFill>
              <a:latin typeface="Open Sans"/>
              <a:ea typeface="Open Sans"/>
              <a:cs typeface="Open Sans"/>
              <a:sym typeface="Open Sans"/>
            </a:endParaRPr>
          </a:p>
        </p:txBody>
      </p:sp>
      <p:sp>
        <p:nvSpPr>
          <p:cNvPr id="132" name="Google Shape;132;p1"/>
          <p:cNvSpPr txBox="1"/>
          <p:nvPr/>
        </p:nvSpPr>
        <p:spPr>
          <a:xfrm>
            <a:off x="1028700" y="9210675"/>
            <a:ext cx="6667500" cy="4224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1" i="0" sz="2499" u="none" cap="none" strike="noStrike">
              <a:solidFill>
                <a:srgbClr val="131416"/>
              </a:solidFill>
              <a:latin typeface="Open Sans"/>
              <a:ea typeface="Open Sans"/>
              <a:cs typeface="Open Sans"/>
              <a:sym typeface="Open Sans"/>
            </a:endParaRPr>
          </a:p>
        </p:txBody>
      </p:sp>
      <p:sp>
        <p:nvSpPr>
          <p:cNvPr id="133" name="Google Shape;133;p1"/>
          <p:cNvSpPr txBox="1"/>
          <p:nvPr/>
        </p:nvSpPr>
        <p:spPr>
          <a:xfrm>
            <a:off x="228600" y="9588254"/>
            <a:ext cx="8115300" cy="4194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grpSp>
        <p:nvGrpSpPr>
          <p:cNvPr id="138" name="Google Shape;138;p2"/>
          <p:cNvGrpSpPr/>
          <p:nvPr/>
        </p:nvGrpSpPr>
        <p:grpSpPr>
          <a:xfrm>
            <a:off x="176625" y="4076831"/>
            <a:ext cx="8126375" cy="1289118"/>
            <a:chOff x="0" y="0"/>
            <a:chExt cx="1964221" cy="283778"/>
          </a:xfrm>
        </p:grpSpPr>
        <p:sp>
          <p:nvSpPr>
            <p:cNvPr id="139" name="Google Shape;139;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cap="flat" cmpd="sng" w="9525">
              <a:solidFill>
                <a:schemeClr val="dk2"/>
              </a:solidFill>
              <a:prstDash val="solid"/>
              <a:round/>
              <a:headEnd len="sm" w="sm" type="none"/>
              <a:tailEnd len="sm" w="sm" type="none"/>
            </a:ln>
          </p:spPr>
        </p:sp>
        <p:sp>
          <p:nvSpPr>
            <p:cNvPr id="140" name="Google Shape;140;p2"/>
            <p:cNvSpPr txBox="1"/>
            <p:nvPr/>
          </p:nvSpPr>
          <p:spPr>
            <a:xfrm>
              <a:off x="0" y="30578"/>
              <a:ext cx="1849800" cy="2532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Sistemas</a:t>
              </a:r>
              <a:r>
                <a:rPr lang="en-US" sz="2799"/>
                <a:t> Operativos, </a:t>
              </a:r>
              <a:endParaRPr sz="2799"/>
            </a:p>
            <a:p>
              <a:pPr indent="0" lvl="0" marL="0" marR="0" rtl="0" algn="ctr">
                <a:lnSpc>
                  <a:spcPct val="148017"/>
                </a:lnSpc>
                <a:spcBef>
                  <a:spcPts val="0"/>
                </a:spcBef>
                <a:spcAft>
                  <a:spcPts val="0"/>
                </a:spcAft>
                <a:buClr>
                  <a:srgbClr val="000000"/>
                </a:buClr>
                <a:buSzPts val="2799"/>
                <a:buFont typeface="Arial"/>
                <a:buNone/>
              </a:pPr>
              <a:r>
                <a:rPr lang="en-US" sz="2799"/>
                <a:t>Hipervisores y </a:t>
              </a:r>
              <a:r>
                <a:rPr lang="en-US" sz="2799"/>
                <a:t>Utilitarios</a:t>
              </a:r>
              <a:endParaRPr b="0" i="0" sz="1400" u="none" cap="none" strike="noStrike">
                <a:solidFill>
                  <a:srgbClr val="000000"/>
                </a:solidFill>
                <a:latin typeface="Arial"/>
                <a:ea typeface="Arial"/>
                <a:cs typeface="Arial"/>
                <a:sym typeface="Arial"/>
              </a:endParaRPr>
            </a:p>
          </p:txBody>
        </p:sp>
      </p:grpSp>
      <p:sp>
        <p:nvSpPr>
          <p:cNvPr id="141" name="Google Shape;141;p2"/>
          <p:cNvSpPr/>
          <p:nvPr/>
        </p:nvSpPr>
        <p:spPr>
          <a:xfrm>
            <a:off x="878654" y="4407529"/>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42" name="Google Shape;142;p2"/>
          <p:cNvSpPr txBox="1"/>
          <p:nvPr/>
        </p:nvSpPr>
        <p:spPr>
          <a:xfrm>
            <a:off x="592749" y="1612050"/>
            <a:ext cx="77103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43" name="Google Shape;143;p2"/>
          <p:cNvSpPr txBox="1"/>
          <p:nvPr/>
        </p:nvSpPr>
        <p:spPr>
          <a:xfrm>
            <a:off x="10247578" y="26330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grpSp>
        <p:nvGrpSpPr>
          <p:cNvPr id="144" name="Google Shape;144;p2"/>
          <p:cNvGrpSpPr/>
          <p:nvPr/>
        </p:nvGrpSpPr>
        <p:grpSpPr>
          <a:xfrm>
            <a:off x="11779155" y="5047755"/>
            <a:ext cx="5353682" cy="1701155"/>
            <a:chOff x="0" y="-114300"/>
            <a:chExt cx="1410014" cy="448038"/>
          </a:xfrm>
        </p:grpSpPr>
        <p:sp>
          <p:nvSpPr>
            <p:cNvPr id="145" name="Google Shape;145;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cap="flat" cmpd="sng" w="9525">
              <a:solidFill>
                <a:schemeClr val="dk2"/>
              </a:solidFill>
              <a:prstDash val="solid"/>
              <a:round/>
              <a:headEnd len="sm" w="sm" type="none"/>
              <a:tailEnd len="sm" w="sm" type="none"/>
            </a:ln>
          </p:spPr>
        </p:sp>
        <p:sp>
          <p:nvSpPr>
            <p:cNvPr id="146" name="Google Shape;146;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 Quizziz</a:t>
              </a:r>
              <a:endParaRPr b="0" i="0" sz="1400" u="none" cap="none" strike="noStrike">
                <a:solidFill>
                  <a:srgbClr val="000000"/>
                </a:solidFill>
                <a:latin typeface="Arial"/>
                <a:ea typeface="Arial"/>
                <a:cs typeface="Arial"/>
                <a:sym typeface="Arial"/>
              </a:endParaRPr>
            </a:p>
          </p:txBody>
        </p:sp>
      </p:grpSp>
      <p:grpSp>
        <p:nvGrpSpPr>
          <p:cNvPr id="147" name="Google Shape;147;p2"/>
          <p:cNvGrpSpPr/>
          <p:nvPr/>
        </p:nvGrpSpPr>
        <p:grpSpPr>
          <a:xfrm>
            <a:off x="176625" y="5444301"/>
            <a:ext cx="10070954" cy="845568"/>
            <a:chOff x="0" y="-76200"/>
            <a:chExt cx="1964221" cy="360000"/>
          </a:xfrm>
        </p:grpSpPr>
        <p:sp>
          <p:nvSpPr>
            <p:cNvPr id="148" name="Google Shape;148;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cap="flat" cmpd="sng" w="9525">
              <a:solidFill>
                <a:schemeClr val="dk2"/>
              </a:solidFill>
              <a:prstDash val="solid"/>
              <a:round/>
              <a:headEnd len="sm" w="sm" type="none"/>
              <a:tailEnd len="sm" w="sm" type="none"/>
            </a:ln>
          </p:spPr>
        </p:sp>
        <p:sp>
          <p:nvSpPr>
            <p:cNvPr id="149" name="Google Shape;149;p2"/>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ERP,CRM,VMS, sOFTWARE OFIMATICO</a:t>
              </a:r>
              <a:endParaRPr b="0" i="0" sz="1400" u="none" cap="none" strike="noStrike">
                <a:solidFill>
                  <a:srgbClr val="000000"/>
                </a:solidFill>
                <a:latin typeface="Arial"/>
                <a:ea typeface="Arial"/>
                <a:cs typeface="Arial"/>
                <a:sym typeface="Arial"/>
              </a:endParaRPr>
            </a:p>
          </p:txBody>
        </p:sp>
      </p:grpSp>
      <p:grpSp>
        <p:nvGrpSpPr>
          <p:cNvPr id="150" name="Google Shape;150;p2"/>
          <p:cNvGrpSpPr/>
          <p:nvPr/>
        </p:nvGrpSpPr>
        <p:grpSpPr>
          <a:xfrm>
            <a:off x="176625" y="6425872"/>
            <a:ext cx="8416883" cy="845387"/>
            <a:chOff x="0" y="-76200"/>
            <a:chExt cx="1964221" cy="359923"/>
          </a:xfrm>
        </p:grpSpPr>
        <p:sp>
          <p:nvSpPr>
            <p:cNvPr id="151" name="Google Shape;15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cap="flat" cmpd="sng" w="9525">
              <a:solidFill>
                <a:schemeClr val="dk2"/>
              </a:solidFill>
              <a:prstDash val="solid"/>
              <a:round/>
              <a:headEnd len="sm" w="sm" type="none"/>
              <a:tailEnd len="sm" w="sm" type="none"/>
            </a:ln>
          </p:spPr>
        </p:sp>
        <p:sp>
          <p:nvSpPr>
            <p:cNvPr id="152" name="Google Shape;152;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Software de programacion</a:t>
              </a:r>
              <a:endParaRPr b="0" i="0" sz="1400" u="none" cap="none" strike="noStrike">
                <a:solidFill>
                  <a:srgbClr val="000000"/>
                </a:solidFill>
                <a:latin typeface="Arial"/>
                <a:ea typeface="Arial"/>
                <a:cs typeface="Arial"/>
                <a:sym typeface="Arial"/>
              </a:endParaRPr>
            </a:p>
          </p:txBody>
        </p:sp>
      </p:grpSp>
      <p:grpSp>
        <p:nvGrpSpPr>
          <p:cNvPr id="153" name="Google Shape;153;p2"/>
          <p:cNvGrpSpPr/>
          <p:nvPr/>
        </p:nvGrpSpPr>
        <p:grpSpPr>
          <a:xfrm>
            <a:off x="176625" y="7349453"/>
            <a:ext cx="10820697" cy="845387"/>
            <a:chOff x="0" y="-76200"/>
            <a:chExt cx="1964221" cy="359923"/>
          </a:xfrm>
        </p:grpSpPr>
        <p:sp>
          <p:nvSpPr>
            <p:cNvPr id="154" name="Google Shape;154;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cap="flat" cmpd="sng" w="9525">
              <a:solidFill>
                <a:srgbClr val="434343"/>
              </a:solidFill>
              <a:prstDash val="solid"/>
              <a:round/>
              <a:headEnd len="sm" w="sm" type="none"/>
              <a:tailEnd len="sm" w="sm" type="none"/>
            </a:ln>
          </p:spPr>
        </p:sp>
        <p:sp>
          <p:nvSpPr>
            <p:cNvPr id="155" name="Google Shape;155;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Aplicaciones de Control de calidad y seguridad</a:t>
              </a:r>
              <a:endParaRPr b="0" i="0" sz="1400" u="none" cap="none" strike="noStrike">
                <a:solidFill>
                  <a:srgbClr val="000000"/>
                </a:solidFill>
                <a:latin typeface="Arial"/>
                <a:ea typeface="Arial"/>
                <a:cs typeface="Arial"/>
                <a:sym typeface="Arial"/>
              </a:endParaRPr>
            </a:p>
          </p:txBody>
        </p:sp>
      </p:grpSp>
      <p:grpSp>
        <p:nvGrpSpPr>
          <p:cNvPr id="156" name="Google Shape;156;p2"/>
          <p:cNvGrpSpPr/>
          <p:nvPr/>
        </p:nvGrpSpPr>
        <p:grpSpPr>
          <a:xfrm>
            <a:off x="176625" y="8412922"/>
            <a:ext cx="6178654" cy="845387"/>
            <a:chOff x="0" y="-76200"/>
            <a:chExt cx="1964221" cy="359923"/>
          </a:xfrm>
        </p:grpSpPr>
        <p:sp>
          <p:nvSpPr>
            <p:cNvPr id="157" name="Google Shape;157;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cap="flat" cmpd="sng" w="9525">
              <a:solidFill>
                <a:schemeClr val="dk2"/>
              </a:solidFill>
              <a:prstDash val="solid"/>
              <a:round/>
              <a:headEnd len="sm" w="sm" type="none"/>
              <a:tailEnd len="sm" w="sm" type="none"/>
            </a:ln>
          </p:spPr>
        </p:sp>
        <p:sp>
          <p:nvSpPr>
            <p:cNvPr id="158" name="Google Shape;158;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Firmware</a:t>
              </a:r>
              <a:endParaRPr b="0" i="0" sz="1400" u="none" cap="none" strike="noStrike">
                <a:solidFill>
                  <a:srgbClr val="000000"/>
                </a:solidFill>
                <a:latin typeface="Arial"/>
                <a:ea typeface="Arial"/>
                <a:cs typeface="Arial"/>
                <a:sym typeface="Arial"/>
              </a:endParaRPr>
            </a:p>
          </p:txBody>
        </p:sp>
      </p:grpSp>
      <p:sp>
        <p:nvSpPr>
          <p:cNvPr id="159" name="Google Shape;159;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60" name="Google Shape;160;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61" name="Google Shape;161;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62" name="Google Shape;162;p2"/>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
          <p:cNvSpPr txBox="1"/>
          <p:nvPr/>
        </p:nvSpPr>
        <p:spPr>
          <a:xfrm>
            <a:off x="1492889" y="2011539"/>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168" name="Google Shape;168;p3"/>
          <p:cNvSpPr txBox="1"/>
          <p:nvPr/>
        </p:nvSpPr>
        <p:spPr>
          <a:xfrm>
            <a:off x="2972225" y="3429000"/>
            <a:ext cx="11801400" cy="44691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i="0" lang="en-US" sz="4399" u="none" cap="none" strike="noStrike">
                <a:solidFill>
                  <a:srgbClr val="131416"/>
                </a:solidFill>
                <a:latin typeface="Open Sans"/>
                <a:ea typeface="Open Sans"/>
                <a:cs typeface="Open Sans"/>
                <a:sym typeface="Open Sans"/>
              </a:rPr>
              <a:t>Analiza la arquitectura y organización de una computadora mediante el estudio de sus componentes de hardware para comprender el funcionamiento integral de un sistema</a:t>
            </a:r>
            <a:endParaRPr b="0" i="0" sz="6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5c4bec6024_1_8"/>
          <p:cNvSpPr txBox="1"/>
          <p:nvPr>
            <p:ph type="ctrTitle"/>
          </p:nvPr>
        </p:nvSpPr>
        <p:spPr>
          <a:xfrm>
            <a:off x="3524400" y="614100"/>
            <a:ext cx="12471000" cy="2303400"/>
          </a:xfrm>
          <a:prstGeom prst="rect">
            <a:avLst/>
          </a:prstGeom>
          <a:noFill/>
          <a:ln>
            <a:noFill/>
          </a:ln>
        </p:spPr>
        <p:txBody>
          <a:bodyPr anchorCtr="0" anchor="ctr" bIns="182850" lIns="182850" spcFirstLastPara="1" rIns="182850" wrap="square" tIns="182850">
            <a:normAutofit fontScale="90000"/>
          </a:bodyPr>
          <a:lstStyle/>
          <a:p>
            <a:pPr indent="0" lvl="0" marL="0" rtl="0" algn="ctr">
              <a:lnSpc>
                <a:spcPct val="100000"/>
              </a:lnSpc>
              <a:spcBef>
                <a:spcPts val="0"/>
              </a:spcBef>
              <a:spcAft>
                <a:spcPts val="0"/>
              </a:spcAft>
              <a:buSzPct val="100000"/>
              <a:buNone/>
            </a:pPr>
            <a:r>
              <a:rPr lang="en-US"/>
              <a:t>Sistemas Operativos</a:t>
            </a:r>
            <a:endParaRPr/>
          </a:p>
          <a:p>
            <a:pPr indent="0" lvl="0" marL="0" rtl="0" algn="ctr">
              <a:lnSpc>
                <a:spcPct val="100000"/>
              </a:lnSpc>
              <a:spcBef>
                <a:spcPts val="0"/>
              </a:spcBef>
              <a:spcAft>
                <a:spcPts val="0"/>
              </a:spcAft>
              <a:buSzPct val="100000"/>
              <a:buNone/>
            </a:pPr>
            <a:r>
              <a:t/>
            </a:r>
            <a:endParaRPr/>
          </a:p>
        </p:txBody>
      </p:sp>
      <p:sp>
        <p:nvSpPr>
          <p:cNvPr id="174" name="Google Shape;174;g35c4bec6024_1_8"/>
          <p:cNvSpPr txBox="1"/>
          <p:nvPr>
            <p:ph idx="1" type="subTitle"/>
          </p:nvPr>
        </p:nvSpPr>
        <p:spPr>
          <a:xfrm>
            <a:off x="533250" y="1925925"/>
            <a:ext cx="17073000" cy="4468200"/>
          </a:xfrm>
          <a:prstGeom prst="rect">
            <a:avLst/>
          </a:prstGeom>
          <a:noFill/>
          <a:ln>
            <a:noFill/>
          </a:ln>
        </p:spPr>
        <p:txBody>
          <a:bodyPr anchorCtr="0" anchor="t" bIns="182850" lIns="182850" spcFirstLastPara="1" rIns="182850" wrap="square" tIns="182850">
            <a:normAutofit/>
          </a:bodyPr>
          <a:lstStyle/>
          <a:p>
            <a:pPr indent="0" lvl="0" marL="0" rtl="0" algn="l">
              <a:lnSpc>
                <a:spcPct val="80000"/>
              </a:lnSpc>
              <a:spcBef>
                <a:spcPts val="600"/>
              </a:spcBef>
              <a:spcAft>
                <a:spcPts val="0"/>
              </a:spcAft>
              <a:buSzPts val="6154"/>
              <a:buNone/>
            </a:pPr>
            <a:r>
              <a:rPr lang="en-US" sz="4279">
                <a:solidFill>
                  <a:srgbClr val="000000"/>
                </a:solidFill>
                <a:latin typeface="Roboto"/>
                <a:ea typeface="Roboto"/>
                <a:cs typeface="Roboto"/>
                <a:sym typeface="Roboto"/>
              </a:rPr>
              <a:t>Son programas esenciales que gestionan el hardware y software de una computadora, permitiendo la interacción entre el usuario y el sistema. Ejemplos: Windows, Linux, Android, MacOS</a:t>
            </a:r>
            <a:endParaRPr sz="100"/>
          </a:p>
        </p:txBody>
      </p:sp>
      <p:pic>
        <p:nvPicPr>
          <p:cNvPr id="175" name="Google Shape;175;g35c4bec6024_1_8"/>
          <p:cNvPicPr preferRelativeResize="0"/>
          <p:nvPr/>
        </p:nvPicPr>
        <p:blipFill>
          <a:blip r:embed="rId3">
            <a:alphaModFix/>
          </a:blip>
          <a:stretch>
            <a:fillRect/>
          </a:stretch>
        </p:blipFill>
        <p:spPr>
          <a:xfrm>
            <a:off x="5372925" y="4618950"/>
            <a:ext cx="7393651" cy="3902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5c618dc18f_0_6"/>
          <p:cNvSpPr txBox="1"/>
          <p:nvPr>
            <p:ph type="ctrTitle"/>
          </p:nvPr>
        </p:nvSpPr>
        <p:spPr>
          <a:xfrm>
            <a:off x="3524400" y="614100"/>
            <a:ext cx="12471000" cy="2303400"/>
          </a:xfrm>
          <a:prstGeom prst="rect">
            <a:avLst/>
          </a:prstGeom>
          <a:noFill/>
          <a:ln>
            <a:noFill/>
          </a:ln>
        </p:spPr>
        <p:txBody>
          <a:bodyPr anchorCtr="0" anchor="ctr" bIns="182850" lIns="182850" spcFirstLastPara="1" rIns="182850" wrap="square" tIns="182850">
            <a:normAutofit fontScale="90000"/>
          </a:bodyPr>
          <a:lstStyle/>
          <a:p>
            <a:pPr indent="0" lvl="0" marL="0" rtl="0" algn="ctr">
              <a:lnSpc>
                <a:spcPct val="100000"/>
              </a:lnSpc>
              <a:spcBef>
                <a:spcPts val="0"/>
              </a:spcBef>
              <a:spcAft>
                <a:spcPts val="0"/>
              </a:spcAft>
              <a:buSzPct val="100000"/>
              <a:buNone/>
            </a:pPr>
            <a:r>
              <a:rPr lang="en-US"/>
              <a:t>Hipervisores</a:t>
            </a:r>
            <a:endParaRPr/>
          </a:p>
          <a:p>
            <a:pPr indent="0" lvl="0" marL="0" rtl="0" algn="ctr">
              <a:lnSpc>
                <a:spcPct val="100000"/>
              </a:lnSpc>
              <a:spcBef>
                <a:spcPts val="0"/>
              </a:spcBef>
              <a:spcAft>
                <a:spcPts val="0"/>
              </a:spcAft>
              <a:buSzPct val="100000"/>
              <a:buNone/>
            </a:pPr>
            <a:r>
              <a:t/>
            </a:r>
            <a:endParaRPr/>
          </a:p>
        </p:txBody>
      </p:sp>
      <p:sp>
        <p:nvSpPr>
          <p:cNvPr id="181" name="Google Shape;181;g35c618dc18f_0_6"/>
          <p:cNvSpPr txBox="1"/>
          <p:nvPr>
            <p:ph idx="1" type="subTitle"/>
          </p:nvPr>
        </p:nvSpPr>
        <p:spPr>
          <a:xfrm>
            <a:off x="533250" y="1925925"/>
            <a:ext cx="17073000" cy="4824900"/>
          </a:xfrm>
          <a:prstGeom prst="rect">
            <a:avLst/>
          </a:prstGeom>
          <a:noFill/>
          <a:ln>
            <a:noFill/>
          </a:ln>
        </p:spPr>
        <p:txBody>
          <a:bodyPr anchorCtr="0" anchor="t" bIns="182850" lIns="182850" spcFirstLastPara="1" rIns="182850" wrap="square" tIns="182850">
            <a:normAutofit fontScale="92500" lnSpcReduction="20000"/>
          </a:bodyPr>
          <a:lstStyle/>
          <a:p>
            <a:pPr indent="0" lvl="0" marL="0" rtl="0" algn="l">
              <a:lnSpc>
                <a:spcPct val="80000"/>
              </a:lnSpc>
              <a:spcBef>
                <a:spcPts val="600"/>
              </a:spcBef>
              <a:spcAft>
                <a:spcPts val="0"/>
              </a:spcAft>
              <a:buSzPct val="171924"/>
              <a:buNone/>
            </a:pPr>
            <a:r>
              <a:rPr lang="en-US" sz="3579">
                <a:solidFill>
                  <a:srgbClr val="000000"/>
                </a:solidFill>
                <a:latin typeface="Roboto"/>
                <a:ea typeface="Roboto"/>
                <a:cs typeface="Roboto"/>
                <a:sym typeface="Roboto"/>
              </a:rPr>
              <a:t>Es un software que permite ejecutar varias máquinas virtuales en un solo hardware físico, optimizando recursos y aumentando la flexibilidad. Ejemplo: VMware, Microsoft Hyper-V, KVM, que permiten a empresas consolidar servidores y facilitar la administración de recursos Existen 2 tipos. </a:t>
            </a:r>
            <a:endParaRPr sz="3579">
              <a:solidFill>
                <a:srgbClr val="000000"/>
              </a:solidFill>
              <a:latin typeface="Roboto"/>
              <a:ea typeface="Roboto"/>
              <a:cs typeface="Roboto"/>
              <a:sym typeface="Roboto"/>
            </a:endParaRPr>
          </a:p>
          <a:p>
            <a:pPr indent="0" lvl="0" marL="0" rtl="0" algn="l">
              <a:lnSpc>
                <a:spcPct val="80000"/>
              </a:lnSpc>
              <a:spcBef>
                <a:spcPts val="600"/>
              </a:spcBef>
              <a:spcAft>
                <a:spcPts val="0"/>
              </a:spcAft>
              <a:buSzPct val="171924"/>
              <a:buNone/>
            </a:pPr>
            <a:br>
              <a:rPr lang="en-US" sz="3579">
                <a:solidFill>
                  <a:srgbClr val="000000"/>
                </a:solidFill>
                <a:latin typeface="Roboto"/>
                <a:ea typeface="Roboto"/>
                <a:cs typeface="Roboto"/>
                <a:sym typeface="Roboto"/>
              </a:rPr>
            </a:br>
            <a:r>
              <a:rPr lang="en-US" sz="3579">
                <a:solidFill>
                  <a:srgbClr val="000000"/>
                </a:solidFill>
                <a:latin typeface="Roboto"/>
                <a:ea typeface="Roboto"/>
                <a:cs typeface="Roboto"/>
                <a:sym typeface="Roboto"/>
              </a:rPr>
              <a:t>Los hipervisores de tipo 1 o bare-metal, también conocidos como hipervisores nativos, se ejecutan directamente en el servidor y gestionan el sistema o sistemas operativos invitados. El software de virtualización se instala directamente en el hardware.</a:t>
            </a:r>
            <a:endParaRPr sz="3579">
              <a:solidFill>
                <a:srgbClr val="000000"/>
              </a:solidFill>
              <a:latin typeface="Roboto"/>
              <a:ea typeface="Roboto"/>
              <a:cs typeface="Roboto"/>
              <a:sym typeface="Roboto"/>
            </a:endParaRPr>
          </a:p>
          <a:p>
            <a:pPr indent="0" lvl="0" marL="0" rtl="0" algn="l">
              <a:lnSpc>
                <a:spcPct val="80000"/>
              </a:lnSpc>
              <a:spcBef>
                <a:spcPts val="600"/>
              </a:spcBef>
              <a:spcAft>
                <a:spcPts val="0"/>
              </a:spcAft>
              <a:buSzPct val="171924"/>
              <a:buNone/>
            </a:pPr>
            <a:r>
              <a:t/>
            </a:r>
            <a:endParaRPr sz="3579">
              <a:solidFill>
                <a:srgbClr val="000000"/>
              </a:solidFill>
              <a:latin typeface="Roboto"/>
              <a:ea typeface="Roboto"/>
              <a:cs typeface="Roboto"/>
              <a:sym typeface="Roboto"/>
            </a:endParaRPr>
          </a:p>
          <a:p>
            <a:pPr indent="0" lvl="0" marL="0" rtl="0" algn="l">
              <a:lnSpc>
                <a:spcPct val="80000"/>
              </a:lnSpc>
              <a:spcBef>
                <a:spcPts val="600"/>
              </a:spcBef>
              <a:spcAft>
                <a:spcPts val="0"/>
              </a:spcAft>
              <a:buSzPct val="171924"/>
              <a:buNone/>
            </a:pPr>
            <a:r>
              <a:rPr lang="en-US" sz="3579">
                <a:solidFill>
                  <a:srgbClr val="000000"/>
                </a:solidFill>
                <a:latin typeface="Roboto"/>
                <a:ea typeface="Roboto"/>
                <a:cs typeface="Roboto"/>
                <a:sym typeface="Roboto"/>
              </a:rPr>
              <a:t>Los hipervisores de tipo 2 o hipervisores alojados se ejecutan como una capa de software por encima del sistema operativo de la host machine; y también se pueden instalar sistemas operativos adicionales por encima. Se usan para abstraer los sistemas operativos invitados del OS principal.</a:t>
            </a:r>
            <a:endParaRPr sz="3579">
              <a:solidFill>
                <a:srgbClr val="000000"/>
              </a:solidFill>
              <a:latin typeface="Roboto"/>
              <a:ea typeface="Roboto"/>
              <a:cs typeface="Roboto"/>
              <a:sym typeface="Roboto"/>
            </a:endParaRPr>
          </a:p>
        </p:txBody>
      </p:sp>
      <p:pic>
        <p:nvPicPr>
          <p:cNvPr id="182" name="Google Shape;182;g35c618dc18f_0_6"/>
          <p:cNvPicPr preferRelativeResize="0"/>
          <p:nvPr/>
        </p:nvPicPr>
        <p:blipFill>
          <a:blip r:embed="rId3">
            <a:alphaModFix/>
          </a:blip>
          <a:stretch>
            <a:fillRect/>
          </a:stretch>
        </p:blipFill>
        <p:spPr>
          <a:xfrm>
            <a:off x="7961075" y="6018075"/>
            <a:ext cx="5593199" cy="38810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5c618dc18f_0_14"/>
          <p:cNvSpPr txBox="1"/>
          <p:nvPr>
            <p:ph type="ctrTitle"/>
          </p:nvPr>
        </p:nvSpPr>
        <p:spPr>
          <a:xfrm>
            <a:off x="3524400" y="614100"/>
            <a:ext cx="12471000" cy="2303400"/>
          </a:xfrm>
          <a:prstGeom prst="rect">
            <a:avLst/>
          </a:prstGeom>
          <a:noFill/>
          <a:ln>
            <a:noFill/>
          </a:ln>
        </p:spPr>
        <p:txBody>
          <a:bodyPr anchorCtr="0" anchor="ctr" bIns="182850" lIns="182850" spcFirstLastPara="1" rIns="182850" wrap="square" tIns="182850">
            <a:normAutofit fontScale="90000"/>
          </a:bodyPr>
          <a:lstStyle/>
          <a:p>
            <a:pPr indent="0" lvl="0" marL="0" rtl="0" algn="ctr">
              <a:lnSpc>
                <a:spcPct val="100000"/>
              </a:lnSpc>
              <a:spcBef>
                <a:spcPts val="0"/>
              </a:spcBef>
              <a:spcAft>
                <a:spcPts val="0"/>
              </a:spcAft>
              <a:buSzPct val="100000"/>
              <a:buNone/>
            </a:pPr>
            <a:r>
              <a:rPr lang="en-US"/>
              <a:t>Utiliarios</a:t>
            </a:r>
            <a:endParaRPr/>
          </a:p>
          <a:p>
            <a:pPr indent="0" lvl="0" marL="0" rtl="0" algn="ctr">
              <a:lnSpc>
                <a:spcPct val="100000"/>
              </a:lnSpc>
              <a:spcBef>
                <a:spcPts val="0"/>
              </a:spcBef>
              <a:spcAft>
                <a:spcPts val="0"/>
              </a:spcAft>
              <a:buSzPct val="100000"/>
              <a:buNone/>
            </a:pPr>
            <a:r>
              <a:t/>
            </a:r>
            <a:endParaRPr/>
          </a:p>
        </p:txBody>
      </p:sp>
      <p:sp>
        <p:nvSpPr>
          <p:cNvPr id="188" name="Google Shape;188;g35c618dc18f_0_14"/>
          <p:cNvSpPr txBox="1"/>
          <p:nvPr>
            <p:ph idx="1" type="subTitle"/>
          </p:nvPr>
        </p:nvSpPr>
        <p:spPr>
          <a:xfrm>
            <a:off x="1949425" y="2909400"/>
            <a:ext cx="14653500" cy="4468200"/>
          </a:xfrm>
          <a:prstGeom prst="rect">
            <a:avLst/>
          </a:prstGeom>
          <a:noFill/>
          <a:ln>
            <a:noFill/>
          </a:ln>
        </p:spPr>
        <p:txBody>
          <a:bodyPr anchorCtr="0" anchor="t" bIns="182850" lIns="182850" spcFirstLastPara="1" rIns="182850" wrap="square" tIns="182850">
            <a:normAutofit/>
          </a:bodyPr>
          <a:lstStyle/>
          <a:p>
            <a:pPr indent="0" lvl="0" marL="0" rtl="0" algn="l">
              <a:lnSpc>
                <a:spcPct val="80000"/>
              </a:lnSpc>
              <a:spcBef>
                <a:spcPts val="600"/>
              </a:spcBef>
              <a:spcAft>
                <a:spcPts val="0"/>
              </a:spcAft>
              <a:buSzPts val="6154"/>
              <a:buNone/>
            </a:pPr>
            <a:r>
              <a:rPr lang="en-US" sz="4279">
                <a:solidFill>
                  <a:srgbClr val="000000"/>
                </a:solidFill>
                <a:latin typeface="Roboto"/>
                <a:ea typeface="Roboto"/>
                <a:cs typeface="Roboto"/>
                <a:sym typeface="Roboto"/>
              </a:rPr>
              <a:t>Son programas diseñados para realizar tareas de mantenimiento y optimización del sistema, como antivirus, desfragmentadores de disco y herramientas de respaldo</a:t>
            </a:r>
            <a:endParaRPr sz="100"/>
          </a:p>
        </p:txBody>
      </p:sp>
      <p:pic>
        <p:nvPicPr>
          <p:cNvPr id="189" name="Google Shape;189;g35c618dc18f_0_14"/>
          <p:cNvPicPr preferRelativeResize="0"/>
          <p:nvPr/>
        </p:nvPicPr>
        <p:blipFill>
          <a:blip r:embed="rId3">
            <a:alphaModFix/>
          </a:blip>
          <a:stretch>
            <a:fillRect/>
          </a:stretch>
        </p:blipFill>
        <p:spPr>
          <a:xfrm>
            <a:off x="6721113" y="5551125"/>
            <a:ext cx="4845775" cy="2713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5c4bec6024_1_14"/>
          <p:cNvSpPr txBox="1"/>
          <p:nvPr>
            <p:ph type="ctrTitle"/>
          </p:nvPr>
        </p:nvSpPr>
        <p:spPr>
          <a:xfrm>
            <a:off x="2683125" y="985750"/>
            <a:ext cx="14220900" cy="1995000"/>
          </a:xfrm>
          <a:prstGeom prst="rect">
            <a:avLst/>
          </a:prstGeom>
          <a:noFill/>
          <a:ln>
            <a:noFill/>
          </a:ln>
        </p:spPr>
        <p:txBody>
          <a:bodyPr anchorCtr="0" anchor="ctr" bIns="182850" lIns="182850" spcFirstLastPara="1" rIns="182850" wrap="square" tIns="182850">
            <a:normAutofit/>
          </a:bodyPr>
          <a:lstStyle/>
          <a:p>
            <a:pPr indent="0" lvl="0" marL="0" rtl="0" algn="ctr">
              <a:lnSpc>
                <a:spcPct val="100000"/>
              </a:lnSpc>
              <a:spcBef>
                <a:spcPts val="0"/>
              </a:spcBef>
              <a:spcAft>
                <a:spcPts val="0"/>
              </a:spcAft>
              <a:buSzPts val="7600"/>
              <a:buNone/>
            </a:pPr>
            <a:r>
              <a:rPr lang="en-US"/>
              <a:t>ERP</a:t>
            </a:r>
            <a:endParaRPr/>
          </a:p>
        </p:txBody>
      </p:sp>
      <p:sp>
        <p:nvSpPr>
          <p:cNvPr id="195" name="Google Shape;195;g35c4bec6024_1_14"/>
          <p:cNvSpPr txBox="1"/>
          <p:nvPr>
            <p:ph idx="1" type="subTitle"/>
          </p:nvPr>
        </p:nvSpPr>
        <p:spPr>
          <a:xfrm>
            <a:off x="584075" y="2421775"/>
            <a:ext cx="16783500" cy="5841600"/>
          </a:xfrm>
          <a:prstGeom prst="rect">
            <a:avLst/>
          </a:prstGeom>
          <a:noFill/>
          <a:ln>
            <a:noFill/>
          </a:ln>
        </p:spPr>
        <p:txBody>
          <a:bodyPr anchorCtr="0" anchor="t" bIns="182850" lIns="182850" spcFirstLastPara="1" rIns="182850" wrap="square" tIns="182850">
            <a:normAutofit/>
          </a:bodyPr>
          <a:lstStyle/>
          <a:p>
            <a:pPr indent="0" lvl="0" marL="457200" rtl="0" algn="l">
              <a:lnSpc>
                <a:spcPct val="115000"/>
              </a:lnSpc>
              <a:spcBef>
                <a:spcPts val="0"/>
              </a:spcBef>
              <a:spcAft>
                <a:spcPts val="0"/>
              </a:spcAft>
              <a:buNone/>
            </a:pPr>
            <a:r>
              <a:rPr lang="en-US" sz="2980">
                <a:solidFill>
                  <a:srgbClr val="000000"/>
                </a:solidFill>
                <a:latin typeface="Roboto"/>
                <a:ea typeface="Roboto"/>
                <a:cs typeface="Roboto"/>
                <a:sym typeface="Roboto"/>
              </a:rPr>
              <a:t>Los sistemas ERP (Planificación de Recursos Empresariales) son plataformas de software integradas que permiten a las organizaciones gestionar de forma centralizada y automatizada sus procesos clave, como finanzas, contabilidad, logística, recursos humanos, compras, ventas y producción. Estos sistemas unifican la información en una única base de datos compartida, lo que permite una visión global de la empresa en tiempo real, mejora la toma de decisiones estratégicas, reduce errores por duplicidad de datos y optimiza los recursos. El ERP es esencial para empresas medianas y grandes que buscan estandarizar sus operaciones y aumentar su eficiencia operativa.</a:t>
            </a:r>
            <a:endParaRPr sz="2980">
              <a:solidFill>
                <a:srgbClr val="000000"/>
              </a:solidFill>
              <a:latin typeface="Roboto"/>
              <a:ea typeface="Roboto"/>
              <a:cs typeface="Roboto"/>
              <a:sym typeface="Roboto"/>
            </a:endParaRPr>
          </a:p>
          <a:p>
            <a:pPr indent="0" lvl="0" marL="0" rtl="0" algn="ctr">
              <a:lnSpc>
                <a:spcPct val="100000"/>
              </a:lnSpc>
              <a:spcBef>
                <a:spcPts val="600"/>
              </a:spcBef>
              <a:spcAft>
                <a:spcPts val="0"/>
              </a:spcAft>
              <a:buSzPts val="3200"/>
              <a:buNone/>
            </a:pPr>
            <a:r>
              <a:t/>
            </a:r>
            <a:endParaRPr/>
          </a:p>
        </p:txBody>
      </p:sp>
      <p:pic>
        <p:nvPicPr>
          <p:cNvPr id="196" name="Google Shape;196;g35c4bec6024_1_14"/>
          <p:cNvPicPr preferRelativeResize="0"/>
          <p:nvPr/>
        </p:nvPicPr>
        <p:blipFill>
          <a:blip r:embed="rId3">
            <a:alphaModFix/>
          </a:blip>
          <a:stretch>
            <a:fillRect/>
          </a:stretch>
        </p:blipFill>
        <p:spPr>
          <a:xfrm>
            <a:off x="7213650" y="6239500"/>
            <a:ext cx="6029000" cy="3539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5ce2a68948_0_1"/>
          <p:cNvSpPr txBox="1"/>
          <p:nvPr>
            <p:ph type="ctrTitle"/>
          </p:nvPr>
        </p:nvSpPr>
        <p:spPr>
          <a:xfrm>
            <a:off x="2683125" y="985750"/>
            <a:ext cx="14220900" cy="1995000"/>
          </a:xfrm>
          <a:prstGeom prst="rect">
            <a:avLst/>
          </a:prstGeom>
          <a:noFill/>
          <a:ln>
            <a:noFill/>
          </a:ln>
        </p:spPr>
        <p:txBody>
          <a:bodyPr anchorCtr="0" anchor="ctr" bIns="182850" lIns="182850" spcFirstLastPara="1" rIns="182850" wrap="square" tIns="182850">
            <a:normAutofit/>
          </a:bodyPr>
          <a:lstStyle/>
          <a:p>
            <a:pPr indent="0" lvl="0" marL="0" rtl="0" algn="ctr">
              <a:lnSpc>
                <a:spcPct val="100000"/>
              </a:lnSpc>
              <a:spcBef>
                <a:spcPts val="0"/>
              </a:spcBef>
              <a:spcAft>
                <a:spcPts val="0"/>
              </a:spcAft>
              <a:buSzPts val="7600"/>
              <a:buNone/>
            </a:pPr>
            <a:r>
              <a:rPr lang="en-US"/>
              <a:t> CRM</a:t>
            </a:r>
            <a:endParaRPr/>
          </a:p>
        </p:txBody>
      </p:sp>
      <p:sp>
        <p:nvSpPr>
          <p:cNvPr id="202" name="Google Shape;202;g35ce2a68948_0_1"/>
          <p:cNvSpPr txBox="1"/>
          <p:nvPr>
            <p:ph idx="1" type="subTitle"/>
          </p:nvPr>
        </p:nvSpPr>
        <p:spPr>
          <a:xfrm>
            <a:off x="584075" y="2421775"/>
            <a:ext cx="16783500" cy="5841600"/>
          </a:xfrm>
          <a:prstGeom prst="rect">
            <a:avLst/>
          </a:prstGeom>
          <a:noFill/>
          <a:ln>
            <a:noFill/>
          </a:ln>
        </p:spPr>
        <p:txBody>
          <a:bodyPr anchorCtr="0" anchor="t" bIns="182850" lIns="182850" spcFirstLastPara="1" rIns="182850" wrap="square" tIns="182850">
            <a:normAutofit/>
          </a:bodyPr>
          <a:lstStyle/>
          <a:p>
            <a:pPr indent="0" lvl="0" marL="457200" rtl="0" algn="l">
              <a:lnSpc>
                <a:spcPct val="115000"/>
              </a:lnSpc>
              <a:spcBef>
                <a:spcPts val="0"/>
              </a:spcBef>
              <a:spcAft>
                <a:spcPts val="0"/>
              </a:spcAft>
              <a:buNone/>
            </a:pPr>
            <a:r>
              <a:rPr lang="en-US" sz="2980">
                <a:solidFill>
                  <a:srgbClr val="000000"/>
                </a:solidFill>
                <a:latin typeface="Roboto"/>
                <a:ea typeface="Roboto"/>
                <a:cs typeface="Roboto"/>
                <a:sym typeface="Roboto"/>
              </a:rPr>
              <a:t>El CRM (Gestión de Relaciones con Clientes) es un tipo de software diseñado para centralizar y gestionar toda la información relacionada con los clientes actuales y potenciales de una empresa. Su propósito es mejorar la interacción con los clientes, fidelizarlos, entender mejor sus necesidades y optimizar los procesos de ventas, marketing y servicio postventa. Gracias a un CRM, las organizaciones pueden llevar un seguimiento detallado de cada contacto, automatizar campañas publicitarias, registrar interacciones y generar reportes sobre el comportamiento de compra, lo que incrementa significativamente la rentabilidad y satisfacción del cliente.</a:t>
            </a:r>
            <a:endParaRPr sz="2980">
              <a:solidFill>
                <a:srgbClr val="000000"/>
              </a:solidFill>
              <a:latin typeface="Roboto"/>
              <a:ea typeface="Roboto"/>
              <a:cs typeface="Roboto"/>
              <a:sym typeface="Roboto"/>
            </a:endParaRPr>
          </a:p>
          <a:p>
            <a:pPr indent="0" lvl="0" marL="0" rtl="0" algn="ctr">
              <a:lnSpc>
                <a:spcPct val="100000"/>
              </a:lnSpc>
              <a:spcBef>
                <a:spcPts val="600"/>
              </a:spcBef>
              <a:spcAft>
                <a:spcPts val="0"/>
              </a:spcAft>
              <a:buSzPts val="3200"/>
              <a:buNone/>
            </a:pPr>
            <a:r>
              <a:t/>
            </a:r>
            <a:endParaRPr/>
          </a:p>
        </p:txBody>
      </p:sp>
      <p:pic>
        <p:nvPicPr>
          <p:cNvPr id="203" name="Google Shape;203;g35ce2a68948_0_1"/>
          <p:cNvPicPr preferRelativeResize="0"/>
          <p:nvPr/>
        </p:nvPicPr>
        <p:blipFill>
          <a:blip r:embed="rId3">
            <a:alphaModFix/>
          </a:blip>
          <a:stretch>
            <a:fillRect/>
          </a:stretch>
        </p:blipFill>
        <p:spPr>
          <a:xfrm>
            <a:off x="8105900" y="6317975"/>
            <a:ext cx="5232025" cy="3366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5ce2a68948_0_10"/>
          <p:cNvSpPr txBox="1"/>
          <p:nvPr>
            <p:ph type="ctrTitle"/>
          </p:nvPr>
        </p:nvSpPr>
        <p:spPr>
          <a:xfrm>
            <a:off x="2683125" y="985750"/>
            <a:ext cx="14220900" cy="1995000"/>
          </a:xfrm>
          <a:prstGeom prst="rect">
            <a:avLst/>
          </a:prstGeom>
          <a:noFill/>
          <a:ln>
            <a:noFill/>
          </a:ln>
        </p:spPr>
        <p:txBody>
          <a:bodyPr anchorCtr="0" anchor="ctr" bIns="182850" lIns="182850" spcFirstLastPara="1" rIns="182850" wrap="square" tIns="182850">
            <a:normAutofit/>
          </a:bodyPr>
          <a:lstStyle/>
          <a:p>
            <a:pPr indent="0" lvl="0" marL="0" rtl="0" algn="ctr">
              <a:lnSpc>
                <a:spcPct val="100000"/>
              </a:lnSpc>
              <a:spcBef>
                <a:spcPts val="0"/>
              </a:spcBef>
              <a:spcAft>
                <a:spcPts val="0"/>
              </a:spcAft>
              <a:buSzPts val="7600"/>
              <a:buNone/>
            </a:pPr>
            <a:r>
              <a:rPr lang="en-US"/>
              <a:t>WMS</a:t>
            </a:r>
            <a:endParaRPr/>
          </a:p>
        </p:txBody>
      </p:sp>
      <p:sp>
        <p:nvSpPr>
          <p:cNvPr id="209" name="Google Shape;209;g35ce2a68948_0_10"/>
          <p:cNvSpPr txBox="1"/>
          <p:nvPr>
            <p:ph idx="1" type="subTitle"/>
          </p:nvPr>
        </p:nvSpPr>
        <p:spPr>
          <a:xfrm>
            <a:off x="584075" y="2421775"/>
            <a:ext cx="16783500" cy="5841600"/>
          </a:xfrm>
          <a:prstGeom prst="rect">
            <a:avLst/>
          </a:prstGeom>
          <a:noFill/>
          <a:ln>
            <a:noFill/>
          </a:ln>
        </p:spPr>
        <p:txBody>
          <a:bodyPr anchorCtr="0" anchor="t" bIns="182850" lIns="182850" spcFirstLastPara="1" rIns="182850" wrap="square" tIns="182850">
            <a:normAutofit/>
          </a:bodyPr>
          <a:lstStyle/>
          <a:p>
            <a:pPr indent="0" lvl="0" marL="457200" rtl="0" algn="l">
              <a:lnSpc>
                <a:spcPct val="115000"/>
              </a:lnSpc>
              <a:spcBef>
                <a:spcPts val="0"/>
              </a:spcBef>
              <a:spcAft>
                <a:spcPts val="0"/>
              </a:spcAft>
              <a:buNone/>
            </a:pPr>
            <a:r>
              <a:rPr lang="en-US" sz="2980">
                <a:solidFill>
                  <a:srgbClr val="000000"/>
                </a:solidFill>
                <a:latin typeface="Roboto"/>
                <a:ea typeface="Roboto"/>
                <a:cs typeface="Roboto"/>
                <a:sym typeface="Roboto"/>
              </a:rPr>
              <a:t>El WMS (Sistema de Gestión de Almacenes) es un software especializado que controla y optimiza todas las operaciones que ocurren dentro de un almacén o centro de distribución. Su función principal es garantizar el flujo eficiente de mercancías, desde la recepción de productos hasta su almacenamiento, inventario, preparación de pedidos (picking) y despacho. Estos sistemas ayudan a minimizar errores, reducir costos operativos y mejorar la trazabilidad de productos, al tiempo que ofrecen visibilidad en tiempo real del estado del inventario. El WMS es vital para empresas con altos volúmenes logísticos y cadenas de suministro complejas.</a:t>
            </a:r>
            <a:endParaRPr sz="2980">
              <a:solidFill>
                <a:srgbClr val="000000"/>
              </a:solidFill>
              <a:latin typeface="Roboto"/>
              <a:ea typeface="Roboto"/>
              <a:cs typeface="Roboto"/>
              <a:sym typeface="Roboto"/>
            </a:endParaRPr>
          </a:p>
          <a:p>
            <a:pPr indent="0" lvl="0" marL="0" rtl="0" algn="ctr">
              <a:lnSpc>
                <a:spcPct val="100000"/>
              </a:lnSpc>
              <a:spcBef>
                <a:spcPts val="600"/>
              </a:spcBef>
              <a:spcAft>
                <a:spcPts val="0"/>
              </a:spcAft>
              <a:buSzPts val="3200"/>
              <a:buNone/>
            </a:pPr>
            <a:r>
              <a:t/>
            </a:r>
            <a:endParaRPr/>
          </a:p>
        </p:txBody>
      </p:sp>
      <p:pic>
        <p:nvPicPr>
          <p:cNvPr id="210" name="Google Shape;210;g35ce2a68948_0_10"/>
          <p:cNvPicPr preferRelativeResize="0"/>
          <p:nvPr/>
        </p:nvPicPr>
        <p:blipFill>
          <a:blip r:embed="rId3">
            <a:alphaModFix/>
          </a:blip>
          <a:stretch>
            <a:fillRect/>
          </a:stretch>
        </p:blipFill>
        <p:spPr>
          <a:xfrm>
            <a:off x="7233325" y="6303999"/>
            <a:ext cx="4668749" cy="3319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5ce2a68948_0_19"/>
          <p:cNvSpPr txBox="1"/>
          <p:nvPr>
            <p:ph type="ctrTitle"/>
          </p:nvPr>
        </p:nvSpPr>
        <p:spPr>
          <a:xfrm>
            <a:off x="2191375" y="0"/>
            <a:ext cx="14220900" cy="1995000"/>
          </a:xfrm>
          <a:prstGeom prst="rect">
            <a:avLst/>
          </a:prstGeom>
          <a:noFill/>
          <a:ln>
            <a:noFill/>
          </a:ln>
        </p:spPr>
        <p:txBody>
          <a:bodyPr anchorCtr="0" anchor="ctr" bIns="182850" lIns="182850" spcFirstLastPara="1" rIns="182850" wrap="square" tIns="182850">
            <a:normAutofit/>
          </a:bodyPr>
          <a:lstStyle/>
          <a:p>
            <a:pPr indent="0" lvl="0" marL="0" rtl="0" algn="ctr">
              <a:lnSpc>
                <a:spcPct val="100000"/>
              </a:lnSpc>
              <a:spcBef>
                <a:spcPts val="0"/>
              </a:spcBef>
              <a:spcAft>
                <a:spcPts val="0"/>
              </a:spcAft>
              <a:buSzPts val="7600"/>
              <a:buNone/>
            </a:pPr>
            <a:r>
              <a:rPr lang="en-US"/>
              <a:t> Software Ofimático</a:t>
            </a:r>
            <a:endParaRPr/>
          </a:p>
        </p:txBody>
      </p:sp>
      <p:sp>
        <p:nvSpPr>
          <p:cNvPr id="216" name="Google Shape;216;g35ce2a68948_0_19"/>
          <p:cNvSpPr txBox="1"/>
          <p:nvPr>
            <p:ph idx="1" type="subTitle"/>
          </p:nvPr>
        </p:nvSpPr>
        <p:spPr>
          <a:xfrm>
            <a:off x="308675" y="2087400"/>
            <a:ext cx="16783500" cy="5841600"/>
          </a:xfrm>
          <a:prstGeom prst="rect">
            <a:avLst/>
          </a:prstGeom>
          <a:noFill/>
          <a:ln>
            <a:noFill/>
          </a:ln>
        </p:spPr>
        <p:txBody>
          <a:bodyPr anchorCtr="0" anchor="t" bIns="182850" lIns="182850" spcFirstLastPara="1" rIns="182850" wrap="square" tIns="182850">
            <a:normAutofit/>
          </a:bodyPr>
          <a:lstStyle/>
          <a:p>
            <a:pPr indent="0" lvl="0" marL="0" rtl="0" algn="l">
              <a:lnSpc>
                <a:spcPct val="115000"/>
              </a:lnSpc>
              <a:spcBef>
                <a:spcPts val="1200"/>
              </a:spcBef>
              <a:spcAft>
                <a:spcPts val="0"/>
              </a:spcAft>
              <a:buNone/>
            </a:pPr>
            <a:r>
              <a:rPr lang="en-US" sz="2980">
                <a:solidFill>
                  <a:srgbClr val="000000"/>
                </a:solidFill>
                <a:latin typeface="Roboto"/>
                <a:ea typeface="Roboto"/>
                <a:cs typeface="Roboto"/>
                <a:sym typeface="Roboto"/>
              </a:rPr>
              <a:t>El software ofimático es un conjunto de herramientas digitales diseñadas para facilitar las tareas rutinarias de oficina, como la redacción de documentos, elaboración de hojas de cálculo, creación de presentaciones, gestión de correos electrónicos y bases de datos sencillas. Estos programas son esenciales para cualquier entorno administrativo o profesional, ya que mejoran la productividad individual y grupal, permiten el trabajo colaborativo y simplifican la organización de la información. Con la evolución del trabajo remoto, muchas suites ofimáticas ahora están basadas en la nube, lo que permite el acceso y edición de documentos desde cualquier lugar y dispositivo.</a:t>
            </a:r>
            <a:endParaRPr sz="2980">
              <a:solidFill>
                <a:srgbClr val="000000"/>
              </a:solidFill>
              <a:latin typeface="Roboto"/>
              <a:ea typeface="Roboto"/>
              <a:cs typeface="Roboto"/>
              <a:sym typeface="Roboto"/>
            </a:endParaRPr>
          </a:p>
          <a:p>
            <a:pPr indent="0" lvl="0" marL="0" rtl="0" algn="ctr">
              <a:lnSpc>
                <a:spcPct val="100000"/>
              </a:lnSpc>
              <a:spcBef>
                <a:spcPts val="1200"/>
              </a:spcBef>
              <a:spcAft>
                <a:spcPts val="0"/>
              </a:spcAft>
              <a:buSzPts val="3200"/>
              <a:buNone/>
            </a:pPr>
            <a:r>
              <a:t/>
            </a:r>
            <a:endParaRPr sz="2980">
              <a:solidFill>
                <a:srgbClr val="000000"/>
              </a:solidFill>
              <a:latin typeface="Roboto"/>
              <a:ea typeface="Roboto"/>
              <a:cs typeface="Roboto"/>
              <a:sym typeface="Roboto"/>
            </a:endParaRPr>
          </a:p>
        </p:txBody>
      </p:sp>
      <p:pic>
        <p:nvPicPr>
          <p:cNvPr id="217" name="Google Shape;217;g35ce2a68948_0_19"/>
          <p:cNvPicPr preferRelativeResize="0"/>
          <p:nvPr/>
        </p:nvPicPr>
        <p:blipFill>
          <a:blip r:embed="rId3">
            <a:alphaModFix/>
          </a:blip>
          <a:stretch>
            <a:fillRect/>
          </a:stretch>
        </p:blipFill>
        <p:spPr>
          <a:xfrm>
            <a:off x="8393800" y="5983800"/>
            <a:ext cx="4117150" cy="35704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5c4bec6024_1_24"/>
          <p:cNvSpPr txBox="1"/>
          <p:nvPr>
            <p:ph type="ctrTitle"/>
          </p:nvPr>
        </p:nvSpPr>
        <p:spPr>
          <a:xfrm>
            <a:off x="1851125" y="636275"/>
            <a:ext cx="15302700" cy="2896200"/>
          </a:xfrm>
          <a:prstGeom prst="rect">
            <a:avLst/>
          </a:prstGeom>
          <a:noFill/>
          <a:ln>
            <a:noFill/>
          </a:ln>
        </p:spPr>
        <p:txBody>
          <a:bodyPr anchorCtr="0" anchor="ctr" bIns="182850" lIns="182850" spcFirstLastPara="1" rIns="182850" wrap="square" tIns="182850">
            <a:normAutofit/>
          </a:bodyPr>
          <a:lstStyle/>
          <a:p>
            <a:pPr indent="0" lvl="0" marL="0" rtl="0" algn="ctr">
              <a:lnSpc>
                <a:spcPct val="100000"/>
              </a:lnSpc>
              <a:spcBef>
                <a:spcPts val="0"/>
              </a:spcBef>
              <a:spcAft>
                <a:spcPts val="0"/>
              </a:spcAft>
              <a:buSzPts val="7600"/>
              <a:buNone/>
            </a:pPr>
            <a:r>
              <a:rPr lang="en-US"/>
              <a:t>Software de </a:t>
            </a:r>
            <a:r>
              <a:rPr lang="en-US"/>
              <a:t>programación</a:t>
            </a:r>
            <a:endParaRPr/>
          </a:p>
        </p:txBody>
      </p:sp>
      <p:sp>
        <p:nvSpPr>
          <p:cNvPr id="223" name="Google Shape;223;g35c4bec6024_1_24"/>
          <p:cNvSpPr txBox="1"/>
          <p:nvPr>
            <p:ph idx="1" type="subTitle"/>
          </p:nvPr>
        </p:nvSpPr>
        <p:spPr>
          <a:xfrm>
            <a:off x="584575" y="2738425"/>
            <a:ext cx="16569300" cy="4759800"/>
          </a:xfrm>
          <a:prstGeom prst="rect">
            <a:avLst/>
          </a:prstGeom>
          <a:noFill/>
          <a:ln>
            <a:noFill/>
          </a:ln>
        </p:spPr>
        <p:txBody>
          <a:bodyPr anchorCtr="0" anchor="t" bIns="182850" lIns="182850" spcFirstLastPara="1" rIns="182850" wrap="square" tIns="182850">
            <a:noAutofit/>
          </a:bodyPr>
          <a:lstStyle/>
          <a:p>
            <a:pPr indent="0" lvl="0" marL="0" rtl="0" algn="l">
              <a:lnSpc>
                <a:spcPct val="100000"/>
              </a:lnSpc>
              <a:spcBef>
                <a:spcPts val="600"/>
              </a:spcBef>
              <a:spcAft>
                <a:spcPts val="0"/>
              </a:spcAft>
              <a:buNone/>
            </a:pPr>
            <a:r>
              <a:rPr lang="en-US" sz="4300">
                <a:solidFill>
                  <a:srgbClr val="000000"/>
                </a:solidFill>
                <a:latin typeface="Roboto"/>
                <a:ea typeface="Roboto"/>
                <a:cs typeface="Roboto"/>
                <a:sym typeface="Roboto"/>
              </a:rPr>
              <a:t>Son aquellas herramientas y entornos que permiten desarrollar otros programas y aplicaciones. Incluyen editores de código, compiladores, entornos de desarrollo integrados (IDE) y depuradores.</a:t>
            </a:r>
            <a:endParaRPr sz="4300">
              <a:solidFill>
                <a:srgbClr val="000000"/>
              </a:solidFill>
              <a:latin typeface="Roboto"/>
              <a:ea typeface="Roboto"/>
              <a:cs typeface="Roboto"/>
              <a:sym typeface="Roboto"/>
            </a:endParaRPr>
          </a:p>
        </p:txBody>
      </p:sp>
      <p:pic>
        <p:nvPicPr>
          <p:cNvPr id="224" name="Google Shape;224;g35c4bec6024_1_24"/>
          <p:cNvPicPr preferRelativeResize="0"/>
          <p:nvPr/>
        </p:nvPicPr>
        <p:blipFill>
          <a:blip r:embed="rId3">
            <a:alphaModFix/>
          </a:blip>
          <a:stretch>
            <a:fillRect/>
          </a:stretch>
        </p:blipFill>
        <p:spPr>
          <a:xfrm>
            <a:off x="10498425" y="5645995"/>
            <a:ext cx="6143925" cy="3516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5c4bec6024_1_19"/>
          <p:cNvSpPr txBox="1"/>
          <p:nvPr>
            <p:ph type="ctrTitle"/>
          </p:nvPr>
        </p:nvSpPr>
        <p:spPr>
          <a:xfrm>
            <a:off x="1221325" y="532800"/>
            <a:ext cx="16010700" cy="2896200"/>
          </a:xfrm>
          <a:prstGeom prst="rect">
            <a:avLst/>
          </a:prstGeom>
          <a:noFill/>
          <a:ln>
            <a:noFill/>
          </a:ln>
        </p:spPr>
        <p:txBody>
          <a:bodyPr anchorCtr="0" anchor="ctr" bIns="182850" lIns="182850" spcFirstLastPara="1" rIns="182850" wrap="square" tIns="182850">
            <a:normAutofit/>
          </a:bodyPr>
          <a:lstStyle/>
          <a:p>
            <a:pPr indent="0" lvl="0" marL="0" rtl="0" algn="ctr">
              <a:lnSpc>
                <a:spcPct val="100000"/>
              </a:lnSpc>
              <a:spcBef>
                <a:spcPts val="0"/>
              </a:spcBef>
              <a:spcAft>
                <a:spcPts val="0"/>
              </a:spcAft>
              <a:buSzPts val="7600"/>
              <a:buNone/>
            </a:pPr>
            <a:r>
              <a:rPr lang="en-US"/>
              <a:t>Aplicaciones de </a:t>
            </a:r>
            <a:endParaRPr/>
          </a:p>
          <a:p>
            <a:pPr indent="0" lvl="0" marL="0" rtl="0" algn="ctr">
              <a:lnSpc>
                <a:spcPct val="100000"/>
              </a:lnSpc>
              <a:spcBef>
                <a:spcPts val="0"/>
              </a:spcBef>
              <a:spcAft>
                <a:spcPts val="0"/>
              </a:spcAft>
              <a:buSzPts val="7600"/>
              <a:buNone/>
            </a:pPr>
            <a:r>
              <a:rPr lang="en-US"/>
              <a:t>Control de Calidad y Seguridad</a:t>
            </a:r>
            <a:endParaRPr/>
          </a:p>
        </p:txBody>
      </p:sp>
      <p:sp>
        <p:nvSpPr>
          <p:cNvPr id="230" name="Google Shape;230;g35c4bec6024_1_19"/>
          <p:cNvSpPr txBox="1"/>
          <p:nvPr>
            <p:ph idx="1" type="subTitle"/>
          </p:nvPr>
        </p:nvSpPr>
        <p:spPr>
          <a:xfrm>
            <a:off x="688500" y="4732825"/>
            <a:ext cx="16010700" cy="4558500"/>
          </a:xfrm>
          <a:prstGeom prst="rect">
            <a:avLst/>
          </a:prstGeom>
          <a:noFill/>
          <a:ln>
            <a:noFill/>
          </a:ln>
        </p:spPr>
        <p:txBody>
          <a:bodyPr anchorCtr="0" anchor="t" bIns="182850" lIns="182850" spcFirstLastPara="1" rIns="182850" wrap="square" tIns="182850">
            <a:normAutofit/>
          </a:bodyPr>
          <a:lstStyle/>
          <a:p>
            <a:pPr indent="0" lvl="0" marL="0" rtl="0" algn="l">
              <a:lnSpc>
                <a:spcPct val="115000"/>
              </a:lnSpc>
              <a:spcBef>
                <a:spcPts val="0"/>
              </a:spcBef>
              <a:spcAft>
                <a:spcPts val="0"/>
              </a:spcAft>
              <a:buNone/>
            </a:pPr>
            <a:r>
              <a:rPr lang="en-US" sz="2800">
                <a:solidFill>
                  <a:srgbClr val="000000"/>
                </a:solidFill>
                <a:latin typeface="Roboto"/>
                <a:ea typeface="Roboto"/>
                <a:cs typeface="Roboto"/>
                <a:sym typeface="Roboto"/>
              </a:rPr>
              <a:t>Es aquel software especializado en asegurar que los productos y procesos cumplan estándares de calidad y seguridad. Incluyen sistemas de gestión de calidad (QMS) y aplicaciones de cumplimiento normativo.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35c4bec6024_1_29"/>
          <p:cNvSpPr txBox="1"/>
          <p:nvPr>
            <p:ph type="ctrTitle"/>
          </p:nvPr>
        </p:nvSpPr>
        <p:spPr>
          <a:xfrm>
            <a:off x="4051775" y="515800"/>
            <a:ext cx="10722600" cy="1580700"/>
          </a:xfrm>
          <a:prstGeom prst="rect">
            <a:avLst/>
          </a:prstGeom>
          <a:noFill/>
          <a:ln>
            <a:noFill/>
          </a:ln>
        </p:spPr>
        <p:txBody>
          <a:bodyPr anchorCtr="0" anchor="ctr" bIns="182850" lIns="182850" spcFirstLastPara="1" rIns="182850" wrap="square" tIns="182850">
            <a:normAutofit/>
          </a:bodyPr>
          <a:lstStyle/>
          <a:p>
            <a:pPr indent="0" lvl="0" marL="0" rtl="0" algn="ctr">
              <a:lnSpc>
                <a:spcPct val="100000"/>
              </a:lnSpc>
              <a:spcBef>
                <a:spcPts val="0"/>
              </a:spcBef>
              <a:spcAft>
                <a:spcPts val="0"/>
              </a:spcAft>
              <a:buSzPts val="7600"/>
              <a:buNone/>
            </a:pPr>
            <a:r>
              <a:rPr lang="en-US"/>
              <a:t>Firmware</a:t>
            </a:r>
            <a:endParaRPr/>
          </a:p>
        </p:txBody>
      </p:sp>
      <p:sp>
        <p:nvSpPr>
          <p:cNvPr id="236" name="Google Shape;236;g35c4bec6024_1_29"/>
          <p:cNvSpPr txBox="1"/>
          <p:nvPr>
            <p:ph idx="1" type="subTitle"/>
          </p:nvPr>
        </p:nvSpPr>
        <p:spPr>
          <a:xfrm>
            <a:off x="1634725" y="2578575"/>
            <a:ext cx="14535600" cy="4073400"/>
          </a:xfrm>
          <a:prstGeom prst="rect">
            <a:avLst/>
          </a:prstGeom>
          <a:noFill/>
          <a:ln>
            <a:noFill/>
          </a:ln>
        </p:spPr>
        <p:txBody>
          <a:bodyPr anchorCtr="0" anchor="t" bIns="182850" lIns="182850" spcFirstLastPara="1" rIns="182850" wrap="square" tIns="182850">
            <a:normAutofit/>
          </a:bodyPr>
          <a:lstStyle/>
          <a:p>
            <a:pPr indent="0" lvl="0" marL="0" rtl="0" algn="l">
              <a:lnSpc>
                <a:spcPct val="115000"/>
              </a:lnSpc>
              <a:spcBef>
                <a:spcPts val="0"/>
              </a:spcBef>
              <a:spcAft>
                <a:spcPts val="0"/>
              </a:spcAft>
              <a:buNone/>
            </a:pPr>
            <a:r>
              <a:rPr lang="en-US" sz="3000">
                <a:solidFill>
                  <a:srgbClr val="000000"/>
                </a:solidFill>
                <a:latin typeface="Roboto"/>
                <a:ea typeface="Roboto"/>
                <a:cs typeface="Roboto"/>
                <a:sym typeface="Roboto"/>
              </a:rPr>
              <a:t>Es el software básico grabado en chips de memoria que controla el hardware de dispositivos electrónicos. Es esencial para el arranque y funcionamiento correcto de computadoras, impresoras, routers, etc.</a:t>
            </a:r>
            <a:endParaRPr/>
          </a:p>
        </p:txBody>
      </p:sp>
      <p:pic>
        <p:nvPicPr>
          <p:cNvPr id="237" name="Google Shape;237;g35c4bec6024_1_29"/>
          <p:cNvPicPr preferRelativeResize="0"/>
          <p:nvPr/>
        </p:nvPicPr>
        <p:blipFill>
          <a:blip r:embed="rId3">
            <a:alphaModFix/>
          </a:blip>
          <a:stretch>
            <a:fillRect/>
          </a:stretch>
        </p:blipFill>
        <p:spPr>
          <a:xfrm>
            <a:off x="4991025" y="4784000"/>
            <a:ext cx="9350025" cy="4238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5"/>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EJEMPLOS</a:t>
            </a:r>
            <a:endParaRPr b="0" i="0" sz="1400" u="none" cap="none" strike="noStrike">
              <a:solidFill>
                <a:srgbClr val="000000"/>
              </a:solidFill>
              <a:latin typeface="Impact"/>
              <a:ea typeface="Impact"/>
              <a:cs typeface="Impact"/>
              <a:sym typeface="Impact"/>
            </a:endParaRPr>
          </a:p>
        </p:txBody>
      </p:sp>
      <p:sp>
        <p:nvSpPr>
          <p:cNvPr id="243" name="Google Shape;243;p5"/>
          <p:cNvSpPr/>
          <p:nvPr/>
        </p:nvSpPr>
        <p:spPr>
          <a:xfrm>
            <a:off x="2387875" y="2425350"/>
            <a:ext cx="4960925" cy="2857500"/>
          </a:xfrm>
          <a:prstGeom prst="flowChartOffpage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600"/>
              </a:spcBef>
              <a:spcAft>
                <a:spcPts val="0"/>
              </a:spcAft>
              <a:buClr>
                <a:srgbClr val="000000"/>
              </a:buClr>
              <a:buSzPts val="2400"/>
              <a:buFont typeface="Arial"/>
              <a:buNone/>
            </a:pPr>
            <a:r>
              <a:rPr lang="en-US" sz="2400">
                <a:latin typeface="Roboto"/>
                <a:ea typeface="Roboto"/>
                <a:cs typeface="Roboto"/>
                <a:sym typeface="Roboto"/>
              </a:rPr>
              <a:t>Para ejemplificar el firmware podemos mencionar El BIOS de una computadora permite que el sistema operativo se cargue y funcione correctamente.</a:t>
            </a:r>
            <a:r>
              <a:rPr b="0" i="0" lang="en-US" sz="2400" u="none" cap="none" strike="noStrike">
                <a:solidFill>
                  <a:srgbClr val="000000"/>
                </a:solidFill>
                <a:latin typeface="Roboto"/>
                <a:ea typeface="Roboto"/>
                <a:cs typeface="Roboto"/>
                <a:sym typeface="Roboto"/>
              </a:rPr>
              <a:t>.</a:t>
            </a:r>
            <a:endParaRPr b="0" i="0" sz="240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44" name="Google Shape;244;p5"/>
          <p:cNvSpPr/>
          <p:nvPr/>
        </p:nvSpPr>
        <p:spPr>
          <a:xfrm>
            <a:off x="10387525" y="5682525"/>
            <a:ext cx="5717100" cy="3544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ctr">
              <a:lnSpc>
                <a:spcPct val="115000"/>
              </a:lnSpc>
              <a:spcBef>
                <a:spcPts val="600"/>
              </a:spcBef>
              <a:spcAft>
                <a:spcPts val="0"/>
              </a:spcAft>
              <a:buClr>
                <a:srgbClr val="000000"/>
              </a:buClr>
              <a:buSzPts val="3000"/>
              <a:buFont typeface="Arial"/>
              <a:buNone/>
            </a:pPr>
            <a:r>
              <a:rPr lang="en-US" sz="3100">
                <a:latin typeface="Roboto"/>
                <a:ea typeface="Roboto"/>
                <a:cs typeface="Roboto"/>
                <a:sym typeface="Roboto"/>
              </a:rPr>
              <a:t>Un desarrollador utiliza Visual Studio para crear una aplicación empresarial personalizada.</a:t>
            </a:r>
            <a:endParaRPr b="0" i="0" sz="3300" u="none" cap="none" strike="noStrike">
              <a:solidFill>
                <a:srgbClr val="000000"/>
              </a:solidFill>
              <a:latin typeface="Calibri"/>
              <a:ea typeface="Calibri"/>
              <a:cs typeface="Calibri"/>
              <a:sym typeface="Calibri"/>
            </a:endParaRPr>
          </a:p>
        </p:txBody>
      </p:sp>
      <p:sp>
        <p:nvSpPr>
          <p:cNvPr id="245" name="Google Shape;245;p5"/>
          <p:cNvSpPr/>
          <p:nvPr/>
        </p:nvSpPr>
        <p:spPr>
          <a:xfrm>
            <a:off x="1374900" y="6272625"/>
            <a:ext cx="6159600" cy="32544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300"/>
              <a:buFont typeface="Arial"/>
              <a:buNone/>
            </a:pPr>
            <a:r>
              <a:rPr lang="en-US" sz="2900">
                <a:latin typeface="Roboto"/>
                <a:ea typeface="Roboto"/>
                <a:cs typeface="Roboto"/>
                <a:sym typeface="Roboto"/>
              </a:rPr>
              <a:t>Dentro del procesos de control de calidad y seguridad podemos mencionar una planta industrial usa ISOtools para monitorear procesos, registrar incidencias y asegurar el cumplimiento de normas ISO 9001</a:t>
            </a:r>
            <a:endParaRPr b="0" i="0" sz="5200" u="none" cap="none" strike="noStrike">
              <a:solidFill>
                <a:srgbClr val="000000"/>
              </a:solidFill>
              <a:latin typeface="Calibri"/>
              <a:ea typeface="Calibri"/>
              <a:cs typeface="Calibri"/>
              <a:sym typeface="Calibri"/>
            </a:endParaRPr>
          </a:p>
        </p:txBody>
      </p:sp>
      <p:sp>
        <p:nvSpPr>
          <p:cNvPr id="246" name="Google Shape;246;p5"/>
          <p:cNvSpPr/>
          <p:nvPr/>
        </p:nvSpPr>
        <p:spPr>
          <a:xfrm>
            <a:off x="10072825" y="2345000"/>
            <a:ext cx="7203225" cy="277555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2100">
                <a:latin typeface="Roboto"/>
                <a:ea typeface="Roboto"/>
                <a:cs typeface="Roboto"/>
                <a:sym typeface="Roboto"/>
              </a:rPr>
              <a:t>En una empresa, un servidor físico ejecuta varias máquinas virtuales (cada una con un SO diferente) usando un hipervisor, mientras los empleados usan utilitarios para mantener sus equipos seguros y eficientes.</a:t>
            </a:r>
            <a:endParaRPr sz="23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252" name="Google Shape;252;p6"/>
          <p:cNvSpPr/>
          <p:nvPr/>
        </p:nvSpPr>
        <p:spPr>
          <a:xfrm>
            <a:off x="12395125" y="6480800"/>
            <a:ext cx="5035200" cy="26751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600"/>
              </a:spcBef>
              <a:spcAft>
                <a:spcPts val="0"/>
              </a:spcAft>
              <a:buClr>
                <a:srgbClr val="000000"/>
              </a:buClr>
              <a:buSzPts val="1400"/>
              <a:buFont typeface="Arial"/>
              <a:buNone/>
            </a:pPr>
            <a:r>
              <a:rPr lang="en-US" sz="3000">
                <a:latin typeface="Roboto"/>
                <a:ea typeface="Roboto"/>
                <a:cs typeface="Roboto"/>
                <a:sym typeface="Roboto"/>
              </a:rPr>
              <a:t>El firmware es indispensable para la inicialización y operación básica del hardware.</a:t>
            </a:r>
            <a:endParaRPr b="0" i="0" sz="3000" u="none" cap="none" strike="noStrike">
              <a:solidFill>
                <a:srgbClr val="000000"/>
              </a:solidFill>
              <a:latin typeface="Roboto"/>
              <a:ea typeface="Roboto"/>
              <a:cs typeface="Roboto"/>
              <a:sym typeface="Roboto"/>
            </a:endParaRPr>
          </a:p>
        </p:txBody>
      </p:sp>
      <p:sp>
        <p:nvSpPr>
          <p:cNvPr id="253" name="Google Shape;253;p6"/>
          <p:cNvSpPr/>
          <p:nvPr/>
        </p:nvSpPr>
        <p:spPr>
          <a:xfrm>
            <a:off x="630450" y="6480800"/>
            <a:ext cx="5035200" cy="26751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600"/>
              </a:spcBef>
              <a:spcAft>
                <a:spcPts val="0"/>
              </a:spcAft>
              <a:buClr>
                <a:srgbClr val="000000"/>
              </a:buClr>
              <a:buSzPts val="3000"/>
              <a:buFont typeface="Arial"/>
              <a:buNone/>
            </a:pPr>
            <a:r>
              <a:t/>
            </a:r>
            <a:endParaRPr b="0" i="0" sz="3000" u="none" cap="none" strike="noStrike">
              <a:solidFill>
                <a:srgbClr val="000000"/>
              </a:solidFill>
              <a:latin typeface="Roboto"/>
              <a:ea typeface="Roboto"/>
              <a:cs typeface="Roboto"/>
              <a:sym typeface="Roboto"/>
            </a:endParaRPr>
          </a:p>
          <a:p>
            <a:pPr indent="0" lvl="0" marL="0" marR="0" rtl="0" algn="l">
              <a:lnSpc>
                <a:spcPct val="115000"/>
              </a:lnSpc>
              <a:spcBef>
                <a:spcPts val="600"/>
              </a:spcBef>
              <a:spcAft>
                <a:spcPts val="0"/>
              </a:spcAft>
              <a:buClr>
                <a:srgbClr val="000000"/>
              </a:buClr>
              <a:buSzPts val="2800"/>
              <a:buFont typeface="Arial"/>
              <a:buNone/>
            </a:pPr>
            <a:r>
              <a:rPr lang="en-US" sz="2800">
                <a:latin typeface="Roboto"/>
                <a:ea typeface="Roboto"/>
                <a:cs typeface="Roboto"/>
                <a:sym typeface="Roboto"/>
              </a:rPr>
              <a:t>Los sistemas ERP, CRM, WMS, Software Ofimático aumentan la eficiencia y organización empresarial.</a:t>
            </a:r>
            <a:endParaRPr b="0" i="0" sz="280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ts val="3000"/>
              <a:buFont typeface="Arial"/>
              <a:buNone/>
            </a:pPr>
            <a:r>
              <a:t/>
            </a:r>
            <a:endParaRPr b="0" i="0" sz="3000" u="none" cap="none" strike="noStrike">
              <a:solidFill>
                <a:srgbClr val="000000"/>
              </a:solidFill>
              <a:latin typeface="Roboto"/>
              <a:ea typeface="Roboto"/>
              <a:cs typeface="Roboto"/>
              <a:sym typeface="Roboto"/>
            </a:endParaRPr>
          </a:p>
        </p:txBody>
      </p:sp>
      <p:sp>
        <p:nvSpPr>
          <p:cNvPr id="254" name="Google Shape;254;p6"/>
          <p:cNvSpPr/>
          <p:nvPr/>
        </p:nvSpPr>
        <p:spPr>
          <a:xfrm>
            <a:off x="10999000" y="2167588"/>
            <a:ext cx="6272700" cy="22413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600"/>
              </a:spcBef>
              <a:spcAft>
                <a:spcPts val="0"/>
              </a:spcAft>
              <a:buClr>
                <a:srgbClr val="000000"/>
              </a:buClr>
              <a:buSzPts val="2800"/>
              <a:buFont typeface="Arial"/>
              <a:buNone/>
            </a:pPr>
            <a:r>
              <a:rPr lang="en-US" sz="2800">
                <a:latin typeface="Roboto"/>
                <a:ea typeface="Roboto"/>
                <a:cs typeface="Roboto"/>
                <a:sym typeface="Roboto"/>
              </a:rPr>
              <a:t>Los software de progrmacion son esenciales para la creación de nuevas soluciones tecnológicas.</a:t>
            </a:r>
            <a:endParaRPr b="0" i="0" sz="2800" u="none" cap="none" strike="noStrike">
              <a:solidFill>
                <a:srgbClr val="000000"/>
              </a:solidFill>
              <a:latin typeface="Roboto"/>
              <a:ea typeface="Roboto"/>
              <a:cs typeface="Roboto"/>
              <a:sym typeface="Roboto"/>
            </a:endParaRPr>
          </a:p>
        </p:txBody>
      </p:sp>
      <p:sp>
        <p:nvSpPr>
          <p:cNvPr id="255" name="Google Shape;255;p6"/>
          <p:cNvSpPr/>
          <p:nvPr/>
        </p:nvSpPr>
        <p:spPr>
          <a:xfrm>
            <a:off x="6679650" y="4959625"/>
            <a:ext cx="5158800" cy="24879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60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a:t>
            </a:r>
            <a:endParaRPr b="0" i="0" sz="1200" u="none" cap="none" strike="noStrike">
              <a:solidFill>
                <a:srgbClr val="000000"/>
              </a:solidFill>
              <a:latin typeface="Roboto"/>
              <a:ea typeface="Roboto"/>
              <a:cs typeface="Roboto"/>
              <a:sym typeface="Roboto"/>
            </a:endParaRPr>
          </a:p>
          <a:p>
            <a:pPr indent="0" lvl="0" marL="0" marR="0" rtl="0" algn="l">
              <a:lnSpc>
                <a:spcPct val="115000"/>
              </a:lnSpc>
              <a:spcBef>
                <a:spcPts val="600"/>
              </a:spcBef>
              <a:spcAft>
                <a:spcPts val="0"/>
              </a:spcAft>
              <a:buClr>
                <a:srgbClr val="000000"/>
              </a:buClr>
              <a:buSzPts val="3300"/>
              <a:buFont typeface="Arial"/>
              <a:buNone/>
            </a:pPr>
            <a:r>
              <a:t/>
            </a:r>
            <a:endParaRPr b="0" i="0" sz="3300" u="none" cap="none" strike="noStrike">
              <a:solidFill>
                <a:srgbClr val="000000"/>
              </a:solidFill>
              <a:latin typeface="Roboto"/>
              <a:ea typeface="Roboto"/>
              <a:cs typeface="Roboto"/>
              <a:sym typeface="Roboto"/>
            </a:endParaRPr>
          </a:p>
          <a:p>
            <a:pPr indent="0" lvl="0" marL="0" marR="0" rtl="0" algn="l">
              <a:lnSpc>
                <a:spcPct val="115000"/>
              </a:lnSpc>
              <a:spcBef>
                <a:spcPts val="600"/>
              </a:spcBef>
              <a:spcAft>
                <a:spcPts val="0"/>
              </a:spcAft>
              <a:buClr>
                <a:srgbClr val="000000"/>
              </a:buClr>
              <a:buSzPts val="3300"/>
              <a:buFont typeface="Arial"/>
              <a:buNone/>
            </a:pPr>
            <a:r>
              <a:rPr lang="en-US" sz="3300">
                <a:latin typeface="Roboto"/>
                <a:ea typeface="Roboto"/>
                <a:cs typeface="Roboto"/>
                <a:sym typeface="Roboto"/>
              </a:rPr>
              <a:t>Los SO son la base para ejecutar aplicaciones y gestionar recursos.</a:t>
            </a:r>
            <a:endParaRPr b="0" i="0" sz="3300" u="none" cap="none" strike="noStrike">
              <a:solidFill>
                <a:srgbClr val="000000"/>
              </a:solidFill>
              <a:latin typeface="Roboto"/>
              <a:ea typeface="Roboto"/>
              <a:cs typeface="Roboto"/>
              <a:sym typeface="Roboto"/>
            </a:endParaRPr>
          </a:p>
          <a:p>
            <a:pPr indent="0" lvl="0" marL="0" marR="0" rtl="0" algn="l">
              <a:lnSpc>
                <a:spcPct val="115000"/>
              </a:lnSpc>
              <a:spcBef>
                <a:spcPts val="600"/>
              </a:spcBef>
              <a:spcAft>
                <a:spcPts val="0"/>
              </a:spcAft>
              <a:buClr>
                <a:srgbClr val="000000"/>
              </a:buClr>
              <a:buSzPts val="3200"/>
              <a:buFont typeface="Arial"/>
              <a:buNone/>
            </a:pPr>
            <a:r>
              <a:t/>
            </a:r>
            <a:endParaRPr b="0" i="0" sz="3200" u="none" cap="none" strike="noStrike">
              <a:solidFill>
                <a:srgbClr val="000000"/>
              </a:solidFill>
              <a:latin typeface="Roboto"/>
              <a:ea typeface="Roboto"/>
              <a:cs typeface="Roboto"/>
              <a:sym typeface="Roboto"/>
            </a:endParaRPr>
          </a:p>
          <a:p>
            <a:pPr indent="0" lvl="0" marL="457200" marR="0" rtl="0" algn="l">
              <a:lnSpc>
                <a:spcPct val="115000"/>
              </a:lnSpc>
              <a:spcBef>
                <a:spcPts val="600"/>
              </a:spcBef>
              <a:spcAft>
                <a:spcPts val="0"/>
              </a:spcAft>
              <a:buClr>
                <a:srgbClr val="000000"/>
              </a:buClr>
              <a:buSzPts val="3000"/>
              <a:buFont typeface="Arial"/>
              <a:buNone/>
            </a:pPr>
            <a:r>
              <a:t/>
            </a:r>
            <a:endParaRPr b="0" i="0" sz="300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56" name="Google Shape;256;p6"/>
          <p:cNvSpPr/>
          <p:nvPr/>
        </p:nvSpPr>
        <p:spPr>
          <a:xfrm>
            <a:off x="895800" y="2091450"/>
            <a:ext cx="6461400" cy="26751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600"/>
              </a:spcBef>
              <a:spcAft>
                <a:spcPts val="0"/>
              </a:spcAft>
              <a:buClr>
                <a:srgbClr val="000000"/>
              </a:buClr>
              <a:buSzPts val="2800"/>
              <a:buFont typeface="Arial"/>
              <a:buNone/>
            </a:pPr>
            <a:r>
              <a:rPr lang="en-US" sz="2800">
                <a:latin typeface="Roboto"/>
                <a:ea typeface="Roboto"/>
                <a:cs typeface="Roboto"/>
                <a:sym typeface="Roboto"/>
              </a:rPr>
              <a:t>Las aplicaciones de control de calidad y seguridad garantizan la mejora continua y el cumplimiento normativo.</a:t>
            </a:r>
            <a:endParaRPr b="0" i="0" sz="2800" u="none" cap="none" strike="noStrike">
              <a:solidFill>
                <a:srgbClr val="000000"/>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7"/>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lang="en-US" sz="6900">
                <a:solidFill>
                  <a:srgbClr val="131416"/>
                </a:solidFill>
                <a:latin typeface="Impact"/>
                <a:ea typeface="Impact"/>
                <a:cs typeface="Impact"/>
                <a:sym typeface="Impact"/>
              </a:rPr>
              <a:t>PRECISION PROFESIONAL</a:t>
            </a:r>
            <a:endParaRPr b="0" i="0" sz="1400" u="none" cap="none" strike="noStrike">
              <a:solidFill>
                <a:srgbClr val="000000"/>
              </a:solidFill>
              <a:latin typeface="Impact"/>
              <a:ea typeface="Impact"/>
              <a:cs typeface="Impact"/>
              <a:sym typeface="Impact"/>
            </a:endParaRPr>
          </a:p>
        </p:txBody>
      </p:sp>
      <p:sp>
        <p:nvSpPr>
          <p:cNvPr id="262" name="Google Shape;262;p7"/>
          <p:cNvSpPr/>
          <p:nvPr/>
        </p:nvSpPr>
        <p:spPr>
          <a:xfrm>
            <a:off x="3480425" y="2920050"/>
            <a:ext cx="13083300" cy="55617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3000"/>
              <a:t>La precisión profesional es la capacidad de actuar con exactitud, claridad y responsabilidad al aplicar conocimientos técnicos. En el campo de la informática y la ingeniería en sistemas, implica realizar tareas de programación, configuración de sistemas, implementación de software y documentación técnica con un alto nivel de detalle y sin margen para errores innecesarios.</a:t>
            </a:r>
            <a:endParaRPr sz="3000"/>
          </a:p>
          <a:p>
            <a:pPr indent="0" lvl="0" marL="0" marR="0" rtl="0" algn="l">
              <a:lnSpc>
                <a:spcPct val="115000"/>
              </a:lnSpc>
              <a:spcBef>
                <a:spcPts val="600"/>
              </a:spcBef>
              <a:spcAft>
                <a:spcPts val="0"/>
              </a:spcAft>
              <a:buClr>
                <a:srgbClr val="000000"/>
              </a:buClr>
              <a:buSzPts val="2700"/>
              <a:buFont typeface="Arial"/>
              <a:buNone/>
            </a:pPr>
            <a:r>
              <a:t/>
            </a:r>
            <a:endParaRPr sz="3000" u="sng">
              <a:latin typeface="Roboto"/>
              <a:ea typeface="Roboto"/>
              <a:cs typeface="Roboto"/>
              <a:sym typeface="Roboto"/>
            </a:endParaRPr>
          </a:p>
          <a:p>
            <a:pPr indent="0" lvl="0" marL="457200" marR="0" rtl="0" algn="l">
              <a:lnSpc>
                <a:spcPct val="115000"/>
              </a:lnSpc>
              <a:spcBef>
                <a:spcPts val="600"/>
              </a:spcBef>
              <a:spcAft>
                <a:spcPts val="0"/>
              </a:spcAft>
              <a:buClr>
                <a:srgbClr val="000000"/>
              </a:buClr>
              <a:buSzPts val="3000"/>
              <a:buFont typeface="Arial"/>
              <a:buNone/>
            </a:pPr>
            <a:r>
              <a:t/>
            </a:r>
            <a:endParaRPr b="0" i="0" sz="300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ts val="1400"/>
              <a:buFont typeface="Arial"/>
              <a:buNone/>
            </a:pPr>
            <a:r>
              <a:t/>
            </a:r>
            <a:endParaRPr b="0" i="0" sz="3000"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8"/>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REFERENCIAS </a:t>
            </a:r>
            <a:endParaRPr b="0" i="0" sz="1400" u="none" cap="none" strike="noStrike">
              <a:solidFill>
                <a:srgbClr val="000000"/>
              </a:solidFill>
              <a:latin typeface="Impact"/>
              <a:ea typeface="Impact"/>
              <a:cs typeface="Impact"/>
              <a:sym typeface="Impact"/>
            </a:endParaRPr>
          </a:p>
        </p:txBody>
      </p:sp>
      <p:sp>
        <p:nvSpPr>
          <p:cNvPr id="268" name="Google Shape;268;p8"/>
          <p:cNvSpPr txBox="1"/>
          <p:nvPr/>
        </p:nvSpPr>
        <p:spPr>
          <a:xfrm>
            <a:off x="1044850" y="3889500"/>
            <a:ext cx="15951600" cy="1843200"/>
          </a:xfrm>
          <a:prstGeom prst="rect">
            <a:avLst/>
          </a:prstGeom>
          <a:noFill/>
          <a:ln>
            <a:noFill/>
          </a:ln>
        </p:spPr>
        <p:txBody>
          <a:bodyPr anchorCtr="0" anchor="t" bIns="0" lIns="0" spcFirstLastPara="1" rIns="0" wrap="square" tIns="0">
            <a:spAutoFit/>
          </a:bodyPr>
          <a:lstStyle/>
          <a:p>
            <a:pPr indent="-428688" lvl="0" marL="457200" marR="0" rtl="0" algn="ctr">
              <a:lnSpc>
                <a:spcPct val="140019"/>
              </a:lnSpc>
              <a:spcBef>
                <a:spcPts val="0"/>
              </a:spcBef>
              <a:spcAft>
                <a:spcPts val="0"/>
              </a:spcAft>
              <a:buClr>
                <a:srgbClr val="131416"/>
              </a:buClr>
              <a:buSzPts val="3151"/>
              <a:buFont typeface="Arial"/>
              <a:buChar char="-"/>
            </a:pPr>
            <a:r>
              <a:rPr lang="en-US" sz="3151" u="sng">
                <a:solidFill>
                  <a:schemeClr val="hlink"/>
                </a:solidFill>
                <a:hlinkClick r:id="rId3"/>
              </a:rPr>
              <a:t>https://www.ibm.com/mx-es/think/topics/hypervisors</a:t>
            </a:r>
            <a:endParaRPr sz="3151">
              <a:solidFill>
                <a:srgbClr val="131416"/>
              </a:solidFill>
            </a:endParaRPr>
          </a:p>
          <a:p>
            <a:pPr indent="-428688" lvl="0" marL="457200" marR="0" rtl="0" algn="ctr">
              <a:lnSpc>
                <a:spcPct val="140019"/>
              </a:lnSpc>
              <a:spcBef>
                <a:spcPts val="0"/>
              </a:spcBef>
              <a:spcAft>
                <a:spcPts val="0"/>
              </a:spcAft>
              <a:buClr>
                <a:srgbClr val="131416"/>
              </a:buClr>
              <a:buSzPts val="3151"/>
              <a:buChar char="-"/>
            </a:pPr>
            <a:r>
              <a:rPr lang="en-US" sz="3151" u="sng">
                <a:solidFill>
                  <a:schemeClr val="hlink"/>
                </a:solidFill>
                <a:hlinkClick r:id="rId4"/>
              </a:rPr>
              <a:t>https://concepto.de/software/</a:t>
            </a:r>
            <a:endParaRPr sz="3151">
              <a:solidFill>
                <a:srgbClr val="131416"/>
              </a:solidFill>
            </a:endParaRPr>
          </a:p>
          <a:p>
            <a:pPr indent="-428688" lvl="0" marL="457200" marR="0" rtl="0" algn="ctr">
              <a:lnSpc>
                <a:spcPct val="140019"/>
              </a:lnSpc>
              <a:spcBef>
                <a:spcPts val="0"/>
              </a:spcBef>
              <a:spcAft>
                <a:spcPts val="0"/>
              </a:spcAft>
              <a:buClr>
                <a:srgbClr val="131416"/>
              </a:buClr>
              <a:buSzPts val="3151"/>
              <a:buChar char="-"/>
            </a:pPr>
            <a:r>
              <a:rPr lang="en-US" sz="3151">
                <a:solidFill>
                  <a:srgbClr val="131416"/>
                </a:solidFill>
              </a:rPr>
              <a:t>https://www.covermanager.com/es/que-es-erp-y-crm-ejemplos/</a:t>
            </a:r>
            <a:endParaRPr b="0" i="0" sz="3151" u="none" cap="none" strike="noStrike">
              <a:solidFill>
                <a:srgbClr val="131416"/>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274" name="Google Shape;274;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275" name="Google Shape;275;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76" name="Google Shape;276;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