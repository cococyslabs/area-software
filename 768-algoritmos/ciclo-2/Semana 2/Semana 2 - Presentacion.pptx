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10287000" cx="18288000"/>
  <p:notesSz cx="6858000" cy="9144000"/>
  <p:embeddedFontLst>
    <p:embeddedFont>
      <p:font typeface="Roboto"/>
      <p:regular r:id="rId22"/>
      <p:bold r:id="rId23"/>
      <p:italic r:id="rId24"/>
      <p:boldItalic r:id="rId25"/>
    </p:embeddedFont>
    <p:embeddedFont>
      <p:font typeface="Nunito"/>
      <p:regular r:id="rId26"/>
      <p:bold r:id="rId27"/>
      <p:italic r:id="rId28"/>
      <p:boldItalic r:id="rId29"/>
    </p:embeddedFont>
    <p:embeddedFont>
      <p:font typeface="Lobster"/>
      <p:regular r:id="rId30"/>
    </p:embeddedFont>
    <p:embeddedFont>
      <p:font typeface="Pacifico"/>
      <p:regular r:id="rId31"/>
    </p:embeddedFont>
    <p:embeddedFont>
      <p:font typeface="Libre Franklin Medium"/>
      <p:regular r:id="rId32"/>
      <p:bold r:id="rId33"/>
      <p:italic r:id="rId34"/>
      <p:boldItalic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0" roundtripDataSignature="AMtx7mgPtMITuuZvI9Qj6zNoFOBSU0vf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font" Target="fonts/Roboto-regular.fntdata"/><Relationship Id="rId21" Type="http://schemas.openxmlformats.org/officeDocument/2006/relationships/slide" Target="slides/slide16.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regular.fntdata"/><Relationship Id="rId25" Type="http://schemas.openxmlformats.org/officeDocument/2006/relationships/font" Target="fonts/Roboto-boldItalic.fntdata"/><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acifico-regular.fntdata"/><Relationship Id="rId30" Type="http://schemas.openxmlformats.org/officeDocument/2006/relationships/font" Target="fonts/Lobster-regular.fntdata"/><Relationship Id="rId11" Type="http://schemas.openxmlformats.org/officeDocument/2006/relationships/slide" Target="slides/slide6.xml"/><Relationship Id="rId33" Type="http://schemas.openxmlformats.org/officeDocument/2006/relationships/font" Target="fonts/LibreFranklinMedium-bold.fntdata"/><Relationship Id="rId10" Type="http://schemas.openxmlformats.org/officeDocument/2006/relationships/slide" Target="slides/slide5.xml"/><Relationship Id="rId32" Type="http://schemas.openxmlformats.org/officeDocument/2006/relationships/font" Target="fonts/LibreFranklinMedium-regular.fntdata"/><Relationship Id="rId13" Type="http://schemas.openxmlformats.org/officeDocument/2006/relationships/slide" Target="slides/slide8.xml"/><Relationship Id="rId35" Type="http://schemas.openxmlformats.org/officeDocument/2006/relationships/font" Target="fonts/LibreFranklinMedium-boldItalic.fntdata"/><Relationship Id="rId12" Type="http://schemas.openxmlformats.org/officeDocument/2006/relationships/slide" Target="slides/slide7.xml"/><Relationship Id="rId34" Type="http://schemas.openxmlformats.org/officeDocument/2006/relationships/font" Target="fonts/LibreFranklinMedium-italic.fntdata"/><Relationship Id="rId15" Type="http://schemas.openxmlformats.org/officeDocument/2006/relationships/slide" Target="slides/slide10.xml"/><Relationship Id="rId37" Type="http://schemas.openxmlformats.org/officeDocument/2006/relationships/font" Target="fonts/OpenSans-bold.fntdata"/><Relationship Id="rId14" Type="http://schemas.openxmlformats.org/officeDocument/2006/relationships/slide" Target="slides/slide9.xml"/><Relationship Id="rId36" Type="http://schemas.openxmlformats.org/officeDocument/2006/relationships/font" Target="fonts/OpenSans-regular.fntdata"/><Relationship Id="rId17" Type="http://schemas.openxmlformats.org/officeDocument/2006/relationships/slide" Target="slides/slide12.xml"/><Relationship Id="rId39" Type="http://schemas.openxmlformats.org/officeDocument/2006/relationships/font" Target="fonts/OpenSans-boldItalic.fntdata"/><Relationship Id="rId16" Type="http://schemas.openxmlformats.org/officeDocument/2006/relationships/slide" Target="slides/slide11.xml"/><Relationship Id="rId38" Type="http://schemas.openxmlformats.org/officeDocument/2006/relationships/font" Target="fonts/OpenSa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5c4bec6024_1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35c4bec6024_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630fbe4246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3630fbe4246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5c4bec6024_1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35c4bec6024_1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630fbe4246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3630fbe4246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5c4bec6024_1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g35c4bec6024_1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5c4bec6024_1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35c4bec6024_1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5c4bec6024_1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35c4bec6024_1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630fbe4246_0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3630fbe4246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9" name="Shape 9"/>
        <p:cNvGrpSpPr/>
        <p:nvPr/>
      </p:nvGrpSpPr>
      <p:grpSpPr>
        <a:xfrm>
          <a:off x="0" y="0"/>
          <a:ext cx="0" cy="0"/>
          <a:chOff x="0" y="0"/>
          <a:chExt cx="0" cy="0"/>
        </a:xfrm>
      </p:grpSpPr>
      <p:sp>
        <p:nvSpPr>
          <p:cNvPr id="10" name="Google Shape;10;g35c4bec6024_0_698"/>
          <p:cNvSpPr/>
          <p:nvPr/>
        </p:nvSpPr>
        <p:spPr>
          <a:xfrm flipH="1">
            <a:off x="9514200" y="4618800"/>
            <a:ext cx="8773800" cy="5668200"/>
          </a:xfrm>
          <a:prstGeom prst="rtTriangle">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 name="Google Shape;11;g35c4bec6024_0_698"/>
          <p:cNvGrpSpPr/>
          <p:nvPr/>
        </p:nvGrpSpPr>
        <p:grpSpPr>
          <a:xfrm>
            <a:off x="11188382" y="7922230"/>
            <a:ext cx="5820286" cy="2364680"/>
            <a:chOff x="6917201" y="0"/>
            <a:chExt cx="2227776" cy="863400"/>
          </a:xfrm>
        </p:grpSpPr>
        <p:sp>
          <p:nvSpPr>
            <p:cNvPr id="12" name="Google Shape;12;g35c4bec6024_0_698"/>
            <p:cNvSpPr/>
            <p:nvPr/>
          </p:nvSpPr>
          <p:spPr>
            <a:xfrm>
              <a:off x="7641677"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g35c4bec6024_0_698"/>
            <p:cNvSpPr/>
            <p:nvPr/>
          </p:nvSpPr>
          <p:spPr>
            <a:xfrm>
              <a:off x="7279439"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g35c4bec6024_0_698"/>
            <p:cNvSpPr/>
            <p:nvPr/>
          </p:nvSpPr>
          <p:spPr>
            <a:xfrm>
              <a:off x="6917201"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5" name="Google Shape;15;g35c4bec6024_0_698"/>
          <p:cNvGrpSpPr/>
          <p:nvPr/>
        </p:nvGrpSpPr>
        <p:grpSpPr>
          <a:xfrm>
            <a:off x="398298" y="4"/>
            <a:ext cx="5590825" cy="2166616"/>
            <a:chOff x="6917201" y="0"/>
            <a:chExt cx="2227776" cy="863400"/>
          </a:xfrm>
        </p:grpSpPr>
        <p:sp>
          <p:nvSpPr>
            <p:cNvPr id="16" name="Google Shape;16;g35c4bec6024_0_698"/>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g35c4bec6024_0_698"/>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g35c4bec6024_0_698"/>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 name="Google Shape;19;g35c4bec6024_0_698"/>
          <p:cNvSpPr txBox="1"/>
          <p:nvPr>
            <p:ph type="title"/>
          </p:nvPr>
        </p:nvSpPr>
        <p:spPr>
          <a:xfrm>
            <a:off x="3777368" y="3492200"/>
            <a:ext cx="10755000" cy="32922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Clr>
                <a:schemeClr val="dk2"/>
              </a:buClr>
              <a:buSzPts val="6400"/>
              <a:buNone/>
              <a:defRPr sz="6400">
                <a:solidFill>
                  <a:schemeClr val="dk2"/>
                </a:solidFill>
              </a:defRPr>
            </a:lvl1pPr>
            <a:lvl2pPr lvl="1" algn="ctr">
              <a:lnSpc>
                <a:spcPct val="100000"/>
              </a:lnSpc>
              <a:spcBef>
                <a:spcPts val="0"/>
              </a:spcBef>
              <a:spcAft>
                <a:spcPts val="0"/>
              </a:spcAft>
              <a:buClr>
                <a:schemeClr val="dk2"/>
              </a:buClr>
              <a:buSzPts val="6400"/>
              <a:buNone/>
              <a:defRPr sz="6400">
                <a:solidFill>
                  <a:schemeClr val="dk2"/>
                </a:solidFill>
              </a:defRPr>
            </a:lvl2pPr>
            <a:lvl3pPr lvl="2" algn="ctr">
              <a:lnSpc>
                <a:spcPct val="100000"/>
              </a:lnSpc>
              <a:spcBef>
                <a:spcPts val="0"/>
              </a:spcBef>
              <a:spcAft>
                <a:spcPts val="0"/>
              </a:spcAft>
              <a:buClr>
                <a:schemeClr val="dk2"/>
              </a:buClr>
              <a:buSzPts val="6400"/>
              <a:buNone/>
              <a:defRPr sz="6400">
                <a:solidFill>
                  <a:schemeClr val="dk2"/>
                </a:solidFill>
              </a:defRPr>
            </a:lvl3pPr>
            <a:lvl4pPr lvl="3" algn="ctr">
              <a:lnSpc>
                <a:spcPct val="100000"/>
              </a:lnSpc>
              <a:spcBef>
                <a:spcPts val="0"/>
              </a:spcBef>
              <a:spcAft>
                <a:spcPts val="0"/>
              </a:spcAft>
              <a:buClr>
                <a:schemeClr val="dk2"/>
              </a:buClr>
              <a:buSzPts val="6400"/>
              <a:buNone/>
              <a:defRPr sz="6400">
                <a:solidFill>
                  <a:schemeClr val="dk2"/>
                </a:solidFill>
              </a:defRPr>
            </a:lvl4pPr>
            <a:lvl5pPr lvl="4" algn="ctr">
              <a:lnSpc>
                <a:spcPct val="100000"/>
              </a:lnSpc>
              <a:spcBef>
                <a:spcPts val="0"/>
              </a:spcBef>
              <a:spcAft>
                <a:spcPts val="0"/>
              </a:spcAft>
              <a:buClr>
                <a:schemeClr val="dk2"/>
              </a:buClr>
              <a:buSzPts val="6400"/>
              <a:buNone/>
              <a:defRPr sz="6400">
                <a:solidFill>
                  <a:schemeClr val="dk2"/>
                </a:solidFill>
              </a:defRPr>
            </a:lvl5pPr>
            <a:lvl6pPr lvl="5" algn="ctr">
              <a:lnSpc>
                <a:spcPct val="100000"/>
              </a:lnSpc>
              <a:spcBef>
                <a:spcPts val="0"/>
              </a:spcBef>
              <a:spcAft>
                <a:spcPts val="0"/>
              </a:spcAft>
              <a:buClr>
                <a:schemeClr val="dk2"/>
              </a:buClr>
              <a:buSzPts val="6400"/>
              <a:buNone/>
              <a:defRPr sz="6400">
                <a:solidFill>
                  <a:schemeClr val="dk2"/>
                </a:solidFill>
              </a:defRPr>
            </a:lvl6pPr>
            <a:lvl7pPr lvl="6" algn="ctr">
              <a:lnSpc>
                <a:spcPct val="100000"/>
              </a:lnSpc>
              <a:spcBef>
                <a:spcPts val="0"/>
              </a:spcBef>
              <a:spcAft>
                <a:spcPts val="0"/>
              </a:spcAft>
              <a:buClr>
                <a:schemeClr val="dk2"/>
              </a:buClr>
              <a:buSzPts val="6400"/>
              <a:buNone/>
              <a:defRPr sz="6400">
                <a:solidFill>
                  <a:schemeClr val="dk2"/>
                </a:solidFill>
              </a:defRPr>
            </a:lvl7pPr>
            <a:lvl8pPr lvl="7" algn="ctr">
              <a:lnSpc>
                <a:spcPct val="100000"/>
              </a:lnSpc>
              <a:spcBef>
                <a:spcPts val="0"/>
              </a:spcBef>
              <a:spcAft>
                <a:spcPts val="0"/>
              </a:spcAft>
              <a:buClr>
                <a:schemeClr val="dk2"/>
              </a:buClr>
              <a:buSzPts val="6400"/>
              <a:buNone/>
              <a:defRPr sz="6400">
                <a:solidFill>
                  <a:schemeClr val="dk2"/>
                </a:solidFill>
              </a:defRPr>
            </a:lvl8pPr>
            <a:lvl9pPr lvl="8" algn="ctr">
              <a:lnSpc>
                <a:spcPct val="100000"/>
              </a:lnSpc>
              <a:spcBef>
                <a:spcPts val="0"/>
              </a:spcBef>
              <a:spcAft>
                <a:spcPts val="0"/>
              </a:spcAft>
              <a:buClr>
                <a:schemeClr val="dk2"/>
              </a:buClr>
              <a:buSzPts val="6400"/>
              <a:buNone/>
              <a:defRPr sz="6400">
                <a:solidFill>
                  <a:schemeClr val="dk2"/>
                </a:solidFill>
              </a:defRPr>
            </a:lvl9pPr>
          </a:lstStyle>
          <a:p/>
        </p:txBody>
      </p:sp>
      <p:sp>
        <p:nvSpPr>
          <p:cNvPr id="20" name="Google Shape;20;g35c4bec6024_0_698"/>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21" name="Shape 21"/>
        <p:cNvGrpSpPr/>
        <p:nvPr/>
      </p:nvGrpSpPr>
      <p:grpSpPr>
        <a:xfrm>
          <a:off x="0" y="0"/>
          <a:ext cx="0" cy="0"/>
          <a:chOff x="0" y="0"/>
          <a:chExt cx="0" cy="0"/>
        </a:xfrm>
      </p:grpSpPr>
      <p:sp>
        <p:nvSpPr>
          <p:cNvPr id="22" name="Google Shape;22;g35c4bec6024_0_738"/>
          <p:cNvSpPr/>
          <p:nvPr/>
        </p:nvSpPr>
        <p:spPr>
          <a:xfrm>
            <a:off x="0" y="5646288"/>
            <a:ext cx="14738400" cy="4633800"/>
          </a:xfrm>
          <a:prstGeom prst="rtTriangle">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g35c4bec6024_0_738"/>
          <p:cNvSpPr/>
          <p:nvPr/>
        </p:nvSpPr>
        <p:spPr>
          <a:xfrm flipH="1">
            <a:off x="7166420" y="3108226"/>
            <a:ext cx="11121000" cy="71790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4" name="Google Shape;24;g35c4bec6024_0_738"/>
          <p:cNvGrpSpPr/>
          <p:nvPr/>
        </p:nvGrpSpPr>
        <p:grpSpPr>
          <a:xfrm>
            <a:off x="511982" y="-236"/>
            <a:ext cx="4502694" cy="2086816"/>
            <a:chOff x="3961956" y="4383950"/>
            <a:chExt cx="1160548" cy="548700"/>
          </a:xfrm>
        </p:grpSpPr>
        <p:sp>
          <p:nvSpPr>
            <p:cNvPr id="25" name="Google Shape;25;g35c4bec6024_0_738"/>
            <p:cNvSpPr/>
            <p:nvPr/>
          </p:nvSpPr>
          <p:spPr>
            <a:xfrm>
              <a:off x="4224904"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g35c4bec6024_0_738"/>
            <p:cNvSpPr/>
            <p:nvPr/>
          </p:nvSpPr>
          <p:spPr>
            <a:xfrm>
              <a:off x="4093430"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g35c4bec6024_0_738"/>
            <p:cNvSpPr/>
            <p:nvPr/>
          </p:nvSpPr>
          <p:spPr>
            <a:xfrm>
              <a:off x="3961956" y="4383950"/>
              <a:ext cx="897600" cy="5487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 name="Google Shape;28;g35c4bec6024_0_738"/>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 name="Google Shape;29;g35c4bec6024_0_738"/>
          <p:cNvGrpSpPr/>
          <p:nvPr/>
        </p:nvGrpSpPr>
        <p:grpSpPr>
          <a:xfrm>
            <a:off x="69869" y="9044251"/>
            <a:ext cx="3186611" cy="1234144"/>
            <a:chOff x="6917201" y="0"/>
            <a:chExt cx="2227776" cy="863400"/>
          </a:xfrm>
        </p:grpSpPr>
        <p:sp>
          <p:nvSpPr>
            <p:cNvPr id="30" name="Google Shape;30;g35c4bec6024_0_738"/>
            <p:cNvSpPr/>
            <p:nvPr/>
          </p:nvSpPr>
          <p:spPr>
            <a:xfrm>
              <a:off x="7641677"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g35c4bec6024_0_738"/>
            <p:cNvSpPr/>
            <p:nvPr/>
          </p:nvSpPr>
          <p:spPr>
            <a:xfrm>
              <a:off x="7279439"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g35c4bec6024_0_738"/>
            <p:cNvSpPr/>
            <p:nvPr/>
          </p:nvSpPr>
          <p:spPr>
            <a:xfrm>
              <a:off x="6917201" y="0"/>
              <a:ext cx="1503300" cy="863400"/>
            </a:xfrm>
            <a:prstGeom prst="parallelogram">
              <a:avLst>
                <a:gd fmla="val 158024"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 name="Google Shape;33;g35c4bec6024_0_738"/>
          <p:cNvGrpSpPr/>
          <p:nvPr/>
        </p:nvGrpSpPr>
        <p:grpSpPr>
          <a:xfrm>
            <a:off x="11772706" y="2486"/>
            <a:ext cx="6514907" cy="2523027"/>
            <a:chOff x="6917201" y="0"/>
            <a:chExt cx="2227776" cy="863400"/>
          </a:xfrm>
        </p:grpSpPr>
        <p:sp>
          <p:nvSpPr>
            <p:cNvPr id="34" name="Google Shape;34;g35c4bec6024_0_738"/>
            <p:cNvSpPr/>
            <p:nvPr/>
          </p:nvSpPr>
          <p:spPr>
            <a:xfrm>
              <a:off x="7641677"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g35c4bec6024_0_738"/>
            <p:cNvSpPr/>
            <p:nvPr/>
          </p:nvSpPr>
          <p:spPr>
            <a:xfrm>
              <a:off x="7279439"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g35c4bec6024_0_738"/>
            <p:cNvSpPr/>
            <p:nvPr/>
          </p:nvSpPr>
          <p:spPr>
            <a:xfrm>
              <a:off x="6917201"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g35c4bec6024_0_738"/>
          <p:cNvSpPr txBox="1"/>
          <p:nvPr>
            <p:ph type="title"/>
          </p:nvPr>
        </p:nvSpPr>
        <p:spPr>
          <a:xfrm>
            <a:off x="2787858" y="2602292"/>
            <a:ext cx="12733800" cy="50784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p:txBody>
      </p:sp>
      <p:sp>
        <p:nvSpPr>
          <p:cNvPr id="38" name="Google Shape;38;g35c4bec6024_0_738"/>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39" name="Shape 39"/>
        <p:cNvGrpSpPr/>
        <p:nvPr/>
      </p:nvGrpSpPr>
      <p:grpSpPr>
        <a:xfrm>
          <a:off x="0" y="0"/>
          <a:ext cx="0" cy="0"/>
          <a:chOff x="0" y="0"/>
          <a:chExt cx="0" cy="0"/>
        </a:xfrm>
      </p:grpSpPr>
      <p:sp>
        <p:nvSpPr>
          <p:cNvPr id="40" name="Google Shape;40;g35c4bec6024_0_670"/>
          <p:cNvSpPr/>
          <p:nvPr/>
        </p:nvSpPr>
        <p:spPr>
          <a:xfrm>
            <a:off x="61" y="5649000"/>
            <a:ext cx="14740800" cy="4638000"/>
          </a:xfrm>
          <a:prstGeom prst="rtTriangle">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35c4bec6024_0_670"/>
          <p:cNvSpPr/>
          <p:nvPr/>
        </p:nvSpPr>
        <p:spPr>
          <a:xfrm flipH="1">
            <a:off x="7165200" y="3101400"/>
            <a:ext cx="11122800" cy="71856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g35c4bec6024_0_670"/>
          <p:cNvSpPr/>
          <p:nvPr/>
        </p:nvSpPr>
        <p:spPr>
          <a:xfrm rot="10800000">
            <a:off x="10117809" y="0"/>
            <a:ext cx="8170200" cy="41052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g35c4bec6024_0_670"/>
          <p:cNvSpPr/>
          <p:nvPr/>
        </p:nvSpPr>
        <p:spPr>
          <a:xfrm>
            <a:off x="4065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4" name="Google Shape;44;g35c4bec6024_0_670"/>
          <p:cNvGrpSpPr/>
          <p:nvPr/>
        </p:nvGrpSpPr>
        <p:grpSpPr>
          <a:xfrm>
            <a:off x="510401" y="1185"/>
            <a:ext cx="4500726" cy="2088600"/>
            <a:chOff x="255200" y="592"/>
            <a:chExt cx="2250363" cy="1044300"/>
          </a:xfrm>
        </p:grpSpPr>
        <p:sp>
          <p:nvSpPr>
            <p:cNvPr id="45" name="Google Shape;45;g35c4bec6024_0_670"/>
            <p:cNvSpPr/>
            <p:nvPr/>
          </p:nvSpPr>
          <p:spPr>
            <a:xfrm>
              <a:off x="764063"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g35c4bec6024_0_670"/>
            <p:cNvSpPr/>
            <p:nvPr/>
          </p:nvSpPr>
          <p:spPr>
            <a:xfrm>
              <a:off x="509632"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35c4bec6024_0_670"/>
            <p:cNvSpPr/>
            <p:nvPr/>
          </p:nvSpPr>
          <p:spPr>
            <a:xfrm>
              <a:off x="255200" y="592"/>
              <a:ext cx="1741500" cy="1044300"/>
            </a:xfrm>
            <a:prstGeom prst="parallelogram">
              <a:avLst>
                <a:gd fmla="val 153193"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 name="Google Shape;48;g35c4bec6024_0_670"/>
          <p:cNvGrpSpPr/>
          <p:nvPr/>
        </p:nvGrpSpPr>
        <p:grpSpPr>
          <a:xfrm>
            <a:off x="1810790" y="1185"/>
            <a:ext cx="4500726" cy="2088600"/>
            <a:chOff x="905395" y="592"/>
            <a:chExt cx="2250363" cy="1044300"/>
          </a:xfrm>
        </p:grpSpPr>
        <p:sp>
          <p:nvSpPr>
            <p:cNvPr id="49" name="Google Shape;49;g35c4bec6024_0_670"/>
            <p:cNvSpPr/>
            <p:nvPr/>
          </p:nvSpPr>
          <p:spPr>
            <a:xfrm>
              <a:off x="1414258"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g35c4bec6024_0_670"/>
            <p:cNvSpPr/>
            <p:nvPr/>
          </p:nvSpPr>
          <p:spPr>
            <a:xfrm>
              <a:off x="1159826"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g35c4bec6024_0_670"/>
            <p:cNvSpPr/>
            <p:nvPr/>
          </p:nvSpPr>
          <p:spPr>
            <a:xfrm>
              <a:off x="905395" y="592"/>
              <a:ext cx="1741500" cy="1044300"/>
            </a:xfrm>
            <a:prstGeom prst="parallelogram">
              <a:avLst>
                <a:gd fmla="val 153193" name="adj"/>
              </a:avLst>
            </a:prstGeom>
            <a:solidFill>
              <a:schemeClr val="accent6"/>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 name="Google Shape;52;g35c4bec6024_0_670"/>
          <p:cNvGrpSpPr/>
          <p:nvPr/>
        </p:nvGrpSpPr>
        <p:grpSpPr>
          <a:xfrm>
            <a:off x="14114936" y="10177"/>
            <a:ext cx="3702563" cy="1504215"/>
            <a:chOff x="6917201" y="0"/>
            <a:chExt cx="2227776" cy="863400"/>
          </a:xfrm>
        </p:grpSpPr>
        <p:sp>
          <p:nvSpPr>
            <p:cNvPr id="53" name="Google Shape;53;g35c4bec6024_0_670"/>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g35c4bec6024_0_670"/>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g35c4bec6024_0_670"/>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 name="Google Shape;56;g35c4bec6024_0_670"/>
          <p:cNvGrpSpPr/>
          <p:nvPr/>
        </p:nvGrpSpPr>
        <p:grpSpPr>
          <a:xfrm>
            <a:off x="13106063" y="8435703"/>
            <a:ext cx="4778133" cy="1851475"/>
            <a:chOff x="6917201" y="0"/>
            <a:chExt cx="2227776" cy="863400"/>
          </a:xfrm>
        </p:grpSpPr>
        <p:sp>
          <p:nvSpPr>
            <p:cNvPr id="57" name="Google Shape;57;g35c4bec6024_0_670"/>
            <p:cNvSpPr/>
            <p:nvPr/>
          </p:nvSpPr>
          <p:spPr>
            <a:xfrm>
              <a:off x="7641677"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g35c4bec6024_0_670"/>
            <p:cNvSpPr/>
            <p:nvPr/>
          </p:nvSpPr>
          <p:spPr>
            <a:xfrm>
              <a:off x="7279439"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g35c4bec6024_0_670"/>
            <p:cNvSpPr/>
            <p:nvPr/>
          </p:nvSpPr>
          <p:spPr>
            <a:xfrm>
              <a:off x="6917201" y="0"/>
              <a:ext cx="1503300" cy="863400"/>
            </a:xfrm>
            <a:prstGeom prst="parallelogram">
              <a:avLst>
                <a:gd fmla="val 158024" name="adj"/>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 name="Google Shape;60;g35c4bec6024_0_670"/>
          <p:cNvGrpSpPr/>
          <p:nvPr/>
        </p:nvGrpSpPr>
        <p:grpSpPr>
          <a:xfrm>
            <a:off x="398298" y="8111304"/>
            <a:ext cx="5590825" cy="2166616"/>
            <a:chOff x="6917201" y="0"/>
            <a:chExt cx="2227776" cy="863400"/>
          </a:xfrm>
        </p:grpSpPr>
        <p:sp>
          <p:nvSpPr>
            <p:cNvPr id="61" name="Google Shape;61;g35c4bec6024_0_670"/>
            <p:cNvSpPr/>
            <p:nvPr/>
          </p:nvSpPr>
          <p:spPr>
            <a:xfrm>
              <a:off x="7641677"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g35c4bec6024_0_670"/>
            <p:cNvSpPr/>
            <p:nvPr/>
          </p:nvSpPr>
          <p:spPr>
            <a:xfrm>
              <a:off x="7279439"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g35c4bec6024_0_670"/>
            <p:cNvSpPr/>
            <p:nvPr/>
          </p:nvSpPr>
          <p:spPr>
            <a:xfrm>
              <a:off x="6917201" y="0"/>
              <a:ext cx="1503300" cy="863400"/>
            </a:xfrm>
            <a:prstGeom prst="parallelogram">
              <a:avLst>
                <a:gd fmla="val 158024" name="adj"/>
              </a:avLst>
            </a:prstGeom>
            <a:solidFill>
              <a:schemeClr val="accent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 name="Google Shape;64;g35c4bec6024_0_670"/>
          <p:cNvSpPr txBox="1"/>
          <p:nvPr>
            <p:ph type="ctrTitle"/>
          </p:nvPr>
        </p:nvSpPr>
        <p:spPr>
          <a:xfrm>
            <a:off x="3717406" y="3645666"/>
            <a:ext cx="10722600" cy="28962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SzPts val="7600"/>
              <a:buNone/>
              <a:defRPr sz="7600"/>
            </a:lvl1pPr>
            <a:lvl2pPr lvl="1" algn="ctr">
              <a:lnSpc>
                <a:spcPct val="100000"/>
              </a:lnSpc>
              <a:spcBef>
                <a:spcPts val="0"/>
              </a:spcBef>
              <a:spcAft>
                <a:spcPts val="0"/>
              </a:spcAft>
              <a:buSzPts val="7600"/>
              <a:buNone/>
              <a:defRPr sz="7600"/>
            </a:lvl2pPr>
            <a:lvl3pPr lvl="2" algn="ctr">
              <a:lnSpc>
                <a:spcPct val="100000"/>
              </a:lnSpc>
              <a:spcBef>
                <a:spcPts val="0"/>
              </a:spcBef>
              <a:spcAft>
                <a:spcPts val="0"/>
              </a:spcAft>
              <a:buSzPts val="7600"/>
              <a:buNone/>
              <a:defRPr sz="7600"/>
            </a:lvl3pPr>
            <a:lvl4pPr lvl="3" algn="ctr">
              <a:lnSpc>
                <a:spcPct val="100000"/>
              </a:lnSpc>
              <a:spcBef>
                <a:spcPts val="0"/>
              </a:spcBef>
              <a:spcAft>
                <a:spcPts val="0"/>
              </a:spcAft>
              <a:buSzPts val="7600"/>
              <a:buNone/>
              <a:defRPr sz="7600"/>
            </a:lvl4pPr>
            <a:lvl5pPr lvl="4" algn="ctr">
              <a:lnSpc>
                <a:spcPct val="100000"/>
              </a:lnSpc>
              <a:spcBef>
                <a:spcPts val="0"/>
              </a:spcBef>
              <a:spcAft>
                <a:spcPts val="0"/>
              </a:spcAft>
              <a:buSzPts val="7600"/>
              <a:buNone/>
              <a:defRPr sz="7600"/>
            </a:lvl5pPr>
            <a:lvl6pPr lvl="5" algn="ctr">
              <a:lnSpc>
                <a:spcPct val="100000"/>
              </a:lnSpc>
              <a:spcBef>
                <a:spcPts val="0"/>
              </a:spcBef>
              <a:spcAft>
                <a:spcPts val="0"/>
              </a:spcAft>
              <a:buSzPts val="7600"/>
              <a:buNone/>
              <a:defRPr sz="7600"/>
            </a:lvl6pPr>
            <a:lvl7pPr lvl="6" algn="ctr">
              <a:lnSpc>
                <a:spcPct val="100000"/>
              </a:lnSpc>
              <a:spcBef>
                <a:spcPts val="0"/>
              </a:spcBef>
              <a:spcAft>
                <a:spcPts val="0"/>
              </a:spcAft>
              <a:buSzPts val="7600"/>
              <a:buNone/>
              <a:defRPr sz="7600"/>
            </a:lvl7pPr>
            <a:lvl8pPr lvl="7" algn="ctr">
              <a:lnSpc>
                <a:spcPct val="100000"/>
              </a:lnSpc>
              <a:spcBef>
                <a:spcPts val="0"/>
              </a:spcBef>
              <a:spcAft>
                <a:spcPts val="0"/>
              </a:spcAft>
              <a:buSzPts val="7600"/>
              <a:buNone/>
              <a:defRPr sz="7600"/>
            </a:lvl8pPr>
            <a:lvl9pPr lvl="8" algn="ctr">
              <a:lnSpc>
                <a:spcPct val="100000"/>
              </a:lnSpc>
              <a:spcBef>
                <a:spcPts val="0"/>
              </a:spcBef>
              <a:spcAft>
                <a:spcPts val="0"/>
              </a:spcAft>
              <a:buSzPts val="7600"/>
              <a:buNone/>
              <a:defRPr sz="7600"/>
            </a:lvl9pPr>
          </a:lstStyle>
          <a:p/>
        </p:txBody>
      </p:sp>
      <p:sp>
        <p:nvSpPr>
          <p:cNvPr id="65" name="Google Shape;65;g35c4bec6024_0_670"/>
          <p:cNvSpPr txBox="1"/>
          <p:nvPr>
            <p:ph idx="1" type="subTitle"/>
          </p:nvPr>
        </p:nvSpPr>
        <p:spPr>
          <a:xfrm>
            <a:off x="3717400" y="6826316"/>
            <a:ext cx="10722600" cy="1045200"/>
          </a:xfrm>
          <a:prstGeom prst="rect">
            <a:avLst/>
          </a:prstGeom>
          <a:noFill/>
          <a:ln>
            <a:noFill/>
          </a:ln>
        </p:spPr>
        <p:txBody>
          <a:bodyPr anchorCtr="0" anchor="t" bIns="182850" lIns="182850" spcFirstLastPara="1" rIns="182850" wrap="square" tIns="182850">
            <a:normAutofit/>
          </a:bodyPr>
          <a:lstStyle>
            <a:lvl1pPr lvl="0" algn="ctr">
              <a:lnSpc>
                <a:spcPct val="100000"/>
              </a:lnSpc>
              <a:spcBef>
                <a:spcPts val="0"/>
              </a:spcBef>
              <a:spcAft>
                <a:spcPts val="0"/>
              </a:spcAft>
              <a:buClr>
                <a:schemeClr val="lt1"/>
              </a:buClr>
              <a:buSzPts val="3200"/>
              <a:buNone/>
              <a:defRPr sz="3200">
                <a:solidFill>
                  <a:schemeClr val="lt1"/>
                </a:solidFill>
              </a:defRPr>
            </a:lvl1pPr>
            <a:lvl2pPr lvl="1" algn="ctr">
              <a:lnSpc>
                <a:spcPct val="100000"/>
              </a:lnSpc>
              <a:spcBef>
                <a:spcPts val="0"/>
              </a:spcBef>
              <a:spcAft>
                <a:spcPts val="0"/>
              </a:spcAft>
              <a:buClr>
                <a:schemeClr val="lt1"/>
              </a:buClr>
              <a:buSzPts val="3200"/>
              <a:buNone/>
              <a:defRPr sz="3200">
                <a:solidFill>
                  <a:schemeClr val="lt1"/>
                </a:solidFill>
              </a:defRPr>
            </a:lvl2pPr>
            <a:lvl3pPr lvl="2" algn="ctr">
              <a:lnSpc>
                <a:spcPct val="100000"/>
              </a:lnSpc>
              <a:spcBef>
                <a:spcPts val="0"/>
              </a:spcBef>
              <a:spcAft>
                <a:spcPts val="0"/>
              </a:spcAft>
              <a:buClr>
                <a:schemeClr val="lt1"/>
              </a:buClr>
              <a:buSzPts val="3200"/>
              <a:buNone/>
              <a:defRPr sz="3200">
                <a:solidFill>
                  <a:schemeClr val="lt1"/>
                </a:solidFill>
              </a:defRPr>
            </a:lvl3pPr>
            <a:lvl4pPr lvl="3" algn="ctr">
              <a:lnSpc>
                <a:spcPct val="100000"/>
              </a:lnSpc>
              <a:spcBef>
                <a:spcPts val="0"/>
              </a:spcBef>
              <a:spcAft>
                <a:spcPts val="0"/>
              </a:spcAft>
              <a:buClr>
                <a:schemeClr val="lt1"/>
              </a:buClr>
              <a:buSzPts val="3200"/>
              <a:buNone/>
              <a:defRPr sz="3200">
                <a:solidFill>
                  <a:schemeClr val="lt1"/>
                </a:solidFill>
              </a:defRPr>
            </a:lvl4pPr>
            <a:lvl5pPr lvl="4" algn="ctr">
              <a:lnSpc>
                <a:spcPct val="100000"/>
              </a:lnSpc>
              <a:spcBef>
                <a:spcPts val="0"/>
              </a:spcBef>
              <a:spcAft>
                <a:spcPts val="0"/>
              </a:spcAft>
              <a:buClr>
                <a:schemeClr val="lt1"/>
              </a:buClr>
              <a:buSzPts val="3200"/>
              <a:buNone/>
              <a:defRPr sz="3200">
                <a:solidFill>
                  <a:schemeClr val="lt1"/>
                </a:solidFill>
              </a:defRPr>
            </a:lvl5pPr>
            <a:lvl6pPr lvl="5" algn="ctr">
              <a:lnSpc>
                <a:spcPct val="100000"/>
              </a:lnSpc>
              <a:spcBef>
                <a:spcPts val="0"/>
              </a:spcBef>
              <a:spcAft>
                <a:spcPts val="0"/>
              </a:spcAft>
              <a:buClr>
                <a:schemeClr val="lt1"/>
              </a:buClr>
              <a:buSzPts val="3200"/>
              <a:buNone/>
              <a:defRPr sz="3200">
                <a:solidFill>
                  <a:schemeClr val="lt1"/>
                </a:solidFill>
              </a:defRPr>
            </a:lvl6pPr>
            <a:lvl7pPr lvl="6" algn="ctr">
              <a:lnSpc>
                <a:spcPct val="100000"/>
              </a:lnSpc>
              <a:spcBef>
                <a:spcPts val="0"/>
              </a:spcBef>
              <a:spcAft>
                <a:spcPts val="0"/>
              </a:spcAft>
              <a:buClr>
                <a:schemeClr val="lt1"/>
              </a:buClr>
              <a:buSzPts val="3200"/>
              <a:buNone/>
              <a:defRPr sz="3200">
                <a:solidFill>
                  <a:schemeClr val="lt1"/>
                </a:solidFill>
              </a:defRPr>
            </a:lvl7pPr>
            <a:lvl8pPr lvl="7" algn="ctr">
              <a:lnSpc>
                <a:spcPct val="100000"/>
              </a:lnSpc>
              <a:spcBef>
                <a:spcPts val="0"/>
              </a:spcBef>
              <a:spcAft>
                <a:spcPts val="0"/>
              </a:spcAft>
              <a:buClr>
                <a:schemeClr val="lt1"/>
              </a:buClr>
              <a:buSzPts val="3200"/>
              <a:buNone/>
              <a:defRPr sz="3200">
                <a:solidFill>
                  <a:schemeClr val="lt1"/>
                </a:solidFill>
              </a:defRPr>
            </a:lvl8pPr>
            <a:lvl9pPr lvl="8" algn="ctr">
              <a:lnSpc>
                <a:spcPct val="100000"/>
              </a:lnSpc>
              <a:spcBef>
                <a:spcPts val="0"/>
              </a:spcBef>
              <a:spcAft>
                <a:spcPts val="0"/>
              </a:spcAft>
              <a:buClr>
                <a:schemeClr val="lt1"/>
              </a:buClr>
              <a:buSzPts val="3200"/>
              <a:buNone/>
              <a:defRPr sz="3200">
                <a:solidFill>
                  <a:schemeClr val="lt1"/>
                </a:solidFill>
              </a:defRPr>
            </a:lvl9pPr>
          </a:lstStyle>
          <a:p/>
        </p:txBody>
      </p:sp>
      <p:sp>
        <p:nvSpPr>
          <p:cNvPr id="66" name="Google Shape;66;g35c4bec6024_0_67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67" name="Shape 67"/>
        <p:cNvGrpSpPr/>
        <p:nvPr/>
      </p:nvGrpSpPr>
      <p:grpSpPr>
        <a:xfrm>
          <a:off x="0" y="0"/>
          <a:ext cx="0" cy="0"/>
          <a:chOff x="0" y="0"/>
          <a:chExt cx="0" cy="0"/>
        </a:xfrm>
      </p:grpSpPr>
      <p:sp>
        <p:nvSpPr>
          <p:cNvPr id="68" name="Google Shape;68;g35c4bec6024_0_731"/>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g35c4bec6024_0_731"/>
          <p:cNvSpPr/>
          <p:nvPr/>
        </p:nvSpPr>
        <p:spPr>
          <a:xfrm>
            <a:off x="61" y="5649000"/>
            <a:ext cx="14740800" cy="46380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g35c4bec6024_0_731"/>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35c4bec6024_0_731"/>
          <p:cNvSpPr txBox="1"/>
          <p:nvPr>
            <p:ph type="title"/>
          </p:nvPr>
        </p:nvSpPr>
        <p:spPr>
          <a:xfrm>
            <a:off x="1638300" y="1691200"/>
            <a:ext cx="7418400" cy="27660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72" name="Google Shape;72;g35c4bec6024_0_731"/>
          <p:cNvSpPr txBox="1"/>
          <p:nvPr>
            <p:ph idx="1" type="body"/>
          </p:nvPr>
        </p:nvSpPr>
        <p:spPr>
          <a:xfrm>
            <a:off x="1661400" y="4638100"/>
            <a:ext cx="7418400" cy="42396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73" name="Google Shape;73;g35c4bec6024_0_731"/>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74" name="Shape 74"/>
        <p:cNvGrpSpPr/>
        <p:nvPr/>
      </p:nvGrpSpPr>
      <p:grpSpPr>
        <a:xfrm>
          <a:off x="0" y="0"/>
          <a:ext cx="0" cy="0"/>
          <a:chOff x="0" y="0"/>
          <a:chExt cx="0" cy="0"/>
        </a:xfrm>
      </p:grpSpPr>
      <p:sp>
        <p:nvSpPr>
          <p:cNvPr id="75" name="Google Shape;75;g35c4bec6024_0_764"/>
          <p:cNvSpPr/>
          <p:nvPr/>
        </p:nvSpPr>
        <p:spPr>
          <a:xfrm>
            <a:off x="61" y="5649000"/>
            <a:ext cx="14740800" cy="46380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g35c4bec6024_0_764"/>
          <p:cNvSpPr/>
          <p:nvPr/>
        </p:nvSpPr>
        <p:spPr>
          <a:xfrm flipH="1">
            <a:off x="7165200" y="3101400"/>
            <a:ext cx="11122800" cy="7185600"/>
          </a:xfrm>
          <a:prstGeom prst="rtTriangle">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35c4bec6024_0_764"/>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g35c4bec6024_0_764"/>
          <p:cNvSpPr txBox="1"/>
          <p:nvPr>
            <p:ph idx="1" type="body"/>
          </p:nvPr>
        </p:nvSpPr>
        <p:spPr>
          <a:xfrm>
            <a:off x="656050" y="8327000"/>
            <a:ext cx="14830200" cy="1210200"/>
          </a:xfrm>
          <a:prstGeom prst="rect">
            <a:avLst/>
          </a:prstGeom>
          <a:noFill/>
          <a:ln>
            <a:noFill/>
          </a:ln>
        </p:spPr>
        <p:txBody>
          <a:bodyPr anchorCtr="0" anchor="b" bIns="182850" lIns="182850" spcFirstLastPara="1" rIns="182850" wrap="square" tIns="182850">
            <a:normAutofit/>
          </a:bodyPr>
          <a:lstStyle>
            <a:lvl1pPr indent="-228600" lvl="0" marL="457200" algn="l">
              <a:lnSpc>
                <a:spcPct val="100000"/>
              </a:lnSpc>
              <a:spcBef>
                <a:spcPts val="0"/>
              </a:spcBef>
              <a:spcAft>
                <a:spcPts val="0"/>
              </a:spcAft>
              <a:buSzPts val="2600"/>
              <a:buNone/>
              <a:defRPr/>
            </a:lvl1pPr>
          </a:lstStyle>
          <a:p/>
        </p:txBody>
      </p:sp>
      <p:sp>
        <p:nvSpPr>
          <p:cNvPr id="79" name="Google Shape;79;g35c4bec6024_0_764"/>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80" name="Shape 80"/>
        <p:cNvGrpSpPr/>
        <p:nvPr/>
      </p:nvGrpSpPr>
      <p:grpSpPr>
        <a:xfrm>
          <a:off x="0" y="0"/>
          <a:ext cx="0" cy="0"/>
          <a:chOff x="0" y="0"/>
          <a:chExt cx="0" cy="0"/>
        </a:xfrm>
      </p:grpSpPr>
      <p:sp>
        <p:nvSpPr>
          <p:cNvPr id="81" name="Google Shape;81;g35c4bec6024_0_770"/>
          <p:cNvSpPr/>
          <p:nvPr/>
        </p:nvSpPr>
        <p:spPr>
          <a:xfrm flipH="1">
            <a:off x="11138400" y="5668150"/>
            <a:ext cx="7149600" cy="4618800"/>
          </a:xfrm>
          <a:prstGeom prst="rtTriangle">
            <a:avLst/>
          </a:prstGeom>
          <a:solidFill>
            <a:schemeClr val="dk1"/>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2" name="Google Shape;82;g35c4bec6024_0_770"/>
          <p:cNvGrpSpPr/>
          <p:nvPr/>
        </p:nvGrpSpPr>
        <p:grpSpPr>
          <a:xfrm>
            <a:off x="11918444" y="8239152"/>
            <a:ext cx="5041902" cy="2048330"/>
            <a:chOff x="6917201" y="0"/>
            <a:chExt cx="2227776" cy="863400"/>
          </a:xfrm>
        </p:grpSpPr>
        <p:sp>
          <p:nvSpPr>
            <p:cNvPr id="83" name="Google Shape;83;g35c4bec6024_0_770"/>
            <p:cNvSpPr/>
            <p:nvPr/>
          </p:nvSpPr>
          <p:spPr>
            <a:xfrm>
              <a:off x="7641677"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g35c4bec6024_0_770"/>
            <p:cNvSpPr/>
            <p:nvPr/>
          </p:nvSpPr>
          <p:spPr>
            <a:xfrm>
              <a:off x="7279439"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35c4bec6024_0_770"/>
            <p:cNvSpPr/>
            <p:nvPr/>
          </p:nvSpPr>
          <p:spPr>
            <a:xfrm>
              <a:off x="6917201" y="0"/>
              <a:ext cx="1503300" cy="863400"/>
            </a:xfrm>
            <a:prstGeom prst="parallelogram">
              <a:avLst>
                <a:gd fmla="val 158024" name="adj"/>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 name="Google Shape;86;g35c4bec6024_0_770"/>
          <p:cNvGrpSpPr/>
          <p:nvPr/>
        </p:nvGrpSpPr>
        <p:grpSpPr>
          <a:xfrm>
            <a:off x="398298" y="4"/>
            <a:ext cx="5590825" cy="2166616"/>
            <a:chOff x="6917201" y="0"/>
            <a:chExt cx="2227776" cy="863400"/>
          </a:xfrm>
        </p:grpSpPr>
        <p:sp>
          <p:nvSpPr>
            <p:cNvPr id="87" name="Google Shape;87;g35c4bec6024_0_770"/>
            <p:cNvSpPr/>
            <p:nvPr/>
          </p:nvSpPr>
          <p:spPr>
            <a:xfrm>
              <a:off x="7641677"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g35c4bec6024_0_770"/>
            <p:cNvSpPr/>
            <p:nvPr/>
          </p:nvSpPr>
          <p:spPr>
            <a:xfrm>
              <a:off x="7279439"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g35c4bec6024_0_770"/>
            <p:cNvSpPr/>
            <p:nvPr/>
          </p:nvSpPr>
          <p:spPr>
            <a:xfrm>
              <a:off x="6917201" y="0"/>
              <a:ext cx="1503300" cy="863400"/>
            </a:xfrm>
            <a:prstGeom prst="parallelogram">
              <a:avLst>
                <a:gd fmla="val 158024" name="adj"/>
              </a:avLst>
            </a:prstGeom>
            <a:solidFill>
              <a:schemeClr val="dk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0" name="Google Shape;90;g35c4bec6024_0_770"/>
          <p:cNvSpPr txBox="1"/>
          <p:nvPr>
            <p:ph hasCustomPrompt="1" type="title"/>
          </p:nvPr>
        </p:nvSpPr>
        <p:spPr>
          <a:xfrm>
            <a:off x="2771700" y="2767700"/>
            <a:ext cx="12744600" cy="2759400"/>
          </a:xfrm>
          <a:prstGeom prst="rect">
            <a:avLst/>
          </a:prstGeom>
          <a:noFill/>
          <a:ln>
            <a:noFill/>
          </a:ln>
        </p:spPr>
        <p:txBody>
          <a:bodyPr anchorCtr="0" anchor="ctr" bIns="182850" lIns="182850" spcFirstLastPara="1" rIns="182850" wrap="square" tIns="182850">
            <a:normAutofit/>
          </a:bodyPr>
          <a:lstStyle>
            <a:lvl1pPr lvl="0" algn="ctr">
              <a:lnSpc>
                <a:spcPct val="100000"/>
              </a:lnSpc>
              <a:spcBef>
                <a:spcPts val="0"/>
              </a:spcBef>
              <a:spcAft>
                <a:spcPts val="0"/>
              </a:spcAft>
              <a:buClr>
                <a:schemeClr val="dk2"/>
              </a:buClr>
              <a:buSzPts val="17200"/>
              <a:buNone/>
              <a:defRPr sz="17200">
                <a:solidFill>
                  <a:schemeClr val="dk2"/>
                </a:solidFill>
              </a:defRPr>
            </a:lvl1pPr>
            <a:lvl2pPr lvl="1" algn="ctr">
              <a:lnSpc>
                <a:spcPct val="100000"/>
              </a:lnSpc>
              <a:spcBef>
                <a:spcPts val="0"/>
              </a:spcBef>
              <a:spcAft>
                <a:spcPts val="0"/>
              </a:spcAft>
              <a:buClr>
                <a:schemeClr val="dk2"/>
              </a:buClr>
              <a:buSzPts val="17200"/>
              <a:buNone/>
              <a:defRPr sz="17200">
                <a:solidFill>
                  <a:schemeClr val="dk2"/>
                </a:solidFill>
              </a:defRPr>
            </a:lvl2pPr>
            <a:lvl3pPr lvl="2" algn="ctr">
              <a:lnSpc>
                <a:spcPct val="100000"/>
              </a:lnSpc>
              <a:spcBef>
                <a:spcPts val="0"/>
              </a:spcBef>
              <a:spcAft>
                <a:spcPts val="0"/>
              </a:spcAft>
              <a:buClr>
                <a:schemeClr val="dk2"/>
              </a:buClr>
              <a:buSzPts val="17200"/>
              <a:buNone/>
              <a:defRPr sz="17200">
                <a:solidFill>
                  <a:schemeClr val="dk2"/>
                </a:solidFill>
              </a:defRPr>
            </a:lvl3pPr>
            <a:lvl4pPr lvl="3" algn="ctr">
              <a:lnSpc>
                <a:spcPct val="100000"/>
              </a:lnSpc>
              <a:spcBef>
                <a:spcPts val="0"/>
              </a:spcBef>
              <a:spcAft>
                <a:spcPts val="0"/>
              </a:spcAft>
              <a:buClr>
                <a:schemeClr val="dk2"/>
              </a:buClr>
              <a:buSzPts val="17200"/>
              <a:buNone/>
              <a:defRPr sz="17200">
                <a:solidFill>
                  <a:schemeClr val="dk2"/>
                </a:solidFill>
              </a:defRPr>
            </a:lvl4pPr>
            <a:lvl5pPr lvl="4" algn="ctr">
              <a:lnSpc>
                <a:spcPct val="100000"/>
              </a:lnSpc>
              <a:spcBef>
                <a:spcPts val="0"/>
              </a:spcBef>
              <a:spcAft>
                <a:spcPts val="0"/>
              </a:spcAft>
              <a:buClr>
                <a:schemeClr val="dk2"/>
              </a:buClr>
              <a:buSzPts val="17200"/>
              <a:buNone/>
              <a:defRPr sz="17200">
                <a:solidFill>
                  <a:schemeClr val="dk2"/>
                </a:solidFill>
              </a:defRPr>
            </a:lvl5pPr>
            <a:lvl6pPr lvl="5" algn="ctr">
              <a:lnSpc>
                <a:spcPct val="100000"/>
              </a:lnSpc>
              <a:spcBef>
                <a:spcPts val="0"/>
              </a:spcBef>
              <a:spcAft>
                <a:spcPts val="0"/>
              </a:spcAft>
              <a:buClr>
                <a:schemeClr val="dk2"/>
              </a:buClr>
              <a:buSzPts val="17200"/>
              <a:buNone/>
              <a:defRPr sz="17200">
                <a:solidFill>
                  <a:schemeClr val="dk2"/>
                </a:solidFill>
              </a:defRPr>
            </a:lvl6pPr>
            <a:lvl7pPr lvl="6" algn="ctr">
              <a:lnSpc>
                <a:spcPct val="100000"/>
              </a:lnSpc>
              <a:spcBef>
                <a:spcPts val="0"/>
              </a:spcBef>
              <a:spcAft>
                <a:spcPts val="0"/>
              </a:spcAft>
              <a:buClr>
                <a:schemeClr val="dk2"/>
              </a:buClr>
              <a:buSzPts val="17200"/>
              <a:buNone/>
              <a:defRPr sz="17200">
                <a:solidFill>
                  <a:schemeClr val="dk2"/>
                </a:solidFill>
              </a:defRPr>
            </a:lvl7pPr>
            <a:lvl8pPr lvl="7" algn="ctr">
              <a:lnSpc>
                <a:spcPct val="100000"/>
              </a:lnSpc>
              <a:spcBef>
                <a:spcPts val="0"/>
              </a:spcBef>
              <a:spcAft>
                <a:spcPts val="0"/>
              </a:spcAft>
              <a:buClr>
                <a:schemeClr val="dk2"/>
              </a:buClr>
              <a:buSzPts val="17200"/>
              <a:buNone/>
              <a:defRPr sz="17200">
                <a:solidFill>
                  <a:schemeClr val="dk2"/>
                </a:solidFill>
              </a:defRPr>
            </a:lvl8pPr>
            <a:lvl9pPr lvl="8" algn="ctr">
              <a:lnSpc>
                <a:spcPct val="100000"/>
              </a:lnSpc>
              <a:spcBef>
                <a:spcPts val="0"/>
              </a:spcBef>
              <a:spcAft>
                <a:spcPts val="0"/>
              </a:spcAft>
              <a:buClr>
                <a:schemeClr val="dk2"/>
              </a:buClr>
              <a:buSzPts val="17200"/>
              <a:buNone/>
              <a:defRPr sz="17200">
                <a:solidFill>
                  <a:schemeClr val="dk2"/>
                </a:solidFill>
              </a:defRPr>
            </a:lvl9pPr>
          </a:lstStyle>
          <a:p>
            <a:r>
              <a:t>xx%</a:t>
            </a:r>
          </a:p>
        </p:txBody>
      </p:sp>
      <p:sp>
        <p:nvSpPr>
          <p:cNvPr id="91" name="Google Shape;91;g35c4bec6024_0_770"/>
          <p:cNvSpPr txBox="1"/>
          <p:nvPr>
            <p:ph idx="1" type="body"/>
          </p:nvPr>
        </p:nvSpPr>
        <p:spPr>
          <a:xfrm>
            <a:off x="2771700" y="5727700"/>
            <a:ext cx="12744600" cy="1282200"/>
          </a:xfrm>
          <a:prstGeom prst="rect">
            <a:avLst/>
          </a:prstGeom>
          <a:noFill/>
          <a:ln>
            <a:noFill/>
          </a:ln>
        </p:spPr>
        <p:txBody>
          <a:bodyPr anchorCtr="0" anchor="t" bIns="182850" lIns="182850" spcFirstLastPara="1" rIns="182850" wrap="square" tIns="182850">
            <a:normAutofit/>
          </a:bodyPr>
          <a:lstStyle>
            <a:lvl1pPr indent="-393700" lvl="0" marL="457200" algn="ctr">
              <a:lnSpc>
                <a:spcPct val="115000"/>
              </a:lnSpc>
              <a:spcBef>
                <a:spcPts val="0"/>
              </a:spcBef>
              <a:spcAft>
                <a:spcPts val="0"/>
              </a:spcAft>
              <a:buSzPts val="2600"/>
              <a:buChar char="●"/>
              <a:defRPr/>
            </a:lvl1pPr>
            <a:lvl2pPr indent="-368300" lvl="1" marL="914400" algn="ctr">
              <a:lnSpc>
                <a:spcPct val="115000"/>
              </a:lnSpc>
              <a:spcBef>
                <a:spcPts val="0"/>
              </a:spcBef>
              <a:spcAft>
                <a:spcPts val="0"/>
              </a:spcAft>
              <a:buSzPts val="2200"/>
              <a:buChar char="○"/>
              <a:defRPr/>
            </a:lvl2pPr>
            <a:lvl3pPr indent="-368300" lvl="2" marL="1371600" algn="ctr">
              <a:lnSpc>
                <a:spcPct val="115000"/>
              </a:lnSpc>
              <a:spcBef>
                <a:spcPts val="0"/>
              </a:spcBef>
              <a:spcAft>
                <a:spcPts val="0"/>
              </a:spcAft>
              <a:buSzPts val="2200"/>
              <a:buChar char="■"/>
              <a:defRPr/>
            </a:lvl3pPr>
            <a:lvl4pPr indent="-368300" lvl="3" marL="1828800" algn="ctr">
              <a:lnSpc>
                <a:spcPct val="115000"/>
              </a:lnSpc>
              <a:spcBef>
                <a:spcPts val="0"/>
              </a:spcBef>
              <a:spcAft>
                <a:spcPts val="0"/>
              </a:spcAft>
              <a:buSzPts val="2200"/>
              <a:buChar char="●"/>
              <a:defRPr/>
            </a:lvl4pPr>
            <a:lvl5pPr indent="-368300" lvl="4" marL="2286000" algn="ctr">
              <a:lnSpc>
                <a:spcPct val="115000"/>
              </a:lnSpc>
              <a:spcBef>
                <a:spcPts val="0"/>
              </a:spcBef>
              <a:spcAft>
                <a:spcPts val="0"/>
              </a:spcAft>
              <a:buSzPts val="2200"/>
              <a:buChar char="○"/>
              <a:defRPr/>
            </a:lvl5pPr>
            <a:lvl6pPr indent="-368300" lvl="5" marL="2743200" algn="ctr">
              <a:lnSpc>
                <a:spcPct val="115000"/>
              </a:lnSpc>
              <a:spcBef>
                <a:spcPts val="0"/>
              </a:spcBef>
              <a:spcAft>
                <a:spcPts val="0"/>
              </a:spcAft>
              <a:buSzPts val="2200"/>
              <a:buChar char="■"/>
              <a:defRPr/>
            </a:lvl6pPr>
            <a:lvl7pPr indent="-368300" lvl="6" marL="3200400" algn="ctr">
              <a:lnSpc>
                <a:spcPct val="115000"/>
              </a:lnSpc>
              <a:spcBef>
                <a:spcPts val="0"/>
              </a:spcBef>
              <a:spcAft>
                <a:spcPts val="0"/>
              </a:spcAft>
              <a:buSzPts val="2200"/>
              <a:buChar char="●"/>
              <a:defRPr/>
            </a:lvl7pPr>
            <a:lvl8pPr indent="-368300" lvl="7" marL="3657600" algn="ctr">
              <a:lnSpc>
                <a:spcPct val="115000"/>
              </a:lnSpc>
              <a:spcBef>
                <a:spcPts val="0"/>
              </a:spcBef>
              <a:spcAft>
                <a:spcPts val="0"/>
              </a:spcAft>
              <a:buSzPts val="2200"/>
              <a:buChar char="○"/>
              <a:defRPr/>
            </a:lvl8pPr>
            <a:lvl9pPr indent="-368300" lvl="8" marL="4114800" algn="ctr">
              <a:lnSpc>
                <a:spcPct val="115000"/>
              </a:lnSpc>
              <a:spcBef>
                <a:spcPts val="0"/>
              </a:spcBef>
              <a:spcAft>
                <a:spcPts val="0"/>
              </a:spcAft>
              <a:buSzPts val="2200"/>
              <a:buChar char="■"/>
              <a:defRPr/>
            </a:lvl9pPr>
          </a:lstStyle>
          <a:p/>
        </p:txBody>
      </p:sp>
      <p:sp>
        <p:nvSpPr>
          <p:cNvPr id="92" name="Google Shape;92;g35c4bec6024_0_77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93" name="Shape 93"/>
        <p:cNvGrpSpPr/>
        <p:nvPr/>
      </p:nvGrpSpPr>
      <p:grpSpPr>
        <a:xfrm>
          <a:off x="0" y="0"/>
          <a:ext cx="0" cy="0"/>
          <a:chOff x="0" y="0"/>
          <a:chExt cx="0" cy="0"/>
        </a:xfrm>
      </p:grpSpPr>
      <p:sp>
        <p:nvSpPr>
          <p:cNvPr id="94" name="Google Shape;94;g35c4bec6024_0_710"/>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g35c4bec6024_0_710"/>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g35c4bec6024_0_710"/>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g35c4bec6024_0_710"/>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98" name="Google Shape;98;g35c4bec6024_0_710"/>
          <p:cNvSpPr txBox="1"/>
          <p:nvPr>
            <p:ph idx="1" type="body"/>
          </p:nvPr>
        </p:nvSpPr>
        <p:spPr>
          <a:xfrm>
            <a:off x="1638300" y="3981450"/>
            <a:ext cx="150114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99" name="Google Shape;99;g35c4bec6024_0_710"/>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100" name="Shape 100"/>
        <p:cNvGrpSpPr/>
        <p:nvPr/>
      </p:nvGrpSpPr>
      <p:grpSpPr>
        <a:xfrm>
          <a:off x="0" y="0"/>
          <a:ext cx="0" cy="0"/>
          <a:chOff x="0" y="0"/>
          <a:chExt cx="0" cy="0"/>
        </a:xfrm>
      </p:grpSpPr>
      <p:sp>
        <p:nvSpPr>
          <p:cNvPr id="101" name="Google Shape;101;g35c4bec6024_0_717"/>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35c4bec6024_0_717"/>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35c4bec6024_0_717"/>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g35c4bec6024_0_717"/>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05" name="Google Shape;105;g35c4bec6024_0_717"/>
          <p:cNvSpPr txBox="1"/>
          <p:nvPr>
            <p:ph idx="1" type="body"/>
          </p:nvPr>
        </p:nvSpPr>
        <p:spPr>
          <a:xfrm>
            <a:off x="1638300" y="3981450"/>
            <a:ext cx="73722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06" name="Google Shape;106;g35c4bec6024_0_717"/>
          <p:cNvSpPr txBox="1"/>
          <p:nvPr>
            <p:ph idx="2" type="body"/>
          </p:nvPr>
        </p:nvSpPr>
        <p:spPr>
          <a:xfrm>
            <a:off x="9277350" y="3981450"/>
            <a:ext cx="7372200" cy="4896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07" name="Google Shape;107;g35c4bec6024_0_717"/>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108" name="Shape 108"/>
        <p:cNvGrpSpPr/>
        <p:nvPr/>
      </p:nvGrpSpPr>
      <p:grpSpPr>
        <a:xfrm>
          <a:off x="0" y="0"/>
          <a:ext cx="0" cy="0"/>
          <a:chOff x="0" y="0"/>
          <a:chExt cx="0" cy="0"/>
        </a:xfrm>
      </p:grpSpPr>
      <p:sp>
        <p:nvSpPr>
          <p:cNvPr id="109" name="Google Shape;109;g35c4bec6024_0_725"/>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35c4bec6024_0_725"/>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35c4bec6024_0_725"/>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5c4bec6024_0_725"/>
          <p:cNvSpPr txBox="1"/>
          <p:nvPr>
            <p:ph type="title"/>
          </p:nvPr>
        </p:nvSpPr>
        <p:spPr>
          <a:xfrm>
            <a:off x="1638300" y="1691200"/>
            <a:ext cx="15011400" cy="1909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13" name="Google Shape;113;g35c4bec6024_0_725"/>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114" name="Shape 114"/>
        <p:cNvGrpSpPr/>
        <p:nvPr/>
      </p:nvGrpSpPr>
      <p:grpSpPr>
        <a:xfrm>
          <a:off x="0" y="0"/>
          <a:ext cx="0" cy="0"/>
          <a:chOff x="0" y="0"/>
          <a:chExt cx="0" cy="0"/>
        </a:xfrm>
      </p:grpSpPr>
      <p:sp>
        <p:nvSpPr>
          <p:cNvPr id="115" name="Google Shape;115;g35c4bec6024_0_756"/>
          <p:cNvSpPr/>
          <p:nvPr/>
        </p:nvSpPr>
        <p:spPr>
          <a:xfrm flipH="1">
            <a:off x="7165200" y="3101400"/>
            <a:ext cx="11122800" cy="7185600"/>
          </a:xfrm>
          <a:prstGeom prst="rtTriangle">
            <a:avLst/>
          </a:prstGeom>
          <a:solidFill>
            <a:schemeClr val="lt2"/>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35c4bec6024_0_756"/>
          <p:cNvSpPr/>
          <p:nvPr/>
        </p:nvSpPr>
        <p:spPr>
          <a:xfrm>
            <a:off x="61" y="5649000"/>
            <a:ext cx="14740800" cy="4638000"/>
          </a:xfrm>
          <a:prstGeom prst="rtTriangle">
            <a:avLst/>
          </a:prstGeom>
          <a:solidFill>
            <a:schemeClr val="accent3"/>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g35c4bec6024_0_756"/>
          <p:cNvSpPr/>
          <p:nvPr/>
        </p:nvSpPr>
        <p:spPr>
          <a:xfrm>
            <a:off x="406450" y="412500"/>
            <a:ext cx="17475000" cy="9462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g35c4bec6024_0_756"/>
          <p:cNvSpPr txBox="1"/>
          <p:nvPr>
            <p:ph type="title"/>
          </p:nvPr>
        </p:nvSpPr>
        <p:spPr>
          <a:xfrm>
            <a:off x="1638300" y="1691200"/>
            <a:ext cx="12848400" cy="14100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119" name="Google Shape;119;g35c4bec6024_0_756"/>
          <p:cNvSpPr txBox="1"/>
          <p:nvPr>
            <p:ph idx="1" type="subTitle"/>
          </p:nvPr>
        </p:nvSpPr>
        <p:spPr>
          <a:xfrm>
            <a:off x="1638300" y="3101400"/>
            <a:ext cx="11719800" cy="7872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Clr>
                <a:schemeClr val="lt1"/>
              </a:buClr>
              <a:buSzPts val="3200"/>
              <a:buNone/>
              <a:defRPr sz="3200">
                <a:solidFill>
                  <a:schemeClr val="lt1"/>
                </a:solidFill>
              </a:defRPr>
            </a:lvl1pPr>
            <a:lvl2pPr lvl="1" algn="l">
              <a:lnSpc>
                <a:spcPct val="100000"/>
              </a:lnSpc>
              <a:spcBef>
                <a:spcPts val="0"/>
              </a:spcBef>
              <a:spcAft>
                <a:spcPts val="0"/>
              </a:spcAft>
              <a:buClr>
                <a:schemeClr val="lt1"/>
              </a:buClr>
              <a:buSzPts val="3200"/>
              <a:buNone/>
              <a:defRPr sz="3200">
                <a:solidFill>
                  <a:schemeClr val="lt1"/>
                </a:solidFill>
              </a:defRPr>
            </a:lvl2pPr>
            <a:lvl3pPr lvl="2" algn="l">
              <a:lnSpc>
                <a:spcPct val="100000"/>
              </a:lnSpc>
              <a:spcBef>
                <a:spcPts val="0"/>
              </a:spcBef>
              <a:spcAft>
                <a:spcPts val="0"/>
              </a:spcAft>
              <a:buClr>
                <a:schemeClr val="lt1"/>
              </a:buClr>
              <a:buSzPts val="3200"/>
              <a:buNone/>
              <a:defRPr sz="3200">
                <a:solidFill>
                  <a:schemeClr val="lt1"/>
                </a:solidFill>
              </a:defRPr>
            </a:lvl3pPr>
            <a:lvl4pPr lvl="3" algn="l">
              <a:lnSpc>
                <a:spcPct val="100000"/>
              </a:lnSpc>
              <a:spcBef>
                <a:spcPts val="0"/>
              </a:spcBef>
              <a:spcAft>
                <a:spcPts val="0"/>
              </a:spcAft>
              <a:buClr>
                <a:schemeClr val="lt1"/>
              </a:buClr>
              <a:buSzPts val="3200"/>
              <a:buNone/>
              <a:defRPr sz="3200">
                <a:solidFill>
                  <a:schemeClr val="lt1"/>
                </a:solidFill>
              </a:defRPr>
            </a:lvl4pPr>
            <a:lvl5pPr lvl="4" algn="l">
              <a:lnSpc>
                <a:spcPct val="100000"/>
              </a:lnSpc>
              <a:spcBef>
                <a:spcPts val="0"/>
              </a:spcBef>
              <a:spcAft>
                <a:spcPts val="0"/>
              </a:spcAft>
              <a:buClr>
                <a:schemeClr val="lt1"/>
              </a:buClr>
              <a:buSzPts val="3200"/>
              <a:buNone/>
              <a:defRPr sz="3200">
                <a:solidFill>
                  <a:schemeClr val="lt1"/>
                </a:solidFill>
              </a:defRPr>
            </a:lvl5pPr>
            <a:lvl6pPr lvl="5" algn="l">
              <a:lnSpc>
                <a:spcPct val="100000"/>
              </a:lnSpc>
              <a:spcBef>
                <a:spcPts val="0"/>
              </a:spcBef>
              <a:spcAft>
                <a:spcPts val="0"/>
              </a:spcAft>
              <a:buClr>
                <a:schemeClr val="lt1"/>
              </a:buClr>
              <a:buSzPts val="3200"/>
              <a:buNone/>
              <a:defRPr sz="3200">
                <a:solidFill>
                  <a:schemeClr val="lt1"/>
                </a:solidFill>
              </a:defRPr>
            </a:lvl6pPr>
            <a:lvl7pPr lvl="6" algn="l">
              <a:lnSpc>
                <a:spcPct val="100000"/>
              </a:lnSpc>
              <a:spcBef>
                <a:spcPts val="0"/>
              </a:spcBef>
              <a:spcAft>
                <a:spcPts val="0"/>
              </a:spcAft>
              <a:buClr>
                <a:schemeClr val="lt1"/>
              </a:buClr>
              <a:buSzPts val="3200"/>
              <a:buNone/>
              <a:defRPr sz="3200">
                <a:solidFill>
                  <a:schemeClr val="lt1"/>
                </a:solidFill>
              </a:defRPr>
            </a:lvl7pPr>
            <a:lvl8pPr lvl="7" algn="l">
              <a:lnSpc>
                <a:spcPct val="100000"/>
              </a:lnSpc>
              <a:spcBef>
                <a:spcPts val="0"/>
              </a:spcBef>
              <a:spcAft>
                <a:spcPts val="0"/>
              </a:spcAft>
              <a:buClr>
                <a:schemeClr val="lt1"/>
              </a:buClr>
              <a:buSzPts val="3200"/>
              <a:buNone/>
              <a:defRPr sz="3200">
                <a:solidFill>
                  <a:schemeClr val="lt1"/>
                </a:solidFill>
              </a:defRPr>
            </a:lvl8pPr>
            <a:lvl9pPr lvl="8" algn="l">
              <a:lnSpc>
                <a:spcPct val="100000"/>
              </a:lnSpc>
              <a:spcBef>
                <a:spcPts val="0"/>
              </a:spcBef>
              <a:spcAft>
                <a:spcPts val="0"/>
              </a:spcAft>
              <a:buClr>
                <a:schemeClr val="lt1"/>
              </a:buClr>
              <a:buSzPts val="3200"/>
              <a:buNone/>
              <a:defRPr sz="3200">
                <a:solidFill>
                  <a:schemeClr val="lt1"/>
                </a:solidFill>
              </a:defRPr>
            </a:lvl9pPr>
          </a:lstStyle>
          <a:p/>
        </p:txBody>
      </p:sp>
      <p:sp>
        <p:nvSpPr>
          <p:cNvPr id="120" name="Google Shape;120;g35c4bec6024_0_756"/>
          <p:cNvSpPr txBox="1"/>
          <p:nvPr>
            <p:ph idx="2" type="body"/>
          </p:nvPr>
        </p:nvSpPr>
        <p:spPr>
          <a:xfrm>
            <a:off x="1638300" y="4934100"/>
            <a:ext cx="11719800" cy="4191000"/>
          </a:xfrm>
          <a:prstGeom prst="rect">
            <a:avLst/>
          </a:prstGeom>
          <a:noFill/>
          <a:ln>
            <a:noFill/>
          </a:ln>
        </p:spPr>
        <p:txBody>
          <a:bodyPr anchorCtr="0" anchor="t" bIns="182850" lIns="182850" spcFirstLastPara="1" rIns="182850" wrap="square" tIns="182850">
            <a:normAutofit/>
          </a:bodyPr>
          <a:lstStyle>
            <a:lvl1pPr indent="-393700" lvl="0" marL="457200" algn="l">
              <a:lnSpc>
                <a:spcPct val="115000"/>
              </a:lnSpc>
              <a:spcBef>
                <a:spcPts val="0"/>
              </a:spcBef>
              <a:spcAft>
                <a:spcPts val="0"/>
              </a:spcAft>
              <a:buSzPts val="2600"/>
              <a:buChar char="●"/>
              <a:defRPr/>
            </a:lvl1pPr>
            <a:lvl2pPr indent="-368300" lvl="1" marL="914400" algn="l">
              <a:lnSpc>
                <a:spcPct val="115000"/>
              </a:lnSpc>
              <a:spcBef>
                <a:spcPts val="0"/>
              </a:spcBef>
              <a:spcAft>
                <a:spcPts val="0"/>
              </a:spcAft>
              <a:buSzPts val="2200"/>
              <a:buChar char="○"/>
              <a:defRPr/>
            </a:lvl2pPr>
            <a:lvl3pPr indent="-368300" lvl="2" marL="1371600" algn="l">
              <a:lnSpc>
                <a:spcPct val="115000"/>
              </a:lnSpc>
              <a:spcBef>
                <a:spcPts val="0"/>
              </a:spcBef>
              <a:spcAft>
                <a:spcPts val="0"/>
              </a:spcAft>
              <a:buSzPts val="2200"/>
              <a:buChar char="■"/>
              <a:defRPr/>
            </a:lvl3pPr>
            <a:lvl4pPr indent="-368300" lvl="3" marL="1828800" algn="l">
              <a:lnSpc>
                <a:spcPct val="115000"/>
              </a:lnSpc>
              <a:spcBef>
                <a:spcPts val="0"/>
              </a:spcBef>
              <a:spcAft>
                <a:spcPts val="0"/>
              </a:spcAft>
              <a:buSzPts val="2200"/>
              <a:buChar char="●"/>
              <a:defRPr/>
            </a:lvl4pPr>
            <a:lvl5pPr indent="-368300" lvl="4" marL="2286000" algn="l">
              <a:lnSpc>
                <a:spcPct val="115000"/>
              </a:lnSpc>
              <a:spcBef>
                <a:spcPts val="0"/>
              </a:spcBef>
              <a:spcAft>
                <a:spcPts val="0"/>
              </a:spcAft>
              <a:buSzPts val="2200"/>
              <a:buChar char="○"/>
              <a:defRPr/>
            </a:lvl5pPr>
            <a:lvl6pPr indent="-368300" lvl="5" marL="2743200" algn="l">
              <a:lnSpc>
                <a:spcPct val="115000"/>
              </a:lnSpc>
              <a:spcBef>
                <a:spcPts val="0"/>
              </a:spcBef>
              <a:spcAft>
                <a:spcPts val="0"/>
              </a:spcAft>
              <a:buSzPts val="2200"/>
              <a:buChar char="■"/>
              <a:defRPr/>
            </a:lvl6pPr>
            <a:lvl7pPr indent="-368300" lvl="6" marL="3200400" algn="l">
              <a:lnSpc>
                <a:spcPct val="115000"/>
              </a:lnSpc>
              <a:spcBef>
                <a:spcPts val="0"/>
              </a:spcBef>
              <a:spcAft>
                <a:spcPts val="0"/>
              </a:spcAft>
              <a:buSzPts val="2200"/>
              <a:buChar char="●"/>
              <a:defRPr/>
            </a:lvl7pPr>
            <a:lvl8pPr indent="-368300" lvl="7" marL="3657600" algn="l">
              <a:lnSpc>
                <a:spcPct val="115000"/>
              </a:lnSpc>
              <a:spcBef>
                <a:spcPts val="0"/>
              </a:spcBef>
              <a:spcAft>
                <a:spcPts val="0"/>
              </a:spcAft>
              <a:buSzPts val="2200"/>
              <a:buChar char="○"/>
              <a:defRPr/>
            </a:lvl8pPr>
            <a:lvl9pPr indent="-368300" lvl="8" marL="4114800" algn="l">
              <a:lnSpc>
                <a:spcPct val="115000"/>
              </a:lnSpc>
              <a:spcBef>
                <a:spcPts val="0"/>
              </a:spcBef>
              <a:spcAft>
                <a:spcPts val="0"/>
              </a:spcAft>
              <a:buSzPts val="2200"/>
              <a:buChar char="■"/>
              <a:defRPr/>
            </a:lvl9pPr>
          </a:lstStyle>
          <a:p/>
        </p:txBody>
      </p:sp>
      <p:sp>
        <p:nvSpPr>
          <p:cNvPr id="121" name="Google Shape;121;g35c4bec6024_0_756"/>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g35c4bec6024_0_783"/>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g35c4bec6024_0_66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5600"/>
              <a:buFont typeface="Nunito"/>
              <a:buNone/>
              <a:defRPr b="0" i="0" sz="5600" u="none" cap="none" strike="noStrike">
                <a:solidFill>
                  <a:schemeClr val="lt1"/>
                </a:solidFill>
                <a:latin typeface="Nunito"/>
                <a:ea typeface="Nunito"/>
                <a:cs typeface="Nunito"/>
                <a:sym typeface="Nunito"/>
              </a:defRPr>
            </a:lvl9pPr>
          </a:lstStyle>
          <a:p/>
        </p:txBody>
      </p:sp>
      <p:sp>
        <p:nvSpPr>
          <p:cNvPr id="7" name="Google Shape;7;g35c4bec6024_0_666"/>
          <p:cNvSpPr txBox="1"/>
          <p:nvPr>
            <p:ph idx="1" type="body"/>
          </p:nvPr>
        </p:nvSpPr>
        <p:spPr>
          <a:xfrm>
            <a:off x="623400" y="2304950"/>
            <a:ext cx="17041200" cy="6782400"/>
          </a:xfrm>
          <a:prstGeom prst="rect">
            <a:avLst/>
          </a:prstGeom>
          <a:noFill/>
          <a:ln>
            <a:noFill/>
          </a:ln>
        </p:spPr>
        <p:txBody>
          <a:bodyPr anchorCtr="0" anchor="t" bIns="182850" lIns="182850" spcFirstLastPara="1" rIns="182850" wrap="square" tIns="182850">
            <a:normAutofit/>
          </a:bodyPr>
          <a:lstStyle>
            <a:lvl1pPr indent="-393700" lvl="0" marL="457200" marR="0" rtl="0" algn="l">
              <a:lnSpc>
                <a:spcPct val="115000"/>
              </a:lnSpc>
              <a:spcBef>
                <a:spcPts val="0"/>
              </a:spcBef>
              <a:spcAft>
                <a:spcPts val="0"/>
              </a:spcAft>
              <a:buClr>
                <a:schemeClr val="dk2"/>
              </a:buClr>
              <a:buSzPts val="2600"/>
              <a:buFont typeface="Calibri"/>
              <a:buChar char="●"/>
              <a:defRPr b="0" i="0" sz="2600" u="none" cap="none" strike="noStrike">
                <a:solidFill>
                  <a:schemeClr val="dk2"/>
                </a:solidFill>
                <a:latin typeface="Calibri"/>
                <a:ea typeface="Calibri"/>
                <a:cs typeface="Calibri"/>
                <a:sym typeface="Calibri"/>
              </a:defRPr>
            </a:lvl1pPr>
            <a:lvl2pPr indent="-368300" lvl="1" marL="9144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2pPr>
            <a:lvl3pPr indent="-368300" lvl="2" marL="13716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3pPr>
            <a:lvl4pPr indent="-368300" lvl="3" marL="18288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4pPr>
            <a:lvl5pPr indent="-368300" lvl="4" marL="22860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5pPr>
            <a:lvl6pPr indent="-368300" lvl="5" marL="27432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6pPr>
            <a:lvl7pPr indent="-368300" lvl="6" marL="32004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7pPr>
            <a:lvl8pPr indent="-368300" lvl="7" marL="36576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8pPr>
            <a:lvl9pPr indent="-368300" lvl="8" marL="4114800" marR="0" rtl="0" algn="l">
              <a:lnSpc>
                <a:spcPct val="115000"/>
              </a:lnSpc>
              <a:spcBef>
                <a:spcPts val="0"/>
              </a:spcBef>
              <a:spcAft>
                <a:spcPts val="0"/>
              </a:spcAft>
              <a:buClr>
                <a:schemeClr val="dk2"/>
              </a:buClr>
              <a:buSzPts val="2200"/>
              <a:buFont typeface="Calibri"/>
              <a:buChar char="■"/>
              <a:defRPr b="0" i="0" sz="2200" u="none" cap="none" strike="noStrike">
                <a:solidFill>
                  <a:schemeClr val="dk2"/>
                </a:solidFill>
                <a:latin typeface="Calibri"/>
                <a:ea typeface="Calibri"/>
                <a:cs typeface="Calibri"/>
                <a:sym typeface="Calibri"/>
              </a:defRPr>
            </a:lvl9pPr>
          </a:lstStyle>
          <a:p/>
        </p:txBody>
      </p:sp>
      <p:sp>
        <p:nvSpPr>
          <p:cNvPr id="8" name="Google Shape;8;g35c4bec6024_0_666"/>
          <p:cNvSpPr txBox="1"/>
          <p:nvPr>
            <p:ph idx="12" type="sldNum"/>
          </p:nvPr>
        </p:nvSpPr>
        <p:spPr>
          <a:xfrm>
            <a:off x="16781467" y="9087337"/>
            <a:ext cx="1097400" cy="787200"/>
          </a:xfrm>
          <a:prstGeom prst="rect">
            <a:avLst/>
          </a:prstGeom>
          <a:noFill/>
          <a:ln>
            <a:noFill/>
          </a:ln>
        </p:spPr>
        <p:txBody>
          <a:bodyPr anchorCtr="0" anchor="ctr" bIns="182850" lIns="182850" spcFirstLastPara="1" rIns="182850" wrap="square" tIns="182850">
            <a:norm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hyperlink" Target="https://wayground.com/admin/quiz/68731bc6d0354627289b4142" TargetMode="External"/><Relationship Id="rId5" Type="http://schemas.openxmlformats.org/officeDocument/2006/relationships/hyperlink" Target="https://youtu.be/XJ0h2G02vOc"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hyperlink" Target="https://www.profesionalreview.com/2021/07/18/risc-vs-cisc/" TargetMode="External"/><Relationship Id="rId4" Type="http://schemas.openxmlformats.org/officeDocument/2006/relationships/hyperlink" Target="https://whitestack.com/es/blog/tipos-de-almacenamiento-de-datos/" TargetMode="External"/><Relationship Id="rId5" Type="http://schemas.openxmlformats.org/officeDocument/2006/relationships/hyperlink" Target="https://www.redeszone.net/tutoriales/redes-cable/diferencias-interfaces-sub-interfaces-router/"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29" name="Google Shape;129;p1"/>
          <p:cNvSpPr txBox="1"/>
          <p:nvPr/>
        </p:nvSpPr>
        <p:spPr>
          <a:xfrm>
            <a:off x="1063303" y="6994239"/>
            <a:ext cx="5717400" cy="7695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ALGORITMOS</a:t>
            </a:r>
            <a:endParaRPr b="1" i="0" sz="5000" u="none" cap="none" strike="noStrike">
              <a:solidFill>
                <a:srgbClr val="131416"/>
              </a:solidFill>
              <a:latin typeface="Open Sans"/>
              <a:ea typeface="Open Sans"/>
              <a:cs typeface="Open Sans"/>
              <a:sym typeface="Open Sans"/>
            </a:endParaRPr>
          </a:p>
        </p:txBody>
      </p:sp>
      <p:sp>
        <p:nvSpPr>
          <p:cNvPr id="130" name="Google Shape;130;p1"/>
          <p:cNvSpPr txBox="1"/>
          <p:nvPr/>
        </p:nvSpPr>
        <p:spPr>
          <a:xfrm>
            <a:off x="946300" y="3915650"/>
            <a:ext cx="16404300" cy="3398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i="0" lang="en-US" sz="9200" u="none" cap="none" strike="noStrike">
                <a:solidFill>
                  <a:srgbClr val="131416"/>
                </a:solidFill>
                <a:latin typeface="Open Sans"/>
                <a:ea typeface="Open Sans"/>
                <a:cs typeface="Open Sans"/>
                <a:sym typeface="Open Sans"/>
              </a:rPr>
              <a:t>Arquitectura y organización VNA</a:t>
            </a:r>
            <a:endParaRPr b="0" i="0" sz="1400" u="none" cap="none" strike="noStrike">
              <a:solidFill>
                <a:srgbClr val="000000"/>
              </a:solidFill>
              <a:latin typeface="Arial"/>
              <a:ea typeface="Arial"/>
              <a:cs typeface="Arial"/>
              <a:sym typeface="Arial"/>
            </a:endParaRPr>
          </a:p>
        </p:txBody>
      </p:sp>
      <p:sp>
        <p:nvSpPr>
          <p:cNvPr id="131" name="Google Shape;131;p1"/>
          <p:cNvSpPr txBox="1"/>
          <p:nvPr/>
        </p:nvSpPr>
        <p:spPr>
          <a:xfrm>
            <a:off x="1063303" y="8745251"/>
            <a:ext cx="6981300" cy="4224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1" i="0" sz="2499" u="none" cap="none" strike="noStrike">
              <a:solidFill>
                <a:srgbClr val="131416"/>
              </a:solidFill>
              <a:latin typeface="Open Sans"/>
              <a:ea typeface="Open Sans"/>
              <a:cs typeface="Open Sans"/>
              <a:sym typeface="Open Sans"/>
            </a:endParaRPr>
          </a:p>
        </p:txBody>
      </p:sp>
      <p:sp>
        <p:nvSpPr>
          <p:cNvPr id="132" name="Google Shape;132;p1"/>
          <p:cNvSpPr txBox="1"/>
          <p:nvPr/>
        </p:nvSpPr>
        <p:spPr>
          <a:xfrm>
            <a:off x="1028700" y="9210675"/>
            <a:ext cx="6667500" cy="4224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1" i="0" sz="2499" u="none" cap="none" strike="noStrike">
              <a:solidFill>
                <a:srgbClr val="131416"/>
              </a:solidFill>
              <a:latin typeface="Open Sans"/>
              <a:ea typeface="Open Sans"/>
              <a:cs typeface="Open Sans"/>
              <a:sym typeface="Open Sans"/>
            </a:endParaRPr>
          </a:p>
        </p:txBody>
      </p:sp>
      <p:sp>
        <p:nvSpPr>
          <p:cNvPr id="133" name="Google Shape;133;p1"/>
          <p:cNvSpPr txBox="1"/>
          <p:nvPr/>
        </p:nvSpPr>
        <p:spPr>
          <a:xfrm>
            <a:off x="228600" y="9588254"/>
            <a:ext cx="8115300" cy="4194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grpSp>
        <p:nvGrpSpPr>
          <p:cNvPr id="138" name="Google Shape;138;p2"/>
          <p:cNvGrpSpPr/>
          <p:nvPr/>
        </p:nvGrpSpPr>
        <p:grpSpPr>
          <a:xfrm>
            <a:off x="176625" y="4520476"/>
            <a:ext cx="9161716" cy="845568"/>
            <a:chOff x="0" y="-76200"/>
            <a:chExt cx="1964221" cy="360000"/>
          </a:xfrm>
        </p:grpSpPr>
        <p:sp>
          <p:nvSpPr>
            <p:cNvPr id="139" name="Google Shape;13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40" name="Google Shape;140;p2"/>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Tecnologia RISC/CISC</a:t>
              </a:r>
              <a:endParaRPr b="0" i="0" sz="1400" u="none" cap="none" strike="noStrike">
                <a:solidFill>
                  <a:srgbClr val="000000"/>
                </a:solidFill>
                <a:latin typeface="Arial"/>
                <a:ea typeface="Arial"/>
                <a:cs typeface="Arial"/>
                <a:sym typeface="Arial"/>
              </a:endParaRPr>
            </a:p>
          </p:txBody>
        </p:sp>
      </p:grpSp>
      <p:sp>
        <p:nvSpPr>
          <p:cNvPr id="141" name="Google Shape;141;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42" name="Google Shape;142;p2"/>
          <p:cNvSpPr/>
          <p:nvPr/>
        </p:nvSpPr>
        <p:spPr>
          <a:xfrm>
            <a:off x="1866989" y="3303305"/>
            <a:ext cx="4115190" cy="1267162"/>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43" name="Google Shape;143;p2"/>
          <p:cNvSpPr txBox="1"/>
          <p:nvPr/>
        </p:nvSpPr>
        <p:spPr>
          <a:xfrm>
            <a:off x="592749" y="161205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44" name="Google Shape;144;p2"/>
          <p:cNvSpPr txBox="1"/>
          <p:nvPr/>
        </p:nvSpPr>
        <p:spPr>
          <a:xfrm>
            <a:off x="10247578" y="26330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45" name="Google Shape;145;p2"/>
          <p:cNvGrpSpPr/>
          <p:nvPr/>
        </p:nvGrpSpPr>
        <p:grpSpPr>
          <a:xfrm>
            <a:off x="11779155" y="5047755"/>
            <a:ext cx="5353682" cy="1701155"/>
            <a:chOff x="0" y="-114300"/>
            <a:chExt cx="1410014" cy="448038"/>
          </a:xfrm>
        </p:grpSpPr>
        <p:sp>
          <p:nvSpPr>
            <p:cNvPr id="146" name="Google Shape;146;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cap="flat" cmpd="sng" w="9525">
              <a:solidFill>
                <a:schemeClr val="dk2"/>
              </a:solidFill>
              <a:prstDash val="solid"/>
              <a:round/>
              <a:headEnd len="sm" w="sm" type="none"/>
              <a:tailEnd len="sm" w="sm" type="none"/>
            </a:ln>
          </p:spPr>
        </p:sp>
        <p:sp>
          <p:nvSpPr>
            <p:cNvPr id="147" name="Google Shape;147;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lang="en-US" sz="4499">
                  <a:solidFill>
                    <a:schemeClr val="dk2"/>
                  </a:solidFill>
                  <a:uFill>
                    <a:noFill/>
                  </a:uFill>
                  <a:hlinkClick r:id="rId4">
                    <a:extLst>
                      <a:ext uri="{A12FA001-AC4F-418D-AE19-62706E023703}">
                        <ahyp:hlinkClr val="tx"/>
                      </a:ext>
                    </a:extLst>
                  </a:hlinkClick>
                </a:rPr>
                <a:t>Link Ejercicio</a:t>
              </a:r>
              <a:endParaRPr b="0" i="0" sz="1400" cap="none" strike="noStrike">
                <a:solidFill>
                  <a:schemeClr val="dk2"/>
                </a:solidFill>
                <a:latin typeface="Arial"/>
                <a:ea typeface="Arial"/>
                <a:cs typeface="Arial"/>
                <a:sym typeface="Arial"/>
              </a:endParaRPr>
            </a:p>
          </p:txBody>
        </p:sp>
      </p:grpSp>
      <p:grpSp>
        <p:nvGrpSpPr>
          <p:cNvPr id="148" name="Google Shape;148;p2"/>
          <p:cNvGrpSpPr/>
          <p:nvPr/>
        </p:nvGrpSpPr>
        <p:grpSpPr>
          <a:xfrm>
            <a:off x="176625" y="5444301"/>
            <a:ext cx="9161716" cy="845568"/>
            <a:chOff x="0" y="-76200"/>
            <a:chExt cx="1964221" cy="360000"/>
          </a:xfrm>
        </p:grpSpPr>
        <p:sp>
          <p:nvSpPr>
            <p:cNvPr id="149" name="Google Shape;14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50" name="Google Shape;150;p2"/>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Hardware de almacenamiento</a:t>
              </a:r>
              <a:endParaRPr b="0" i="0" sz="1400" u="none" cap="none" strike="noStrike">
                <a:solidFill>
                  <a:srgbClr val="000000"/>
                </a:solidFill>
                <a:latin typeface="Arial"/>
                <a:ea typeface="Arial"/>
                <a:cs typeface="Arial"/>
                <a:sym typeface="Arial"/>
              </a:endParaRPr>
            </a:p>
          </p:txBody>
        </p:sp>
      </p:grpSp>
      <p:grpSp>
        <p:nvGrpSpPr>
          <p:cNvPr id="151" name="Google Shape;151;p2"/>
          <p:cNvGrpSpPr/>
          <p:nvPr/>
        </p:nvGrpSpPr>
        <p:grpSpPr>
          <a:xfrm>
            <a:off x="176625" y="6425872"/>
            <a:ext cx="9161746" cy="845387"/>
            <a:chOff x="0" y="-76200"/>
            <a:chExt cx="1875831" cy="359923"/>
          </a:xfrm>
        </p:grpSpPr>
        <p:sp>
          <p:nvSpPr>
            <p:cNvPr id="152" name="Google Shape;152;p2"/>
            <p:cNvSpPr/>
            <p:nvPr/>
          </p:nvSpPr>
          <p:spPr>
            <a:xfrm>
              <a:off x="0" y="0"/>
              <a:ext cx="187583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53" name="Google Shape;153;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Tarjetas de red, routers, switches, AP's                        </a:t>
              </a:r>
              <a:endParaRPr b="0" i="0" sz="1400" u="none" cap="none" strike="noStrike">
                <a:solidFill>
                  <a:srgbClr val="000000"/>
                </a:solidFill>
                <a:latin typeface="Arial"/>
                <a:ea typeface="Arial"/>
                <a:cs typeface="Arial"/>
                <a:sym typeface="Arial"/>
              </a:endParaRPr>
            </a:p>
          </p:txBody>
        </p:sp>
      </p:grpSp>
      <p:grpSp>
        <p:nvGrpSpPr>
          <p:cNvPr id="154" name="Google Shape;154;p2"/>
          <p:cNvGrpSpPr/>
          <p:nvPr/>
        </p:nvGrpSpPr>
        <p:grpSpPr>
          <a:xfrm>
            <a:off x="176625" y="7349453"/>
            <a:ext cx="9161716" cy="845387"/>
            <a:chOff x="0" y="-76200"/>
            <a:chExt cx="1964221" cy="359923"/>
          </a:xfrm>
        </p:grpSpPr>
        <p:sp>
          <p:nvSpPr>
            <p:cNvPr id="155" name="Google Shape;15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rgbClr val="434343"/>
              </a:solidFill>
              <a:prstDash val="solid"/>
              <a:round/>
              <a:headEnd len="sm" w="sm" type="none"/>
              <a:tailEnd len="sm" w="sm" type="none"/>
            </a:ln>
          </p:spPr>
        </p:sp>
        <p:sp>
          <p:nvSpPr>
            <p:cNvPr id="156" name="Google Shape;15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HW de seguridad</a:t>
              </a:r>
              <a:endParaRPr b="0" i="0" sz="1400" u="none" cap="none" strike="noStrike">
                <a:solidFill>
                  <a:srgbClr val="000000"/>
                </a:solidFill>
                <a:latin typeface="Arial"/>
                <a:ea typeface="Arial"/>
                <a:cs typeface="Arial"/>
                <a:sym typeface="Arial"/>
              </a:endParaRPr>
            </a:p>
          </p:txBody>
        </p:sp>
      </p:grpSp>
      <p:grpSp>
        <p:nvGrpSpPr>
          <p:cNvPr id="157" name="Google Shape;157;p2"/>
          <p:cNvGrpSpPr/>
          <p:nvPr/>
        </p:nvGrpSpPr>
        <p:grpSpPr>
          <a:xfrm>
            <a:off x="176625" y="8412926"/>
            <a:ext cx="9161716" cy="845568"/>
            <a:chOff x="0" y="-76200"/>
            <a:chExt cx="1964221" cy="360000"/>
          </a:xfrm>
        </p:grpSpPr>
        <p:sp>
          <p:nvSpPr>
            <p:cNvPr id="158" name="Google Shape;158;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cap="flat" cmpd="sng" w="9525">
              <a:solidFill>
                <a:schemeClr val="dk2"/>
              </a:solidFill>
              <a:prstDash val="solid"/>
              <a:round/>
              <a:headEnd len="sm" w="sm" type="none"/>
              <a:tailEnd len="sm" w="sm" type="none"/>
            </a:ln>
          </p:spPr>
        </p:sp>
        <p:sp>
          <p:nvSpPr>
            <p:cNvPr id="159" name="Google Shape;159;p2"/>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Buses de datos Control y direccion</a:t>
              </a:r>
              <a:endParaRPr b="0" i="0" sz="1400" u="none" cap="none" strike="noStrike">
                <a:solidFill>
                  <a:srgbClr val="000000"/>
                </a:solidFill>
                <a:latin typeface="Arial"/>
                <a:ea typeface="Arial"/>
                <a:cs typeface="Arial"/>
                <a:sym typeface="Arial"/>
              </a:endParaRPr>
            </a:p>
          </p:txBody>
        </p:sp>
      </p:grpSp>
      <p:sp>
        <p:nvSpPr>
          <p:cNvPr id="160" name="Google Shape;160;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61" name="Google Shape;161;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62" name="Google Shape;162;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63" name="Google Shape;163;p2"/>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grpSp>
        <p:nvGrpSpPr>
          <p:cNvPr id="164" name="Google Shape;164;p2"/>
          <p:cNvGrpSpPr/>
          <p:nvPr/>
        </p:nvGrpSpPr>
        <p:grpSpPr>
          <a:xfrm>
            <a:off x="11779155" y="6854780"/>
            <a:ext cx="5353682" cy="1701155"/>
            <a:chOff x="0" y="-114300"/>
            <a:chExt cx="1410014" cy="448038"/>
          </a:xfrm>
        </p:grpSpPr>
        <p:sp>
          <p:nvSpPr>
            <p:cNvPr id="165" name="Google Shape;165;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cap="flat" cmpd="sng" w="9525">
              <a:solidFill>
                <a:schemeClr val="dk2"/>
              </a:solidFill>
              <a:prstDash val="solid"/>
              <a:round/>
              <a:headEnd len="sm" w="sm" type="none"/>
              <a:tailEnd len="sm" w="sm" type="none"/>
            </a:ln>
          </p:spPr>
        </p:sp>
        <p:sp>
          <p:nvSpPr>
            <p:cNvPr id="166" name="Google Shape;166;p2"/>
            <p:cNvSpPr txBox="1"/>
            <p:nvPr/>
          </p:nvSpPr>
          <p:spPr>
            <a:xfrm>
              <a:off x="0" y="-114300"/>
              <a:ext cx="1295700" cy="447900"/>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lang="en-US" sz="4499">
                  <a:solidFill>
                    <a:srgbClr val="131416"/>
                  </a:solidFill>
                  <a:uFill>
                    <a:noFill/>
                  </a:uFill>
                  <a:hlinkClick r:id="rId5">
                    <a:extLst>
                      <a:ext uri="{A12FA001-AC4F-418D-AE19-62706E023703}">
                        <ahyp:hlinkClr val="tx"/>
                      </a:ext>
                    </a:extLst>
                  </a:hlinkClick>
                </a:rPr>
                <a:t>Link Video</a:t>
              </a:r>
              <a:endParaRPr b="0" i="0" sz="1400" cap="none" strike="noStrike">
                <a:solidFill>
                  <a:srgbClr val="131416"/>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
          <p:cNvSpPr txBox="1"/>
          <p:nvPr/>
        </p:nvSpPr>
        <p:spPr>
          <a:xfrm>
            <a:off x="1888324" y="2248725"/>
            <a:ext cx="128853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172" name="Google Shape;172;p3"/>
          <p:cNvSpPr txBox="1"/>
          <p:nvPr/>
        </p:nvSpPr>
        <p:spPr>
          <a:xfrm>
            <a:off x="1888325" y="3681000"/>
            <a:ext cx="14194500" cy="35211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i="0" lang="en-US" sz="4399" u="none" cap="none" strike="noStrike">
                <a:solidFill>
                  <a:srgbClr val="131416"/>
                </a:solidFill>
                <a:latin typeface="Open Sans"/>
                <a:ea typeface="Open Sans"/>
                <a:cs typeface="Open Sans"/>
                <a:sym typeface="Open Sans"/>
              </a:rPr>
              <a:t>Analiza la arquitectura y organización de una computadora mediante el estudio de sus componentes de hardware para comprender el funcionamiento integral de un sistema</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5c4bec6024_1_8"/>
          <p:cNvSpPr txBox="1"/>
          <p:nvPr>
            <p:ph type="ctrTitle"/>
          </p:nvPr>
        </p:nvSpPr>
        <p:spPr>
          <a:xfrm>
            <a:off x="3610275" y="319075"/>
            <a:ext cx="124710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00000"/>
              <a:buNone/>
            </a:pPr>
            <a:r>
              <a:rPr lang="en-US"/>
              <a:t>Tecnologías RISC/CISC</a:t>
            </a:r>
            <a:endParaRPr/>
          </a:p>
          <a:p>
            <a:pPr indent="0" lvl="0" marL="0" rtl="0" algn="ctr">
              <a:lnSpc>
                <a:spcPct val="100000"/>
              </a:lnSpc>
              <a:spcBef>
                <a:spcPts val="0"/>
              </a:spcBef>
              <a:spcAft>
                <a:spcPts val="0"/>
              </a:spcAft>
              <a:buSzPct val="100000"/>
              <a:buNone/>
            </a:pPr>
            <a:r>
              <a:t/>
            </a:r>
            <a:endParaRPr/>
          </a:p>
        </p:txBody>
      </p:sp>
      <p:sp>
        <p:nvSpPr>
          <p:cNvPr id="178" name="Google Shape;178;g35c4bec6024_1_8"/>
          <p:cNvSpPr txBox="1"/>
          <p:nvPr>
            <p:ph idx="1" type="subTitle"/>
          </p:nvPr>
        </p:nvSpPr>
        <p:spPr>
          <a:xfrm>
            <a:off x="1511925" y="1925925"/>
            <a:ext cx="16094400" cy="1320300"/>
          </a:xfrm>
          <a:prstGeom prst="rect">
            <a:avLst/>
          </a:prstGeom>
          <a:noFill/>
          <a:ln>
            <a:noFill/>
          </a:ln>
        </p:spPr>
        <p:txBody>
          <a:bodyPr anchorCtr="0" anchor="t" bIns="182850" lIns="182850" spcFirstLastPara="1" rIns="182850" wrap="square" tIns="182850">
            <a:normAutofit/>
          </a:bodyPr>
          <a:lstStyle/>
          <a:p>
            <a:pPr indent="0" lvl="0" marL="0" rtl="0" algn="l">
              <a:lnSpc>
                <a:spcPct val="115000"/>
              </a:lnSpc>
              <a:spcBef>
                <a:spcPts val="0"/>
              </a:spcBef>
              <a:spcAft>
                <a:spcPts val="0"/>
              </a:spcAft>
              <a:buSzPts val="12800"/>
              <a:buNone/>
            </a:pPr>
            <a:r>
              <a:rPr lang="en-US" sz="2550">
                <a:solidFill>
                  <a:srgbClr val="000000"/>
                </a:solidFill>
                <a:latin typeface="Roboto"/>
                <a:ea typeface="Roboto"/>
                <a:cs typeface="Roboto"/>
                <a:sym typeface="Roboto"/>
              </a:rPr>
              <a:t>Las arquitecturas RISC (Reduced Instruction Set Computer) y CISC (Complex Instruction Set Computer) representan dos enfoques distintos para el diseño de procesadores.</a:t>
            </a:r>
            <a:endParaRPr sz="2550"/>
          </a:p>
        </p:txBody>
      </p:sp>
      <p:pic>
        <p:nvPicPr>
          <p:cNvPr id="179" name="Google Shape;179;g35c4bec6024_1_8"/>
          <p:cNvPicPr preferRelativeResize="0"/>
          <p:nvPr/>
        </p:nvPicPr>
        <p:blipFill rotWithShape="1">
          <a:blip r:embed="rId3">
            <a:alphaModFix/>
          </a:blip>
          <a:srcRect b="0" l="53885" r="0" t="0"/>
          <a:stretch/>
        </p:blipFill>
        <p:spPr>
          <a:xfrm>
            <a:off x="12101150" y="3246225"/>
            <a:ext cx="3649700" cy="5662275"/>
          </a:xfrm>
          <a:prstGeom prst="rect">
            <a:avLst/>
          </a:prstGeom>
          <a:noFill/>
          <a:ln>
            <a:noFill/>
          </a:ln>
        </p:spPr>
      </p:pic>
      <p:sp>
        <p:nvSpPr>
          <p:cNvPr id="180" name="Google Shape;180;g35c4bec6024_1_8"/>
          <p:cNvSpPr txBox="1"/>
          <p:nvPr/>
        </p:nvSpPr>
        <p:spPr>
          <a:xfrm>
            <a:off x="1511925" y="3809500"/>
            <a:ext cx="8404500" cy="3335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550"/>
              <a:buFont typeface="Arial"/>
              <a:buNone/>
            </a:pPr>
            <a:r>
              <a:rPr b="0" i="0" lang="en-US" sz="2550" u="none" cap="none" strike="noStrike">
                <a:solidFill>
                  <a:srgbClr val="000000"/>
                </a:solidFill>
                <a:latin typeface="Roboto"/>
                <a:ea typeface="Roboto"/>
                <a:cs typeface="Roboto"/>
                <a:sym typeface="Roboto"/>
              </a:rPr>
              <a:t>RISC se basa en un conjunto reducido y simplificado de instrucciones que pueden ejecutarse en un solo ciclo de reloj. Este tipo de arquitectura prioriza la eficiencia y la velocidad, facilitando el diseño de procesadores más pequeños y de menor consumo energético. Es común en dispositivos móviles, como los smartphones, donde la arquitectura ARM esta basada en RISC.</a:t>
            </a:r>
            <a:endParaRPr b="0" i="0" sz="2550" u="none" cap="none" strike="noStrike">
              <a:solidFill>
                <a:schemeClr val="dk2"/>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3630fbe4246_0_3"/>
          <p:cNvSpPr txBox="1"/>
          <p:nvPr>
            <p:ph type="ctrTitle"/>
          </p:nvPr>
        </p:nvSpPr>
        <p:spPr>
          <a:xfrm>
            <a:off x="3610275" y="319075"/>
            <a:ext cx="12471000" cy="23034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00000"/>
              <a:buNone/>
            </a:pPr>
            <a:r>
              <a:t/>
            </a:r>
            <a:endParaRPr/>
          </a:p>
          <a:p>
            <a:pPr indent="0" lvl="0" marL="0" rtl="0" algn="ctr">
              <a:lnSpc>
                <a:spcPct val="100000"/>
              </a:lnSpc>
              <a:spcBef>
                <a:spcPts val="0"/>
              </a:spcBef>
              <a:spcAft>
                <a:spcPts val="0"/>
              </a:spcAft>
              <a:buSzPct val="100000"/>
              <a:buNone/>
            </a:pPr>
            <a:r>
              <a:t/>
            </a:r>
            <a:endParaRPr/>
          </a:p>
        </p:txBody>
      </p:sp>
      <p:sp>
        <p:nvSpPr>
          <p:cNvPr id="186" name="Google Shape;186;g3630fbe4246_0_3"/>
          <p:cNvSpPr txBox="1"/>
          <p:nvPr>
            <p:ph idx="1" type="subTitle"/>
          </p:nvPr>
        </p:nvSpPr>
        <p:spPr>
          <a:xfrm>
            <a:off x="1585650" y="2534125"/>
            <a:ext cx="9709200" cy="5040900"/>
          </a:xfrm>
          <a:prstGeom prst="rect">
            <a:avLst/>
          </a:prstGeom>
          <a:noFill/>
          <a:ln>
            <a:noFill/>
          </a:ln>
        </p:spPr>
        <p:txBody>
          <a:bodyPr anchorCtr="0" anchor="t" bIns="182850" lIns="182850" spcFirstLastPara="1" rIns="182850" wrap="square" tIns="182850">
            <a:normAutofit fontScale="25000"/>
          </a:bodyPr>
          <a:lstStyle/>
          <a:p>
            <a:pPr indent="0" lvl="0" marL="0" rtl="0" algn="l">
              <a:lnSpc>
                <a:spcPct val="100000"/>
              </a:lnSpc>
              <a:spcBef>
                <a:spcPts val="1200"/>
              </a:spcBef>
              <a:spcAft>
                <a:spcPts val="0"/>
              </a:spcAft>
              <a:buSzPct val="123468"/>
              <a:buNone/>
            </a:pPr>
            <a:r>
              <a:rPr lang="en-US" sz="10367">
                <a:solidFill>
                  <a:srgbClr val="000000"/>
                </a:solidFill>
                <a:latin typeface="Roboto"/>
                <a:ea typeface="Roboto"/>
                <a:cs typeface="Roboto"/>
                <a:sym typeface="Roboto"/>
              </a:rPr>
              <a:t>CISC utiliza un conjunto de instrucciones más amplio y complejo, que permite ejecutar operaciones avanzadas en una sola instrucción, aunque requiere varios ciclos de reloj. Esta arquitectura busca reducir la cantidad de líneas de código en los programas, lo cual era especialmente útil cuando la memoria era limitada. Los procesadores x86 de Intel y AMD, utilizados en computadoras personales, son ejemplos clásicos de CISC.</a:t>
            </a:r>
            <a:endParaRPr sz="10367">
              <a:solidFill>
                <a:srgbClr val="000000"/>
              </a:solidFill>
              <a:latin typeface="Roboto"/>
              <a:ea typeface="Roboto"/>
              <a:cs typeface="Roboto"/>
              <a:sym typeface="Roboto"/>
            </a:endParaRPr>
          </a:p>
          <a:p>
            <a:pPr indent="0" lvl="0" marL="0" rtl="0" algn="l">
              <a:lnSpc>
                <a:spcPct val="100000"/>
              </a:lnSpc>
              <a:spcBef>
                <a:spcPts val="1200"/>
              </a:spcBef>
              <a:spcAft>
                <a:spcPts val="0"/>
              </a:spcAft>
              <a:buSzPct val="123468"/>
              <a:buNone/>
            </a:pPr>
            <a:r>
              <a:t/>
            </a:r>
            <a:endParaRPr sz="10367">
              <a:solidFill>
                <a:srgbClr val="000000"/>
              </a:solidFill>
              <a:latin typeface="Roboto"/>
              <a:ea typeface="Roboto"/>
              <a:cs typeface="Roboto"/>
              <a:sym typeface="Roboto"/>
            </a:endParaRPr>
          </a:p>
          <a:p>
            <a:pPr indent="0" lvl="0" marL="0" rtl="0" algn="l">
              <a:lnSpc>
                <a:spcPct val="100000"/>
              </a:lnSpc>
              <a:spcBef>
                <a:spcPts val="1200"/>
              </a:spcBef>
              <a:spcAft>
                <a:spcPts val="1200"/>
              </a:spcAft>
              <a:buSzPct val="123468"/>
              <a:buNone/>
            </a:pPr>
            <a:r>
              <a:rPr lang="en-US" sz="10367">
                <a:solidFill>
                  <a:srgbClr val="000000"/>
                </a:solidFill>
                <a:latin typeface="Roboto"/>
                <a:ea typeface="Roboto"/>
                <a:cs typeface="Roboto"/>
                <a:sym typeface="Roboto"/>
              </a:rPr>
              <a:t>Hoy en día, ambos modelos tienden a incorporar ideas del otro para optimizar su rendimiento.</a:t>
            </a:r>
            <a:endParaRPr sz="10367">
              <a:solidFill>
                <a:srgbClr val="000000"/>
              </a:solidFill>
              <a:latin typeface="Roboto"/>
              <a:ea typeface="Roboto"/>
              <a:cs typeface="Roboto"/>
              <a:sym typeface="Roboto"/>
            </a:endParaRPr>
          </a:p>
        </p:txBody>
      </p:sp>
      <p:pic>
        <p:nvPicPr>
          <p:cNvPr id="187" name="Google Shape;187;g3630fbe4246_0_3"/>
          <p:cNvPicPr preferRelativeResize="0"/>
          <p:nvPr/>
        </p:nvPicPr>
        <p:blipFill rotWithShape="1">
          <a:blip r:embed="rId3">
            <a:alphaModFix/>
          </a:blip>
          <a:srcRect b="0" l="0" r="56786" t="0"/>
          <a:stretch/>
        </p:blipFill>
        <p:spPr>
          <a:xfrm>
            <a:off x="12065975" y="2223275"/>
            <a:ext cx="3527575" cy="5840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5c4bec6024_1_14"/>
          <p:cNvSpPr txBox="1"/>
          <p:nvPr>
            <p:ph type="ctrTitle"/>
          </p:nvPr>
        </p:nvSpPr>
        <p:spPr>
          <a:xfrm>
            <a:off x="3394425" y="1000575"/>
            <a:ext cx="12599400" cy="1995000"/>
          </a:xfrm>
          <a:prstGeom prst="rect">
            <a:avLst/>
          </a:prstGeom>
          <a:noFill/>
          <a:ln>
            <a:noFill/>
          </a:ln>
        </p:spPr>
        <p:txBody>
          <a:bodyPr anchorCtr="0" anchor="ctr" bIns="182850" lIns="182850" spcFirstLastPara="1" rIns="182850" wrap="square" tIns="182850">
            <a:normAutofit fontScale="90000"/>
          </a:bodyPr>
          <a:lstStyle/>
          <a:p>
            <a:pPr indent="0" lvl="0" marL="0" rtl="0" algn="ctr">
              <a:lnSpc>
                <a:spcPct val="100000"/>
              </a:lnSpc>
              <a:spcBef>
                <a:spcPts val="0"/>
              </a:spcBef>
              <a:spcAft>
                <a:spcPts val="0"/>
              </a:spcAft>
              <a:buSzPct val="100000"/>
              <a:buNone/>
            </a:pPr>
            <a:r>
              <a:rPr lang="en-US"/>
              <a:t>Hardware de Almacenamiento</a:t>
            </a:r>
            <a:endParaRPr/>
          </a:p>
        </p:txBody>
      </p:sp>
      <p:sp>
        <p:nvSpPr>
          <p:cNvPr id="193" name="Google Shape;193;g35c4bec6024_1_14"/>
          <p:cNvSpPr txBox="1"/>
          <p:nvPr>
            <p:ph idx="1" type="subTitle"/>
          </p:nvPr>
        </p:nvSpPr>
        <p:spPr>
          <a:xfrm>
            <a:off x="1763900" y="2421775"/>
            <a:ext cx="14600400" cy="1313700"/>
          </a:xfrm>
          <a:prstGeom prst="rect">
            <a:avLst/>
          </a:prstGeom>
          <a:noFill/>
          <a:ln>
            <a:noFill/>
          </a:ln>
        </p:spPr>
        <p:txBody>
          <a:bodyPr anchorCtr="0" anchor="t" bIns="182850" lIns="182850" spcFirstLastPara="1" rIns="182850" wrap="square" tIns="182850">
            <a:normAutofit/>
          </a:bodyPr>
          <a:lstStyle/>
          <a:p>
            <a:pPr indent="0" lvl="0" marL="0" rtl="0" algn="just">
              <a:lnSpc>
                <a:spcPct val="100000"/>
              </a:lnSpc>
              <a:spcBef>
                <a:spcPts val="600"/>
              </a:spcBef>
              <a:spcAft>
                <a:spcPts val="0"/>
              </a:spcAft>
              <a:buSzPts val="3200"/>
              <a:buNone/>
            </a:pPr>
            <a:r>
              <a:rPr lang="en-US" sz="2550">
                <a:solidFill>
                  <a:srgbClr val="000000"/>
                </a:solidFill>
                <a:latin typeface="Roboto"/>
                <a:ea typeface="Roboto"/>
                <a:cs typeface="Roboto"/>
                <a:sym typeface="Roboto"/>
              </a:rPr>
              <a:t>El hardware de almacenamiento comprende todos los dispositivos que permiten guardar datos, ya sea temporalmente o de manera permanente. Se clasifica generalmente en:</a:t>
            </a:r>
            <a:endParaRPr sz="2550"/>
          </a:p>
        </p:txBody>
      </p:sp>
      <p:sp>
        <p:nvSpPr>
          <p:cNvPr id="194" name="Google Shape;194;g35c4bec6024_1_14"/>
          <p:cNvSpPr txBox="1"/>
          <p:nvPr/>
        </p:nvSpPr>
        <p:spPr>
          <a:xfrm>
            <a:off x="1763900" y="3735475"/>
            <a:ext cx="6892500" cy="2552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1200"/>
              </a:spcBef>
              <a:spcAft>
                <a:spcPts val="0"/>
              </a:spcAft>
              <a:buClr>
                <a:srgbClr val="000000"/>
              </a:buClr>
              <a:buSzPts val="2550"/>
              <a:buFont typeface="Arial"/>
              <a:buNone/>
            </a:pPr>
            <a:r>
              <a:rPr b="1" i="0" lang="en-US" sz="2550" u="none" cap="none" strike="noStrike">
                <a:solidFill>
                  <a:srgbClr val="000000"/>
                </a:solidFill>
                <a:latin typeface="Arial"/>
                <a:ea typeface="Arial"/>
                <a:cs typeface="Arial"/>
                <a:sym typeface="Arial"/>
              </a:rPr>
              <a:t>Memoria Principal (RAM)</a:t>
            </a:r>
            <a:endParaRPr b="1" i="0" sz="2550" u="none" cap="none" strike="noStrike">
              <a:solidFill>
                <a:srgbClr val="000000"/>
              </a:solidFill>
              <a:latin typeface="Arial"/>
              <a:ea typeface="Arial"/>
              <a:cs typeface="Arial"/>
              <a:sym typeface="Arial"/>
            </a:endParaRPr>
          </a:p>
          <a:p>
            <a:pPr indent="0" lvl="0" marL="0" marR="0" rtl="0" algn="just">
              <a:lnSpc>
                <a:spcPct val="100000"/>
              </a:lnSpc>
              <a:spcBef>
                <a:spcPts val="1200"/>
              </a:spcBef>
              <a:spcAft>
                <a:spcPts val="0"/>
              </a:spcAft>
              <a:buClr>
                <a:srgbClr val="000000"/>
              </a:buClr>
              <a:buSzPts val="2550"/>
              <a:buFont typeface="Arial"/>
              <a:buNone/>
            </a:pPr>
            <a:r>
              <a:rPr b="0" i="0" lang="en-US" sz="2550" u="none" cap="none" strike="noStrike">
                <a:solidFill>
                  <a:srgbClr val="000000"/>
                </a:solidFill>
                <a:latin typeface="Arial"/>
                <a:ea typeface="Arial"/>
                <a:cs typeface="Arial"/>
                <a:sym typeface="Arial"/>
              </a:rPr>
              <a:t>Memoria temporal de alta velocidad utilizada para ejecutar programas en tiempo real. Es volátil por lo que pierde su contenido al apagarse el sistema. Crucial para el rendimiento.</a:t>
            </a:r>
            <a:endParaRPr b="0" i="0" sz="2550" u="none" cap="none" strike="noStrike">
              <a:solidFill>
                <a:srgbClr val="000000"/>
              </a:solidFill>
              <a:latin typeface="Arial"/>
              <a:ea typeface="Arial"/>
              <a:cs typeface="Arial"/>
              <a:sym typeface="Arial"/>
            </a:endParaRPr>
          </a:p>
          <a:p>
            <a:pPr indent="0" lvl="0" marL="0" marR="0" rtl="0" algn="just">
              <a:lnSpc>
                <a:spcPct val="100000"/>
              </a:lnSpc>
              <a:spcBef>
                <a:spcPts val="1200"/>
              </a:spcBef>
              <a:spcAft>
                <a:spcPts val="0"/>
              </a:spcAft>
              <a:buClr>
                <a:srgbClr val="000000"/>
              </a:buClr>
              <a:buSzPts val="2550"/>
              <a:buFont typeface="Arial"/>
              <a:buNone/>
            </a:pPr>
            <a:r>
              <a:t/>
            </a:r>
            <a:endParaRPr b="0" i="0" sz="2550" u="none" cap="none" strike="noStrike">
              <a:solidFill>
                <a:schemeClr val="dk2"/>
              </a:solidFill>
              <a:latin typeface="Calibri"/>
              <a:ea typeface="Calibri"/>
              <a:cs typeface="Calibri"/>
              <a:sym typeface="Calibri"/>
            </a:endParaRPr>
          </a:p>
        </p:txBody>
      </p:sp>
      <p:pic>
        <p:nvPicPr>
          <p:cNvPr id="195" name="Google Shape;195;g35c4bec6024_1_14"/>
          <p:cNvPicPr preferRelativeResize="0"/>
          <p:nvPr/>
        </p:nvPicPr>
        <p:blipFill rotWithShape="1">
          <a:blip r:embed="rId3">
            <a:alphaModFix/>
          </a:blip>
          <a:srcRect b="0" l="0" r="0" t="0"/>
          <a:stretch/>
        </p:blipFill>
        <p:spPr>
          <a:xfrm>
            <a:off x="4957375" y="6019650"/>
            <a:ext cx="1861539" cy="1766075"/>
          </a:xfrm>
          <a:prstGeom prst="rect">
            <a:avLst/>
          </a:prstGeom>
          <a:noFill/>
          <a:ln>
            <a:noFill/>
          </a:ln>
        </p:spPr>
      </p:pic>
      <p:sp>
        <p:nvSpPr>
          <p:cNvPr id="196" name="Google Shape;196;g35c4bec6024_1_14"/>
          <p:cNvSpPr txBox="1"/>
          <p:nvPr/>
        </p:nvSpPr>
        <p:spPr>
          <a:xfrm>
            <a:off x="9505725" y="3867150"/>
            <a:ext cx="6488100" cy="2552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1200"/>
              </a:spcBef>
              <a:spcAft>
                <a:spcPts val="0"/>
              </a:spcAft>
              <a:buClr>
                <a:srgbClr val="000000"/>
              </a:buClr>
              <a:buSzPts val="2550"/>
              <a:buFont typeface="Arial"/>
              <a:buNone/>
            </a:pPr>
            <a:r>
              <a:rPr b="1" i="0" lang="en-US" sz="2550" u="none" cap="none" strike="noStrike">
                <a:solidFill>
                  <a:srgbClr val="000000"/>
                </a:solidFill>
                <a:latin typeface="Arial"/>
                <a:ea typeface="Arial"/>
                <a:cs typeface="Arial"/>
                <a:sym typeface="Arial"/>
              </a:rPr>
              <a:t>Memoria Principal (RAM)</a:t>
            </a:r>
            <a:endParaRPr b="1" i="0" sz="2550" u="none" cap="none" strike="noStrike">
              <a:solidFill>
                <a:srgbClr val="000000"/>
              </a:solidFill>
              <a:latin typeface="Arial"/>
              <a:ea typeface="Arial"/>
              <a:cs typeface="Arial"/>
              <a:sym typeface="Arial"/>
            </a:endParaRPr>
          </a:p>
          <a:p>
            <a:pPr indent="0" lvl="0" marL="0" marR="0" rtl="0" algn="just">
              <a:lnSpc>
                <a:spcPct val="100000"/>
              </a:lnSpc>
              <a:spcBef>
                <a:spcPts val="1200"/>
              </a:spcBef>
              <a:spcAft>
                <a:spcPts val="0"/>
              </a:spcAft>
              <a:buClr>
                <a:srgbClr val="000000"/>
              </a:buClr>
              <a:buSzPts val="2550"/>
              <a:buFont typeface="Arial"/>
              <a:buNone/>
            </a:pPr>
            <a:r>
              <a:rPr b="0" i="0" lang="en-US" sz="2550" u="none" cap="none" strike="noStrike">
                <a:solidFill>
                  <a:srgbClr val="000000"/>
                </a:solidFill>
                <a:latin typeface="Arial"/>
                <a:ea typeface="Arial"/>
                <a:cs typeface="Arial"/>
                <a:sym typeface="Arial"/>
              </a:rPr>
              <a:t>Memoria temporal de alta velocidad utilizada para ejecutar programas en tiempo real. Es volátil por lo que pierde su contenido al apagarse el sistema. Crucial para el rendimiento.</a:t>
            </a:r>
            <a:endParaRPr b="0" i="0" sz="2550" u="none" cap="none" strike="noStrike">
              <a:solidFill>
                <a:srgbClr val="000000"/>
              </a:solidFill>
              <a:latin typeface="Arial"/>
              <a:ea typeface="Arial"/>
              <a:cs typeface="Arial"/>
              <a:sym typeface="Arial"/>
            </a:endParaRPr>
          </a:p>
          <a:p>
            <a:pPr indent="0" lvl="0" marL="0" marR="0" rtl="0" algn="just">
              <a:lnSpc>
                <a:spcPct val="100000"/>
              </a:lnSpc>
              <a:spcBef>
                <a:spcPts val="1200"/>
              </a:spcBef>
              <a:spcAft>
                <a:spcPts val="0"/>
              </a:spcAft>
              <a:buClr>
                <a:srgbClr val="000000"/>
              </a:buClr>
              <a:buSzPts val="2550"/>
              <a:buFont typeface="Arial"/>
              <a:buNone/>
            </a:pPr>
            <a:r>
              <a:t/>
            </a:r>
            <a:endParaRPr b="0" i="0" sz="2550" u="none" cap="none" strike="noStrike">
              <a:solidFill>
                <a:schemeClr val="dk2"/>
              </a:solidFill>
              <a:latin typeface="Calibri"/>
              <a:ea typeface="Calibri"/>
              <a:cs typeface="Calibri"/>
              <a:sym typeface="Calibri"/>
            </a:endParaRPr>
          </a:p>
        </p:txBody>
      </p:sp>
      <p:pic>
        <p:nvPicPr>
          <p:cNvPr id="197" name="Google Shape;197;g35c4bec6024_1_14"/>
          <p:cNvPicPr preferRelativeResize="0"/>
          <p:nvPr/>
        </p:nvPicPr>
        <p:blipFill rotWithShape="1">
          <a:blip r:embed="rId4">
            <a:alphaModFix/>
          </a:blip>
          <a:srcRect b="0" l="0" r="-13712" t="0"/>
          <a:stretch/>
        </p:blipFill>
        <p:spPr>
          <a:xfrm>
            <a:off x="11625225" y="6807400"/>
            <a:ext cx="1933575" cy="18192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630fbe4246_0_20"/>
          <p:cNvSpPr txBox="1"/>
          <p:nvPr/>
        </p:nvSpPr>
        <p:spPr>
          <a:xfrm>
            <a:off x="1704600" y="3068450"/>
            <a:ext cx="5277000" cy="217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000000"/>
                </a:solidFill>
                <a:latin typeface="Arial"/>
                <a:ea typeface="Arial"/>
                <a:cs typeface="Arial"/>
                <a:sym typeface="Arial"/>
              </a:rPr>
              <a:t>Almacenamiento magnético</a:t>
            </a:r>
            <a:r>
              <a:rPr b="0" i="0" lang="en-US" sz="2550" u="none" cap="none" strike="noStrike">
                <a:solidFill>
                  <a:srgbClr val="000000"/>
                </a:solidFill>
                <a:latin typeface="Arial"/>
                <a:ea typeface="Arial"/>
                <a:cs typeface="Arial"/>
                <a:sym typeface="Arial"/>
              </a:rPr>
              <a:t>: Discos duros (HDD), usados por su alta capacidad y bajo costo, aunque con mayor riesgo de fallos mecánicos.</a:t>
            </a:r>
            <a:endParaRPr b="0" i="0" sz="2550" u="none" cap="none" strike="noStrike">
              <a:solidFill>
                <a:schemeClr val="dk2"/>
              </a:solidFill>
              <a:latin typeface="Calibri"/>
              <a:ea typeface="Calibri"/>
              <a:cs typeface="Calibri"/>
              <a:sym typeface="Calibri"/>
            </a:endParaRPr>
          </a:p>
        </p:txBody>
      </p:sp>
      <p:sp>
        <p:nvSpPr>
          <p:cNvPr id="203" name="Google Shape;203;g3630fbe4246_0_20"/>
          <p:cNvSpPr txBox="1"/>
          <p:nvPr/>
        </p:nvSpPr>
        <p:spPr>
          <a:xfrm>
            <a:off x="9550200" y="3068450"/>
            <a:ext cx="4931700" cy="226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000000"/>
                </a:solidFill>
                <a:latin typeface="Arial"/>
                <a:ea typeface="Arial"/>
                <a:cs typeface="Arial"/>
                <a:sym typeface="Arial"/>
              </a:rPr>
              <a:t>Almacenamiento sólido (SSD/NVMe)</a:t>
            </a:r>
            <a:r>
              <a:rPr b="0" i="0" lang="en-US" sz="2550" u="none" cap="none" strike="noStrike">
                <a:solidFill>
                  <a:srgbClr val="000000"/>
                </a:solidFill>
                <a:latin typeface="Arial"/>
                <a:ea typeface="Arial"/>
                <a:cs typeface="Arial"/>
                <a:sym typeface="Arial"/>
              </a:rPr>
              <a:t>: Muy rápidos y resistentes, ideales para sistemas operativos o edición de video/audio.</a:t>
            </a:r>
            <a:endParaRPr b="0" i="0" sz="2550" u="none" cap="none" strike="noStrike">
              <a:solidFill>
                <a:schemeClr val="dk2"/>
              </a:solidFill>
              <a:latin typeface="Calibri"/>
              <a:ea typeface="Calibri"/>
              <a:cs typeface="Calibri"/>
              <a:sym typeface="Calibri"/>
            </a:endParaRPr>
          </a:p>
        </p:txBody>
      </p:sp>
      <p:sp>
        <p:nvSpPr>
          <p:cNvPr id="204" name="Google Shape;204;g3630fbe4246_0_20"/>
          <p:cNvSpPr txBox="1"/>
          <p:nvPr/>
        </p:nvSpPr>
        <p:spPr>
          <a:xfrm>
            <a:off x="1704600" y="2001075"/>
            <a:ext cx="7530000" cy="769500"/>
          </a:xfrm>
          <a:prstGeom prst="rect">
            <a:avLst/>
          </a:prstGeom>
          <a:noFill/>
          <a:ln>
            <a:noFill/>
          </a:ln>
        </p:spPr>
        <p:txBody>
          <a:bodyPr anchorCtr="0" anchor="t" bIns="91425" lIns="91425" spcFirstLastPara="1" rIns="91425" wrap="square" tIns="91425">
            <a:spAutoFit/>
          </a:bodyPr>
          <a:lstStyle/>
          <a:p>
            <a:pPr indent="0" lvl="0" marL="0" marR="0" rtl="0" algn="l">
              <a:lnSpc>
                <a:spcPct val="140000"/>
              </a:lnSpc>
              <a:spcBef>
                <a:spcPts val="3800"/>
              </a:spcBef>
              <a:spcAft>
                <a:spcPts val="3800"/>
              </a:spcAft>
              <a:buClr>
                <a:srgbClr val="000000"/>
              </a:buClr>
              <a:buSzPts val="3800"/>
              <a:buFont typeface="Arial"/>
              <a:buNone/>
            </a:pPr>
            <a:r>
              <a:rPr b="1" i="0" lang="en-US" sz="3800" u="none" cap="none" strike="noStrike">
                <a:solidFill>
                  <a:srgbClr val="000000"/>
                </a:solidFill>
                <a:latin typeface="Arial"/>
                <a:ea typeface="Arial"/>
                <a:cs typeface="Arial"/>
                <a:sym typeface="Arial"/>
              </a:rPr>
              <a:t>Almacenamiento secundario</a:t>
            </a:r>
            <a:endParaRPr b="1" i="0" sz="3800" u="none" cap="none" strike="noStrike">
              <a:solidFill>
                <a:srgbClr val="000000"/>
              </a:solidFill>
              <a:latin typeface="Arial"/>
              <a:ea typeface="Arial"/>
              <a:cs typeface="Arial"/>
              <a:sym typeface="Arial"/>
            </a:endParaRPr>
          </a:p>
        </p:txBody>
      </p:sp>
      <p:pic>
        <p:nvPicPr>
          <p:cNvPr id="205" name="Google Shape;205;g3630fbe4246_0_20"/>
          <p:cNvPicPr preferRelativeResize="0"/>
          <p:nvPr/>
        </p:nvPicPr>
        <p:blipFill rotWithShape="1">
          <a:blip r:embed="rId3">
            <a:alphaModFix/>
          </a:blip>
          <a:srcRect b="0" l="0" r="0" t="0"/>
          <a:stretch/>
        </p:blipFill>
        <p:spPr>
          <a:xfrm>
            <a:off x="7104300" y="3166883"/>
            <a:ext cx="1952450" cy="1830430"/>
          </a:xfrm>
          <a:prstGeom prst="rect">
            <a:avLst/>
          </a:prstGeom>
          <a:noFill/>
          <a:ln>
            <a:noFill/>
          </a:ln>
        </p:spPr>
      </p:pic>
      <p:pic>
        <p:nvPicPr>
          <p:cNvPr id="206" name="Google Shape;206;g3630fbe4246_0_20"/>
          <p:cNvPicPr preferRelativeResize="0"/>
          <p:nvPr/>
        </p:nvPicPr>
        <p:blipFill rotWithShape="1">
          <a:blip r:embed="rId4">
            <a:alphaModFix/>
          </a:blip>
          <a:srcRect b="0" l="0" r="0" t="0"/>
          <a:stretch/>
        </p:blipFill>
        <p:spPr>
          <a:xfrm>
            <a:off x="14618813" y="3166875"/>
            <a:ext cx="1952450" cy="1620900"/>
          </a:xfrm>
          <a:prstGeom prst="rect">
            <a:avLst/>
          </a:prstGeom>
          <a:noFill/>
          <a:ln>
            <a:noFill/>
          </a:ln>
        </p:spPr>
      </p:pic>
      <p:sp>
        <p:nvSpPr>
          <p:cNvPr id="207" name="Google Shape;207;g3630fbe4246_0_20"/>
          <p:cNvSpPr txBox="1"/>
          <p:nvPr/>
        </p:nvSpPr>
        <p:spPr>
          <a:xfrm>
            <a:off x="1827300" y="5636950"/>
            <a:ext cx="5277000" cy="217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000000"/>
                </a:solidFill>
                <a:latin typeface="Arial"/>
                <a:ea typeface="Arial"/>
                <a:cs typeface="Arial"/>
                <a:sym typeface="Arial"/>
              </a:rPr>
              <a:t>Almacenamiento óptico</a:t>
            </a:r>
            <a:r>
              <a:rPr b="0" i="0" lang="en-US" sz="2550" u="none" cap="none" strike="noStrike">
                <a:solidFill>
                  <a:srgbClr val="000000"/>
                </a:solidFill>
                <a:latin typeface="Arial"/>
                <a:ea typeface="Arial"/>
                <a:cs typeface="Arial"/>
                <a:sym typeface="Arial"/>
              </a:rPr>
              <a:t>: DVDs y Blu-rays, útiles para archivar datos a largo plazo.</a:t>
            </a:r>
            <a:endParaRPr b="0" i="0" sz="2550" u="none" cap="none" strike="noStrike">
              <a:solidFill>
                <a:schemeClr val="dk2"/>
              </a:solidFill>
              <a:latin typeface="Calibri"/>
              <a:ea typeface="Calibri"/>
              <a:cs typeface="Calibri"/>
              <a:sym typeface="Calibri"/>
            </a:endParaRPr>
          </a:p>
        </p:txBody>
      </p:sp>
      <p:sp>
        <p:nvSpPr>
          <p:cNvPr id="208" name="Google Shape;208;g3630fbe4246_0_20"/>
          <p:cNvSpPr txBox="1"/>
          <p:nvPr/>
        </p:nvSpPr>
        <p:spPr>
          <a:xfrm>
            <a:off x="9687775" y="5592550"/>
            <a:ext cx="4931700" cy="226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50"/>
              <a:buFont typeface="Arial"/>
              <a:buNone/>
            </a:pPr>
            <a:r>
              <a:rPr b="1" i="0" lang="en-US" sz="2550" u="none" cap="none" strike="noStrike">
                <a:solidFill>
                  <a:srgbClr val="000000"/>
                </a:solidFill>
                <a:latin typeface="Arial"/>
                <a:ea typeface="Arial"/>
                <a:cs typeface="Arial"/>
                <a:sym typeface="Arial"/>
              </a:rPr>
              <a:t>Cintas magnéticas</a:t>
            </a:r>
            <a:r>
              <a:rPr b="0" i="0" lang="en-US" sz="2550" u="none" cap="none" strike="noStrike">
                <a:solidFill>
                  <a:srgbClr val="000000"/>
                </a:solidFill>
                <a:latin typeface="Arial"/>
                <a:ea typeface="Arial"/>
                <a:cs typeface="Arial"/>
                <a:sym typeface="Arial"/>
              </a:rPr>
              <a:t>: Utilizadas en entornos empresariales para copias de seguridad masivas a bajo costo.</a:t>
            </a:r>
            <a:endParaRPr b="0" i="0" sz="2550" u="none" cap="none" strike="noStrike">
              <a:solidFill>
                <a:schemeClr val="dk2"/>
              </a:solidFill>
              <a:latin typeface="Calibri"/>
              <a:ea typeface="Calibri"/>
              <a:cs typeface="Calibri"/>
              <a:sym typeface="Calibri"/>
            </a:endParaRPr>
          </a:p>
        </p:txBody>
      </p:sp>
      <p:pic>
        <p:nvPicPr>
          <p:cNvPr id="209" name="Google Shape;209;g3630fbe4246_0_20"/>
          <p:cNvPicPr preferRelativeResize="0"/>
          <p:nvPr/>
        </p:nvPicPr>
        <p:blipFill rotWithShape="1">
          <a:blip r:embed="rId5">
            <a:alphaModFix/>
          </a:blip>
          <a:srcRect b="0" l="0" r="0" t="0"/>
          <a:stretch/>
        </p:blipFill>
        <p:spPr>
          <a:xfrm>
            <a:off x="7146825" y="5592550"/>
            <a:ext cx="1507450" cy="2037850"/>
          </a:xfrm>
          <a:prstGeom prst="rect">
            <a:avLst/>
          </a:prstGeom>
          <a:noFill/>
          <a:ln>
            <a:noFill/>
          </a:ln>
        </p:spPr>
      </p:pic>
      <p:pic>
        <p:nvPicPr>
          <p:cNvPr id="210" name="Google Shape;210;g3630fbe4246_0_20"/>
          <p:cNvPicPr preferRelativeResize="0"/>
          <p:nvPr/>
        </p:nvPicPr>
        <p:blipFill rotWithShape="1">
          <a:blip r:embed="rId6">
            <a:alphaModFix/>
          </a:blip>
          <a:srcRect b="0" l="0" r="0" t="0"/>
          <a:stretch/>
        </p:blipFill>
        <p:spPr>
          <a:xfrm>
            <a:off x="14752775" y="5470725"/>
            <a:ext cx="1684523" cy="1723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35c4bec6024_1_19"/>
          <p:cNvSpPr txBox="1"/>
          <p:nvPr>
            <p:ph type="ctrTitle"/>
          </p:nvPr>
        </p:nvSpPr>
        <p:spPr>
          <a:xfrm>
            <a:off x="4458000" y="889375"/>
            <a:ext cx="9372000" cy="15303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6840"/>
              <a:buNone/>
            </a:pPr>
            <a:r>
              <a:rPr lang="en-US" sz="6440"/>
              <a:t>Hardware de comunicación</a:t>
            </a:r>
            <a:endParaRPr sz="6440"/>
          </a:p>
        </p:txBody>
      </p:sp>
      <p:sp>
        <p:nvSpPr>
          <p:cNvPr id="216" name="Google Shape;216;g35c4bec6024_1_19"/>
          <p:cNvSpPr txBox="1"/>
          <p:nvPr>
            <p:ph idx="1" type="subTitle"/>
          </p:nvPr>
        </p:nvSpPr>
        <p:spPr>
          <a:xfrm>
            <a:off x="1749075" y="2567800"/>
            <a:ext cx="15000900" cy="5243700"/>
          </a:xfrm>
          <a:prstGeom prst="rect">
            <a:avLst/>
          </a:prstGeom>
          <a:noFill/>
          <a:ln>
            <a:noFill/>
          </a:ln>
        </p:spPr>
        <p:txBody>
          <a:bodyPr anchorCtr="0" anchor="t" bIns="182850" lIns="182850" spcFirstLastPara="1" rIns="182850" wrap="square" tIns="182850">
            <a:noAutofit/>
          </a:bodyPr>
          <a:lstStyle/>
          <a:p>
            <a:pPr indent="0" lvl="0" marL="0" rtl="0" algn="just">
              <a:lnSpc>
                <a:spcPct val="100000"/>
              </a:lnSpc>
              <a:spcBef>
                <a:spcPts val="0"/>
              </a:spcBef>
              <a:spcAft>
                <a:spcPts val="0"/>
              </a:spcAft>
              <a:buSzPts val="3200"/>
              <a:buNone/>
            </a:pPr>
            <a:r>
              <a:rPr lang="en-US" sz="2450">
                <a:solidFill>
                  <a:srgbClr val="000000"/>
                </a:solidFill>
                <a:latin typeface="Roboto"/>
                <a:ea typeface="Roboto"/>
                <a:cs typeface="Roboto"/>
                <a:sym typeface="Roboto"/>
              </a:rPr>
              <a:t>El hardware de comunicación está conformado por los dispositivos que permiten la conexión e intercambio de datos entre computadoras y redes. Entre ellos se encuentran:</a:t>
            </a:r>
            <a:endParaRPr sz="2450">
              <a:solidFill>
                <a:srgbClr val="000000"/>
              </a:solidFill>
              <a:latin typeface="Roboto"/>
              <a:ea typeface="Roboto"/>
              <a:cs typeface="Roboto"/>
              <a:sym typeface="Roboto"/>
            </a:endParaRPr>
          </a:p>
          <a:p>
            <a:pPr indent="0" lvl="0" marL="0" rtl="0" algn="just">
              <a:lnSpc>
                <a:spcPct val="100000"/>
              </a:lnSpc>
              <a:spcBef>
                <a:spcPts val="0"/>
              </a:spcBef>
              <a:spcAft>
                <a:spcPts val="0"/>
              </a:spcAft>
              <a:buSzPts val="3200"/>
              <a:buNone/>
            </a:pPr>
            <a:r>
              <a:t/>
            </a:r>
            <a:endParaRPr sz="2450">
              <a:solidFill>
                <a:srgbClr val="000000"/>
              </a:solidFill>
              <a:latin typeface="Roboto"/>
              <a:ea typeface="Roboto"/>
              <a:cs typeface="Roboto"/>
              <a:sym typeface="Roboto"/>
            </a:endParaRPr>
          </a:p>
          <a:p>
            <a:pPr indent="-384175" lvl="0" marL="457200" rtl="0" algn="just">
              <a:lnSpc>
                <a:spcPct val="100000"/>
              </a:lnSpc>
              <a:spcBef>
                <a:spcPts val="1200"/>
              </a:spcBef>
              <a:spcAft>
                <a:spcPts val="0"/>
              </a:spcAft>
              <a:buClr>
                <a:srgbClr val="000000"/>
              </a:buClr>
              <a:buSzPts val="2450"/>
              <a:buFont typeface="Arial"/>
              <a:buChar char="●"/>
            </a:pPr>
            <a:r>
              <a:rPr b="1" lang="en-US" sz="2450">
                <a:solidFill>
                  <a:srgbClr val="000000"/>
                </a:solidFill>
                <a:latin typeface="Arial"/>
                <a:ea typeface="Arial"/>
                <a:cs typeface="Arial"/>
                <a:sym typeface="Arial"/>
              </a:rPr>
              <a:t>Las tarjetas de red (NIC)</a:t>
            </a:r>
            <a:r>
              <a:rPr lang="en-US" sz="2450">
                <a:solidFill>
                  <a:srgbClr val="000000"/>
                </a:solidFill>
                <a:latin typeface="Arial"/>
                <a:ea typeface="Arial"/>
                <a:cs typeface="Arial"/>
                <a:sym typeface="Arial"/>
              </a:rPr>
              <a:t>: Habilitan a los equipos para comunicarse mediante conexiones cableadas o inalámbricas.</a:t>
            </a:r>
            <a:endParaRPr sz="2450">
              <a:solidFill>
                <a:srgbClr val="000000"/>
              </a:solidFill>
              <a:latin typeface="Arial"/>
              <a:ea typeface="Arial"/>
              <a:cs typeface="Arial"/>
              <a:sym typeface="Arial"/>
            </a:endParaRPr>
          </a:p>
          <a:p>
            <a:pPr indent="-384175" lvl="0" marL="457200" rtl="0" algn="just">
              <a:lnSpc>
                <a:spcPct val="100000"/>
              </a:lnSpc>
              <a:spcBef>
                <a:spcPts val="0"/>
              </a:spcBef>
              <a:spcAft>
                <a:spcPts val="0"/>
              </a:spcAft>
              <a:buClr>
                <a:srgbClr val="000000"/>
              </a:buClr>
              <a:buSzPts val="2450"/>
              <a:buFont typeface="Arial"/>
              <a:buChar char="●"/>
            </a:pPr>
            <a:r>
              <a:rPr b="1" lang="en-US" sz="2450">
                <a:solidFill>
                  <a:srgbClr val="000000"/>
                </a:solidFill>
                <a:latin typeface="Arial"/>
                <a:ea typeface="Arial"/>
                <a:cs typeface="Arial"/>
                <a:sym typeface="Arial"/>
              </a:rPr>
              <a:t>Los switches</a:t>
            </a:r>
            <a:r>
              <a:rPr lang="en-US" sz="2450">
                <a:solidFill>
                  <a:srgbClr val="000000"/>
                </a:solidFill>
                <a:latin typeface="Arial"/>
                <a:ea typeface="Arial"/>
                <a:cs typeface="Arial"/>
                <a:sym typeface="Arial"/>
              </a:rPr>
              <a:t>: Permiten la interconexión de varios dispositivos en una misma red local (LAN) y optimizan la entrega de datos.</a:t>
            </a:r>
            <a:endParaRPr sz="2450">
              <a:solidFill>
                <a:srgbClr val="000000"/>
              </a:solidFill>
              <a:latin typeface="Arial"/>
              <a:ea typeface="Arial"/>
              <a:cs typeface="Arial"/>
              <a:sym typeface="Arial"/>
            </a:endParaRPr>
          </a:p>
          <a:p>
            <a:pPr indent="-384175" lvl="0" marL="457200" rtl="0" algn="just">
              <a:lnSpc>
                <a:spcPct val="100000"/>
              </a:lnSpc>
              <a:spcBef>
                <a:spcPts val="0"/>
              </a:spcBef>
              <a:spcAft>
                <a:spcPts val="0"/>
              </a:spcAft>
              <a:buClr>
                <a:srgbClr val="000000"/>
              </a:buClr>
              <a:buSzPts val="2450"/>
              <a:buFont typeface="Arial"/>
              <a:buChar char="●"/>
            </a:pPr>
            <a:r>
              <a:rPr b="1" lang="en-US" sz="2450">
                <a:solidFill>
                  <a:srgbClr val="000000"/>
                </a:solidFill>
                <a:latin typeface="Arial"/>
                <a:ea typeface="Arial"/>
                <a:cs typeface="Arial"/>
                <a:sym typeface="Arial"/>
              </a:rPr>
              <a:t>Los routers</a:t>
            </a:r>
            <a:r>
              <a:rPr lang="en-US" sz="2450">
                <a:solidFill>
                  <a:srgbClr val="000000"/>
                </a:solidFill>
                <a:latin typeface="Arial"/>
                <a:ea typeface="Arial"/>
                <a:cs typeface="Arial"/>
                <a:sym typeface="Arial"/>
              </a:rPr>
              <a:t>: Permite comunicar redes distintas, como una red doméstica o empresarial con Internet.</a:t>
            </a:r>
            <a:endParaRPr sz="2450">
              <a:solidFill>
                <a:srgbClr val="000000"/>
              </a:solidFill>
              <a:latin typeface="Arial"/>
              <a:ea typeface="Arial"/>
              <a:cs typeface="Arial"/>
              <a:sym typeface="Arial"/>
            </a:endParaRPr>
          </a:p>
          <a:p>
            <a:pPr indent="-384175" lvl="0" marL="457200" rtl="0" algn="just">
              <a:lnSpc>
                <a:spcPct val="100000"/>
              </a:lnSpc>
              <a:spcBef>
                <a:spcPts val="0"/>
              </a:spcBef>
              <a:spcAft>
                <a:spcPts val="0"/>
              </a:spcAft>
              <a:buClr>
                <a:srgbClr val="000000"/>
              </a:buClr>
              <a:buSzPts val="2450"/>
              <a:buFont typeface="Arial"/>
              <a:buChar char="●"/>
            </a:pPr>
            <a:r>
              <a:rPr b="1" lang="en-US" sz="2450">
                <a:solidFill>
                  <a:srgbClr val="000000"/>
                </a:solidFill>
                <a:latin typeface="Arial"/>
                <a:ea typeface="Arial"/>
                <a:cs typeface="Arial"/>
                <a:sym typeface="Arial"/>
              </a:rPr>
              <a:t>Los puntos de acceso (Access Points)</a:t>
            </a:r>
            <a:r>
              <a:rPr lang="en-US" sz="2450">
                <a:solidFill>
                  <a:srgbClr val="000000"/>
                </a:solidFill>
                <a:latin typeface="Arial"/>
                <a:ea typeface="Arial"/>
                <a:cs typeface="Arial"/>
                <a:sym typeface="Arial"/>
              </a:rPr>
              <a:t>: Permiten la conexión inalámbrica a una red cableada a través de Wi-Fi.</a:t>
            </a:r>
            <a:endParaRPr sz="2450">
              <a:solidFill>
                <a:srgbClr val="000000"/>
              </a:solidFill>
              <a:latin typeface="Arial"/>
              <a:ea typeface="Arial"/>
              <a:cs typeface="Arial"/>
              <a:sym typeface="Arial"/>
            </a:endParaRPr>
          </a:p>
          <a:p>
            <a:pPr indent="0" lvl="0" marL="457200" rtl="0" algn="just">
              <a:lnSpc>
                <a:spcPct val="100000"/>
              </a:lnSpc>
              <a:spcBef>
                <a:spcPts val="1200"/>
              </a:spcBef>
              <a:spcAft>
                <a:spcPts val="0"/>
              </a:spcAft>
              <a:buSzPts val="3200"/>
              <a:buNone/>
            </a:pPr>
            <a:r>
              <a:t/>
            </a:r>
            <a:endParaRPr sz="2450">
              <a:solidFill>
                <a:srgbClr val="000000"/>
              </a:solidFill>
              <a:latin typeface="Arial"/>
              <a:ea typeface="Arial"/>
              <a:cs typeface="Arial"/>
              <a:sym typeface="Arial"/>
            </a:endParaRPr>
          </a:p>
          <a:p>
            <a:pPr indent="0" lvl="0" marL="0" rtl="0" algn="just">
              <a:lnSpc>
                <a:spcPct val="100000"/>
              </a:lnSpc>
              <a:spcBef>
                <a:spcPts val="1200"/>
              </a:spcBef>
              <a:spcAft>
                <a:spcPts val="0"/>
              </a:spcAft>
              <a:buSzPts val="3200"/>
              <a:buNone/>
            </a:pPr>
            <a:r>
              <a:rPr lang="en-US" sz="2450">
                <a:solidFill>
                  <a:srgbClr val="000000"/>
                </a:solidFill>
                <a:latin typeface="Roboto"/>
                <a:ea typeface="Roboto"/>
                <a:cs typeface="Roboto"/>
                <a:sym typeface="Roboto"/>
              </a:rPr>
              <a:t>Estos equipos son responsables de establecer las rutas por las que viaja la información, ya sea dentro de una red local o hacia redes externas como Internet.</a:t>
            </a:r>
            <a:endParaRPr sz="2450">
              <a:solidFill>
                <a:srgbClr val="000000"/>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5c4bec6024_1_29"/>
          <p:cNvSpPr txBox="1"/>
          <p:nvPr>
            <p:ph type="ctrTitle"/>
          </p:nvPr>
        </p:nvSpPr>
        <p:spPr>
          <a:xfrm>
            <a:off x="4022125" y="871525"/>
            <a:ext cx="10722600" cy="1580700"/>
          </a:xfrm>
          <a:prstGeom prst="rect">
            <a:avLst/>
          </a:prstGeom>
          <a:noFill/>
          <a:ln>
            <a:noFill/>
          </a:ln>
        </p:spPr>
        <p:txBody>
          <a:bodyPr anchorCtr="0" anchor="ctr" bIns="182850" lIns="182850" spcFirstLastPara="1" rIns="182850" wrap="square" tIns="182850">
            <a:normAutofit/>
          </a:bodyPr>
          <a:lstStyle/>
          <a:p>
            <a:pPr indent="0" lvl="0" marL="0" rtl="0" algn="ctr">
              <a:lnSpc>
                <a:spcPct val="100000"/>
              </a:lnSpc>
              <a:spcBef>
                <a:spcPts val="0"/>
              </a:spcBef>
              <a:spcAft>
                <a:spcPts val="0"/>
              </a:spcAft>
              <a:buSzPts val="7600"/>
              <a:buNone/>
            </a:pPr>
            <a:r>
              <a:rPr lang="en-US" sz="6800"/>
              <a:t>Hardware de seguridad</a:t>
            </a:r>
            <a:endParaRPr sz="6800"/>
          </a:p>
        </p:txBody>
      </p:sp>
      <p:sp>
        <p:nvSpPr>
          <p:cNvPr id="222" name="Google Shape;222;g35c4bec6024_1_29"/>
          <p:cNvSpPr txBox="1"/>
          <p:nvPr>
            <p:ph idx="1" type="subTitle"/>
          </p:nvPr>
        </p:nvSpPr>
        <p:spPr>
          <a:xfrm>
            <a:off x="1594550" y="2452225"/>
            <a:ext cx="10041300" cy="3506400"/>
          </a:xfrm>
          <a:prstGeom prst="rect">
            <a:avLst/>
          </a:prstGeom>
          <a:noFill/>
          <a:ln>
            <a:noFill/>
          </a:ln>
        </p:spPr>
        <p:txBody>
          <a:bodyPr anchorCtr="0" anchor="t" bIns="182850" lIns="182850" spcFirstLastPara="1" rIns="182850" wrap="square" tIns="182850">
            <a:normAutofit/>
          </a:bodyPr>
          <a:lstStyle/>
          <a:p>
            <a:pPr indent="0" lvl="0" marL="0" rtl="0" algn="just">
              <a:lnSpc>
                <a:spcPct val="100000"/>
              </a:lnSpc>
              <a:spcBef>
                <a:spcPts val="1200"/>
              </a:spcBef>
              <a:spcAft>
                <a:spcPts val="0"/>
              </a:spcAft>
              <a:buSzPts val="3200"/>
              <a:buNone/>
            </a:pPr>
            <a:r>
              <a:rPr lang="en-US" sz="2550">
                <a:solidFill>
                  <a:srgbClr val="000000"/>
                </a:solidFill>
                <a:latin typeface="Roboto"/>
                <a:ea typeface="Roboto"/>
                <a:cs typeface="Roboto"/>
                <a:sym typeface="Roboto"/>
              </a:rPr>
              <a:t>Dentro de este grupo también se incluye el hardware de seguridad, como los firewalls, que se encargan de controlar qué datos pueden entrar o salir de una red, según reglas previamente definidas.</a:t>
            </a:r>
            <a:endParaRPr sz="2550">
              <a:solidFill>
                <a:srgbClr val="000000"/>
              </a:solidFill>
              <a:latin typeface="Roboto"/>
              <a:ea typeface="Roboto"/>
              <a:cs typeface="Roboto"/>
              <a:sym typeface="Roboto"/>
            </a:endParaRPr>
          </a:p>
          <a:p>
            <a:pPr indent="0" lvl="0" marL="0" rtl="0" algn="just">
              <a:lnSpc>
                <a:spcPct val="100000"/>
              </a:lnSpc>
              <a:spcBef>
                <a:spcPts val="1200"/>
              </a:spcBef>
              <a:spcAft>
                <a:spcPts val="0"/>
              </a:spcAft>
              <a:buSzPts val="3200"/>
              <a:buNone/>
            </a:pPr>
            <a:r>
              <a:t/>
            </a:r>
            <a:endParaRPr sz="2550">
              <a:solidFill>
                <a:srgbClr val="000000"/>
              </a:solidFill>
              <a:latin typeface="Roboto"/>
              <a:ea typeface="Roboto"/>
              <a:cs typeface="Roboto"/>
              <a:sym typeface="Roboto"/>
            </a:endParaRPr>
          </a:p>
          <a:p>
            <a:pPr indent="0" lvl="0" marL="0" rtl="0" algn="just">
              <a:lnSpc>
                <a:spcPct val="100000"/>
              </a:lnSpc>
              <a:spcBef>
                <a:spcPts val="1200"/>
              </a:spcBef>
              <a:spcAft>
                <a:spcPts val="1200"/>
              </a:spcAft>
              <a:buSzPts val="3200"/>
              <a:buNone/>
            </a:pPr>
            <a:r>
              <a:rPr lang="en-US" sz="2550">
                <a:solidFill>
                  <a:srgbClr val="000000"/>
                </a:solidFill>
                <a:latin typeface="Roboto"/>
                <a:ea typeface="Roboto"/>
                <a:cs typeface="Roboto"/>
                <a:sym typeface="Roboto"/>
              </a:rPr>
              <a:t>Otros dispositivos, como los sistemas de detección de intrusos o los gateways de seguridad, ayudan a identificar accesos no autorizados o bloquear amenazas.</a:t>
            </a:r>
            <a:endParaRPr sz="2550">
              <a:solidFill>
                <a:srgbClr val="000000"/>
              </a:solidFill>
              <a:latin typeface="Roboto"/>
              <a:ea typeface="Roboto"/>
              <a:cs typeface="Roboto"/>
              <a:sym typeface="Roboto"/>
            </a:endParaRPr>
          </a:p>
        </p:txBody>
      </p:sp>
      <p:pic>
        <p:nvPicPr>
          <p:cNvPr id="223" name="Google Shape;223;g35c4bec6024_1_29"/>
          <p:cNvPicPr preferRelativeResize="0"/>
          <p:nvPr/>
        </p:nvPicPr>
        <p:blipFill rotWithShape="1">
          <a:blip r:embed="rId3">
            <a:alphaModFix/>
          </a:blip>
          <a:srcRect b="0" l="0" r="0" t="0"/>
          <a:stretch/>
        </p:blipFill>
        <p:spPr>
          <a:xfrm>
            <a:off x="12560475" y="2489213"/>
            <a:ext cx="3736700" cy="3432425"/>
          </a:xfrm>
          <a:prstGeom prst="rect">
            <a:avLst/>
          </a:prstGeom>
          <a:noFill/>
          <a:ln>
            <a:noFill/>
          </a:ln>
        </p:spPr>
      </p:pic>
      <p:sp>
        <p:nvSpPr>
          <p:cNvPr id="224" name="Google Shape;224;g35c4bec6024_1_29"/>
          <p:cNvSpPr txBox="1"/>
          <p:nvPr>
            <p:ph idx="1" type="subTitle"/>
          </p:nvPr>
        </p:nvSpPr>
        <p:spPr>
          <a:xfrm>
            <a:off x="1594550" y="6503025"/>
            <a:ext cx="14702700" cy="1580700"/>
          </a:xfrm>
          <a:prstGeom prst="rect">
            <a:avLst/>
          </a:prstGeom>
          <a:noFill/>
          <a:ln>
            <a:noFill/>
          </a:ln>
        </p:spPr>
        <p:txBody>
          <a:bodyPr anchorCtr="0" anchor="t" bIns="182850" lIns="182850" spcFirstLastPara="1" rIns="182850" wrap="square" tIns="182850">
            <a:normAutofit/>
          </a:bodyPr>
          <a:lstStyle/>
          <a:p>
            <a:pPr indent="0" lvl="0" marL="0" rtl="0" algn="just">
              <a:lnSpc>
                <a:spcPct val="100000"/>
              </a:lnSpc>
              <a:spcBef>
                <a:spcPts val="1200"/>
              </a:spcBef>
              <a:spcAft>
                <a:spcPts val="1200"/>
              </a:spcAft>
              <a:buSzPts val="3200"/>
              <a:buNone/>
            </a:pPr>
            <a:r>
              <a:rPr lang="en-US" sz="2550">
                <a:solidFill>
                  <a:srgbClr val="000000"/>
                </a:solidFill>
                <a:latin typeface="Roboto"/>
                <a:ea typeface="Roboto"/>
                <a:cs typeface="Roboto"/>
                <a:sym typeface="Roboto"/>
              </a:rPr>
              <a:t>Un firewall se usa comúnmente en redes empresariales para proteger servidores internos del acceso público, permitiendo solo servicios autorizados como correo o web, y bloqueando el resto del tráfico sospechoso.</a:t>
            </a:r>
            <a:endParaRPr sz="2550">
              <a:solidFill>
                <a:srgbClr val="000000"/>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5c4bec6024_1_24"/>
          <p:cNvSpPr txBox="1"/>
          <p:nvPr>
            <p:ph type="ctrTitle"/>
          </p:nvPr>
        </p:nvSpPr>
        <p:spPr>
          <a:xfrm>
            <a:off x="2948000" y="1482275"/>
            <a:ext cx="14053800" cy="1320900"/>
          </a:xfrm>
          <a:prstGeom prst="rect">
            <a:avLst/>
          </a:prstGeom>
          <a:noFill/>
          <a:ln>
            <a:noFill/>
          </a:ln>
        </p:spPr>
        <p:txBody>
          <a:bodyPr anchorCtr="0" anchor="ctr" bIns="182850" lIns="182850" spcFirstLastPara="1" rIns="182850" wrap="square" tIns="182850">
            <a:noAutofit/>
          </a:bodyPr>
          <a:lstStyle/>
          <a:p>
            <a:pPr indent="0" lvl="0" marL="0" rtl="0" algn="ctr">
              <a:lnSpc>
                <a:spcPct val="100000"/>
              </a:lnSpc>
              <a:spcBef>
                <a:spcPts val="0"/>
              </a:spcBef>
              <a:spcAft>
                <a:spcPts val="0"/>
              </a:spcAft>
              <a:buSzPts val="7600"/>
              <a:buNone/>
            </a:pPr>
            <a:r>
              <a:rPr lang="en-US" sz="6400"/>
              <a:t>Buses de Datos, Control y Dirección</a:t>
            </a:r>
            <a:endParaRPr sz="6400"/>
          </a:p>
        </p:txBody>
      </p:sp>
      <p:sp>
        <p:nvSpPr>
          <p:cNvPr id="230" name="Google Shape;230;g35c4bec6024_1_24"/>
          <p:cNvSpPr txBox="1"/>
          <p:nvPr>
            <p:ph idx="1" type="subTitle"/>
          </p:nvPr>
        </p:nvSpPr>
        <p:spPr>
          <a:xfrm>
            <a:off x="1630500" y="2738425"/>
            <a:ext cx="14526300" cy="1871400"/>
          </a:xfrm>
          <a:prstGeom prst="rect">
            <a:avLst/>
          </a:prstGeom>
          <a:noFill/>
          <a:ln>
            <a:noFill/>
          </a:ln>
        </p:spPr>
        <p:txBody>
          <a:bodyPr anchorCtr="0" anchor="t" bIns="182850" lIns="182850" spcFirstLastPara="1" rIns="182850" wrap="square" tIns="182850">
            <a:noAutofit/>
          </a:bodyPr>
          <a:lstStyle/>
          <a:p>
            <a:pPr indent="0" lvl="0" marL="0" rtl="0" algn="just">
              <a:lnSpc>
                <a:spcPct val="100000"/>
              </a:lnSpc>
              <a:spcBef>
                <a:spcPts val="600"/>
              </a:spcBef>
              <a:spcAft>
                <a:spcPts val="0"/>
              </a:spcAft>
              <a:buSzPts val="3200"/>
              <a:buNone/>
            </a:pPr>
            <a:r>
              <a:rPr lang="en-US" sz="2550">
                <a:solidFill>
                  <a:srgbClr val="000000"/>
                </a:solidFill>
                <a:latin typeface="Roboto"/>
                <a:ea typeface="Roboto"/>
                <a:cs typeface="Roboto"/>
                <a:sym typeface="Roboto"/>
              </a:rPr>
              <a:t>En una computadora, los buses son canales que permiten la comunicación entre los distintos componentes del sistema, como el procesador, la memoria y los dispositivos de entrada/salida. Se clasifican en tres tipos principales: bus de datos, bus de dirección y bus de control, cada uno con una función específica.</a:t>
            </a:r>
            <a:endParaRPr sz="2550">
              <a:solidFill>
                <a:srgbClr val="000000"/>
              </a:solidFill>
              <a:latin typeface="Roboto"/>
              <a:ea typeface="Roboto"/>
              <a:cs typeface="Roboto"/>
              <a:sym typeface="Roboto"/>
            </a:endParaRPr>
          </a:p>
        </p:txBody>
      </p:sp>
      <p:sp>
        <p:nvSpPr>
          <p:cNvPr id="231" name="Google Shape;231;g35c4bec6024_1_24"/>
          <p:cNvSpPr txBox="1"/>
          <p:nvPr>
            <p:ph idx="1" type="subTitle"/>
          </p:nvPr>
        </p:nvSpPr>
        <p:spPr>
          <a:xfrm>
            <a:off x="1630500" y="5099450"/>
            <a:ext cx="8538000" cy="2119200"/>
          </a:xfrm>
          <a:prstGeom prst="rect">
            <a:avLst/>
          </a:prstGeom>
          <a:noFill/>
          <a:ln>
            <a:noFill/>
          </a:ln>
        </p:spPr>
        <p:txBody>
          <a:bodyPr anchorCtr="0" anchor="t" bIns="182850" lIns="182850" spcFirstLastPara="1" rIns="182850" wrap="square" tIns="182850">
            <a:noAutofit/>
          </a:bodyPr>
          <a:lstStyle/>
          <a:p>
            <a:pPr indent="0" lvl="0" marL="0" rtl="0" algn="just">
              <a:lnSpc>
                <a:spcPct val="100000"/>
              </a:lnSpc>
              <a:spcBef>
                <a:spcPts val="600"/>
              </a:spcBef>
              <a:spcAft>
                <a:spcPts val="0"/>
              </a:spcAft>
              <a:buSzPts val="3200"/>
              <a:buNone/>
            </a:pPr>
            <a:r>
              <a:rPr lang="en-US" sz="2550">
                <a:solidFill>
                  <a:srgbClr val="000000"/>
                </a:solidFill>
                <a:latin typeface="Roboto"/>
                <a:ea typeface="Roboto"/>
                <a:cs typeface="Roboto"/>
                <a:sym typeface="Roboto"/>
              </a:rPr>
              <a:t>El bus de datos es el encargado de transportar la información que se está procesando, ya sea desde la memoria hacia el procesador, o desde el procesador hacia un dispositivo.</a:t>
            </a:r>
            <a:endParaRPr sz="2550">
              <a:solidFill>
                <a:srgbClr val="000000"/>
              </a:solidFill>
              <a:latin typeface="Roboto"/>
              <a:ea typeface="Roboto"/>
              <a:cs typeface="Roboto"/>
              <a:sym typeface="Roboto"/>
            </a:endParaRPr>
          </a:p>
        </p:txBody>
      </p:sp>
      <p:pic>
        <p:nvPicPr>
          <p:cNvPr id="232" name="Google Shape;232;g35c4bec6024_1_24"/>
          <p:cNvPicPr preferRelativeResize="0"/>
          <p:nvPr/>
        </p:nvPicPr>
        <p:blipFill rotWithShape="1">
          <a:blip r:embed="rId3">
            <a:alphaModFix/>
          </a:blip>
          <a:srcRect b="0" l="0" r="0" t="0"/>
          <a:stretch/>
        </p:blipFill>
        <p:spPr>
          <a:xfrm>
            <a:off x="10572775" y="4881487"/>
            <a:ext cx="5676650" cy="2555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630fbe4246_0_49"/>
          <p:cNvSpPr txBox="1"/>
          <p:nvPr>
            <p:ph idx="1" type="subTitle"/>
          </p:nvPr>
        </p:nvSpPr>
        <p:spPr>
          <a:xfrm>
            <a:off x="1571175" y="2026900"/>
            <a:ext cx="8508300" cy="2419800"/>
          </a:xfrm>
          <a:prstGeom prst="rect">
            <a:avLst/>
          </a:prstGeom>
          <a:noFill/>
          <a:ln>
            <a:noFill/>
          </a:ln>
        </p:spPr>
        <p:txBody>
          <a:bodyPr anchorCtr="0" anchor="t" bIns="182850" lIns="182850" spcFirstLastPara="1" rIns="182850" wrap="square" tIns="182850">
            <a:noAutofit/>
          </a:bodyPr>
          <a:lstStyle/>
          <a:p>
            <a:pPr indent="0" lvl="0" marL="0" rtl="0" algn="just">
              <a:lnSpc>
                <a:spcPct val="100000"/>
              </a:lnSpc>
              <a:spcBef>
                <a:spcPts val="600"/>
              </a:spcBef>
              <a:spcAft>
                <a:spcPts val="0"/>
              </a:spcAft>
              <a:buSzPts val="3200"/>
              <a:buNone/>
            </a:pPr>
            <a:r>
              <a:rPr lang="en-US" sz="2550">
                <a:solidFill>
                  <a:srgbClr val="000000"/>
                </a:solidFill>
                <a:latin typeface="Roboto"/>
                <a:ea typeface="Roboto"/>
                <a:cs typeface="Roboto"/>
                <a:sym typeface="Roboto"/>
              </a:rPr>
              <a:t>El bus de dirección se utiliza para indicar la ubicación exacta de memoria o el dispositivo al que se quiere acceder. Por ejemplo, si la CPU necesita leer un dato de una posición específica de memoria, utiliza el bus de dirección para señalar esa posición.</a:t>
            </a:r>
            <a:endParaRPr sz="2550">
              <a:solidFill>
                <a:srgbClr val="000000"/>
              </a:solidFill>
              <a:latin typeface="Roboto"/>
              <a:ea typeface="Roboto"/>
              <a:cs typeface="Roboto"/>
              <a:sym typeface="Roboto"/>
            </a:endParaRPr>
          </a:p>
        </p:txBody>
      </p:sp>
      <p:sp>
        <p:nvSpPr>
          <p:cNvPr id="238" name="Google Shape;238;g3630fbe4246_0_49"/>
          <p:cNvSpPr txBox="1"/>
          <p:nvPr>
            <p:ph idx="1" type="subTitle"/>
          </p:nvPr>
        </p:nvSpPr>
        <p:spPr>
          <a:xfrm>
            <a:off x="1571175" y="4446700"/>
            <a:ext cx="8508300" cy="2419800"/>
          </a:xfrm>
          <a:prstGeom prst="rect">
            <a:avLst/>
          </a:prstGeom>
          <a:noFill/>
          <a:ln>
            <a:noFill/>
          </a:ln>
        </p:spPr>
        <p:txBody>
          <a:bodyPr anchorCtr="0" anchor="t" bIns="182850" lIns="182850" spcFirstLastPara="1" rIns="182850" wrap="square" tIns="182850">
            <a:noAutofit/>
          </a:bodyPr>
          <a:lstStyle/>
          <a:p>
            <a:pPr indent="0" lvl="0" marL="0" rtl="0" algn="just">
              <a:lnSpc>
                <a:spcPct val="100000"/>
              </a:lnSpc>
              <a:spcBef>
                <a:spcPts val="600"/>
              </a:spcBef>
              <a:spcAft>
                <a:spcPts val="0"/>
              </a:spcAft>
              <a:buSzPts val="3200"/>
              <a:buNone/>
            </a:pPr>
            <a:r>
              <a:rPr lang="en-US" sz="2550">
                <a:solidFill>
                  <a:srgbClr val="000000"/>
                </a:solidFill>
                <a:latin typeface="Roboto"/>
                <a:ea typeface="Roboto"/>
                <a:cs typeface="Roboto"/>
                <a:sym typeface="Roboto"/>
              </a:rPr>
              <a:t>El bus de control transmite señales que indican qué tipo de operación se debe realizar, como leer, escribir o interrumpir un proceso. También incluye señales que marcan el inicio o fin de una operación.</a:t>
            </a:r>
            <a:endParaRPr sz="2550">
              <a:solidFill>
                <a:srgbClr val="000000"/>
              </a:solidFill>
              <a:latin typeface="Roboto"/>
              <a:ea typeface="Roboto"/>
              <a:cs typeface="Roboto"/>
              <a:sym typeface="Roboto"/>
            </a:endParaRPr>
          </a:p>
        </p:txBody>
      </p:sp>
      <p:sp>
        <p:nvSpPr>
          <p:cNvPr id="239" name="Google Shape;239;g3630fbe4246_0_49"/>
          <p:cNvSpPr txBox="1"/>
          <p:nvPr>
            <p:ph idx="1" type="subTitle"/>
          </p:nvPr>
        </p:nvSpPr>
        <p:spPr>
          <a:xfrm>
            <a:off x="1571175" y="6866500"/>
            <a:ext cx="14681100" cy="1078500"/>
          </a:xfrm>
          <a:prstGeom prst="rect">
            <a:avLst/>
          </a:prstGeom>
          <a:noFill/>
          <a:ln>
            <a:noFill/>
          </a:ln>
        </p:spPr>
        <p:txBody>
          <a:bodyPr anchorCtr="0" anchor="t" bIns="182850" lIns="182850" spcFirstLastPara="1" rIns="182850" wrap="square" tIns="182850">
            <a:noAutofit/>
          </a:bodyPr>
          <a:lstStyle/>
          <a:p>
            <a:pPr indent="0" lvl="0" marL="0" rtl="0" algn="just">
              <a:lnSpc>
                <a:spcPct val="100000"/>
              </a:lnSpc>
              <a:spcBef>
                <a:spcPts val="600"/>
              </a:spcBef>
              <a:spcAft>
                <a:spcPts val="0"/>
              </a:spcAft>
              <a:buSzPts val="3200"/>
              <a:buNone/>
            </a:pPr>
            <a:r>
              <a:rPr lang="en-US" sz="2550">
                <a:solidFill>
                  <a:srgbClr val="000000"/>
                </a:solidFill>
                <a:latin typeface="Roboto"/>
                <a:ea typeface="Roboto"/>
                <a:cs typeface="Roboto"/>
                <a:sym typeface="Roboto"/>
              </a:rPr>
              <a:t>Estos tres buses trabajan de manera conjunta: el procesador determina qué hacer (control), dónde hacerlo (dirección) y con qué datos (datos).</a:t>
            </a:r>
            <a:endParaRPr sz="2550">
              <a:solidFill>
                <a:srgbClr val="000000"/>
              </a:solidFill>
              <a:latin typeface="Roboto"/>
              <a:ea typeface="Roboto"/>
              <a:cs typeface="Roboto"/>
              <a:sym typeface="Roboto"/>
            </a:endParaRPr>
          </a:p>
        </p:txBody>
      </p:sp>
      <p:pic>
        <p:nvPicPr>
          <p:cNvPr id="240" name="Google Shape;240;g3630fbe4246_0_49"/>
          <p:cNvPicPr preferRelativeResize="0"/>
          <p:nvPr/>
        </p:nvPicPr>
        <p:blipFill rotWithShape="1">
          <a:blip r:embed="rId3">
            <a:alphaModFix/>
          </a:blip>
          <a:srcRect b="0" l="0" r="0" t="0"/>
          <a:stretch/>
        </p:blipFill>
        <p:spPr>
          <a:xfrm>
            <a:off x="11402875" y="2160225"/>
            <a:ext cx="4244375" cy="2153125"/>
          </a:xfrm>
          <a:prstGeom prst="rect">
            <a:avLst/>
          </a:prstGeom>
          <a:noFill/>
          <a:ln>
            <a:noFill/>
          </a:ln>
        </p:spPr>
      </p:pic>
      <p:pic>
        <p:nvPicPr>
          <p:cNvPr id="241" name="Google Shape;241;g3630fbe4246_0_49"/>
          <p:cNvPicPr preferRelativeResize="0"/>
          <p:nvPr/>
        </p:nvPicPr>
        <p:blipFill rotWithShape="1">
          <a:blip r:embed="rId4">
            <a:alphaModFix/>
          </a:blip>
          <a:srcRect b="0" l="0" r="0" t="0"/>
          <a:stretch/>
        </p:blipFill>
        <p:spPr>
          <a:xfrm>
            <a:off x="11402875" y="4628875"/>
            <a:ext cx="4244375" cy="196750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5"/>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EJEMPLOS</a:t>
            </a:r>
            <a:endParaRPr b="0" i="0" sz="1400" u="none" cap="none" strike="noStrike">
              <a:solidFill>
                <a:srgbClr val="000000"/>
              </a:solidFill>
              <a:latin typeface="Impact"/>
              <a:ea typeface="Impact"/>
              <a:cs typeface="Impact"/>
              <a:sym typeface="Impact"/>
            </a:endParaRPr>
          </a:p>
        </p:txBody>
      </p:sp>
      <p:sp>
        <p:nvSpPr>
          <p:cNvPr id="247" name="Google Shape;247;p5"/>
          <p:cNvSpPr/>
          <p:nvPr/>
        </p:nvSpPr>
        <p:spPr>
          <a:xfrm>
            <a:off x="2387875" y="2425350"/>
            <a:ext cx="4960925" cy="2857500"/>
          </a:xfrm>
          <a:prstGeom prst="flowChartOffpage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600"/>
              </a:spcBef>
              <a:spcAft>
                <a:spcPts val="0"/>
              </a:spcAft>
              <a:buClr>
                <a:srgbClr val="000000"/>
              </a:buClr>
              <a:buSzPts val="2400"/>
              <a:buFont typeface="Arial"/>
              <a:buNone/>
            </a:pPr>
            <a:r>
              <a:rPr b="0" i="0" lang="en-US" sz="2400" u="none" cap="none" strike="noStrike">
                <a:solidFill>
                  <a:srgbClr val="000000"/>
                </a:solidFill>
                <a:latin typeface="Roboto"/>
                <a:ea typeface="Roboto"/>
                <a:cs typeface="Roboto"/>
                <a:sym typeface="Roboto"/>
              </a:rPr>
              <a:t>Cuando abres un archivo, el bus de datos transporta la información desde el disco al procesador, mientras el bus de direcciones localiza dónde está almacenado.</a:t>
            </a:r>
            <a:endParaRPr b="0" i="0" sz="24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48" name="Google Shape;248;p5"/>
          <p:cNvSpPr/>
          <p:nvPr/>
        </p:nvSpPr>
        <p:spPr>
          <a:xfrm>
            <a:off x="11297725" y="1008000"/>
            <a:ext cx="5337900" cy="48420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600"/>
              </a:spcBef>
              <a:spcAft>
                <a:spcPts val="0"/>
              </a:spcAft>
              <a:buClr>
                <a:srgbClr val="000000"/>
              </a:buClr>
              <a:buSzPts val="3000"/>
              <a:buFont typeface="Arial"/>
              <a:buNone/>
            </a:pPr>
            <a:r>
              <a:rPr b="0" i="0" lang="en-US" sz="2100" u="none" cap="none" strike="noStrike">
                <a:solidFill>
                  <a:srgbClr val="000000"/>
                </a:solidFill>
                <a:latin typeface="Roboto"/>
                <a:ea typeface="Roboto"/>
                <a:cs typeface="Roboto"/>
                <a:sym typeface="Roboto"/>
              </a:rPr>
              <a:t>En una oficina, los empleados se conectan mediante tarjetas de red a switches, que a su vez están conectados a un router para acceso a Internet. Los APs permiten el acceso WiFi en salas de juntas</a:t>
            </a:r>
            <a:endParaRPr b="0" i="0" sz="1400" u="none" cap="none" strike="noStrike">
              <a:solidFill>
                <a:srgbClr val="000000"/>
              </a:solidFill>
              <a:latin typeface="Calibri"/>
              <a:ea typeface="Calibri"/>
              <a:cs typeface="Calibri"/>
              <a:sym typeface="Calibri"/>
            </a:endParaRPr>
          </a:p>
        </p:txBody>
      </p:sp>
      <p:sp>
        <p:nvSpPr>
          <p:cNvPr id="249" name="Google Shape;249;p5"/>
          <p:cNvSpPr/>
          <p:nvPr/>
        </p:nvSpPr>
        <p:spPr>
          <a:xfrm>
            <a:off x="5602550" y="5997225"/>
            <a:ext cx="5437200" cy="3254400"/>
          </a:xfrm>
          <a:prstGeom prst="flowChartAlternate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300"/>
              <a:buFont typeface="Arial"/>
              <a:buNone/>
            </a:pPr>
            <a:r>
              <a:rPr b="0" i="0" lang="en-US" sz="3300" u="none" cap="none" strike="noStrike">
                <a:solidFill>
                  <a:srgbClr val="000000"/>
                </a:solidFill>
                <a:latin typeface="Roboto"/>
                <a:ea typeface="Roboto"/>
                <a:cs typeface="Roboto"/>
                <a:sym typeface="Roboto"/>
              </a:rPr>
              <a:t>Una empresa instala un firewall para evitar ataques y controlar el acceso a servicios internos desde Internet</a:t>
            </a:r>
            <a:endParaRPr b="0" i="0" sz="35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255" name="Google Shape;255;p6"/>
          <p:cNvSpPr/>
          <p:nvPr/>
        </p:nvSpPr>
        <p:spPr>
          <a:xfrm>
            <a:off x="9835950" y="5734300"/>
            <a:ext cx="68184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600"/>
              </a:spcBef>
              <a:spcAft>
                <a:spcPts val="0"/>
              </a:spcAft>
              <a:buClr>
                <a:srgbClr val="000000"/>
              </a:buClr>
              <a:buSzPts val="1400"/>
              <a:buFont typeface="Arial"/>
              <a:buNone/>
            </a:pPr>
            <a:r>
              <a:rPr b="0" i="0" lang="en-US" sz="2400" u="none" cap="none" strike="noStrike">
                <a:solidFill>
                  <a:srgbClr val="000000"/>
                </a:solidFill>
                <a:latin typeface="Roboto"/>
                <a:ea typeface="Roboto"/>
                <a:cs typeface="Roboto"/>
                <a:sym typeface="Roboto"/>
              </a:rPr>
              <a:t>Los buses de datos, dirección y control son fundamentales para la coordinación de todos los procesos dentro de una computadora moderna.</a:t>
            </a:r>
            <a:endParaRPr b="0" i="0" sz="3000" u="none" cap="none" strike="noStrike">
              <a:solidFill>
                <a:srgbClr val="000000"/>
              </a:solidFill>
              <a:latin typeface="Roboto"/>
              <a:ea typeface="Roboto"/>
              <a:cs typeface="Roboto"/>
              <a:sym typeface="Roboto"/>
            </a:endParaRPr>
          </a:p>
        </p:txBody>
      </p:sp>
      <p:sp>
        <p:nvSpPr>
          <p:cNvPr id="256" name="Google Shape;256;p6"/>
          <p:cNvSpPr/>
          <p:nvPr/>
        </p:nvSpPr>
        <p:spPr>
          <a:xfrm>
            <a:off x="1926950" y="5734300"/>
            <a:ext cx="68184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600"/>
              </a:spcBef>
              <a:spcAft>
                <a:spcPts val="0"/>
              </a:spcAft>
              <a:buClr>
                <a:srgbClr val="000000"/>
              </a:buClr>
              <a:buSzPts val="3000"/>
              <a:buFont typeface="Arial"/>
              <a:buNone/>
            </a:pPr>
            <a:r>
              <a:rPr b="0" i="0" lang="en-US" sz="2550" u="none" cap="none" strike="noStrike">
                <a:solidFill>
                  <a:srgbClr val="000000"/>
                </a:solidFill>
                <a:latin typeface="Roboto"/>
                <a:ea typeface="Roboto"/>
                <a:cs typeface="Roboto"/>
                <a:sym typeface="Roboto"/>
              </a:rPr>
              <a:t>La memoria principal (RAM) es esencial para el rendimiento instantáneo del sistema, mientras que la secundaria se encarga del almacenamiento permanente.</a:t>
            </a:r>
            <a:endParaRPr b="0" i="0" sz="2550" u="none" cap="none" strike="noStrike">
              <a:solidFill>
                <a:srgbClr val="000000"/>
              </a:solidFill>
              <a:latin typeface="Roboto"/>
              <a:ea typeface="Roboto"/>
              <a:cs typeface="Roboto"/>
              <a:sym typeface="Roboto"/>
            </a:endParaRPr>
          </a:p>
        </p:txBody>
      </p:sp>
      <p:sp>
        <p:nvSpPr>
          <p:cNvPr id="257" name="Google Shape;257;p6"/>
          <p:cNvSpPr/>
          <p:nvPr/>
        </p:nvSpPr>
        <p:spPr>
          <a:xfrm>
            <a:off x="9835950" y="2414200"/>
            <a:ext cx="68184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600"/>
              </a:spcBef>
              <a:spcAft>
                <a:spcPts val="0"/>
              </a:spcAft>
              <a:buClr>
                <a:srgbClr val="000000"/>
              </a:buClr>
              <a:buSzPts val="3000"/>
              <a:buFont typeface="Arial"/>
              <a:buNone/>
            </a:pPr>
            <a:r>
              <a:rPr b="0" i="0" lang="en-US" sz="2550" u="none" cap="none" strike="noStrike">
                <a:solidFill>
                  <a:srgbClr val="000000"/>
                </a:solidFill>
                <a:latin typeface="Roboto"/>
                <a:ea typeface="Roboto"/>
                <a:cs typeface="Roboto"/>
                <a:sym typeface="Roboto"/>
              </a:rPr>
              <a:t>El hardware de comunicación es la base de toda red digital. Equipos como routers y switches permiten la conectividad fluida, mientras que un firewall, es indispensable para proteger redes de amenazas externas.</a:t>
            </a:r>
            <a:endParaRPr b="0" i="0" sz="2550" u="none" cap="none" strike="noStrike">
              <a:solidFill>
                <a:srgbClr val="000000"/>
              </a:solidFill>
              <a:latin typeface="Roboto"/>
              <a:ea typeface="Roboto"/>
              <a:cs typeface="Roboto"/>
              <a:sym typeface="Roboto"/>
            </a:endParaRPr>
          </a:p>
        </p:txBody>
      </p:sp>
      <p:sp>
        <p:nvSpPr>
          <p:cNvPr id="258" name="Google Shape;258;p6"/>
          <p:cNvSpPr/>
          <p:nvPr/>
        </p:nvSpPr>
        <p:spPr>
          <a:xfrm>
            <a:off x="1926950" y="2414200"/>
            <a:ext cx="6818400" cy="26751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600"/>
              </a:spcBef>
              <a:spcAft>
                <a:spcPts val="0"/>
              </a:spcAft>
              <a:buClr>
                <a:srgbClr val="000000"/>
              </a:buClr>
              <a:buSzPts val="1400"/>
              <a:buFont typeface="Arial"/>
              <a:buNone/>
            </a:pPr>
            <a:r>
              <a:rPr b="0" i="0" lang="en-US" sz="2550" u="none" cap="none" strike="noStrike">
                <a:solidFill>
                  <a:srgbClr val="000000"/>
                </a:solidFill>
                <a:latin typeface="Roboto"/>
                <a:ea typeface="Roboto"/>
                <a:cs typeface="Roboto"/>
                <a:sym typeface="Roboto"/>
              </a:rPr>
              <a:t>Las arquitecturas RISC y CISC ofrecen diferentes enfoques para el diseño de procesadores: eficiencia contra complejidad, aplicables según el contexto de uso (móviles vs PC).</a:t>
            </a:r>
            <a:endParaRPr b="0" i="0" sz="2550" u="none" cap="none" strike="noStrike">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7"/>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COLABORACION</a:t>
            </a:r>
            <a:endParaRPr b="0" i="0" sz="1400" u="none" cap="none" strike="noStrike">
              <a:solidFill>
                <a:srgbClr val="000000"/>
              </a:solidFill>
              <a:latin typeface="Impact"/>
              <a:ea typeface="Impact"/>
              <a:cs typeface="Impact"/>
              <a:sym typeface="Impact"/>
            </a:endParaRPr>
          </a:p>
        </p:txBody>
      </p:sp>
      <p:sp>
        <p:nvSpPr>
          <p:cNvPr id="264" name="Google Shape;264;p7"/>
          <p:cNvSpPr/>
          <p:nvPr/>
        </p:nvSpPr>
        <p:spPr>
          <a:xfrm>
            <a:off x="3263100" y="2712450"/>
            <a:ext cx="11991900" cy="5700000"/>
          </a:xfrm>
          <a:prstGeom prst="wedgeRect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Libre Franklin Medium"/>
                <a:ea typeface="Libre Franklin Medium"/>
                <a:cs typeface="Libre Franklin Medium"/>
                <a:sym typeface="Libre Franklin Medium"/>
              </a:rPr>
              <a:t>La colaboración es fundamental en el ámbito tecnológico, donde la interconexión entre dispositivos, sistemas y personas requiere trabajo en equipo, comunicación efectiva y apoyo mutuo. Al estudiar componentes como redes, memorias, arquitecturas de hardware y sistemas de seguridad, los estudiantes deben reconocer la importancia de construir soluciones conjuntas, compartir conocimientos y contribuir activamente en entornos colaborativos.</a:t>
            </a:r>
            <a:endParaRPr b="0" i="0" sz="3000" u="none" cap="none" strike="noStrike">
              <a:solidFill>
                <a:srgbClr val="000000"/>
              </a:solidFill>
              <a:latin typeface="Roboto"/>
              <a:ea typeface="Roboto"/>
              <a:cs typeface="Roboto"/>
              <a:sym typeface="Roboto"/>
            </a:endParaRPr>
          </a:p>
          <a:p>
            <a:pPr indent="0" lvl="0" marL="457200" marR="0" rtl="0" algn="l">
              <a:lnSpc>
                <a:spcPct val="115000"/>
              </a:lnSpc>
              <a:spcBef>
                <a:spcPts val="600"/>
              </a:spcBef>
              <a:spcAft>
                <a:spcPts val="0"/>
              </a:spcAft>
              <a:buClr>
                <a:srgbClr val="000000"/>
              </a:buClr>
              <a:buSzPts val="3000"/>
              <a:buFont typeface="Arial"/>
              <a:buNone/>
            </a:pPr>
            <a:r>
              <a:t/>
            </a:r>
            <a:endParaRPr b="0" i="0" sz="3000" u="none" cap="none" strike="noStrike">
              <a:solidFill>
                <a:srgbClr val="000000"/>
              </a:solidFill>
              <a:latin typeface="Roboto"/>
              <a:ea typeface="Roboto"/>
              <a:cs typeface="Roboto"/>
              <a:sym typeface="Roboto"/>
            </a:endParaRPr>
          </a:p>
          <a:p>
            <a:pPr indent="0" lvl="0" marL="0" marR="0" rtl="0" algn="ctr">
              <a:lnSpc>
                <a:spcPct val="100000"/>
              </a:lnSpc>
              <a:spcBef>
                <a:spcPts val="600"/>
              </a:spcBef>
              <a:spcAft>
                <a:spcPts val="0"/>
              </a:spcAft>
              <a:buClr>
                <a:srgbClr val="000000"/>
              </a:buClr>
              <a:buSzPts val="1400"/>
              <a:buFont typeface="Arial"/>
              <a:buNone/>
            </a:pPr>
            <a:r>
              <a:t/>
            </a:r>
            <a:endParaRPr b="0" i="0" sz="3000" u="none" cap="none" strike="noStrik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8"/>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REFERENCIAS </a:t>
            </a:r>
            <a:endParaRPr b="0" i="0" sz="1400" u="none" cap="none" strike="noStrike">
              <a:solidFill>
                <a:srgbClr val="000000"/>
              </a:solidFill>
              <a:latin typeface="Impact"/>
              <a:ea typeface="Impact"/>
              <a:cs typeface="Impact"/>
              <a:sym typeface="Impact"/>
            </a:endParaRPr>
          </a:p>
        </p:txBody>
      </p:sp>
      <p:sp>
        <p:nvSpPr>
          <p:cNvPr id="270" name="Google Shape;270;p8"/>
          <p:cNvSpPr txBox="1"/>
          <p:nvPr/>
        </p:nvSpPr>
        <p:spPr>
          <a:xfrm>
            <a:off x="1044850" y="2343425"/>
            <a:ext cx="15951600" cy="4559700"/>
          </a:xfrm>
          <a:prstGeom prst="rect">
            <a:avLst/>
          </a:prstGeom>
          <a:noFill/>
          <a:ln>
            <a:noFill/>
          </a:ln>
        </p:spPr>
        <p:txBody>
          <a:bodyPr anchorCtr="0" anchor="t" bIns="0" lIns="0" spcFirstLastPara="1" rIns="0" wrap="square" tIns="0">
            <a:spAutoFit/>
          </a:bodyPr>
          <a:lstStyle/>
          <a:p>
            <a:pPr indent="-428687" lvl="0" marL="457200" marR="0" rtl="0" algn="l">
              <a:lnSpc>
                <a:spcPct val="140019"/>
              </a:lnSpc>
              <a:spcBef>
                <a:spcPts val="0"/>
              </a:spcBef>
              <a:spcAft>
                <a:spcPts val="0"/>
              </a:spcAft>
              <a:buClr>
                <a:srgbClr val="131416"/>
              </a:buClr>
              <a:buSzPts val="3151"/>
              <a:buFont typeface="Arial"/>
              <a:buChar char="-"/>
            </a:pPr>
            <a:r>
              <a:rPr b="0" i="0" lang="en-US" sz="3151" u="sng" cap="none" strike="noStrike">
                <a:solidFill>
                  <a:schemeClr val="hlink"/>
                </a:solidFill>
                <a:latin typeface="Arial"/>
                <a:ea typeface="Arial"/>
                <a:cs typeface="Arial"/>
                <a:sym typeface="Arial"/>
                <a:hlinkClick r:id="rId3"/>
              </a:rPr>
              <a:t>https://www.profesionalreview.com/2021/07/18/risc-vs-cisc/</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sng" cap="none" strike="noStrike">
                <a:solidFill>
                  <a:schemeClr val="hlink"/>
                </a:solidFill>
                <a:latin typeface="Arial"/>
                <a:ea typeface="Arial"/>
                <a:cs typeface="Arial"/>
                <a:sym typeface="Arial"/>
                <a:hlinkClick r:id="rId4"/>
              </a:rPr>
              <a:t>https://whitestack.com/es/blog/tipos-de-almacenamiento-de-datos/</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sng" cap="none" strike="noStrike">
                <a:solidFill>
                  <a:schemeClr val="hlink"/>
                </a:solidFill>
                <a:latin typeface="Arial"/>
                <a:ea typeface="Arial"/>
                <a:cs typeface="Arial"/>
                <a:sym typeface="Arial"/>
                <a:hlinkClick r:id="rId5"/>
              </a:rPr>
              <a:t>https://www.redeszone.net/tutoriales/redes-cable/diferencias-interfaces-sub-interfaces-router/</a:t>
            </a:r>
            <a:endParaRPr b="0" i="0" sz="3151" u="none" cap="none" strike="noStrike">
              <a:solidFill>
                <a:srgbClr val="131416"/>
              </a:solidFill>
              <a:latin typeface="Arial"/>
              <a:ea typeface="Arial"/>
              <a:cs typeface="Arial"/>
              <a:sym typeface="Arial"/>
            </a:endParaRPr>
          </a:p>
          <a:p>
            <a:pPr indent="-428687" lvl="0" marL="457200"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https://www.ymant.com/blog/que-es-un-ap-access-point-y-que-usos-y-modos-tiene/</a:t>
            </a:r>
            <a:endParaRPr b="0" i="0" sz="3151" u="none" cap="none" strike="noStrike">
              <a:solidFill>
                <a:srgbClr val="131416"/>
              </a:solidFill>
              <a:latin typeface="Arial"/>
              <a:ea typeface="Arial"/>
              <a:cs typeface="Arial"/>
              <a:sym typeface="Arial"/>
            </a:endParaRPr>
          </a:p>
          <a:p>
            <a:pPr indent="0" lvl="0" marL="457200" marR="0" rtl="0" algn="l">
              <a:lnSpc>
                <a:spcPct val="140019"/>
              </a:lnSpc>
              <a:spcBef>
                <a:spcPts val="0"/>
              </a:spcBef>
              <a:spcAft>
                <a:spcPts val="0"/>
              </a:spcAft>
              <a:buClr>
                <a:srgbClr val="000000"/>
              </a:buClr>
              <a:buSzPts val="3151"/>
              <a:buFont typeface="Arial"/>
              <a:buNone/>
            </a:pPr>
            <a:r>
              <a:t/>
            </a:r>
            <a:endParaRPr b="0" i="0" sz="3151" u="none" cap="none" strike="noStrike">
              <a:solidFill>
                <a:srgbClr val="131416"/>
              </a:solidFill>
              <a:latin typeface="Arial"/>
              <a:ea typeface="Arial"/>
              <a:cs typeface="Arial"/>
              <a:sym typeface="Arial"/>
            </a:endParaRPr>
          </a:p>
          <a:p>
            <a:pPr indent="0" lvl="0" marL="457200" marR="0" rtl="0" algn="l">
              <a:lnSpc>
                <a:spcPct val="140019"/>
              </a:lnSpc>
              <a:spcBef>
                <a:spcPts val="0"/>
              </a:spcBef>
              <a:spcAft>
                <a:spcPts val="0"/>
              </a:spcAft>
              <a:buClr>
                <a:srgbClr val="000000"/>
              </a:buClr>
              <a:buSzPts val="3151"/>
              <a:buFont typeface="Arial"/>
              <a:buNone/>
            </a:pPr>
            <a:r>
              <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276" name="Google Shape;276;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277" name="Google Shape;277;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278" name="Google Shape;278;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