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Play"/>
      <p:regular r:id="rId17"/>
      <p:bold r:id="rId18"/>
    </p:embeddedFont>
    <p:embeddedFont>
      <p:font typeface="Open Sans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hq6IVcUabiwLD2YBmW+plnP5gv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Pl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631f833f6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631f833f6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631f833f6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631f833f6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31f833f67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31f833f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6a65f7af3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6a65f7af33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create.kahoot.it/share/evaluacion-de-conocimientos/40d33974-0661-40d6-a64a-153e4afb97dc" TargetMode="External"/><Relationship Id="rId5" Type="http://schemas.openxmlformats.org/officeDocument/2006/relationships/hyperlink" Target="https://forms.gle/LkfdnhS26HMjHMTj9" TargetMode="External"/><Relationship Id="rId6" Type="http://schemas.openxmlformats.org/officeDocument/2006/relationships/hyperlink" Target="https://chat.whatsapp.com/KI6RASHE1OTHVdDZYQBN3i" TargetMode="External"/><Relationship Id="rId7" Type="http://schemas.openxmlformats.org/officeDocument/2006/relationships/hyperlink" Target="https://classroom.google.com/c/NzcwNTc3MDE2Njk4?cjc=nwrovxa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mailto:2992202650101@ingenieria.usac.edu.g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kahoot.i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2214246" y="2413085"/>
            <a:ext cx="13859508" cy="4206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los Algoritmos y Flujos de Datos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63303" y="8099429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de Ciencias Y Sistemas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657857"/>
            <a:ext cx="352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Ingeniería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3482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2028196" y="3764226"/>
            <a:ext cx="70011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 Auxiliar de curso</a:t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5" name="Google Shape;95;p2"/>
          <p:cNvSpPr txBox="1"/>
          <p:nvPr/>
        </p:nvSpPr>
        <p:spPr>
          <a:xfrm>
            <a:off x="1541488" y="624150"/>
            <a:ext cx="68736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0" u="none" cap="none" strike="noStrike">
                <a:solidFill>
                  <a:srgbClr val="131416"/>
                </a:solidFill>
                <a:latin typeface="Play"/>
                <a:ea typeface="Play"/>
                <a:cs typeface="Play"/>
                <a:sym typeface="Play"/>
              </a:rPr>
              <a:t>Agenda</a:t>
            </a:r>
            <a:endParaRPr sz="13500"/>
          </a:p>
        </p:txBody>
      </p:sp>
      <p:sp>
        <p:nvSpPr>
          <p:cNvPr id="96" name="Google Shape;96;p2"/>
          <p:cNvSpPr txBox="1"/>
          <p:nvPr/>
        </p:nvSpPr>
        <p:spPr>
          <a:xfrm>
            <a:off x="2028198" y="7610475"/>
            <a:ext cx="59001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Evaluación de Conocimientos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2028189" y="8610819"/>
            <a:ext cx="22464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Despedida</a:t>
            </a:r>
            <a:endParaRPr/>
          </a:p>
        </p:txBody>
      </p:sp>
      <p:sp>
        <p:nvSpPr>
          <p:cNvPr id="98" name="Google Shape;98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2028200" y="5628622"/>
            <a:ext cx="56667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028189" y="6610118"/>
            <a:ext cx="84396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 del programa del laboratorio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878654" y="57762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878654" y="67760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3" name="Google Shape;103;p2"/>
          <p:cNvSpPr/>
          <p:nvPr/>
        </p:nvSpPr>
        <p:spPr>
          <a:xfrm>
            <a:off x="878654" y="77769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2"/>
          <p:cNvSpPr txBox="1"/>
          <p:nvPr/>
        </p:nvSpPr>
        <p:spPr>
          <a:xfrm>
            <a:off x="9977501" y="624150"/>
            <a:ext cx="74391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>
                <a:solidFill>
                  <a:srgbClr val="131416"/>
                </a:solidFill>
                <a:latin typeface="Play"/>
                <a:ea typeface="Play"/>
                <a:cs typeface="Play"/>
                <a:sym typeface="Play"/>
              </a:rPr>
              <a:t>Recursos</a:t>
            </a:r>
            <a:endParaRPr sz="13500"/>
          </a:p>
        </p:txBody>
      </p:sp>
      <p:sp>
        <p:nvSpPr>
          <p:cNvPr id="105" name="Google Shape;105;p2"/>
          <p:cNvSpPr txBox="1"/>
          <p:nvPr/>
        </p:nvSpPr>
        <p:spPr>
          <a:xfrm>
            <a:off x="13929998" y="3742738"/>
            <a:ext cx="3486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Quiz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12933729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2"/>
          <p:cNvSpPr/>
          <p:nvPr/>
        </p:nvSpPr>
        <p:spPr>
          <a:xfrm>
            <a:off x="12933729" y="486844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2"/>
          <p:cNvSpPr/>
          <p:nvPr/>
        </p:nvSpPr>
        <p:spPr>
          <a:xfrm>
            <a:off x="12933729" y="57762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/>
          <p:nvPr/>
        </p:nvSpPr>
        <p:spPr>
          <a:xfrm>
            <a:off x="12933729" y="677662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 txBox="1"/>
          <p:nvPr/>
        </p:nvSpPr>
        <p:spPr>
          <a:xfrm>
            <a:off x="13929998" y="4720800"/>
            <a:ext cx="3486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dk1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Formulario DTT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3929998" y="5628625"/>
            <a:ext cx="3486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dk1"/>
                </a:solidFill>
                <a:uFill>
                  <a:noFill/>
                </a:u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Quiz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13929998" y="6628975"/>
            <a:ext cx="34866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>
                <a:solidFill>
                  <a:schemeClr val="dk1"/>
                </a:solidFill>
                <a:uFill>
                  <a:noFill/>
                </a:u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 Quiz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878654" y="877789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 txBox="1"/>
          <p:nvPr/>
        </p:nvSpPr>
        <p:spPr>
          <a:xfrm>
            <a:off x="2028196" y="4647426"/>
            <a:ext cx="70011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/>
              <a:t>Formulario de asignación DTT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/>
        </p:nvSpPr>
        <p:spPr>
          <a:xfrm>
            <a:off x="2371650" y="395250"/>
            <a:ext cx="13385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8" u="none" cap="none" strike="noStrike">
                <a:solidFill>
                  <a:srgbClr val="131416"/>
                </a:solidFill>
              </a:rPr>
              <a:t>BIENVENIDA Y</a:t>
            </a:r>
            <a:r>
              <a:rPr b="1" lang="en-US" sz="6098">
                <a:solidFill>
                  <a:srgbClr val="131416"/>
                </a:solidFill>
              </a:rPr>
              <a:t> </a:t>
            </a:r>
            <a:r>
              <a:rPr b="1" i="0" lang="en-US" sz="6098" u="none" cap="none" strike="noStrike">
                <a:solidFill>
                  <a:srgbClr val="131416"/>
                </a:solidFill>
              </a:rPr>
              <a:t>PRESENTACIÓN</a:t>
            </a:r>
            <a:endParaRPr b="1"/>
          </a:p>
        </p:txBody>
      </p:sp>
      <p:sp>
        <p:nvSpPr>
          <p:cNvPr id="120" name="Google Shape;120;p3"/>
          <p:cNvSpPr txBox="1"/>
          <p:nvPr/>
        </p:nvSpPr>
        <p:spPr>
          <a:xfrm>
            <a:off x="2125643" y="3428994"/>
            <a:ext cx="9033300" cy="58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Luis Fernando Falla Guzmán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Estudiante de 9no semestre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5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  <a:p>
            <a:pPr indent="-377875" lvl="1" marL="75575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Intereses:</a:t>
            </a:r>
            <a:endParaRPr b="1">
              <a:solidFill>
                <a:schemeClr val="dk1"/>
              </a:solidFill>
            </a:endParaRPr>
          </a:p>
          <a:p>
            <a:pPr indent="-503835" lvl="2" marL="151150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⚬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Cloud computing</a:t>
            </a:r>
            <a:endParaRPr b="1">
              <a:solidFill>
                <a:schemeClr val="dk1"/>
              </a:solidFill>
            </a:endParaRPr>
          </a:p>
          <a:p>
            <a:pPr indent="-503835" lvl="2" marL="151150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⚬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DevOps</a:t>
            </a:r>
            <a:endParaRPr b="1">
              <a:solidFill>
                <a:schemeClr val="dk1"/>
              </a:solidFill>
            </a:endParaRPr>
          </a:p>
          <a:p>
            <a:pPr indent="-377875" lvl="1" marL="75575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Consejos:</a:t>
            </a:r>
            <a:endParaRPr b="1">
              <a:solidFill>
                <a:schemeClr val="dk1"/>
              </a:solidFill>
            </a:endParaRPr>
          </a:p>
          <a:p>
            <a:pPr indent="-503835" lvl="2" marL="151150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⚬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Tomen su tiempo para aprender.</a:t>
            </a:r>
            <a:endParaRPr b="1">
              <a:solidFill>
                <a:schemeClr val="dk1"/>
              </a:solidFill>
            </a:endParaRPr>
          </a:p>
          <a:p>
            <a:pPr indent="-503835" lvl="2" marL="151150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⚬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Entiendan el </a:t>
            </a:r>
            <a:r>
              <a:rPr b="1" lang="en-US" sz="3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cómo</a:t>
            </a: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y porqué.</a:t>
            </a:r>
            <a:endParaRPr b="1">
              <a:solidFill>
                <a:schemeClr val="dk1"/>
              </a:solidFill>
            </a:endParaRPr>
          </a:p>
          <a:p>
            <a:pPr indent="-503835" lvl="2" marL="151150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⚬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No usen en exceso la IA.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6905084" y="1802452"/>
            <a:ext cx="4477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¿QUI</a:t>
            </a:r>
            <a:r>
              <a:rPr b="1" lang="en-US" sz="50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É</a:t>
            </a:r>
            <a:r>
              <a:rPr b="1" i="0" lang="en-US" sz="50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N SOY?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22" name="Google Shape;122;p3"/>
          <p:cNvGrpSpPr/>
          <p:nvPr/>
        </p:nvGrpSpPr>
        <p:grpSpPr>
          <a:xfrm>
            <a:off x="12372099" y="-499047"/>
            <a:ext cx="11376622" cy="12759959"/>
            <a:chOff x="34851" y="16251"/>
            <a:chExt cx="15168829" cy="17013278"/>
          </a:xfrm>
        </p:grpSpPr>
        <p:cxnSp>
          <p:nvCxnSpPr>
            <p:cNvPr id="123" name="Google Shape;123;p3"/>
            <p:cNvCxnSpPr/>
            <p:nvPr/>
          </p:nvCxnSpPr>
          <p:spPr>
            <a:xfrm flipH="1" rot="10800000">
              <a:off x="34851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4" name="Google Shape;124;p3"/>
            <p:cNvCxnSpPr/>
            <p:nvPr/>
          </p:nvCxnSpPr>
          <p:spPr>
            <a:xfrm flipH="1" rot="10800000">
              <a:off x="838785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3"/>
            <p:cNvCxnSpPr/>
            <p:nvPr/>
          </p:nvCxnSpPr>
          <p:spPr>
            <a:xfrm flipH="1" rot="10800000">
              <a:off x="1642719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3"/>
            <p:cNvCxnSpPr/>
            <p:nvPr/>
          </p:nvCxnSpPr>
          <p:spPr>
            <a:xfrm flipH="1" rot="10800000">
              <a:off x="2446654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3"/>
            <p:cNvCxnSpPr/>
            <p:nvPr/>
          </p:nvCxnSpPr>
          <p:spPr>
            <a:xfrm flipH="1" rot="10800000">
              <a:off x="3250588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3"/>
            <p:cNvCxnSpPr/>
            <p:nvPr/>
          </p:nvCxnSpPr>
          <p:spPr>
            <a:xfrm flipH="1" rot="10800000">
              <a:off x="4054522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3"/>
            <p:cNvCxnSpPr/>
            <p:nvPr/>
          </p:nvCxnSpPr>
          <p:spPr>
            <a:xfrm flipH="1" rot="10800000">
              <a:off x="4858456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3"/>
            <p:cNvCxnSpPr/>
            <p:nvPr/>
          </p:nvCxnSpPr>
          <p:spPr>
            <a:xfrm flipH="1" rot="10800000">
              <a:off x="5662390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3"/>
            <p:cNvCxnSpPr/>
            <p:nvPr/>
          </p:nvCxnSpPr>
          <p:spPr>
            <a:xfrm flipH="1" rot="10800000">
              <a:off x="6466324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3"/>
            <p:cNvCxnSpPr/>
            <p:nvPr/>
          </p:nvCxnSpPr>
          <p:spPr>
            <a:xfrm flipH="1" rot="10800000">
              <a:off x="7270258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1210341" y="1603406"/>
            <a:ext cx="96120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8">
                <a:solidFill>
                  <a:srgbClr val="131416"/>
                </a:solidFill>
              </a:rPr>
              <a:t>DATOS DE CONTACTO</a:t>
            </a:r>
            <a:endParaRPr b="1"/>
          </a:p>
        </p:txBody>
      </p:sp>
      <p:grpSp>
        <p:nvGrpSpPr>
          <p:cNvPr id="138" name="Google Shape;138;p4"/>
          <p:cNvGrpSpPr/>
          <p:nvPr/>
        </p:nvGrpSpPr>
        <p:grpSpPr>
          <a:xfrm>
            <a:off x="12375138" y="-379563"/>
            <a:ext cx="11376622" cy="12759959"/>
            <a:chOff x="34851" y="16251"/>
            <a:chExt cx="15168829" cy="17013278"/>
          </a:xfrm>
        </p:grpSpPr>
        <p:cxnSp>
          <p:nvCxnSpPr>
            <p:cNvPr id="139" name="Google Shape;139;p4"/>
            <p:cNvCxnSpPr/>
            <p:nvPr/>
          </p:nvCxnSpPr>
          <p:spPr>
            <a:xfrm flipH="1" rot="10800000">
              <a:off x="34851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4"/>
            <p:cNvCxnSpPr/>
            <p:nvPr/>
          </p:nvCxnSpPr>
          <p:spPr>
            <a:xfrm flipH="1" rot="10800000">
              <a:off x="838785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4"/>
            <p:cNvCxnSpPr/>
            <p:nvPr/>
          </p:nvCxnSpPr>
          <p:spPr>
            <a:xfrm flipH="1" rot="10800000">
              <a:off x="1642719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4"/>
            <p:cNvCxnSpPr/>
            <p:nvPr/>
          </p:nvCxnSpPr>
          <p:spPr>
            <a:xfrm flipH="1" rot="10800000">
              <a:off x="2446654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4"/>
            <p:cNvCxnSpPr/>
            <p:nvPr/>
          </p:nvCxnSpPr>
          <p:spPr>
            <a:xfrm flipH="1" rot="10800000">
              <a:off x="3250588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4"/>
            <p:cNvCxnSpPr/>
            <p:nvPr/>
          </p:nvCxnSpPr>
          <p:spPr>
            <a:xfrm flipH="1" rot="10800000">
              <a:off x="4054522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4"/>
            <p:cNvCxnSpPr/>
            <p:nvPr/>
          </p:nvCxnSpPr>
          <p:spPr>
            <a:xfrm flipH="1" rot="10800000">
              <a:off x="4858456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4"/>
            <p:cNvCxnSpPr/>
            <p:nvPr/>
          </p:nvCxnSpPr>
          <p:spPr>
            <a:xfrm flipH="1" rot="10800000">
              <a:off x="5662390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4"/>
            <p:cNvCxnSpPr/>
            <p:nvPr/>
          </p:nvCxnSpPr>
          <p:spPr>
            <a:xfrm flipH="1" rot="10800000">
              <a:off x="6466324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" name="Google Shape;148;p4"/>
            <p:cNvCxnSpPr/>
            <p:nvPr/>
          </p:nvCxnSpPr>
          <p:spPr>
            <a:xfrm flipH="1" rot="10800000">
              <a:off x="7270258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9" name="Google Shape;149;p4"/>
          <p:cNvSpPr txBox="1"/>
          <p:nvPr/>
        </p:nvSpPr>
        <p:spPr>
          <a:xfrm>
            <a:off x="1210350" y="4487850"/>
            <a:ext cx="128268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31416"/>
                </a:solidFill>
              </a:rPr>
              <a:t>Nombre</a:t>
            </a:r>
            <a:r>
              <a:rPr lang="en-US" sz="4000">
                <a:solidFill>
                  <a:srgbClr val="131416"/>
                </a:solidFill>
              </a:rPr>
              <a:t>: Luis Fernando Falla Guzmán</a:t>
            </a:r>
            <a:endParaRPr sz="4000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31416"/>
                </a:solidFill>
              </a:rPr>
              <a:t>Correo</a:t>
            </a:r>
            <a:r>
              <a:rPr lang="en-US" sz="4000">
                <a:solidFill>
                  <a:srgbClr val="131416"/>
                </a:solidFill>
              </a:rPr>
              <a:t>: </a:t>
            </a:r>
            <a:r>
              <a:rPr lang="en-US" sz="40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2992202650101@ingenieria.usac.edu.gt</a:t>
            </a:r>
            <a:endParaRPr sz="4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131416"/>
                </a:solidFill>
              </a:rPr>
              <a:t>Asunto</a:t>
            </a:r>
            <a:r>
              <a:rPr lang="en-US" sz="4000">
                <a:solidFill>
                  <a:srgbClr val="131416"/>
                </a:solidFill>
              </a:rPr>
              <a:t>: [ALGORITMOS] Duda</a:t>
            </a:r>
            <a:endParaRPr sz="4000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31f833f67_0_8"/>
          <p:cNvSpPr txBox="1"/>
          <p:nvPr/>
        </p:nvSpPr>
        <p:spPr>
          <a:xfrm>
            <a:off x="2371650" y="395250"/>
            <a:ext cx="13385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8">
                <a:solidFill>
                  <a:srgbClr val="131416"/>
                </a:solidFill>
              </a:rPr>
              <a:t>FORMULARIO ASIGNACIÓN DTT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631f833f67_0_14"/>
          <p:cNvSpPr txBox="1"/>
          <p:nvPr/>
        </p:nvSpPr>
        <p:spPr>
          <a:xfrm>
            <a:off x="2371650" y="395250"/>
            <a:ext cx="13385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8">
                <a:solidFill>
                  <a:srgbClr val="131416"/>
                </a:solidFill>
              </a:rPr>
              <a:t>FORMULARIO ASIGNACIÓN DTT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631f833f67_0_11" title="qr-co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7800" y="1447300"/>
            <a:ext cx="7392399" cy="739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631f833f67_0_11"/>
          <p:cNvSpPr txBox="1"/>
          <p:nvPr/>
        </p:nvSpPr>
        <p:spPr>
          <a:xfrm>
            <a:off x="2371650" y="395250"/>
            <a:ext cx="13385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8">
                <a:solidFill>
                  <a:srgbClr val="131416"/>
                </a:solidFill>
              </a:rPr>
              <a:t>FORMULARIO ASIGNACIÓN DTT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6a65f7af33_2_0"/>
          <p:cNvSpPr txBox="1"/>
          <p:nvPr/>
        </p:nvSpPr>
        <p:spPr>
          <a:xfrm>
            <a:off x="1035900" y="832600"/>
            <a:ext cx="162162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8" u="none" cap="none" strike="noStrike">
                <a:solidFill>
                  <a:srgbClr val="131416"/>
                </a:solidFill>
              </a:rPr>
              <a:t>PRESENTACIÓN DE ESTUDIANTES</a:t>
            </a:r>
            <a:endParaRPr b="1"/>
          </a:p>
        </p:txBody>
      </p:sp>
      <p:sp>
        <p:nvSpPr>
          <p:cNvPr id="171" name="Google Shape;171;g36a65f7af33_2_0"/>
          <p:cNvSpPr txBox="1"/>
          <p:nvPr/>
        </p:nvSpPr>
        <p:spPr>
          <a:xfrm>
            <a:off x="1733084" y="6381461"/>
            <a:ext cx="35433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¿Qué esperan aprender?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2" name="Google Shape;172;g36a65f7af33_2_0"/>
          <p:cNvSpPr txBox="1"/>
          <p:nvPr/>
        </p:nvSpPr>
        <p:spPr>
          <a:xfrm>
            <a:off x="7372359" y="6381461"/>
            <a:ext cx="35433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¿Qué entienden por algoritmo?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3" name="Google Shape;173;g36a65f7af33_2_0"/>
          <p:cNvSpPr txBox="1"/>
          <p:nvPr/>
        </p:nvSpPr>
        <p:spPr>
          <a:xfrm>
            <a:off x="13011623" y="6381450"/>
            <a:ext cx="4242000" cy="11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¿Tienen alguna base en programación?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74" name="Google Shape;174;g36a65f7af33_2_0"/>
          <p:cNvSpPr txBox="1"/>
          <p:nvPr/>
        </p:nvSpPr>
        <p:spPr>
          <a:xfrm>
            <a:off x="5685591" y="2628575"/>
            <a:ext cx="691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¿</a:t>
            </a:r>
            <a:r>
              <a:rPr b="1" lang="en-US" sz="4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Qué</a:t>
            </a:r>
            <a:r>
              <a:rPr b="1" lang="en-US" sz="480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esperan del curso?</a:t>
            </a:r>
            <a:endParaRPr b="1" sz="4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"/>
          <p:cNvSpPr txBox="1"/>
          <p:nvPr/>
        </p:nvSpPr>
        <p:spPr>
          <a:xfrm>
            <a:off x="4873054" y="3528309"/>
            <a:ext cx="8541900" cy="14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6" lvl="1" marL="755652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Competencias y objetivos del curso</a:t>
            </a:r>
            <a:endParaRPr b="1">
              <a:solidFill>
                <a:schemeClr val="dk1"/>
              </a:solidFill>
            </a:endParaRPr>
          </a:p>
          <a:p>
            <a:pPr indent="-377826" lvl="1" marL="755652" marR="0" rtl="0" algn="just">
              <a:lnSpc>
                <a:spcPct val="17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Temarios y Contenidos Principales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731245" y="614750"/>
            <a:ext cx="14825400" cy="16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998">
                <a:solidFill>
                  <a:srgbClr val="131416"/>
                </a:solidFill>
              </a:rPr>
              <a:t>PRESENTACIÓN DE PROGRAMA DE LABORATORIO</a:t>
            </a:r>
            <a:endParaRPr b="1"/>
          </a:p>
        </p:txBody>
      </p:sp>
      <p:sp>
        <p:nvSpPr>
          <p:cNvPr id="181" name="Google Shape;181;p5"/>
          <p:cNvSpPr txBox="1"/>
          <p:nvPr/>
        </p:nvSpPr>
        <p:spPr>
          <a:xfrm>
            <a:off x="1989934" y="6336986"/>
            <a:ext cx="35433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Resolución de problemas paso a paso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7238059" y="6336986"/>
            <a:ext cx="3811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Comprensión del flujo de un programa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12754916" y="6336986"/>
            <a:ext cx="3811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Fundamentos para aprender a programar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 txBox="1"/>
          <p:nvPr/>
        </p:nvSpPr>
        <p:spPr>
          <a:xfrm>
            <a:off x="3392258" y="1416031"/>
            <a:ext cx="11503500" cy="18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8" u="none" cap="none" strike="noStrike">
                <a:solidFill>
                  <a:srgbClr val="131416"/>
                </a:solidFill>
              </a:rPr>
              <a:t>EVALUACIÓN DE CONOCIMIENTOS </a:t>
            </a:r>
            <a:endParaRPr b="1"/>
          </a:p>
        </p:txBody>
      </p:sp>
      <p:sp>
        <p:nvSpPr>
          <p:cNvPr id="189" name="Google Shape;189;p6"/>
          <p:cNvSpPr txBox="1"/>
          <p:nvPr/>
        </p:nvSpPr>
        <p:spPr>
          <a:xfrm>
            <a:off x="1961049" y="4972050"/>
            <a:ext cx="14365800" cy="15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6043" lvl="1" marL="772087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5"/>
              <a:buFont typeface="Arial"/>
              <a:buChar char="•"/>
            </a:pPr>
            <a:r>
              <a:rPr b="0" i="0" lang="en-US" sz="3575" cap="none" strike="noStrike">
                <a:solidFill>
                  <a:schemeClr val="dk1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kahoot.it</a:t>
            </a:r>
            <a:endParaRPr sz="3575">
              <a:solidFill>
                <a:schemeClr val="dk1"/>
              </a:solidFill>
            </a:endParaRPr>
          </a:p>
          <a:p>
            <a:pPr indent="-386043" lvl="1" marL="772087" marR="0" rtl="0" algn="l">
              <a:lnSpc>
                <a:spcPct val="173035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575"/>
              <a:buFont typeface="Arial"/>
              <a:buChar char="•"/>
            </a:pPr>
            <a:r>
              <a:rPr lang="en-US" sz="3575">
                <a:solidFill>
                  <a:srgbClr val="131416"/>
                </a:solidFill>
              </a:rPr>
              <a:t>Codigo: </a:t>
            </a:r>
            <a:endParaRPr sz="3575">
              <a:solidFill>
                <a:srgbClr val="131416"/>
              </a:solidFill>
            </a:endParaRPr>
          </a:p>
        </p:txBody>
      </p:sp>
      <p:grpSp>
        <p:nvGrpSpPr>
          <p:cNvPr id="190" name="Google Shape;190;p6"/>
          <p:cNvGrpSpPr/>
          <p:nvPr/>
        </p:nvGrpSpPr>
        <p:grpSpPr>
          <a:xfrm>
            <a:off x="12147549" y="-194034"/>
            <a:ext cx="11376622" cy="12759959"/>
            <a:chOff x="34851" y="16251"/>
            <a:chExt cx="15168829" cy="17013278"/>
          </a:xfrm>
        </p:grpSpPr>
        <p:cxnSp>
          <p:nvCxnSpPr>
            <p:cNvPr id="191" name="Google Shape;191;p6"/>
            <p:cNvCxnSpPr/>
            <p:nvPr/>
          </p:nvCxnSpPr>
          <p:spPr>
            <a:xfrm flipH="1" rot="10800000">
              <a:off x="34851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6"/>
            <p:cNvCxnSpPr/>
            <p:nvPr/>
          </p:nvCxnSpPr>
          <p:spPr>
            <a:xfrm flipH="1" rot="10800000">
              <a:off x="838785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6"/>
            <p:cNvCxnSpPr/>
            <p:nvPr/>
          </p:nvCxnSpPr>
          <p:spPr>
            <a:xfrm flipH="1" rot="10800000">
              <a:off x="1642719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4" name="Google Shape;194;p6"/>
            <p:cNvCxnSpPr/>
            <p:nvPr/>
          </p:nvCxnSpPr>
          <p:spPr>
            <a:xfrm flipH="1" rot="10800000">
              <a:off x="2446654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5" name="Google Shape;195;p6"/>
            <p:cNvCxnSpPr/>
            <p:nvPr/>
          </p:nvCxnSpPr>
          <p:spPr>
            <a:xfrm flipH="1" rot="10800000">
              <a:off x="3250588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6"/>
            <p:cNvCxnSpPr/>
            <p:nvPr/>
          </p:nvCxnSpPr>
          <p:spPr>
            <a:xfrm flipH="1" rot="10800000">
              <a:off x="4054522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6"/>
            <p:cNvCxnSpPr/>
            <p:nvPr/>
          </p:nvCxnSpPr>
          <p:spPr>
            <a:xfrm flipH="1" rot="10800000">
              <a:off x="4858456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6"/>
            <p:cNvCxnSpPr/>
            <p:nvPr/>
          </p:nvCxnSpPr>
          <p:spPr>
            <a:xfrm flipH="1" rot="10800000">
              <a:off x="5662390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6"/>
            <p:cNvCxnSpPr/>
            <p:nvPr/>
          </p:nvCxnSpPr>
          <p:spPr>
            <a:xfrm flipH="1" rot="10800000">
              <a:off x="6466324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6"/>
            <p:cNvCxnSpPr/>
            <p:nvPr/>
          </p:nvCxnSpPr>
          <p:spPr>
            <a:xfrm flipH="1" rot="10800000">
              <a:off x="7270258" y="16251"/>
              <a:ext cx="7933422" cy="17013278"/>
            </a:xfrm>
            <a:prstGeom prst="straightConnector1">
              <a:avLst/>
            </a:prstGeom>
            <a:noFill/>
            <a:ln cap="flat" cmpd="sng" w="76900">
              <a:solidFill>
                <a:srgbClr val="BBCBCD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 txBox="1"/>
          <p:nvPr/>
        </p:nvSpPr>
        <p:spPr>
          <a:xfrm>
            <a:off x="1823950" y="3566950"/>
            <a:ext cx="121398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99" u="none" cap="none" strike="noStrike">
                <a:solidFill>
                  <a:srgbClr val="131416"/>
                </a:solidFill>
              </a:rPr>
              <a:t>¡GRACIAS POR SU </a:t>
            </a:r>
            <a:r>
              <a:rPr b="1" lang="en-US" sz="6099">
                <a:solidFill>
                  <a:srgbClr val="131416"/>
                </a:solidFill>
              </a:rPr>
              <a:t> </a:t>
            </a:r>
            <a:r>
              <a:rPr b="1" i="0" lang="en-US" sz="6099" u="none" cap="none" strike="noStrike">
                <a:solidFill>
                  <a:srgbClr val="131416"/>
                </a:solidFill>
              </a:rPr>
              <a:t>ATENCIÓN!</a:t>
            </a:r>
            <a:endParaRPr b="1"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4541352" y="595810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