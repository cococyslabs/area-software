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10287000" cx="18288000"/>
  <p:notesSz cx="6858000" cy="9144000"/>
  <p:embeddedFontLst>
    <p:embeddedFont>
      <p:font typeface="Play"/>
      <p:regular r:id="rId15"/>
      <p:bold r:id="rId16"/>
    </p:embeddedFont>
    <p:embeddedFont>
      <p:font typeface="Century Gothic"/>
      <p:regular r:id="rId17"/>
      <p:bold r:id="rId18"/>
      <p:italic r:id="rId19"/>
      <p:boldItalic r:id="rId20"/>
    </p:embeddedFon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06iYv0rSNoGLIz6C1mCuOayyUB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5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font" Target="fonts/Play-regular.fntdata"/><Relationship Id="rId14" Type="http://schemas.openxmlformats.org/officeDocument/2006/relationships/slide" Target="slides/slide8.xml"/><Relationship Id="rId17" Type="http://schemas.openxmlformats.org/officeDocument/2006/relationships/font" Target="fonts/CenturyGothic-regular.fntdata"/><Relationship Id="rId16" Type="http://schemas.openxmlformats.org/officeDocument/2006/relationships/font" Target="fonts/Play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CenturyGothic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8T12:15:01.480">
    <p:pos x="1298" y="2097"/>
    <p:text>En este caso, favor elaborar el cuestionario ya que estamos elaborando todos los recursos que se usaran el proximo semestre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Saz4R0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ctrTitle"/>
          </p:nvPr>
        </p:nvSpPr>
        <p:spPr>
          <a:xfrm>
            <a:off x="1026318" y="1028699"/>
            <a:ext cx="12001500" cy="445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subTitle"/>
          </p:nvPr>
        </p:nvSpPr>
        <p:spPr>
          <a:xfrm>
            <a:off x="1026318" y="5765801"/>
            <a:ext cx="96012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630"/>
              </a:spcBef>
              <a:spcAft>
                <a:spcPts val="0"/>
              </a:spcAft>
              <a:buSzPts val="2520"/>
              <a:buNone/>
              <a:defRPr sz="3150">
                <a:solidFill>
                  <a:srgbClr val="0F486F"/>
                </a:solidFill>
              </a:defRPr>
            </a:lvl1pPr>
            <a:lvl2pPr lvl="1" algn="ctr">
              <a:spcBef>
                <a:spcPts val="900"/>
              </a:spcBef>
              <a:spcAft>
                <a:spcPts val="0"/>
              </a:spcAft>
              <a:buSzPts val="21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900"/>
              </a:spcBef>
              <a:spcAft>
                <a:spcPts val="0"/>
              </a:spcAft>
              <a:buSzPts val="19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900"/>
              </a:spcBef>
              <a:spcAft>
                <a:spcPts val="0"/>
              </a:spcAft>
              <a:buSzPts val="16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900"/>
              </a:spcBef>
              <a:spcAft>
                <a:spcPts val="0"/>
              </a:spcAft>
              <a:buSzPts val="16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900"/>
              </a:spcBef>
              <a:spcAft>
                <a:spcPts val="0"/>
              </a:spcAft>
              <a:buSzPts val="16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900"/>
              </a:spcBef>
              <a:spcAft>
                <a:spcPts val="0"/>
              </a:spcAft>
              <a:buSzPts val="16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900"/>
              </a:spcBef>
              <a:spcAft>
                <a:spcPts val="0"/>
              </a:spcAft>
              <a:buSzPts val="16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900"/>
              </a:spcBef>
              <a:spcAft>
                <a:spcPts val="900"/>
              </a:spcAft>
              <a:buSzPts val="168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11"/>
          <p:cNvCxnSpPr/>
          <p:nvPr/>
        </p:nvCxnSpPr>
        <p:spPr>
          <a:xfrm flipH="1">
            <a:off x="12342018" y="12701"/>
            <a:ext cx="5715000" cy="57150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1"/>
          <p:cNvCxnSpPr/>
          <p:nvPr/>
        </p:nvCxnSpPr>
        <p:spPr>
          <a:xfrm flipH="1">
            <a:off x="9162256" y="137318"/>
            <a:ext cx="9120983" cy="9120983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1"/>
          <p:cNvCxnSpPr/>
          <p:nvPr/>
        </p:nvCxnSpPr>
        <p:spPr>
          <a:xfrm flipH="1">
            <a:off x="10853738" y="342900"/>
            <a:ext cx="7429500" cy="74295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1"/>
          <p:cNvCxnSpPr/>
          <p:nvPr/>
        </p:nvCxnSpPr>
        <p:spPr>
          <a:xfrm flipH="1">
            <a:off x="11003756" y="48418"/>
            <a:ext cx="7279484" cy="7279484"/>
          </a:xfrm>
          <a:prstGeom prst="straightConnector1">
            <a:avLst/>
          </a:prstGeom>
          <a:noFill/>
          <a:ln cap="flat" cmpd="sng" w="317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1"/>
          <p:cNvCxnSpPr/>
          <p:nvPr/>
        </p:nvCxnSpPr>
        <p:spPr>
          <a:xfrm flipH="1">
            <a:off x="11768140" y="914402"/>
            <a:ext cx="6515099" cy="6515099"/>
          </a:xfrm>
          <a:prstGeom prst="straightConnector1">
            <a:avLst/>
          </a:prstGeom>
          <a:noFill/>
          <a:ln cap="flat" cmpd="sng" w="317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1026318" y="6730998"/>
            <a:ext cx="12801600" cy="2260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1026318" y="1028701"/>
            <a:ext cx="12801600" cy="542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1026317" y="3009900"/>
            <a:ext cx="12801602" cy="3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 b="0" sz="5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1026320" y="6743700"/>
            <a:ext cx="128016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160"/>
              <a:buNone/>
              <a:defRPr sz="27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920"/>
              <a:buNone/>
              <a:defRPr sz="24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68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1026318" y="6730998"/>
            <a:ext cx="12801600" cy="2260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1026317" y="1028701"/>
            <a:ext cx="7406483" cy="542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712200" y="1028702"/>
            <a:ext cx="7401719" cy="5422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1026318" y="6730998"/>
            <a:ext cx="12801600" cy="2260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1458121" y="1028700"/>
            <a:ext cx="6974681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3360"/>
              <a:buNone/>
              <a:defRPr b="0" sz="4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40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60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20"/>
              <a:buNone/>
              <a:defRPr b="1" sz="2400"/>
            </a:lvl9pPr>
          </a:lstStyle>
          <a:p/>
        </p:txBody>
      </p:sp>
      <p:sp>
        <p:nvSpPr>
          <p:cNvPr id="54" name="Google Shape;54;p15"/>
          <p:cNvSpPr txBox="1"/>
          <p:nvPr>
            <p:ph idx="2" type="body"/>
          </p:nvPr>
        </p:nvSpPr>
        <p:spPr>
          <a:xfrm>
            <a:off x="1026317" y="1905794"/>
            <a:ext cx="7406483" cy="4545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3" type="body"/>
          </p:nvPr>
        </p:nvSpPr>
        <p:spPr>
          <a:xfrm>
            <a:off x="9118599" y="1028700"/>
            <a:ext cx="6997701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3360"/>
              <a:buNone/>
              <a:defRPr b="0" sz="4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40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60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2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20"/>
              <a:buNone/>
              <a:defRPr b="1" sz="2400"/>
            </a:lvl9pPr>
          </a:lstStyle>
          <a:p/>
        </p:txBody>
      </p:sp>
      <p:sp>
        <p:nvSpPr>
          <p:cNvPr id="56" name="Google Shape;56;p15"/>
          <p:cNvSpPr txBox="1"/>
          <p:nvPr>
            <p:ph idx="4" type="body"/>
          </p:nvPr>
        </p:nvSpPr>
        <p:spPr>
          <a:xfrm>
            <a:off x="8709818" y="1893093"/>
            <a:ext cx="7393782" cy="4545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1026318" y="6730998"/>
            <a:ext cx="12801600" cy="2260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0627518" y="1028700"/>
            <a:ext cx="548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026318" y="1028700"/>
            <a:ext cx="8915402" cy="79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10627518" y="3314699"/>
            <a:ext cx="5486400" cy="313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sz="24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200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080"/>
              <a:buNone/>
              <a:defRPr sz="135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7084218" y="2171700"/>
            <a:ext cx="9029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entury Gothic"/>
              <a:buNone/>
              <a:defRPr b="0"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/>
          <p:nvPr>
            <p:ph idx="2" type="pic"/>
          </p:nvPr>
        </p:nvSpPr>
        <p:spPr>
          <a:xfrm>
            <a:off x="1483518" y="1371600"/>
            <a:ext cx="4921461" cy="6858000"/>
          </a:xfrm>
          <a:prstGeom prst="snip2DiagRect">
            <a:avLst>
              <a:gd fmla="val 10815" name="adj1"/>
              <a:gd fmla="val 0" name="adj2"/>
            </a:avLst>
          </a:prstGeom>
          <a:noFill/>
          <a:ln cap="flat" cmpd="sng" w="15875">
            <a:solidFill>
              <a:schemeClr val="l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7084218" y="4165600"/>
            <a:ext cx="9032082" cy="3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2160"/>
              <a:buNone/>
              <a:defRPr sz="27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200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080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080"/>
              <a:buNone/>
              <a:defRPr sz="1350"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1026318" y="6730998"/>
            <a:ext cx="12801600" cy="2260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/>
          <p:nvPr>
            <p:ph idx="2" type="pic"/>
          </p:nvPr>
        </p:nvSpPr>
        <p:spPr>
          <a:xfrm>
            <a:off x="1028700" y="800100"/>
            <a:ext cx="16228218" cy="4686300"/>
          </a:xfrm>
          <a:prstGeom prst="snip2DiagRect">
            <a:avLst>
              <a:gd fmla="val 10815" name="adj1"/>
              <a:gd fmla="val 0" name="adj2"/>
            </a:avLst>
          </a:prstGeom>
          <a:noFill/>
          <a:ln cap="flat" cmpd="sng" w="15875">
            <a:solidFill>
              <a:schemeClr val="l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1371603" y="5765801"/>
            <a:ext cx="124563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Font typeface="Century Gothic"/>
              <a:buNone/>
              <a:defRPr sz="24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160"/>
              <a:buFont typeface="Century Gothic"/>
              <a:buNone/>
              <a:defRPr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920"/>
              <a:buFont typeface="Century Gothic"/>
              <a:buNone/>
              <a:defRPr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680"/>
              <a:buFont typeface="Century Gothic"/>
              <a:buNone/>
              <a:defRPr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680"/>
              <a:buFont typeface="Century Gothic"/>
              <a:buNone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1026320" y="1028700"/>
            <a:ext cx="15087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1026318" y="6172200"/>
            <a:ext cx="12803982" cy="28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160"/>
              <a:buNone/>
              <a:defRPr sz="27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920"/>
              <a:buNone/>
              <a:defRPr sz="24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68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1712117" y="1028700"/>
            <a:ext cx="1371600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b="0" sz="48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2169318" y="5143500"/>
            <a:ext cx="12801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Font typeface="Century Gothic"/>
              <a:buNone/>
              <a:defRPr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160"/>
              <a:buFont typeface="Century Gothic"/>
              <a:buNone/>
              <a:defRPr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920"/>
              <a:buFont typeface="Century Gothic"/>
              <a:buNone/>
              <a:defRPr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680"/>
              <a:buFont typeface="Century Gothic"/>
              <a:buNone/>
              <a:defRPr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680"/>
              <a:buFont typeface="Century Gothic"/>
              <a:buNone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1026320" y="6451601"/>
            <a:ext cx="12801600" cy="2527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160"/>
              <a:buNone/>
              <a:defRPr sz="27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920"/>
              <a:buNone/>
              <a:defRPr sz="24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68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1"/>
          <p:cNvSpPr txBox="1"/>
          <p:nvPr/>
        </p:nvSpPr>
        <p:spPr>
          <a:xfrm>
            <a:off x="797718" y="1218333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00" name="Google Shape;100;p21"/>
          <p:cNvSpPr txBox="1"/>
          <p:nvPr/>
        </p:nvSpPr>
        <p:spPr>
          <a:xfrm>
            <a:off x="15428118" y="415290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1026318" y="5143500"/>
            <a:ext cx="12801600" cy="25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1026317" y="7699472"/>
            <a:ext cx="12803985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160"/>
              <a:buNone/>
              <a:defRPr sz="27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920"/>
              <a:buNone/>
              <a:defRPr sz="24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68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1712120" y="1028700"/>
            <a:ext cx="13716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b="0" sz="48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1026319" y="5892801"/>
            <a:ext cx="12801602" cy="1574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SzPts val="2880"/>
              <a:buNone/>
              <a:defRPr b="0" sz="3600" cap="none">
                <a:solidFill>
                  <a:schemeClr val="lt1"/>
                </a:solidFill>
              </a:defRPr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2" type="body"/>
          </p:nvPr>
        </p:nvSpPr>
        <p:spPr>
          <a:xfrm>
            <a:off x="1026317" y="7467600"/>
            <a:ext cx="12801602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160"/>
              <a:buNone/>
              <a:defRPr sz="27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920"/>
              <a:buNone/>
              <a:defRPr sz="24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68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3"/>
          <p:cNvSpPr txBox="1"/>
          <p:nvPr/>
        </p:nvSpPr>
        <p:spPr>
          <a:xfrm>
            <a:off x="797718" y="1218333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15" name="Google Shape;115;p23"/>
          <p:cNvSpPr txBox="1"/>
          <p:nvPr/>
        </p:nvSpPr>
        <p:spPr>
          <a:xfrm>
            <a:off x="15428118" y="415290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1026320" y="1028700"/>
            <a:ext cx="15087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1026318" y="5892801"/>
            <a:ext cx="128016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SzPts val="2880"/>
              <a:buNone/>
              <a:defRPr b="0" sz="3600" cap="none">
                <a:solidFill>
                  <a:schemeClr val="lt1"/>
                </a:solidFill>
              </a:defRPr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2" type="body"/>
          </p:nvPr>
        </p:nvSpPr>
        <p:spPr>
          <a:xfrm>
            <a:off x="1026317" y="7150098"/>
            <a:ext cx="12801602" cy="1841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160"/>
              <a:buNone/>
              <a:defRPr sz="27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1920"/>
              <a:buNone/>
              <a:defRPr sz="24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68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1026318" y="6730998"/>
            <a:ext cx="12801600" cy="2260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 rot="5400000">
            <a:off x="4715667" y="-2660648"/>
            <a:ext cx="5422901" cy="12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 rot="5400000">
            <a:off x="11141868" y="2914650"/>
            <a:ext cx="6858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 rot="5400000">
            <a:off x="2914650" y="-857250"/>
            <a:ext cx="7962900" cy="11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9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900"/>
              </a:spcBef>
              <a:spcAft>
                <a:spcPts val="9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9"/>
          <p:cNvGrpSpPr/>
          <p:nvPr/>
        </p:nvGrpSpPr>
        <p:grpSpPr>
          <a:xfrm>
            <a:off x="13810454" y="4445000"/>
            <a:ext cx="4472787" cy="4813301"/>
            <a:chOff x="9206969" y="2963333"/>
            <a:chExt cx="2981858" cy="3208867"/>
          </a:xfrm>
        </p:grpSpPr>
        <p:cxnSp>
          <p:nvCxnSpPr>
            <p:cNvPr id="7" name="Google Shape;7;p9"/>
            <p:cNvCxnSpPr/>
            <p:nvPr/>
          </p:nvCxnSpPr>
          <p:spPr>
            <a:xfrm flipH="1">
              <a:off x="11276012" y="2963333"/>
              <a:ext cx="912814" cy="91281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9"/>
            <p:cNvCxnSpPr/>
            <p:nvPr/>
          </p:nvCxnSpPr>
          <p:spPr>
            <a:xfrm flipH="1">
              <a:off x="9206969" y="3190344"/>
              <a:ext cx="2981857" cy="298185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9"/>
            <p:cNvCxnSpPr/>
            <p:nvPr/>
          </p:nvCxnSpPr>
          <p:spPr>
            <a:xfrm flipH="1">
              <a:off x="10292292" y="3285067"/>
              <a:ext cx="1896534" cy="1896533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" name="Google Shape;10;p9"/>
            <p:cNvCxnSpPr/>
            <p:nvPr/>
          </p:nvCxnSpPr>
          <p:spPr>
            <a:xfrm flipH="1">
              <a:off x="10443103" y="3131080"/>
              <a:ext cx="1745722" cy="174572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9"/>
            <p:cNvCxnSpPr/>
            <p:nvPr/>
          </p:nvCxnSpPr>
          <p:spPr>
            <a:xfrm flipH="1">
              <a:off x="10918826" y="3683001"/>
              <a:ext cx="1270001" cy="1269999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" name="Google Shape;12;p9"/>
          <p:cNvSpPr txBox="1"/>
          <p:nvPr>
            <p:ph type="title"/>
          </p:nvPr>
        </p:nvSpPr>
        <p:spPr>
          <a:xfrm>
            <a:off x="1026318" y="6730998"/>
            <a:ext cx="12801600" cy="2260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  <a:defRPr b="0" i="0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1026318" y="1028701"/>
            <a:ext cx="12801600" cy="5422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▶"/>
              <a:defRPr b="0" i="0" sz="30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65760" lvl="1" marL="9144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Noto Sans Symbols"/>
              <a:buChar char="▶"/>
              <a:defRPr b="0" i="0" sz="27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0519" lvl="2" marL="13716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Noto Sans Symbols"/>
              <a:buChar char="▶"/>
              <a:defRPr b="0" i="0" sz="2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5280" lvl="3" marL="18288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80"/>
              <a:buFont typeface="Noto Sans Symbols"/>
              <a:buChar char="▶"/>
              <a:defRPr b="0" i="0" sz="21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5279" lvl="4" marL="22860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80"/>
              <a:buFont typeface="Noto Sans Symbols"/>
              <a:buChar char="▶"/>
              <a:defRPr b="0" i="0" sz="21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5279" lvl="5" marL="27432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80"/>
              <a:buFont typeface="Noto Sans Symbols"/>
              <a:buChar char="▶"/>
              <a:defRPr b="0" i="0" sz="21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5279" lvl="6" marL="32004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80"/>
              <a:buFont typeface="Noto Sans Symbols"/>
              <a:buChar char="▶"/>
              <a:defRPr b="0" i="0" sz="21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5279" lvl="7" marL="36576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80"/>
              <a:buFont typeface="Noto Sans Symbols"/>
              <a:buChar char="▶"/>
              <a:defRPr b="0" i="0" sz="21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5279" lvl="8" marL="4114800" marR="0" rtl="0" algn="l">
              <a:spcBef>
                <a:spcPts val="900"/>
              </a:spcBef>
              <a:spcAft>
                <a:spcPts val="900"/>
              </a:spcAft>
              <a:buClr>
                <a:schemeClr val="lt1"/>
              </a:buClr>
              <a:buSzPts val="1680"/>
              <a:buFont typeface="Noto Sans Symbols"/>
              <a:buChar char="▶"/>
              <a:defRPr b="0" i="0" sz="21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14856618" y="9258301"/>
            <a:ext cx="2400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1026318" y="9258301"/>
            <a:ext cx="113157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15544801" y="8367713"/>
            <a:ext cx="1713368" cy="100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"/>
          <p:cNvSpPr txBox="1"/>
          <p:nvPr/>
        </p:nvSpPr>
        <p:spPr>
          <a:xfrm>
            <a:off x="1254764" y="6544071"/>
            <a:ext cx="12280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e Implementación de Archivos</a:t>
            </a:r>
            <a:endParaRPr b="1" sz="5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1254764" y="2138817"/>
            <a:ext cx="15433477" cy="319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e Implementación de Archivos</a:t>
            </a:r>
            <a:endParaRPr b="1" sz="92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1063302" y="8548646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1028700" y="9019339"/>
            <a:ext cx="5143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1028700" y="9507287"/>
            <a:ext cx="6981378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"/>
          <p:cNvGrpSpPr/>
          <p:nvPr/>
        </p:nvGrpSpPr>
        <p:grpSpPr>
          <a:xfrm>
            <a:off x="1938099" y="3732667"/>
            <a:ext cx="7269518" cy="845385"/>
            <a:chOff x="196417" y="-55676"/>
            <a:chExt cx="3095001" cy="359923"/>
          </a:xfrm>
        </p:grpSpPr>
        <p:sp>
          <p:nvSpPr>
            <p:cNvPr id="150" name="Google Shape;150;p2"/>
            <p:cNvSpPr/>
            <p:nvPr/>
          </p:nvSpPr>
          <p:spPr>
            <a:xfrm>
              <a:off x="196417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1" name="Google Shape;151;p2"/>
            <p:cNvSpPr txBox="1"/>
            <p:nvPr/>
          </p:nvSpPr>
          <p:spPr>
            <a:xfrm>
              <a:off x="234430" y="-55676"/>
              <a:ext cx="29807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3" name="Google Shape;153;p2"/>
          <p:cNvGrpSpPr/>
          <p:nvPr/>
        </p:nvGrpSpPr>
        <p:grpSpPr>
          <a:xfrm>
            <a:off x="651747" y="-320625"/>
            <a:ext cx="10003695" cy="3120475"/>
            <a:chOff x="0" y="-95250"/>
            <a:chExt cx="8187000" cy="4160633"/>
          </a:xfrm>
        </p:grpSpPr>
        <p:sp>
          <p:nvSpPr>
            <p:cNvPr id="154" name="Google Shape;154;p2"/>
            <p:cNvSpPr txBox="1"/>
            <p:nvPr/>
          </p:nvSpPr>
          <p:spPr>
            <a:xfrm>
              <a:off x="0" y="986783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56" name="Google Shape;156;p2"/>
          <p:cNvGrpSpPr/>
          <p:nvPr/>
        </p:nvGrpSpPr>
        <p:grpSpPr>
          <a:xfrm>
            <a:off x="1948038" y="5546464"/>
            <a:ext cx="8707627" cy="845385"/>
            <a:chOff x="0" y="-76200"/>
            <a:chExt cx="3707276" cy="359923"/>
          </a:xfrm>
        </p:grpSpPr>
        <p:sp>
          <p:nvSpPr>
            <p:cNvPr id="157" name="Google Shape;157;p2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8" name="Google Shape;158;p2"/>
            <p:cNvSpPr txBox="1"/>
            <p:nvPr/>
          </p:nvSpPr>
          <p:spPr>
            <a:xfrm>
              <a:off x="0" y="-76200"/>
              <a:ext cx="3592976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/>
            </a:p>
          </p:txBody>
        </p:sp>
      </p:grpSp>
      <p:grpSp>
        <p:nvGrpSpPr>
          <p:cNvPr id="159" name="Google Shape;159;p2"/>
          <p:cNvGrpSpPr/>
          <p:nvPr/>
        </p:nvGrpSpPr>
        <p:grpSpPr>
          <a:xfrm>
            <a:off x="1956273" y="6481338"/>
            <a:ext cx="6168263" cy="845385"/>
            <a:chOff x="0" y="-76200"/>
            <a:chExt cx="2626141" cy="359923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1" name="Google Shape;161;p2"/>
            <p:cNvSpPr txBox="1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/>
            </a:p>
          </p:txBody>
        </p:sp>
      </p:grpSp>
      <p:grpSp>
        <p:nvGrpSpPr>
          <p:cNvPr id="162" name="Google Shape;162;p2"/>
          <p:cNvGrpSpPr/>
          <p:nvPr/>
        </p:nvGrpSpPr>
        <p:grpSpPr>
          <a:xfrm>
            <a:off x="1948038" y="4546120"/>
            <a:ext cx="5935056" cy="845385"/>
            <a:chOff x="0" y="-76200"/>
            <a:chExt cx="2526853" cy="359923"/>
          </a:xfrm>
        </p:grpSpPr>
        <p:sp>
          <p:nvSpPr>
            <p:cNvPr id="163" name="Google Shape;163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4" name="Google Shape;164;p2"/>
            <p:cNvSpPr txBox="1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/>
            </a:p>
          </p:txBody>
        </p:sp>
      </p:grpSp>
      <p:grpSp>
        <p:nvGrpSpPr>
          <p:cNvPr id="165" name="Google Shape;165;p2"/>
          <p:cNvGrpSpPr/>
          <p:nvPr/>
        </p:nvGrpSpPr>
        <p:grpSpPr>
          <a:xfrm>
            <a:off x="1948038" y="7481682"/>
            <a:ext cx="2514689" cy="845385"/>
            <a:chOff x="0" y="-76200"/>
            <a:chExt cx="1070630" cy="359923"/>
          </a:xfrm>
        </p:grpSpPr>
        <p:sp>
          <p:nvSpPr>
            <p:cNvPr id="166" name="Google Shape;166;p2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7" name="Google Shape;167;p2"/>
            <p:cNvSpPr txBox="1"/>
            <p:nvPr/>
          </p:nvSpPr>
          <p:spPr>
            <a:xfrm>
              <a:off x="0" y="-76200"/>
              <a:ext cx="95633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/>
            </a:p>
          </p:txBody>
        </p:sp>
      </p:grpSp>
      <p:sp>
        <p:nvSpPr>
          <p:cNvPr id="168" name="Google Shape;168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2"/>
          <p:cNvSpPr/>
          <p:nvPr/>
        </p:nvSpPr>
        <p:spPr>
          <a:xfrm>
            <a:off x="878654" y="57762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2"/>
          <p:cNvSpPr/>
          <p:nvPr/>
        </p:nvSpPr>
        <p:spPr>
          <a:xfrm>
            <a:off x="878654" y="67760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"/>
          <p:cNvSpPr/>
          <p:nvPr/>
        </p:nvSpPr>
        <p:spPr>
          <a:xfrm>
            <a:off x="878654" y="77769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/>
        </p:nvSpPr>
        <p:spPr>
          <a:xfrm>
            <a:off x="3445352" y="540000"/>
            <a:ext cx="12083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3445338" y="1599146"/>
            <a:ext cx="11397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1080000" y="2520000"/>
            <a:ext cx="16020000" cy="7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Nombre: </a:t>
            </a:r>
            <a:r>
              <a:rPr lang="en-US" sz="3000"/>
              <a:t>Kevin Martin Samayoa Urizar</a:t>
            </a:r>
            <a:endParaRPr b="0" sz="3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Correo: 1693936230101@ingenieria.usac.edu.gt</a:t>
            </a:r>
            <a:endParaRPr sz="3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Telefono: </a:t>
            </a:r>
            <a:r>
              <a:rPr lang="en-US" sz="3000"/>
              <a:t>44010120</a:t>
            </a:r>
            <a:endParaRPr b="0" sz="3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●"/>
            </a:pPr>
            <a:r>
              <a:rPr b="0" lang="en-US" sz="3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Soy estudiante de </a:t>
            </a:r>
            <a:r>
              <a:rPr lang="en-US" sz="3500"/>
              <a:t>10mo.</a:t>
            </a:r>
            <a:r>
              <a:rPr b="0" lang="en-US" sz="3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semestre</a:t>
            </a:r>
            <a:r>
              <a:rPr lang="en-US" sz="3500"/>
              <a:t>.</a:t>
            </a:r>
            <a:endParaRPr sz="3500"/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Diplomado en </a:t>
            </a:r>
            <a:r>
              <a:rPr lang="en-US" sz="3500"/>
              <a:t>didáctica</a:t>
            </a:r>
            <a:r>
              <a:rPr lang="en-US" sz="3500"/>
              <a:t> de la matemática facultad de </a:t>
            </a:r>
            <a:r>
              <a:rPr lang="en-US" sz="3500"/>
              <a:t>ingeniería</a:t>
            </a:r>
            <a:r>
              <a:rPr lang="en-US" sz="3500"/>
              <a:t>. </a:t>
            </a:r>
            <a:endParaRPr sz="3500"/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/>
              <a:t>PEM</a:t>
            </a:r>
            <a:endParaRPr sz="3500"/>
          </a:p>
          <a:p>
            <a:pPr indent="-450850" lvl="1" marL="914400" marR="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-US" sz="3500"/>
              <a:t>Matemática y Fí</a:t>
            </a:r>
            <a:r>
              <a:rPr lang="en-US" sz="3500"/>
              <a:t>sica</a:t>
            </a:r>
            <a:endParaRPr sz="3500"/>
          </a:p>
          <a:p>
            <a:pPr indent="-450850" lvl="1" marL="914400" marR="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-US" sz="3500"/>
              <a:t>Computación</a:t>
            </a:r>
            <a:endParaRPr sz="3500"/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●"/>
            </a:pPr>
            <a:r>
              <a:rPr lang="en-US" sz="3500"/>
              <a:t>Experiencia como docente</a:t>
            </a:r>
            <a:endParaRPr sz="3500"/>
          </a:p>
          <a:p>
            <a:pPr indent="-450850" lvl="1" marL="914400" marR="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-US" sz="3500"/>
              <a:t>Profesor del </a:t>
            </a:r>
            <a:r>
              <a:rPr lang="en-US" sz="3500"/>
              <a:t>área</a:t>
            </a:r>
            <a:r>
              <a:rPr lang="en-US" sz="3500"/>
              <a:t> de computación en colegios.</a:t>
            </a:r>
            <a:endParaRPr sz="3500"/>
          </a:p>
          <a:p>
            <a:pPr indent="-450850" lvl="1" marL="914400" marR="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-US" sz="3500"/>
              <a:t>Profesor de </a:t>
            </a:r>
            <a:r>
              <a:rPr lang="en-US" sz="3500"/>
              <a:t>matemática</a:t>
            </a:r>
            <a:r>
              <a:rPr lang="en-US" sz="3500"/>
              <a:t> a nivel universitario (Ingenieria, Arquitectura, </a:t>
            </a:r>
            <a:r>
              <a:rPr lang="en-US" sz="3500"/>
              <a:t>Económicas</a:t>
            </a:r>
            <a:r>
              <a:rPr lang="en-US" sz="3500"/>
              <a:t> y Derecho).</a:t>
            </a:r>
            <a:endParaRPr sz="3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/>
        </p:nvSpPr>
        <p:spPr>
          <a:xfrm>
            <a:off x="5444300" y="317775"/>
            <a:ext cx="77628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4891241" y="3542700"/>
            <a:ext cx="8868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Seleccionar 5 estudiantes de manera aleatoria a través de sorteo para que se </a:t>
            </a:r>
            <a:r>
              <a:rPr b="1" lang="en-US" sz="4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presenten</a:t>
            </a:r>
            <a:r>
              <a:rPr b="1" lang="en-US" sz="4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ante la clase.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/>
          <p:nvPr/>
        </p:nvSpPr>
        <p:spPr>
          <a:xfrm>
            <a:off x="2316075" y="428025"/>
            <a:ext cx="138558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2061073" y="3329362"/>
            <a:ext cx="14365800" cy="43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5">
                <a:solidFill>
                  <a:srgbClr val="131416"/>
                </a:solidFill>
              </a:rPr>
              <a:t>Cuestionario en UEDI</a:t>
            </a:r>
            <a:endParaRPr sz="3575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75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5">
                <a:solidFill>
                  <a:srgbClr val="131416"/>
                </a:solidFill>
              </a:rPr>
              <a:t>Link preguntas: https://drive.google.com/file/d/1p_j-tddLT7_WPgcuxkIUEkyuMFXBH0K2/view?usp=drive_link</a:t>
            </a:r>
            <a:endParaRPr sz="3575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/>
        </p:nvSpPr>
        <p:spPr>
          <a:xfrm>
            <a:off x="1843948" y="2289328"/>
            <a:ext cx="12625499" cy="2549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5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 sz="3925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5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Temarios y Contenidos Principales (Programa del laboratorio)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412317" y="560459"/>
            <a:ext cx="17463365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6"/>
          <p:cNvSpPr txBox="1"/>
          <p:nvPr/>
        </p:nvSpPr>
        <p:spPr>
          <a:xfrm>
            <a:off x="14141311" y="6461503"/>
            <a:ext cx="3238236" cy="218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/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685800" y="4686300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1843948" y="1568914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5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/>
        </p:nvSpPr>
        <p:spPr>
          <a:xfrm>
            <a:off x="3129426" y="212325"/>
            <a:ext cx="123390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DEL NUEVO CURSO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2116023" y="3616031"/>
            <a:ext cx="14365800" cy="43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575">
                <a:solidFill>
                  <a:srgbClr val="131416"/>
                </a:solidFill>
              </a:rPr>
              <a:t>Cuestionario en UEDI</a:t>
            </a:r>
            <a:endParaRPr sz="3575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575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575">
                <a:solidFill>
                  <a:srgbClr val="131416"/>
                </a:solidFill>
              </a:rPr>
              <a:t>Link preguntas: https://drive.google.com/file/d/19870scI9k3Q4Be4Vx3fOZ_5ogdtK4Lf4/view?usp=drive_link</a:t>
            </a:r>
            <a:endParaRPr sz="3575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