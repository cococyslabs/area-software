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7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18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6.xml"/>
  <Override ContentType="application/vnd.openxmlformats-officedocument.theme+xml" PartName="/ppt/theme/theme1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6" r:id="rId8"/>
    <p:sldMasterId id="2147483658" r:id="rId9"/>
    <p:sldMasterId id="2147483660" r:id="rId10"/>
    <p:sldMasterId id="2147483662" r:id="rId11"/>
    <p:sldMasterId id="2147483664" r:id="rId12"/>
    <p:sldMasterId id="2147483666" r:id="rId13"/>
    <p:sldMasterId id="2147483668" r:id="rId14"/>
    <p:sldMasterId id="2147483670" r:id="rId15"/>
    <p:sldMasterId id="2147483672" r:id="rId16"/>
    <p:sldMasterId id="2147483674" r:id="rId17"/>
    <p:sldMasterId id="2147483676" r:id="rId18"/>
    <p:sldMasterId id="2147483678" r:id="rId19"/>
    <p:sldMasterId id="2147483680" r:id="rId20"/>
  </p:sldMasterIdLst>
  <p:notesMasterIdLst>
    <p:notesMasterId r:id="rId21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</p:sldIdLst>
  <p:sldSz cy="10287000" cx="18288000"/>
  <p:notesSz cx="6858000" cy="9144000"/>
  <p:embeddedFontLst>
    <p:embeddedFont>
      <p:font typeface="Play"/>
      <p:regular r:id="rId30"/>
      <p:bold r:id="rId31"/>
    </p:embeddedFont>
    <p:embeddedFont>
      <p:font typeface="Century Gothic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JpdUDZal5X4cfkx3KhMhxPCHCY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Master" Target="slideMasters/slideMaster17.xml"/><Relationship Id="rId22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24" Type="http://schemas.openxmlformats.org/officeDocument/2006/relationships/slide" Target="slides/slide3.xml"/><Relationship Id="rId23" Type="http://schemas.openxmlformats.org/officeDocument/2006/relationships/slide" Target="slides/slide2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5.xml"/><Relationship Id="rId25" Type="http://schemas.openxmlformats.org/officeDocument/2006/relationships/slide" Target="slides/slide4.xml"/><Relationship Id="rId28" Type="http://schemas.openxmlformats.org/officeDocument/2006/relationships/slide" Target="slides/slide7.xml"/><Relationship Id="rId27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8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Play-bold.fntdata"/><Relationship Id="rId30" Type="http://schemas.openxmlformats.org/officeDocument/2006/relationships/font" Target="fonts/Play-regular.fntdata"/><Relationship Id="rId11" Type="http://schemas.openxmlformats.org/officeDocument/2006/relationships/slideMaster" Target="slideMasters/slideMaster8.xml"/><Relationship Id="rId33" Type="http://schemas.openxmlformats.org/officeDocument/2006/relationships/font" Target="fonts/CenturyGothic-bold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CenturyGothic-regular.fntdata"/><Relationship Id="rId13" Type="http://schemas.openxmlformats.org/officeDocument/2006/relationships/slideMaster" Target="slideMasters/slideMaster10.xml"/><Relationship Id="rId35" Type="http://schemas.openxmlformats.org/officeDocument/2006/relationships/font" Target="fonts/CenturyGothic-boldItalic.fntdata"/><Relationship Id="rId12" Type="http://schemas.openxmlformats.org/officeDocument/2006/relationships/slideMaster" Target="slideMasters/slideMaster9.xml"/><Relationship Id="rId34" Type="http://schemas.openxmlformats.org/officeDocument/2006/relationships/font" Target="fonts/CenturyGothic-italic.fntdata"/><Relationship Id="rId15" Type="http://schemas.openxmlformats.org/officeDocument/2006/relationships/slideMaster" Target="slideMasters/slideMaster12.xml"/><Relationship Id="rId37" Type="http://schemas.openxmlformats.org/officeDocument/2006/relationships/font" Target="fonts/OpenSans-bold.fntdata"/><Relationship Id="rId14" Type="http://schemas.openxmlformats.org/officeDocument/2006/relationships/slideMaster" Target="slideMasters/slideMaster11.xml"/><Relationship Id="rId36" Type="http://schemas.openxmlformats.org/officeDocument/2006/relationships/font" Target="fonts/OpenSans-regular.fntdata"/><Relationship Id="rId17" Type="http://schemas.openxmlformats.org/officeDocument/2006/relationships/slideMaster" Target="slideMasters/slideMaster14.xml"/><Relationship Id="rId39" Type="http://schemas.openxmlformats.org/officeDocument/2006/relationships/font" Target="fonts/OpenSans-boldItalic.fntdata"/><Relationship Id="rId16" Type="http://schemas.openxmlformats.org/officeDocument/2006/relationships/slideMaster" Target="slideMasters/slideMaster13.xml"/><Relationship Id="rId38" Type="http://schemas.openxmlformats.org/officeDocument/2006/relationships/font" Target="fonts/OpenSans-italic.fntdata"/><Relationship Id="rId19" Type="http://schemas.openxmlformats.org/officeDocument/2006/relationships/slideMaster" Target="slideMasters/slideMaster16.xml"/><Relationship Id="rId18" Type="http://schemas.openxmlformats.org/officeDocument/2006/relationships/slideMaster" Target="slideMasters/slideMaster15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7-03T04:06:22.506">
    <p:pos x="1440" y="2159"/>
    <p:text>En este caso, favor elaborar el cuestionario ya que estamos elaborando todos los recursos que se usaran el proximo semestre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m6ibaPs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4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22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24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26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8"/>
          <p:cNvSpPr txBox="1"/>
          <p:nvPr>
            <p:ph idx="1"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6" name="Google Shape;176;p28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28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30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1"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2"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34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blank">
  <p:cSld name="BLANK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6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36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8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38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38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blank">
  <p:cSld name="BLANK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0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40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blank">
  <p:cSld name="BLANK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2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42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42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8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6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4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17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1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2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5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13.xml"/></Relationships>
</file>

<file path=ppt/slideMasters/_rels/slideMaster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18.xml"/></Relationships>
</file>

<file path=ppt/slideMasters/_rels/slideMaster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16.xml"/></Relationships>
</file>

<file path=ppt/slideMasters/_rels/slideMaster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9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7" name="Google Shape;7;p9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9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" name="Google Shape;9;p9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" name="Google Shape;10;p9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" name="Google Shape;11;p9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i="0" sz="4800" u="none" cap="none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9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9"/>
          <p:cNvSpPr txBox="1"/>
          <p:nvPr>
            <p:ph idx="1"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11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23" name="Google Shape;23;p11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" name="Google Shape;24;p11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11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11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11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" name="Google Shape;28;p11"/>
          <p:cNvSpPr txBox="1"/>
          <p:nvPr>
            <p:ph type="title"/>
          </p:nvPr>
        </p:nvSpPr>
        <p:spPr>
          <a:xfrm>
            <a:off x="1026360" y="6730920"/>
            <a:ext cx="12801240" cy="226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1028880" y="800280"/>
            <a:ext cx="16227720" cy="4686120"/>
          </a:xfrm>
          <a:prstGeom prst="rect">
            <a:avLst/>
          </a:prstGeom>
          <a:noFill/>
          <a:ln cap="flat" cmpd="sng" w="15825">
            <a:solidFill>
              <a:schemeClr val="l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1371600" y="5765760"/>
            <a:ext cx="12456000" cy="6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13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40" name="Google Shape;40;p13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" name="Google Shape;41;p13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" name="Google Shape;42;p13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" name="Google Shape;43;p13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" name="Google Shape;44;p13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5" name="Google Shape;45;p13"/>
          <p:cNvSpPr txBox="1"/>
          <p:nvPr>
            <p:ph type="title"/>
          </p:nvPr>
        </p:nvSpPr>
        <p:spPr>
          <a:xfrm>
            <a:off x="1026360" y="1028880"/>
            <a:ext cx="150872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1026360" y="6172200"/>
            <a:ext cx="12803760" cy="281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5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56" name="Google Shape;56;p15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" name="Google Shape;57;p15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15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5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" name="Google Shape;60;p15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" name="Google Shape;61;p15"/>
          <p:cNvSpPr txBox="1"/>
          <p:nvPr>
            <p:ph type="title"/>
          </p:nvPr>
        </p:nvSpPr>
        <p:spPr>
          <a:xfrm>
            <a:off x="1712160" y="1028880"/>
            <a:ext cx="137156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169360" y="5143680"/>
            <a:ext cx="12801240" cy="57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1026360" y="6451560"/>
            <a:ext cx="12801240" cy="252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797760" y="1218240"/>
            <a:ext cx="914040" cy="87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400" lIns="137150" spcFirstLastPara="1" rIns="137150" wrap="square" tIns="6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0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b="0" sz="12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15428160" y="4152960"/>
            <a:ext cx="914040" cy="87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400" lIns="137150" spcFirstLastPara="1" rIns="137150" wrap="square" tIns="68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0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b="0" sz="12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7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75" name="Google Shape;75;p17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17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17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7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" name="Google Shape;79;p17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0" name="Google Shape;80;p17"/>
          <p:cNvSpPr txBox="1"/>
          <p:nvPr>
            <p:ph type="title"/>
          </p:nvPr>
        </p:nvSpPr>
        <p:spPr>
          <a:xfrm>
            <a:off x="1026360" y="5143680"/>
            <a:ext cx="12801240" cy="25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1026360" y="7699320"/>
            <a:ext cx="12803760" cy="129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9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91" name="Google Shape;91;p19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" name="Google Shape;92;p19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" name="Google Shape;93;p19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" name="Google Shape;94;p19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19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" name="Google Shape;96;p19"/>
          <p:cNvSpPr txBox="1"/>
          <p:nvPr>
            <p:ph type="title"/>
          </p:nvPr>
        </p:nvSpPr>
        <p:spPr>
          <a:xfrm>
            <a:off x="1712160" y="1028880"/>
            <a:ext cx="137156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1026360" y="5892840"/>
            <a:ext cx="12801240" cy="1574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1026360" y="7467480"/>
            <a:ext cx="12801240" cy="15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9" name="Google Shape;99;p19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0" name="Google Shape;100;p19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797760" y="1218240"/>
            <a:ext cx="914040" cy="87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400" lIns="137150" spcFirstLastPara="1" rIns="137150" wrap="square" tIns="68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0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b="0" sz="12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15428160" y="4152960"/>
            <a:ext cx="914040" cy="876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400" lIns="137150" spcFirstLastPara="1" rIns="137150" wrap="square" tIns="68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0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b="0" sz="12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21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110" name="Google Shape;110;p21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" name="Google Shape;111;p21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21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21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21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5" name="Google Shape;115;p21"/>
          <p:cNvSpPr txBox="1"/>
          <p:nvPr>
            <p:ph type="title"/>
          </p:nvPr>
        </p:nvSpPr>
        <p:spPr>
          <a:xfrm>
            <a:off x="1026360" y="1028880"/>
            <a:ext cx="150872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1026360" y="5892840"/>
            <a:ext cx="12801240" cy="12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1026360" y="7149960"/>
            <a:ext cx="12801240" cy="184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8" name="Google Shape;118;p21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9" name="Google Shape;119;p21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23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127" name="Google Shape;127;p23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3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3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3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3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2" name="Google Shape;132;p23"/>
          <p:cNvSpPr txBox="1"/>
          <p:nvPr>
            <p:ph type="title"/>
          </p:nvPr>
        </p:nvSpPr>
        <p:spPr>
          <a:xfrm>
            <a:off x="1026360" y="6730920"/>
            <a:ext cx="12801240" cy="226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 rot="5400000">
            <a:off x="4716000" y="-2660400"/>
            <a:ext cx="5422680" cy="12801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4" name="Google Shape;134;p23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5" name="Google Shape;135;p23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25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143" name="Google Shape;143;p25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25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5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5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5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8" name="Google Shape;148;p25"/>
          <p:cNvSpPr txBox="1"/>
          <p:nvPr>
            <p:ph type="title"/>
          </p:nvPr>
        </p:nvSpPr>
        <p:spPr>
          <a:xfrm rot="5400000">
            <a:off x="11142000" y="2914560"/>
            <a:ext cx="6857640" cy="308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 rot="5400000">
            <a:off x="2914920" y="-857160"/>
            <a:ext cx="7962480" cy="1173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0" name="Google Shape;150;p25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1" name="Google Shape;151;p25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7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159" name="Google Shape;159;p27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7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7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7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7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4" name="Google Shape;164;p27"/>
          <p:cNvSpPr txBox="1"/>
          <p:nvPr>
            <p:ph type="title"/>
          </p:nvPr>
        </p:nvSpPr>
        <p:spPr>
          <a:xfrm>
            <a:off x="1026360" y="1028520"/>
            <a:ext cx="12001320" cy="4457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5" name="Google Shape;165;p27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6" name="Google Shape;166;p27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8" name="Google Shape;168;p27"/>
          <p:cNvCxnSpPr/>
          <p:nvPr/>
        </p:nvCxnSpPr>
        <p:spPr>
          <a:xfrm flipH="1">
            <a:off x="12341880" y="12600"/>
            <a:ext cx="5715360" cy="571536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7"/>
          <p:cNvCxnSpPr/>
          <p:nvPr/>
        </p:nvCxnSpPr>
        <p:spPr>
          <a:xfrm flipH="1">
            <a:off x="9162000" y="137160"/>
            <a:ext cx="9121320" cy="912132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27"/>
          <p:cNvCxnSpPr/>
          <p:nvPr/>
        </p:nvCxnSpPr>
        <p:spPr>
          <a:xfrm flipH="1">
            <a:off x="10853640" y="342720"/>
            <a:ext cx="7429680" cy="743004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27"/>
          <p:cNvCxnSpPr/>
          <p:nvPr/>
        </p:nvCxnSpPr>
        <p:spPr>
          <a:xfrm flipH="1">
            <a:off x="11003400" y="48240"/>
            <a:ext cx="7279920" cy="7279920"/>
          </a:xfrm>
          <a:prstGeom prst="straightConnector1">
            <a:avLst/>
          </a:prstGeom>
          <a:noFill/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27"/>
          <p:cNvCxnSpPr/>
          <p:nvPr/>
        </p:nvCxnSpPr>
        <p:spPr>
          <a:xfrm flipH="1">
            <a:off x="11768040" y="914400"/>
            <a:ext cx="6515280" cy="6515280"/>
          </a:xfrm>
          <a:prstGeom prst="straightConnector1">
            <a:avLst/>
          </a:prstGeom>
          <a:noFill/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9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181" name="Google Shape;181;p29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29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29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29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29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6" name="Google Shape;186;p29"/>
          <p:cNvSpPr txBox="1"/>
          <p:nvPr>
            <p:ph type="title"/>
          </p:nvPr>
        </p:nvSpPr>
        <p:spPr>
          <a:xfrm>
            <a:off x="1026360" y="6730920"/>
            <a:ext cx="12801240" cy="226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1026360" y="1028880"/>
            <a:ext cx="12801240" cy="5422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8" name="Google Shape;188;p29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9" name="Google Shape;189;p29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31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199" name="Google Shape;199;p31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31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31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31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31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4" name="Google Shape;204;p31"/>
          <p:cNvSpPr txBox="1"/>
          <p:nvPr>
            <p:ph type="title"/>
          </p:nvPr>
        </p:nvSpPr>
        <p:spPr>
          <a:xfrm>
            <a:off x="1026360" y="3009960"/>
            <a:ext cx="1280124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5" name="Google Shape;205;p31"/>
          <p:cNvSpPr txBox="1"/>
          <p:nvPr>
            <p:ph idx="1" type="body"/>
          </p:nvPr>
        </p:nvSpPr>
        <p:spPr>
          <a:xfrm>
            <a:off x="1026360" y="6743880"/>
            <a:ext cx="12801240" cy="224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6" name="Google Shape;206;p31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7" name="Google Shape;207;p31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33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215" name="Google Shape;215;p33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" name="Google Shape;216;p33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" name="Google Shape;217;p33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" name="Google Shape;218;p33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9" name="Google Shape;219;p33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0" name="Google Shape;220;p33"/>
          <p:cNvSpPr txBox="1"/>
          <p:nvPr>
            <p:ph type="title"/>
          </p:nvPr>
        </p:nvSpPr>
        <p:spPr>
          <a:xfrm>
            <a:off x="1026360" y="6730920"/>
            <a:ext cx="12801240" cy="226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1026360" y="1028880"/>
            <a:ext cx="7406280" cy="5422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2" name="Google Shape;222;p33"/>
          <p:cNvSpPr txBox="1"/>
          <p:nvPr>
            <p:ph idx="2" type="body"/>
          </p:nvPr>
        </p:nvSpPr>
        <p:spPr>
          <a:xfrm>
            <a:off x="8712360" y="1028880"/>
            <a:ext cx="7401240" cy="5422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3" name="Google Shape;223;p33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4" name="Google Shape;224;p33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5" name="Google Shape;225;p33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35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235" name="Google Shape;235;p35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35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35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35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" name="Google Shape;239;p35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0" name="Google Shape;240;p35"/>
          <p:cNvSpPr txBox="1"/>
          <p:nvPr>
            <p:ph type="title"/>
          </p:nvPr>
        </p:nvSpPr>
        <p:spPr>
          <a:xfrm>
            <a:off x="1026360" y="6730920"/>
            <a:ext cx="12801240" cy="226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1" name="Google Shape;241;p35"/>
          <p:cNvSpPr txBox="1"/>
          <p:nvPr>
            <p:ph idx="1" type="body"/>
          </p:nvPr>
        </p:nvSpPr>
        <p:spPr>
          <a:xfrm>
            <a:off x="1458000" y="1028880"/>
            <a:ext cx="6974280" cy="86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2" name="Google Shape;242;p35"/>
          <p:cNvSpPr txBox="1"/>
          <p:nvPr>
            <p:ph idx="2" type="body"/>
          </p:nvPr>
        </p:nvSpPr>
        <p:spPr>
          <a:xfrm>
            <a:off x="1026360" y="1905840"/>
            <a:ext cx="7406280" cy="454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3" name="Google Shape;243;p35"/>
          <p:cNvSpPr txBox="1"/>
          <p:nvPr>
            <p:ph idx="3" type="body"/>
          </p:nvPr>
        </p:nvSpPr>
        <p:spPr>
          <a:xfrm>
            <a:off x="9118440" y="1028880"/>
            <a:ext cx="6997320" cy="86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4" name="Google Shape;244;p35"/>
          <p:cNvSpPr txBox="1"/>
          <p:nvPr>
            <p:ph idx="4" type="body"/>
          </p:nvPr>
        </p:nvSpPr>
        <p:spPr>
          <a:xfrm>
            <a:off x="8709840" y="1893240"/>
            <a:ext cx="7393320" cy="454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5" name="Google Shape;245;p35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6" name="Google Shape;246;p35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7" name="Google Shape;247;p35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37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254" name="Google Shape;254;p37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37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37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37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8" name="Google Shape;258;p37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9" name="Google Shape;259;p37"/>
          <p:cNvSpPr txBox="1"/>
          <p:nvPr>
            <p:ph type="title"/>
          </p:nvPr>
        </p:nvSpPr>
        <p:spPr>
          <a:xfrm>
            <a:off x="1026360" y="6730920"/>
            <a:ext cx="12801240" cy="226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0" name="Google Shape;260;p37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1" name="Google Shape;261;p37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2" name="Google Shape;262;p37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39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270" name="Google Shape;270;p39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" name="Google Shape;271;p39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2" name="Google Shape;272;p39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3" name="Google Shape;273;p39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39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5" name="Google Shape;275;p39"/>
          <p:cNvSpPr txBox="1"/>
          <p:nvPr>
            <p:ph type="title"/>
          </p:nvPr>
        </p:nvSpPr>
        <p:spPr>
          <a:xfrm>
            <a:off x="10627560" y="1028880"/>
            <a:ext cx="548604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6" name="Google Shape;276;p39"/>
          <p:cNvSpPr txBox="1"/>
          <p:nvPr>
            <p:ph idx="1" type="body"/>
          </p:nvPr>
        </p:nvSpPr>
        <p:spPr>
          <a:xfrm>
            <a:off x="1026360" y="1028880"/>
            <a:ext cx="8915040" cy="796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7" name="Google Shape;277;p39"/>
          <p:cNvSpPr txBox="1"/>
          <p:nvPr>
            <p:ph idx="2" type="body"/>
          </p:nvPr>
        </p:nvSpPr>
        <p:spPr>
          <a:xfrm>
            <a:off x="10627560" y="3314520"/>
            <a:ext cx="5486040" cy="313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8" name="Google Shape;278;p39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9" name="Google Shape;279;p39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0" name="Google Shape;280;p39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2D2EF"/>
            </a:gs>
            <a:gs pos="10000">
              <a:srgbClr val="62D2EF"/>
            </a:gs>
            <a:gs pos="100000">
              <a:srgbClr val="05578D"/>
            </a:gs>
          </a:gsLst>
          <a:lin ang="6120000" scaled="0"/>
        </a:gra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41"/>
          <p:cNvGrpSpPr/>
          <p:nvPr/>
        </p:nvGrpSpPr>
        <p:grpSpPr>
          <a:xfrm>
            <a:off x="13810320" y="4444920"/>
            <a:ext cx="4473000" cy="4813560"/>
            <a:chOff x="13810320" y="4444920"/>
            <a:chExt cx="4473000" cy="4813560"/>
          </a:xfrm>
        </p:grpSpPr>
        <p:cxnSp>
          <p:nvCxnSpPr>
            <p:cNvPr id="287" name="Google Shape;287;p41"/>
            <p:cNvCxnSpPr/>
            <p:nvPr/>
          </p:nvCxnSpPr>
          <p:spPr>
            <a:xfrm flipH="1">
              <a:off x="16913880" y="4444920"/>
              <a:ext cx="1369440" cy="1369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8" name="Google Shape;288;p41"/>
            <p:cNvCxnSpPr/>
            <p:nvPr/>
          </p:nvCxnSpPr>
          <p:spPr>
            <a:xfrm flipH="1">
              <a:off x="13810320" y="4785480"/>
              <a:ext cx="4473000" cy="44730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9" name="Google Shape;289;p41"/>
            <p:cNvCxnSpPr/>
            <p:nvPr/>
          </p:nvCxnSpPr>
          <p:spPr>
            <a:xfrm flipH="1">
              <a:off x="15438240" y="4927320"/>
              <a:ext cx="2845080" cy="28454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41"/>
            <p:cNvCxnSpPr/>
            <p:nvPr/>
          </p:nvCxnSpPr>
          <p:spPr>
            <a:xfrm flipH="1">
              <a:off x="15664320" y="4696560"/>
              <a:ext cx="2619000" cy="261900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41"/>
            <p:cNvCxnSpPr/>
            <p:nvPr/>
          </p:nvCxnSpPr>
          <p:spPr>
            <a:xfrm flipH="1">
              <a:off x="16378200" y="5524200"/>
              <a:ext cx="1905120" cy="190548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2" name="Google Shape;292;p41"/>
          <p:cNvSpPr txBox="1"/>
          <p:nvPr>
            <p:ph type="title"/>
          </p:nvPr>
        </p:nvSpPr>
        <p:spPr>
          <a:xfrm>
            <a:off x="7084080" y="2171880"/>
            <a:ext cx="9029520" cy="171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1483560" y="1371600"/>
            <a:ext cx="4921200" cy="6857640"/>
          </a:xfrm>
          <a:prstGeom prst="rect">
            <a:avLst/>
          </a:prstGeom>
          <a:noFill/>
          <a:ln cap="flat" cmpd="sng" w="15825">
            <a:solidFill>
              <a:schemeClr val="l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4" name="Google Shape;294;p41"/>
          <p:cNvSpPr txBox="1"/>
          <p:nvPr>
            <p:ph idx="2" type="body"/>
          </p:nvPr>
        </p:nvSpPr>
        <p:spPr>
          <a:xfrm>
            <a:off x="7084080" y="4165560"/>
            <a:ext cx="9031680" cy="307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5" name="Google Shape;295;p41"/>
          <p:cNvSpPr txBox="1"/>
          <p:nvPr>
            <p:ph idx="10" type="dt"/>
          </p:nvPr>
        </p:nvSpPr>
        <p:spPr>
          <a:xfrm>
            <a:off x="14856480" y="9258480"/>
            <a:ext cx="24001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6" name="Google Shape;296;p41"/>
          <p:cNvSpPr txBox="1"/>
          <p:nvPr>
            <p:ph idx="11" type="ftr"/>
          </p:nvPr>
        </p:nvSpPr>
        <p:spPr>
          <a:xfrm>
            <a:off x="1026360" y="9258480"/>
            <a:ext cx="1131552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7" name="Google Shape;297;p41"/>
          <p:cNvSpPr txBox="1"/>
          <p:nvPr>
            <p:ph idx="12" type="sldNum"/>
          </p:nvPr>
        </p:nvSpPr>
        <p:spPr>
          <a:xfrm>
            <a:off x="15544800" y="8367840"/>
            <a:ext cx="171288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09304A"/>
              </a:buClr>
              <a:buSzPts val="4800"/>
              <a:buFont typeface="Century Gothic"/>
              <a:buNone/>
              <a:defRPr b="0" sz="4800" strike="noStrike">
                <a:solidFill>
                  <a:srgbClr val="09304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3114767160409@ingenieria.usac.edu.g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"/>
          <p:cNvSpPr/>
          <p:nvPr/>
        </p:nvSpPr>
        <p:spPr>
          <a:xfrm>
            <a:off x="12541320" y="0"/>
            <a:ext cx="5746320" cy="171144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"/>
          <p:cNvSpPr/>
          <p:nvPr/>
        </p:nvSpPr>
        <p:spPr>
          <a:xfrm>
            <a:off x="3004015" y="6087010"/>
            <a:ext cx="1227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e Implementación de Archivos</a:t>
            </a:r>
            <a:endParaRPr b="0" sz="5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"/>
          <p:cNvSpPr/>
          <p:nvPr/>
        </p:nvSpPr>
        <p:spPr>
          <a:xfrm>
            <a:off x="1427400" y="2902072"/>
            <a:ext cx="15433200" cy="39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Manejo e Implementación de Archivos</a:t>
            </a:r>
            <a:endParaRPr b="0" sz="92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"/>
          <p:cNvSpPr txBox="1"/>
          <p:nvPr/>
        </p:nvSpPr>
        <p:spPr>
          <a:xfrm>
            <a:off x="202775" y="8018475"/>
            <a:ext cx="10218900" cy="25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 </a:t>
            </a:r>
            <a:endParaRPr b="0" sz="3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sz="3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4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 b="0" sz="34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2"/>
          <p:cNvGrpSpPr/>
          <p:nvPr/>
        </p:nvGrpSpPr>
        <p:grpSpPr>
          <a:xfrm>
            <a:off x="2567140" y="3890065"/>
            <a:ext cx="7269120" cy="844920"/>
            <a:chOff x="1938240" y="3732840"/>
            <a:chExt cx="7269120" cy="844920"/>
          </a:xfrm>
        </p:grpSpPr>
        <p:sp>
          <p:nvSpPr>
            <p:cNvPr id="315" name="Google Shape;315;p2"/>
            <p:cNvSpPr/>
            <p:nvPr/>
          </p:nvSpPr>
          <p:spPr>
            <a:xfrm>
              <a:off x="1938240" y="3863520"/>
              <a:ext cx="7269120" cy="666000"/>
            </a:xfrm>
            <a:custGeom>
              <a:rect b="b" l="l" r="r" t="t"/>
              <a:pathLst>
                <a:path extrusionOk="0"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027520" y="3732840"/>
              <a:ext cx="7000560" cy="84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l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Auxiliar de curso</a:t>
              </a:r>
              <a:endParaRPr b="0" sz="2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" name="Google Shape;317;p2"/>
          <p:cNvSpPr/>
          <p:nvPr/>
        </p:nvSpPr>
        <p:spPr>
          <a:xfrm>
            <a:off x="1507660" y="40689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2"/>
          <p:cNvGrpSpPr/>
          <p:nvPr/>
        </p:nvGrpSpPr>
        <p:grpSpPr>
          <a:xfrm>
            <a:off x="696525" y="-320760"/>
            <a:ext cx="10003320" cy="3440160"/>
            <a:chOff x="651600" y="-320760"/>
            <a:chExt cx="10003320" cy="3440160"/>
          </a:xfrm>
        </p:grpSpPr>
        <p:sp>
          <p:nvSpPr>
            <p:cNvPr id="319" name="Google Shape;319;p2"/>
            <p:cNvSpPr/>
            <p:nvPr/>
          </p:nvSpPr>
          <p:spPr>
            <a:xfrm>
              <a:off x="651600" y="491040"/>
              <a:ext cx="10003320" cy="2628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0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sz="150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651600" y="-320760"/>
              <a:ext cx="10003320" cy="276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p2"/>
          <p:cNvGrpSpPr/>
          <p:nvPr/>
        </p:nvGrpSpPr>
        <p:grpSpPr>
          <a:xfrm>
            <a:off x="2576860" y="5703745"/>
            <a:ext cx="8707320" cy="844920"/>
            <a:chOff x="1947960" y="5546520"/>
            <a:chExt cx="8707320" cy="844920"/>
          </a:xfrm>
        </p:grpSpPr>
        <p:sp>
          <p:nvSpPr>
            <p:cNvPr id="322" name="Google Shape;322;p2"/>
            <p:cNvSpPr/>
            <p:nvPr/>
          </p:nvSpPr>
          <p:spPr>
            <a:xfrm>
              <a:off x="1947960" y="5725440"/>
              <a:ext cx="8707320" cy="666000"/>
            </a:xfrm>
            <a:custGeom>
              <a:rect b="b" l="l" r="r" t="t"/>
              <a:pathLst>
                <a:path extrusionOk="0"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1947960" y="5546520"/>
              <a:ext cx="8438760" cy="84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l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 b="0" sz="2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2"/>
          <p:cNvGrpSpPr/>
          <p:nvPr/>
        </p:nvGrpSpPr>
        <p:grpSpPr>
          <a:xfrm>
            <a:off x="2585140" y="6638665"/>
            <a:ext cx="6167880" cy="844920"/>
            <a:chOff x="1956240" y="6481440"/>
            <a:chExt cx="6167880" cy="844920"/>
          </a:xfrm>
        </p:grpSpPr>
        <p:sp>
          <p:nvSpPr>
            <p:cNvPr id="325" name="Google Shape;325;p2"/>
            <p:cNvSpPr/>
            <p:nvPr/>
          </p:nvSpPr>
          <p:spPr>
            <a:xfrm>
              <a:off x="1956240" y="6660360"/>
              <a:ext cx="6167880" cy="666000"/>
            </a:xfrm>
            <a:custGeom>
              <a:rect b="b" l="l" r="r" t="t"/>
              <a:pathLst>
                <a:path extrusionOk="0"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1956240" y="6481440"/>
              <a:ext cx="5899320" cy="84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l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 b="0" sz="2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2"/>
          <p:cNvGrpSpPr/>
          <p:nvPr/>
        </p:nvGrpSpPr>
        <p:grpSpPr>
          <a:xfrm>
            <a:off x="2576860" y="4703305"/>
            <a:ext cx="5934600" cy="844920"/>
            <a:chOff x="1947960" y="4546080"/>
            <a:chExt cx="5934600" cy="844920"/>
          </a:xfrm>
        </p:grpSpPr>
        <p:sp>
          <p:nvSpPr>
            <p:cNvPr id="328" name="Google Shape;328;p2"/>
            <p:cNvSpPr/>
            <p:nvPr/>
          </p:nvSpPr>
          <p:spPr>
            <a:xfrm>
              <a:off x="1947960" y="4725000"/>
              <a:ext cx="5934600" cy="666000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1947960" y="4546080"/>
              <a:ext cx="5666400" cy="84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l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 b="0" sz="2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0" name="Google Shape;330;p2"/>
          <p:cNvGrpSpPr/>
          <p:nvPr/>
        </p:nvGrpSpPr>
        <p:grpSpPr>
          <a:xfrm>
            <a:off x="2576860" y="7638745"/>
            <a:ext cx="2514240" cy="845280"/>
            <a:chOff x="1947960" y="7481520"/>
            <a:chExt cx="2514240" cy="845280"/>
          </a:xfrm>
        </p:grpSpPr>
        <p:sp>
          <p:nvSpPr>
            <p:cNvPr id="331" name="Google Shape;331;p2"/>
            <p:cNvSpPr/>
            <p:nvPr/>
          </p:nvSpPr>
          <p:spPr>
            <a:xfrm>
              <a:off x="1947960" y="7660800"/>
              <a:ext cx="2514240" cy="666000"/>
            </a:xfrm>
            <a:custGeom>
              <a:rect b="b" l="l" r="r" t="t"/>
              <a:pathLst>
                <a:path extrusionOk="0"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1947960" y="7481520"/>
              <a:ext cx="2246040" cy="844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l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 b="0" sz="2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p2"/>
          <p:cNvSpPr/>
          <p:nvPr/>
        </p:nvSpPr>
        <p:spPr>
          <a:xfrm>
            <a:off x="1507660" y="495206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"/>
          <p:cNvSpPr/>
          <p:nvPr/>
        </p:nvSpPr>
        <p:spPr>
          <a:xfrm>
            <a:off x="1507660" y="593342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"/>
          <p:cNvSpPr/>
          <p:nvPr/>
        </p:nvSpPr>
        <p:spPr>
          <a:xfrm>
            <a:off x="1507660" y="693314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"/>
          <p:cNvSpPr/>
          <p:nvPr/>
        </p:nvSpPr>
        <p:spPr>
          <a:xfrm>
            <a:off x="1507660" y="793430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"/>
          <p:cNvSpPr/>
          <p:nvPr/>
        </p:nvSpPr>
        <p:spPr>
          <a:xfrm>
            <a:off x="3416740" y="370800"/>
            <a:ext cx="12083400" cy="10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100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 b="0" sz="61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"/>
          <p:cNvSpPr/>
          <p:nvPr/>
        </p:nvSpPr>
        <p:spPr>
          <a:xfrm>
            <a:off x="1080002" y="1411188"/>
            <a:ext cx="156606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 b="0" sz="52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"/>
          <p:cNvSpPr txBox="1"/>
          <p:nvPr/>
        </p:nvSpPr>
        <p:spPr>
          <a:xfrm>
            <a:off x="1080000" y="2520000"/>
            <a:ext cx="16020000" cy="7455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Nombre: Edgar Josías Cán Ajquejay</a:t>
            </a:r>
            <a:endParaRPr b="0" sz="3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Correo: </a:t>
            </a:r>
            <a:r>
              <a:rPr lang="en-US" sz="3000" u="sng">
                <a:solidFill>
                  <a:schemeClr val="hlink"/>
                </a:solidFill>
                <a:hlinkClick r:id="rId3"/>
              </a:rPr>
              <a:t>3114767160409@ingenieria.usac.edu.gt</a:t>
            </a:r>
            <a:endParaRPr sz="3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Telefono: 37624286</a:t>
            </a:r>
            <a:endParaRPr b="0" sz="3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●"/>
            </a:pPr>
            <a:r>
              <a:rPr b="0" lang="en-US" sz="3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Soy estudiante de 8vo semestre de ingeniería en Ciencias y Sistemas, actualmente me gusta realizar el diseño de interfaces web en el área de frontend también la implementación de tendencias como IA.</a:t>
            </a:r>
            <a:endParaRPr b="0" sz="3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●"/>
            </a:pPr>
            <a:r>
              <a:rPr b="0" lang="en-US" sz="3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Actualmente no trabajo unicamente soy estudiante, me gusta aprender cada dia sobre las nuevas tecnologías que surgen con el tiempo y trato de actualizarme a las tendencias en el campo de la programación y tecnologías como IA y automatización.</a:t>
            </a:r>
            <a:endParaRPr b="0" sz="3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●"/>
            </a:pPr>
            <a:r>
              <a:rPr b="0" lang="en-US" sz="3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 gusta la música actualmente ejecuto la guitarra y piano y también el diseño gráfico.</a:t>
            </a:r>
            <a:endParaRPr b="0" sz="3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●"/>
            </a:pPr>
            <a:r>
              <a:rPr b="0" lang="en-US" sz="35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 gusta enseñar a otras personas los conocimientos que adquiero cada día.</a:t>
            </a:r>
            <a:endParaRPr b="0" sz="3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"/>
          <p:cNvSpPr/>
          <p:nvPr/>
        </p:nvSpPr>
        <p:spPr>
          <a:xfrm>
            <a:off x="4709700" y="3651860"/>
            <a:ext cx="8868600" cy="3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Seleccionar 5 estudiantes de manera aleatoria a través de sorteo para que se presenten ante la clase.</a:t>
            </a:r>
            <a:endParaRPr b="0" sz="4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"/>
          <p:cNvSpPr txBox="1"/>
          <p:nvPr/>
        </p:nvSpPr>
        <p:spPr>
          <a:xfrm>
            <a:off x="292950" y="809200"/>
            <a:ext cx="144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00" strike="noStrike">
                <a:solidFill>
                  <a:srgbClr val="000000"/>
                </a:solidFill>
              </a:rPr>
              <a:t>PRESENTACION DE ESTUDIANTES</a:t>
            </a:r>
            <a:endParaRPr b="1" sz="6100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"/>
          <p:cNvSpPr/>
          <p:nvPr/>
        </p:nvSpPr>
        <p:spPr>
          <a:xfrm>
            <a:off x="2316240" y="428040"/>
            <a:ext cx="13855320" cy="191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600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sz="56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"/>
          <p:cNvSpPr/>
          <p:nvPr/>
        </p:nvSpPr>
        <p:spPr>
          <a:xfrm>
            <a:off x="2061000" y="3329280"/>
            <a:ext cx="14365440" cy="376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570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Cuestionario en UEDI</a:t>
            </a:r>
            <a:endParaRPr b="0" sz="357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57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570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Link preguntas: https://drive.google.com/file/d/1p_j-tddLT7_WPgcuxkIUEkyuMFXBH0K2/view?usp=drive_link</a:t>
            </a:r>
            <a:endParaRPr b="0" sz="357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"/>
          <p:cNvSpPr/>
          <p:nvPr/>
        </p:nvSpPr>
        <p:spPr>
          <a:xfrm>
            <a:off x="1843920" y="2289240"/>
            <a:ext cx="12625200" cy="310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30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 b="0" sz="393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930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Temarios y Contenidos Principales (Programa del laboratorio)</a:t>
            </a:r>
            <a:endParaRPr b="0" sz="393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412200" y="560520"/>
            <a:ext cx="17462880" cy="97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 strike="noStrike">
                <a:solidFill>
                  <a:srgbClr val="131416"/>
                </a:solidFill>
              </a:rPr>
              <a:t>Presentación de programa</a:t>
            </a:r>
            <a:endParaRPr b="1" sz="5700" strike="noStrike">
              <a:solidFill>
                <a:srgbClr val="FFFFFF"/>
              </a:solidFill>
            </a:endParaRPr>
          </a:p>
        </p:txBody>
      </p:sp>
      <p:sp>
        <p:nvSpPr>
          <p:cNvPr id="362" name="Google Shape;362;p6"/>
          <p:cNvSpPr/>
          <p:nvPr/>
        </p:nvSpPr>
        <p:spPr>
          <a:xfrm>
            <a:off x="13447080" y="5334120"/>
            <a:ext cx="4626000" cy="4575600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14141160" y="6461640"/>
            <a:ext cx="3237840" cy="270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10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 b="0" sz="181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10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 b="0" sz="181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685800" y="4686480"/>
            <a:ext cx="5364720" cy="5306040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1143360" y="5685480"/>
            <a:ext cx="4170600" cy="44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20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 b="0" sz="162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240" lvl="1" marL="3484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20"/>
              <a:buFont typeface="Arial"/>
              <a:buChar char="•"/>
            </a:pPr>
            <a:r>
              <a:rPr b="0" i="0" lang="en-US" sz="162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 b="0" i="0" sz="16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240" lvl="1" marL="3484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20"/>
              <a:buFont typeface="Arial"/>
              <a:buChar char="•"/>
            </a:pPr>
            <a:r>
              <a:rPr b="0" i="0" lang="en-US" sz="162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 b="0" i="0" sz="16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240" lvl="1" marL="3484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20"/>
              <a:buFont typeface="Arial"/>
              <a:buChar char="•"/>
            </a:pPr>
            <a:r>
              <a:rPr b="0" i="0" lang="en-US" sz="162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 b="0" i="0" sz="16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240" lvl="1" marL="3484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20"/>
              <a:buFont typeface="Arial"/>
              <a:buChar char="•"/>
            </a:pPr>
            <a:r>
              <a:rPr b="0" i="0" lang="en-US" sz="162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 b="0" i="0" sz="16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240" lvl="1" marL="3484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20"/>
              <a:buFont typeface="Arial"/>
              <a:buChar char="•"/>
            </a:pPr>
            <a:r>
              <a:rPr b="0" i="0" lang="en-US" sz="162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 b="0" i="0" sz="162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2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1843920" y="1568880"/>
            <a:ext cx="14365440" cy="94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570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 b="0" sz="357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"/>
          <p:cNvSpPr/>
          <p:nvPr/>
        </p:nvSpPr>
        <p:spPr>
          <a:xfrm>
            <a:off x="2071150" y="1065900"/>
            <a:ext cx="13352100" cy="19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 strike="noStrike">
                <a:solidFill>
                  <a:srgbClr val="131416"/>
                </a:solidFill>
              </a:rPr>
              <a:t>EVALUACIÓN DE CONOCIMIENTOS DEL NUEVO CURSO</a:t>
            </a:r>
            <a:endParaRPr b="1" sz="5600" strike="noStrike">
              <a:solidFill>
                <a:srgbClr val="FFFFFF"/>
              </a:solidFill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2071155" y="3552000"/>
            <a:ext cx="14365500" cy="47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570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Cuestionario en UEDI</a:t>
            </a:r>
            <a:endParaRPr b="0" sz="357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570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Link preguntas: https://drive.google.com/file/d/19870scI9k3Q4Be4Vx3fOZ_5ogdtK4Lf4/view?usp=drive_link</a:t>
            </a:r>
            <a:endParaRPr b="0" sz="357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"/>
          <p:cNvSpPr/>
          <p:nvPr/>
        </p:nvSpPr>
        <p:spPr>
          <a:xfrm>
            <a:off x="4437720" y="3389040"/>
            <a:ext cx="8658360" cy="289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00" strike="noStrike">
                <a:solidFill>
                  <a:srgbClr val="131416"/>
                </a:solidFill>
              </a:rPr>
              <a:t>¡GRACIAS POR SU  ATENCIÓN!</a:t>
            </a:r>
            <a:endParaRPr b="1" sz="6100" strike="noStrike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61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5414760" y="5958000"/>
            <a:ext cx="6704640" cy="112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 strike="noStrike">
                <a:solidFill>
                  <a:srgbClr val="131416"/>
                </a:solidFill>
              </a:rPr>
              <a:t>DUDAS</a:t>
            </a:r>
            <a:endParaRPr b="1" sz="5000" strike="noStrike">
              <a:solidFill>
                <a:srgbClr val="FFFFFF"/>
              </a:solidFill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13963680" y="1028880"/>
            <a:ext cx="2756880" cy="377064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Sector">
  <a:themeElements>
    <a:clrScheme name="Sector">
      <a:dk1>
        <a:srgbClr val="000000"/>
      </a:dk1>
      <a:lt1>
        <a:srgbClr val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