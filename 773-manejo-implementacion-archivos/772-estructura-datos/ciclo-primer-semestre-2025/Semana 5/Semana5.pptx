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ns Bold" charset="1" panose="020B0806030504020204"/>
      <p:regular r:id="rId23"/>
    </p:embeddedFont>
    <p:embeddedFont>
      <p:font typeface="Open Sans" charset="1" panose="020B0606030504020204"/>
      <p:regular r:id="rId24"/>
    </p:embeddedFont>
    <p:embeddedFont>
      <p:font typeface="Be Vietnam" charset="1" panose="00000500000000000000"/>
      <p:regular r:id="rId25"/>
    </p:embeddedFont>
    <p:embeddedFont>
      <p:font typeface="Be Vietnam Ultra-Bold" charset="1" panose="000009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https://www.youtube.com/watch?v=wbZ82IOBY54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15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2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jpeg" Type="http://schemas.openxmlformats.org/officeDocument/2006/relationships/image"/><Relationship Id="rId7" Target="../media/VAGoYyTHFjY.mp4" Type="http://schemas.openxmlformats.org/officeDocument/2006/relationships/video"/><Relationship Id="rId8" Target="../media/VAGoYyTHFjY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https://www.youtube.com/watch?v=8etz-9qmcdI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9.jpeg" Type="http://schemas.openxmlformats.org/officeDocument/2006/relationships/image"/><Relationship Id="rId4" Target="../media/VAGoJdRJjVI.mp4" Type="http://schemas.openxmlformats.org/officeDocument/2006/relationships/video"/><Relationship Id="rId5" Target="../media/VAGoJdRJjVI.mp4" Type="http://schemas.microsoft.com/office/2007/relationships/media"/><Relationship Id="rId6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tenor.com/view/gracias-por-su-atenci%C3%B3n-gif-26313656" TargetMode="External" Type="http://schemas.openxmlformats.org/officeDocument/2006/relationships/hyperlink"/><Relationship Id="rId4" Target="../media/image41.jpeg" Type="http://schemas.openxmlformats.org/officeDocument/2006/relationships/image"/><Relationship Id="rId5" Target="../media/VAGoJclItjE.mp4" Type="http://schemas.openxmlformats.org/officeDocument/2006/relationships/video"/><Relationship Id="rId6" Target="../media/VAGoJclItjE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050" y="0"/>
            <a:ext cx="18288000" cy="10260918"/>
          </a:xfrm>
          <a:custGeom>
            <a:avLst/>
            <a:gdLst/>
            <a:ahLst/>
            <a:cxnLst/>
            <a:rect r="r" b="b" t="t" l="l"/>
            <a:pathLst>
              <a:path h="10260918" w="18288000">
                <a:moveTo>
                  <a:pt x="0" y="0"/>
                </a:moveTo>
                <a:lnTo>
                  <a:pt x="18288000" y="0"/>
                </a:lnTo>
                <a:lnTo>
                  <a:pt x="18288000" y="10260918"/>
                </a:lnTo>
                <a:lnTo>
                  <a:pt x="0" y="1026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5320707"/>
            <a:ext cx="1828800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Estructura de Datos 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8407849"/>
            <a:ext cx="811530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Aux. Steven Mejía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69539" y="2363391"/>
            <a:ext cx="3694485" cy="431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00/00/0000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69539" y="3097188"/>
            <a:ext cx="3694485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17:20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2978" y="8333207"/>
            <a:ext cx="6376947" cy="1641745"/>
            <a:chOff x="0" y="0"/>
            <a:chExt cx="15090559" cy="3885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5027060" cy="3821565"/>
            </a:xfrm>
            <a:custGeom>
              <a:avLst/>
              <a:gdLst/>
              <a:ahLst/>
              <a:cxnLst/>
              <a:rect r="r" b="b" t="t" l="l"/>
              <a:pathLst>
                <a:path h="3821565" w="15027060">
                  <a:moveTo>
                    <a:pt x="14934349" y="3821565"/>
                  </a:moveTo>
                  <a:lnTo>
                    <a:pt x="92710" y="3821565"/>
                  </a:lnTo>
                  <a:cubicBezTo>
                    <a:pt x="41910" y="3821565"/>
                    <a:pt x="0" y="3779655"/>
                    <a:pt x="0" y="372885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4933079" y="0"/>
                  </a:lnTo>
                  <a:cubicBezTo>
                    <a:pt x="14983879" y="0"/>
                    <a:pt x="15025788" y="41910"/>
                    <a:pt x="15025788" y="92710"/>
                  </a:cubicBezTo>
                  <a:lnTo>
                    <a:pt x="15025788" y="3727585"/>
                  </a:lnTo>
                  <a:cubicBezTo>
                    <a:pt x="15027060" y="3779655"/>
                    <a:pt x="14985149" y="3821565"/>
                    <a:pt x="14934349" y="3821565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90560" cy="3885065"/>
            </a:xfrm>
            <a:custGeom>
              <a:avLst/>
              <a:gdLst/>
              <a:ahLst/>
              <a:cxnLst/>
              <a:rect r="r" b="b" t="t" l="l"/>
              <a:pathLst>
                <a:path h="3885065" w="15090560">
                  <a:moveTo>
                    <a:pt x="14966099" y="59690"/>
                  </a:moveTo>
                  <a:cubicBezTo>
                    <a:pt x="15001660" y="59690"/>
                    <a:pt x="15030869" y="88900"/>
                    <a:pt x="15030869" y="124460"/>
                  </a:cubicBezTo>
                  <a:lnTo>
                    <a:pt x="15030869" y="3760605"/>
                  </a:lnTo>
                  <a:cubicBezTo>
                    <a:pt x="15030869" y="3796165"/>
                    <a:pt x="15001660" y="3825375"/>
                    <a:pt x="14966099" y="3825375"/>
                  </a:cubicBezTo>
                  <a:lnTo>
                    <a:pt x="124460" y="3825375"/>
                  </a:lnTo>
                  <a:cubicBezTo>
                    <a:pt x="88900" y="3825375"/>
                    <a:pt x="59690" y="3796165"/>
                    <a:pt x="59690" y="37606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4966099" y="59690"/>
                  </a:lnTo>
                  <a:moveTo>
                    <a:pt x="149660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760605"/>
                  </a:lnTo>
                  <a:cubicBezTo>
                    <a:pt x="0" y="3829185"/>
                    <a:pt x="55880" y="3885065"/>
                    <a:pt x="124460" y="3885065"/>
                  </a:cubicBezTo>
                  <a:lnTo>
                    <a:pt x="14966099" y="3885065"/>
                  </a:lnTo>
                  <a:cubicBezTo>
                    <a:pt x="15034679" y="3885065"/>
                    <a:pt x="15090560" y="3829185"/>
                    <a:pt x="15090560" y="3760605"/>
                  </a:cubicBezTo>
                  <a:lnTo>
                    <a:pt x="15090560" y="124460"/>
                  </a:lnTo>
                  <a:cubicBezTo>
                    <a:pt x="15090560" y="55880"/>
                    <a:pt x="15034679" y="0"/>
                    <a:pt x="149660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4166" y="8345950"/>
            <a:ext cx="6048773" cy="146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Escuela de Ingenieria de Ciencias Y Sistemas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Facultad de Ingenieria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Universidad de San Carlos de Guatemala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396871" y="0"/>
            <a:ext cx="4891129" cy="1438783"/>
            <a:chOff x="0" y="0"/>
            <a:chExt cx="6521506" cy="191837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521506" cy="1918377"/>
              <a:chOff x="0" y="0"/>
              <a:chExt cx="7667530" cy="225549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31750" y="31750"/>
                <a:ext cx="7604030" cy="2191993"/>
              </a:xfrm>
              <a:custGeom>
                <a:avLst/>
                <a:gdLst/>
                <a:ahLst/>
                <a:cxnLst/>
                <a:rect r="r" b="b" t="t" l="l"/>
                <a:pathLst>
                  <a:path h="2191993" w="7604030">
                    <a:moveTo>
                      <a:pt x="7511320" y="2191993"/>
                    </a:moveTo>
                    <a:lnTo>
                      <a:pt x="92710" y="2191993"/>
                    </a:lnTo>
                    <a:cubicBezTo>
                      <a:pt x="41910" y="2191993"/>
                      <a:pt x="0" y="2150083"/>
                      <a:pt x="0" y="2099283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7510050" y="0"/>
                    </a:lnTo>
                    <a:cubicBezTo>
                      <a:pt x="7560850" y="0"/>
                      <a:pt x="7602760" y="41910"/>
                      <a:pt x="7602760" y="92710"/>
                    </a:cubicBezTo>
                    <a:lnTo>
                      <a:pt x="7602760" y="2098013"/>
                    </a:lnTo>
                    <a:cubicBezTo>
                      <a:pt x="7604030" y="2150083"/>
                      <a:pt x="7562120" y="2191993"/>
                      <a:pt x="7511320" y="2191993"/>
                    </a:cubicBezTo>
                    <a:close/>
                  </a:path>
                </a:pathLst>
              </a:custGeom>
              <a:solidFill>
                <a:srgbClr val="DFDFDF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667530" cy="2255494"/>
              </a:xfrm>
              <a:custGeom>
                <a:avLst/>
                <a:gdLst/>
                <a:ahLst/>
                <a:cxnLst/>
                <a:rect r="r" b="b" t="t" l="l"/>
                <a:pathLst>
                  <a:path h="2255494" w="7667530">
                    <a:moveTo>
                      <a:pt x="7543070" y="59690"/>
                    </a:moveTo>
                    <a:cubicBezTo>
                      <a:pt x="7578630" y="59690"/>
                      <a:pt x="7607840" y="88900"/>
                      <a:pt x="7607840" y="124460"/>
                    </a:cubicBezTo>
                    <a:lnTo>
                      <a:pt x="7607840" y="2131033"/>
                    </a:lnTo>
                    <a:cubicBezTo>
                      <a:pt x="7607840" y="2166594"/>
                      <a:pt x="7578630" y="2195803"/>
                      <a:pt x="7543070" y="2195803"/>
                    </a:cubicBezTo>
                    <a:lnTo>
                      <a:pt x="124460" y="2195803"/>
                    </a:lnTo>
                    <a:cubicBezTo>
                      <a:pt x="88900" y="2195803"/>
                      <a:pt x="59690" y="2166594"/>
                      <a:pt x="59690" y="2131033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7543070" y="59690"/>
                    </a:lnTo>
                    <a:moveTo>
                      <a:pt x="754307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31033"/>
                    </a:lnTo>
                    <a:cubicBezTo>
                      <a:pt x="0" y="2199613"/>
                      <a:pt x="55880" y="2255494"/>
                      <a:pt x="124460" y="2255494"/>
                    </a:cubicBezTo>
                    <a:lnTo>
                      <a:pt x="7543070" y="2255494"/>
                    </a:lnTo>
                    <a:cubicBezTo>
                      <a:pt x="7611650" y="2255494"/>
                      <a:pt x="7667530" y="2199613"/>
                      <a:pt x="7667530" y="2131033"/>
                    </a:cubicBezTo>
                    <a:lnTo>
                      <a:pt x="7667530" y="124460"/>
                    </a:lnTo>
                    <a:cubicBezTo>
                      <a:pt x="7667530" y="55880"/>
                      <a:pt x="7611650" y="0"/>
                      <a:pt x="75430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29759" y="143281"/>
              <a:ext cx="6261987" cy="1659598"/>
            </a:xfrm>
            <a:custGeom>
              <a:avLst/>
              <a:gdLst/>
              <a:ahLst/>
              <a:cxnLst/>
              <a:rect r="r" b="b" t="t" l="l"/>
              <a:pathLst>
                <a:path h="1659598" w="6261987">
                  <a:moveTo>
                    <a:pt x="0" y="0"/>
                  </a:moveTo>
                  <a:lnTo>
                    <a:pt x="6261987" y="0"/>
                  </a:lnTo>
                  <a:lnTo>
                    <a:pt x="6261987" y="1659598"/>
                  </a:lnTo>
                  <a:lnTo>
                    <a:pt x="0" y="1659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32978" y="7488308"/>
            <a:ext cx="6376947" cy="844899"/>
            <a:chOff x="0" y="0"/>
            <a:chExt cx="6973034" cy="9238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1750" y="31750"/>
              <a:ext cx="6909534" cy="860376"/>
            </a:xfrm>
            <a:custGeom>
              <a:avLst/>
              <a:gdLst/>
              <a:ahLst/>
              <a:cxnLst/>
              <a:rect r="r" b="b" t="t" l="l"/>
              <a:pathLst>
                <a:path h="860376" w="6909534">
                  <a:moveTo>
                    <a:pt x="6816823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815554" y="0"/>
                  </a:lnTo>
                  <a:cubicBezTo>
                    <a:pt x="6866354" y="0"/>
                    <a:pt x="6908264" y="41910"/>
                    <a:pt x="6908264" y="92710"/>
                  </a:cubicBezTo>
                  <a:lnTo>
                    <a:pt x="6908264" y="766396"/>
                  </a:lnTo>
                  <a:cubicBezTo>
                    <a:pt x="6909534" y="818466"/>
                    <a:pt x="6867623" y="860376"/>
                    <a:pt x="6816823" y="860376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73034" cy="923876"/>
            </a:xfrm>
            <a:custGeom>
              <a:avLst/>
              <a:gdLst/>
              <a:ahLst/>
              <a:cxnLst/>
              <a:rect r="r" b="b" t="t" l="l"/>
              <a:pathLst>
                <a:path h="923876" w="6973034">
                  <a:moveTo>
                    <a:pt x="6848573" y="59690"/>
                  </a:moveTo>
                  <a:cubicBezTo>
                    <a:pt x="6884134" y="59690"/>
                    <a:pt x="6913344" y="88900"/>
                    <a:pt x="6913344" y="124460"/>
                  </a:cubicBezTo>
                  <a:lnTo>
                    <a:pt x="6913344" y="799416"/>
                  </a:lnTo>
                  <a:cubicBezTo>
                    <a:pt x="6913344" y="834976"/>
                    <a:pt x="6884134" y="864186"/>
                    <a:pt x="6848573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848574" y="59690"/>
                  </a:lnTo>
                  <a:moveTo>
                    <a:pt x="684857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6848574" y="923876"/>
                  </a:lnTo>
                  <a:cubicBezTo>
                    <a:pt x="6917154" y="923876"/>
                    <a:pt x="6973034" y="867996"/>
                    <a:pt x="6973034" y="799416"/>
                  </a:cubicBezTo>
                  <a:lnTo>
                    <a:pt x="6973034" y="124460"/>
                  </a:lnTo>
                  <a:cubicBezTo>
                    <a:pt x="6973034" y="55880"/>
                    <a:pt x="6917154" y="0"/>
                    <a:pt x="684857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43023" y="7615520"/>
            <a:ext cx="5162357" cy="5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Estructura de Datos 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996902"/>
            <a:ext cx="15996208" cy="1146598"/>
            <a:chOff x="0" y="0"/>
            <a:chExt cx="17491459" cy="12537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363867" y="408601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Unidad 3: Variantes de Listas Enlazadas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1551" y="2442168"/>
            <a:ext cx="14694421" cy="844899"/>
            <a:chOff x="0" y="0"/>
            <a:chExt cx="19592561" cy="11265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592561" cy="1126532"/>
              <a:chOff x="0" y="0"/>
              <a:chExt cx="16067986" cy="9238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6004487" cy="860376"/>
              </a:xfrm>
              <a:custGeom>
                <a:avLst/>
                <a:gdLst/>
                <a:ahLst/>
                <a:cxnLst/>
                <a:rect r="r" b="b" t="t" l="l"/>
                <a:pathLst>
                  <a:path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067987" cy="923876"/>
              </a:xfrm>
              <a:custGeom>
                <a:avLst/>
                <a:gdLst/>
                <a:ahLst/>
                <a:cxnLst/>
                <a:rect r="r" b="b" t="t" l="l"/>
                <a:pathLst>
                  <a:path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75496" y="208226"/>
              <a:ext cx="713111" cy="740649"/>
            </a:xfrm>
            <a:custGeom>
              <a:avLst/>
              <a:gdLst/>
              <a:ahLst/>
              <a:cxnLst/>
              <a:rect r="r" b="b" t="t" l="l"/>
              <a:pathLst>
                <a:path h="740649" w="713111">
                  <a:moveTo>
                    <a:pt x="0" y="0"/>
                  </a:moveTo>
                  <a:lnTo>
                    <a:pt x="713111" y="0"/>
                  </a:lnTo>
                  <a:lnTo>
                    <a:pt x="713111" y="740649"/>
                  </a:lnTo>
                  <a:lnTo>
                    <a:pt x="0" y="740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30" t="0" r="-19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110551" y="191841"/>
              <a:ext cx="6627223" cy="676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44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Avisos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91551" y="4552173"/>
            <a:ext cx="14694421" cy="844899"/>
            <a:chOff x="0" y="0"/>
            <a:chExt cx="19592561" cy="112653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592561" cy="1126532"/>
              <a:chOff x="0" y="0"/>
              <a:chExt cx="16067986" cy="9238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31750" y="31750"/>
                <a:ext cx="16004487" cy="860376"/>
              </a:xfrm>
              <a:custGeom>
                <a:avLst/>
                <a:gdLst/>
                <a:ahLst/>
                <a:cxnLst/>
                <a:rect r="r" b="b" t="t" l="l"/>
                <a:pathLst>
                  <a:path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067987" cy="923876"/>
              </a:xfrm>
              <a:custGeom>
                <a:avLst/>
                <a:gdLst/>
                <a:ahLst/>
                <a:cxnLst/>
                <a:rect r="r" b="b" t="t" l="l"/>
                <a:pathLst>
                  <a:path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179301" y="170704"/>
              <a:ext cx="755932" cy="785123"/>
            </a:xfrm>
            <a:custGeom>
              <a:avLst/>
              <a:gdLst/>
              <a:ahLst/>
              <a:cxnLst/>
              <a:rect r="r" b="b" t="t" l="l"/>
              <a:pathLst>
                <a:path h="785123" w="755932">
                  <a:moveTo>
                    <a:pt x="0" y="0"/>
                  </a:moveTo>
                  <a:lnTo>
                    <a:pt x="755932" y="0"/>
                  </a:lnTo>
                  <a:lnTo>
                    <a:pt x="755932" y="785124"/>
                  </a:lnTo>
                  <a:lnTo>
                    <a:pt x="0" y="785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30" t="0" r="-193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116476" y="191841"/>
              <a:ext cx="6627223" cy="6761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44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Contenido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96789" y="3252860"/>
            <a:ext cx="14667236" cy="674186"/>
            <a:chOff x="0" y="0"/>
            <a:chExt cx="34708896" cy="15954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34645395" cy="1531911"/>
            </a:xfrm>
            <a:custGeom>
              <a:avLst/>
              <a:gdLst/>
              <a:ahLst/>
              <a:cxnLst/>
              <a:rect r="r" b="b" t="t" l="l"/>
              <a:pathLst>
                <a:path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708895" cy="1595411"/>
            </a:xfrm>
            <a:custGeom>
              <a:avLst/>
              <a:gdLst/>
              <a:ahLst/>
              <a:cxnLst/>
              <a:rect r="r" b="b" t="t" l="l"/>
              <a:pathLst>
                <a:path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946487" y="3443533"/>
            <a:ext cx="399157" cy="297399"/>
          </a:xfrm>
          <a:custGeom>
            <a:avLst/>
            <a:gdLst/>
            <a:ahLst/>
            <a:cxnLst/>
            <a:rect r="r" b="b" t="t" l="l"/>
            <a:pathLst>
              <a:path h="297399" w="399157">
                <a:moveTo>
                  <a:pt x="0" y="0"/>
                </a:moveTo>
                <a:lnTo>
                  <a:pt x="399158" y="0"/>
                </a:lnTo>
                <a:lnTo>
                  <a:pt x="399158" y="297399"/>
                </a:lnTo>
                <a:lnTo>
                  <a:pt x="0" y="297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120" r="0" b="-17095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91551" y="5361957"/>
            <a:ext cx="14694421" cy="4312542"/>
            <a:chOff x="0" y="0"/>
            <a:chExt cx="34773228" cy="102053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1750" y="31750"/>
              <a:ext cx="34709726" cy="10141802"/>
            </a:xfrm>
            <a:custGeom>
              <a:avLst/>
              <a:gdLst/>
              <a:ahLst/>
              <a:cxnLst/>
              <a:rect r="r" b="b" t="t" l="l"/>
              <a:pathLst>
                <a:path h="10141802" w="34709726">
                  <a:moveTo>
                    <a:pt x="34617019" y="10141802"/>
                  </a:moveTo>
                  <a:lnTo>
                    <a:pt x="92710" y="10141802"/>
                  </a:lnTo>
                  <a:cubicBezTo>
                    <a:pt x="41910" y="10141802"/>
                    <a:pt x="0" y="10099891"/>
                    <a:pt x="0" y="1004909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0047822"/>
                  </a:lnTo>
                  <a:cubicBezTo>
                    <a:pt x="34709726" y="10099891"/>
                    <a:pt x="34667819" y="10141802"/>
                    <a:pt x="34617019" y="10141802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773229" cy="10205302"/>
            </a:xfrm>
            <a:custGeom>
              <a:avLst/>
              <a:gdLst/>
              <a:ahLst/>
              <a:cxnLst/>
              <a:rect r="r" b="b" t="t" l="l"/>
              <a:pathLst>
                <a:path h="10205302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0080842"/>
                  </a:lnTo>
                  <a:cubicBezTo>
                    <a:pt x="34713537" y="10116402"/>
                    <a:pt x="34684326" y="10145612"/>
                    <a:pt x="34648769" y="10145612"/>
                  </a:cubicBezTo>
                  <a:lnTo>
                    <a:pt x="124460" y="10145612"/>
                  </a:lnTo>
                  <a:cubicBezTo>
                    <a:pt x="88900" y="10145612"/>
                    <a:pt x="59690" y="10116402"/>
                    <a:pt x="59690" y="1008084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080842"/>
                  </a:lnTo>
                  <a:cubicBezTo>
                    <a:pt x="0" y="10149422"/>
                    <a:pt x="55880" y="10205302"/>
                    <a:pt x="124460" y="10205302"/>
                  </a:cubicBezTo>
                  <a:lnTo>
                    <a:pt x="34648769" y="10205302"/>
                  </a:lnTo>
                  <a:cubicBezTo>
                    <a:pt x="34717348" y="10205302"/>
                    <a:pt x="34773229" y="10149422"/>
                    <a:pt x="34773229" y="10080842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020298" y="5601215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20298" y="6095558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020298" y="7612300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020298" y="8106643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9"/>
                </a:lnTo>
                <a:lnTo>
                  <a:pt x="0" y="29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020298" y="8600987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20298" y="9101926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2020298" y="7085201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8"/>
                </a:lnTo>
                <a:lnTo>
                  <a:pt x="0" y="294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020298" y="6606757"/>
            <a:ext cx="251535" cy="294318"/>
          </a:xfrm>
          <a:custGeom>
            <a:avLst/>
            <a:gdLst/>
            <a:ahLst/>
            <a:cxnLst/>
            <a:rect r="r" b="b" t="t" l="l"/>
            <a:pathLst>
              <a:path h="294318" w="251535">
                <a:moveTo>
                  <a:pt x="0" y="0"/>
                </a:moveTo>
                <a:lnTo>
                  <a:pt x="251536" y="0"/>
                </a:lnTo>
                <a:lnTo>
                  <a:pt x="251536" y="294319"/>
                </a:lnTo>
                <a:lnTo>
                  <a:pt x="0" y="2943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99" t="-481" r="-10920" b="-106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867262" y="858466"/>
            <a:ext cx="863809" cy="863809"/>
          </a:xfrm>
          <a:custGeom>
            <a:avLst/>
            <a:gdLst/>
            <a:ahLst/>
            <a:cxnLst/>
            <a:rect r="r" b="b" t="t" l="l"/>
            <a:pathLst>
              <a:path h="863809" w="863809">
                <a:moveTo>
                  <a:pt x="0" y="0"/>
                </a:moveTo>
                <a:lnTo>
                  <a:pt x="863809" y="0"/>
                </a:lnTo>
                <a:lnTo>
                  <a:pt x="863809" y="863809"/>
                </a:lnTo>
                <a:lnTo>
                  <a:pt x="0" y="8638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422800" y="3286574"/>
            <a:ext cx="5308271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Foro Semana 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422800" y="5408632"/>
            <a:ext cx="13707467" cy="398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Competencias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Contenido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     Mapeo Lexicográfico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     Algoritmos (Ordenamiento y Busqueda)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Aplicaciones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Conceptos Claves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Valor de la Semana</a:t>
            </a:r>
          </a:p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Bibliografía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1551" y="2442168"/>
            <a:ext cx="14694421" cy="844899"/>
            <a:chOff x="0" y="0"/>
            <a:chExt cx="19592561" cy="11265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592561" cy="1126532"/>
              <a:chOff x="0" y="0"/>
              <a:chExt cx="16067986" cy="9238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6004487" cy="860376"/>
              </a:xfrm>
              <a:custGeom>
                <a:avLst/>
                <a:gdLst/>
                <a:ahLst/>
                <a:cxnLst/>
                <a:rect r="r" b="b" t="t" l="l"/>
                <a:pathLst>
                  <a:path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067987" cy="923876"/>
              </a:xfrm>
              <a:custGeom>
                <a:avLst/>
                <a:gdLst/>
                <a:ahLst/>
                <a:cxnLst/>
                <a:rect r="r" b="b" t="t" l="l"/>
                <a:pathLst>
                  <a:path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10551" y="191791"/>
              <a:ext cx="662722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44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Videos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91551" y="4552173"/>
            <a:ext cx="14694421" cy="844899"/>
            <a:chOff x="0" y="0"/>
            <a:chExt cx="16067986" cy="923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6004487" cy="860376"/>
            </a:xfrm>
            <a:custGeom>
              <a:avLst/>
              <a:gdLst/>
              <a:ahLst/>
              <a:cxnLst/>
              <a:rect r="r" b="b" t="t" l="l"/>
              <a:pathLst>
                <a:path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67987" cy="923876"/>
            </a:xfrm>
            <a:custGeom>
              <a:avLst/>
              <a:gdLst/>
              <a:ahLst/>
              <a:cxnLst/>
              <a:rect r="r" b="b" t="t" l="l"/>
              <a:pathLst>
                <a:path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96789" y="3252860"/>
            <a:ext cx="14667236" cy="674186"/>
            <a:chOff x="0" y="0"/>
            <a:chExt cx="34708896" cy="1595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34645395" cy="1531911"/>
            </a:xfrm>
            <a:custGeom>
              <a:avLst/>
              <a:gdLst/>
              <a:ahLst/>
              <a:cxnLst/>
              <a:rect r="r" b="b" t="t" l="l"/>
              <a:pathLst>
                <a:path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08895" cy="1595411"/>
            </a:xfrm>
            <a:custGeom>
              <a:avLst/>
              <a:gdLst/>
              <a:ahLst/>
              <a:cxnLst/>
              <a:rect r="r" b="b" t="t" l="l"/>
              <a:pathLst>
                <a:path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91551" y="5361957"/>
            <a:ext cx="14694421" cy="749856"/>
            <a:chOff x="0" y="0"/>
            <a:chExt cx="34773228" cy="17744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34709726" cy="1710977"/>
            </a:xfrm>
            <a:custGeom>
              <a:avLst/>
              <a:gdLst/>
              <a:ahLst/>
              <a:cxnLst/>
              <a:rect r="r" b="b" t="t" l="l"/>
              <a:pathLst>
                <a:path h="1710977" w="34709726">
                  <a:moveTo>
                    <a:pt x="34617019" y="1710977"/>
                  </a:moveTo>
                  <a:lnTo>
                    <a:pt x="92710" y="1710977"/>
                  </a:lnTo>
                  <a:cubicBezTo>
                    <a:pt x="41910" y="1710977"/>
                    <a:pt x="0" y="1669067"/>
                    <a:pt x="0" y="16182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616997"/>
                  </a:lnTo>
                  <a:cubicBezTo>
                    <a:pt x="34709726" y="1669067"/>
                    <a:pt x="34667819" y="1710977"/>
                    <a:pt x="34617019" y="171097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73229" cy="1774477"/>
            </a:xfrm>
            <a:custGeom>
              <a:avLst/>
              <a:gdLst/>
              <a:ahLst/>
              <a:cxnLst/>
              <a:rect r="r" b="b" t="t" l="l"/>
              <a:pathLst>
                <a:path h="1774477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650017"/>
                  </a:lnTo>
                  <a:cubicBezTo>
                    <a:pt x="34713537" y="1685577"/>
                    <a:pt x="34684326" y="1714787"/>
                    <a:pt x="34648769" y="1714787"/>
                  </a:cubicBezTo>
                  <a:lnTo>
                    <a:pt x="124460" y="1714787"/>
                  </a:lnTo>
                  <a:cubicBezTo>
                    <a:pt x="88900" y="1714787"/>
                    <a:pt x="59690" y="1685577"/>
                    <a:pt x="59690" y="16500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50017"/>
                  </a:lnTo>
                  <a:cubicBezTo>
                    <a:pt x="0" y="1718597"/>
                    <a:pt x="55880" y="1774477"/>
                    <a:pt x="124460" y="1774477"/>
                  </a:cubicBezTo>
                  <a:lnTo>
                    <a:pt x="34648769" y="1774477"/>
                  </a:lnTo>
                  <a:cubicBezTo>
                    <a:pt x="34717348" y="1774477"/>
                    <a:pt x="34773229" y="1718597"/>
                    <a:pt x="34773229" y="1650017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946487" y="2607466"/>
            <a:ext cx="514303" cy="514303"/>
          </a:xfrm>
          <a:custGeom>
            <a:avLst/>
            <a:gdLst/>
            <a:ahLst/>
            <a:cxnLst/>
            <a:rect r="r" b="b" t="t" l="l"/>
            <a:pathLst>
              <a:path h="514303" w="514303">
                <a:moveTo>
                  <a:pt x="0" y="0"/>
                </a:moveTo>
                <a:lnTo>
                  <a:pt x="514304" y="0"/>
                </a:lnTo>
                <a:lnTo>
                  <a:pt x="514304" y="514303"/>
                </a:lnTo>
                <a:lnTo>
                  <a:pt x="0" y="514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56667" y="3397887"/>
            <a:ext cx="524396" cy="384132"/>
          </a:xfrm>
          <a:custGeom>
            <a:avLst/>
            <a:gdLst/>
            <a:ahLst/>
            <a:cxnLst/>
            <a:rect r="r" b="b" t="t" l="l"/>
            <a:pathLst>
              <a:path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178" r="0" b="-1833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18748" y="4703601"/>
            <a:ext cx="542043" cy="542043"/>
          </a:xfrm>
          <a:custGeom>
            <a:avLst/>
            <a:gdLst/>
            <a:ahLst/>
            <a:cxnLst/>
            <a:rect r="r" b="b" t="t" l="l"/>
            <a:pathLst>
              <a:path h="542043" w="542043">
                <a:moveTo>
                  <a:pt x="0" y="0"/>
                </a:moveTo>
                <a:lnTo>
                  <a:pt x="542043" y="0"/>
                </a:lnTo>
                <a:lnTo>
                  <a:pt x="542043" y="542043"/>
                </a:lnTo>
                <a:lnTo>
                  <a:pt x="0" y="5420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918748" y="5529507"/>
            <a:ext cx="418673" cy="414756"/>
          </a:xfrm>
          <a:custGeom>
            <a:avLst/>
            <a:gdLst/>
            <a:ahLst/>
            <a:cxnLst/>
            <a:rect r="r" b="b" t="t" l="l"/>
            <a:pathLst>
              <a:path h="414756" w="418673">
                <a:moveTo>
                  <a:pt x="0" y="0"/>
                </a:moveTo>
                <a:lnTo>
                  <a:pt x="418673" y="0"/>
                </a:lnTo>
                <a:lnTo>
                  <a:pt x="418673" y="414756"/>
                </a:lnTo>
                <a:lnTo>
                  <a:pt x="0" y="414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438" t="0" r="-44255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361649" y="834837"/>
            <a:ext cx="911068" cy="911068"/>
          </a:xfrm>
          <a:custGeom>
            <a:avLst/>
            <a:gdLst/>
            <a:ahLst/>
            <a:cxnLst/>
            <a:rect r="r" b="b" t="t" l="l"/>
            <a:pathLst>
              <a:path h="911068" w="911068">
                <a:moveTo>
                  <a:pt x="0" y="0"/>
                </a:moveTo>
                <a:lnTo>
                  <a:pt x="911068" y="0"/>
                </a:lnTo>
                <a:lnTo>
                  <a:pt x="911068" y="911068"/>
                </a:lnTo>
                <a:lnTo>
                  <a:pt x="0" y="9110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575026" y="4679347"/>
            <a:ext cx="4970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Cuestionarios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27551" y="3286574"/>
            <a:ext cx="13202142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 u="sng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  <a:hlinkClick r:id="rId8" tooltip="https://www.youtube.com/watch?v=wbZ82IOBY54"/>
              </a:rPr>
              <a:t>Mapeo Lexicográfico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18915" y="5408632"/>
            <a:ext cx="13310779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https://quizziz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RECURSOS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945739" y="2954357"/>
            <a:ext cx="535323" cy="535323"/>
          </a:xfrm>
          <a:custGeom>
            <a:avLst/>
            <a:gdLst/>
            <a:ahLst/>
            <a:cxnLst/>
            <a:rect r="r" b="b" t="t" l="l"/>
            <a:pathLst>
              <a:path h="535323" w="535323">
                <a:moveTo>
                  <a:pt x="0" y="0"/>
                </a:moveTo>
                <a:lnTo>
                  <a:pt x="535323" y="0"/>
                </a:lnTo>
                <a:lnTo>
                  <a:pt x="535323" y="535323"/>
                </a:lnTo>
                <a:lnTo>
                  <a:pt x="0" y="535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45369" y="870220"/>
            <a:ext cx="840302" cy="840302"/>
          </a:xfrm>
          <a:custGeom>
            <a:avLst/>
            <a:gdLst/>
            <a:ahLst/>
            <a:cxnLst/>
            <a:rect r="r" b="b" t="t" l="l"/>
            <a:pathLst>
              <a:path h="840302" w="840302">
                <a:moveTo>
                  <a:pt x="0" y="0"/>
                </a:moveTo>
                <a:lnTo>
                  <a:pt x="840302" y="0"/>
                </a:lnTo>
                <a:lnTo>
                  <a:pt x="840302" y="840302"/>
                </a:lnTo>
                <a:lnTo>
                  <a:pt x="0" y="840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652972" y="3011507"/>
            <a:ext cx="13120586" cy="150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995" spc="308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Analiza el comportamiento de algoritmos sobre distintas estructuras de datos utilizando técnicas de análisis de casos y notración O grande para seleccionar soluciones ótimas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COMPETENCIAS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4570201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115557" y="0"/>
            <a:ext cx="4172443" cy="2132933"/>
            <a:chOff x="0" y="0"/>
            <a:chExt cx="5563258" cy="284391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563258" cy="2843910"/>
              <a:chOff x="0" y="0"/>
              <a:chExt cx="5638267" cy="288225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31750" y="31750"/>
                <a:ext cx="5574767" cy="2818755"/>
              </a:xfrm>
              <a:custGeom>
                <a:avLst/>
                <a:gdLst/>
                <a:ahLst/>
                <a:cxnLst/>
                <a:rect r="r" b="b" t="t" l="l"/>
                <a:pathLst>
                  <a:path h="2818755" w="5574767">
                    <a:moveTo>
                      <a:pt x="5482057" y="2818755"/>
                    </a:moveTo>
                    <a:lnTo>
                      <a:pt x="92710" y="2818755"/>
                    </a:lnTo>
                    <a:cubicBezTo>
                      <a:pt x="41910" y="2818755"/>
                      <a:pt x="0" y="2776845"/>
                      <a:pt x="0" y="2726045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5480787" y="0"/>
                    </a:lnTo>
                    <a:cubicBezTo>
                      <a:pt x="5531587" y="0"/>
                      <a:pt x="5573497" y="41910"/>
                      <a:pt x="5573497" y="92710"/>
                    </a:cubicBezTo>
                    <a:lnTo>
                      <a:pt x="5573497" y="2724775"/>
                    </a:lnTo>
                    <a:cubicBezTo>
                      <a:pt x="5574767" y="2776845"/>
                      <a:pt x="5532857" y="2818755"/>
                      <a:pt x="5482057" y="2818755"/>
                    </a:cubicBezTo>
                    <a:close/>
                  </a:path>
                </a:pathLst>
              </a:custGeom>
              <a:solidFill>
                <a:srgbClr val="DFDFD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638267" cy="2882255"/>
              </a:xfrm>
              <a:custGeom>
                <a:avLst/>
                <a:gdLst/>
                <a:ahLst/>
                <a:cxnLst/>
                <a:rect r="r" b="b" t="t" l="l"/>
                <a:pathLst>
                  <a:path h="2882255" w="5638267">
                    <a:moveTo>
                      <a:pt x="5513807" y="59690"/>
                    </a:moveTo>
                    <a:cubicBezTo>
                      <a:pt x="5549367" y="59690"/>
                      <a:pt x="5578577" y="88900"/>
                      <a:pt x="5578577" y="124460"/>
                    </a:cubicBezTo>
                    <a:lnTo>
                      <a:pt x="5578577" y="2757795"/>
                    </a:lnTo>
                    <a:cubicBezTo>
                      <a:pt x="5578577" y="2793355"/>
                      <a:pt x="5549367" y="2822565"/>
                      <a:pt x="5513807" y="2822565"/>
                    </a:cubicBezTo>
                    <a:lnTo>
                      <a:pt x="124460" y="2822565"/>
                    </a:lnTo>
                    <a:cubicBezTo>
                      <a:pt x="88900" y="2822565"/>
                      <a:pt x="59690" y="2793355"/>
                      <a:pt x="59690" y="275779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5513807" y="59690"/>
                    </a:lnTo>
                    <a:moveTo>
                      <a:pt x="5513807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757795"/>
                    </a:lnTo>
                    <a:cubicBezTo>
                      <a:pt x="0" y="2826375"/>
                      <a:pt x="55880" y="2882255"/>
                      <a:pt x="124460" y="2882255"/>
                    </a:cubicBezTo>
                    <a:lnTo>
                      <a:pt x="5513807" y="2882255"/>
                    </a:lnTo>
                    <a:cubicBezTo>
                      <a:pt x="5582387" y="2882255"/>
                      <a:pt x="5638267" y="2826375"/>
                      <a:pt x="5638267" y="2757795"/>
                    </a:cubicBezTo>
                    <a:lnTo>
                      <a:pt x="5638267" y="124460"/>
                    </a:lnTo>
                    <a:cubicBezTo>
                      <a:pt x="5638267" y="55880"/>
                      <a:pt x="5582387" y="0"/>
                      <a:pt x="55138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67876" y="55282"/>
              <a:ext cx="5441573" cy="2724380"/>
            </a:xfrm>
            <a:custGeom>
              <a:avLst/>
              <a:gdLst/>
              <a:ahLst/>
              <a:cxnLst/>
              <a:rect r="r" b="b" t="t" l="l"/>
              <a:pathLst>
                <a:path h="2724380" w="5441573">
                  <a:moveTo>
                    <a:pt x="0" y="0"/>
                  </a:moveTo>
                  <a:lnTo>
                    <a:pt x="5441573" y="0"/>
                  </a:lnTo>
                  <a:lnTo>
                    <a:pt x="5441573" y="2724379"/>
                  </a:lnTo>
                  <a:lnTo>
                    <a:pt x="0" y="2724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974" t="-9690" r="-749" b="-11438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481062" y="465931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Mapeo Lexicográfico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441181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1028700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96789" y="1934475"/>
            <a:ext cx="14694421" cy="1810775"/>
            <a:chOff x="0" y="0"/>
            <a:chExt cx="34773228" cy="42850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34709726" cy="4221560"/>
            </a:xfrm>
            <a:custGeom>
              <a:avLst/>
              <a:gdLst/>
              <a:ahLst/>
              <a:cxnLst/>
              <a:rect r="r" b="b" t="t" l="l"/>
              <a:pathLst>
                <a:path h="4221560" w="34709726">
                  <a:moveTo>
                    <a:pt x="34617019" y="4221560"/>
                  </a:moveTo>
                  <a:lnTo>
                    <a:pt x="92710" y="4221560"/>
                  </a:lnTo>
                  <a:cubicBezTo>
                    <a:pt x="41910" y="4221560"/>
                    <a:pt x="0" y="4179650"/>
                    <a:pt x="0" y="4128850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4127580"/>
                  </a:lnTo>
                  <a:cubicBezTo>
                    <a:pt x="34709726" y="4179650"/>
                    <a:pt x="34667819" y="4221560"/>
                    <a:pt x="34617019" y="422156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773229" cy="4285060"/>
            </a:xfrm>
            <a:custGeom>
              <a:avLst/>
              <a:gdLst/>
              <a:ahLst/>
              <a:cxnLst/>
              <a:rect r="r" b="b" t="t" l="l"/>
              <a:pathLst>
                <a:path h="4285060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4160600"/>
                  </a:lnTo>
                  <a:cubicBezTo>
                    <a:pt x="34713537" y="4196160"/>
                    <a:pt x="34684326" y="4225370"/>
                    <a:pt x="34648769" y="4225370"/>
                  </a:cubicBezTo>
                  <a:lnTo>
                    <a:pt x="124460" y="4225370"/>
                  </a:lnTo>
                  <a:cubicBezTo>
                    <a:pt x="88900" y="4225370"/>
                    <a:pt x="59690" y="4196160"/>
                    <a:pt x="59690" y="416060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4160600"/>
                  </a:lnTo>
                  <a:cubicBezTo>
                    <a:pt x="0" y="4229180"/>
                    <a:pt x="55880" y="4285060"/>
                    <a:pt x="124460" y="4285060"/>
                  </a:cubicBezTo>
                  <a:lnTo>
                    <a:pt x="34648769" y="4285060"/>
                  </a:lnTo>
                  <a:cubicBezTo>
                    <a:pt x="34717348" y="4285060"/>
                    <a:pt x="34773229" y="4229180"/>
                    <a:pt x="34773229" y="4160600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541963" y="1271847"/>
            <a:ext cx="522565" cy="522565"/>
          </a:xfrm>
          <a:custGeom>
            <a:avLst/>
            <a:gdLst/>
            <a:ahLst/>
            <a:cxnLst/>
            <a:rect r="r" b="b" t="t" l="l"/>
            <a:pathLst>
              <a:path h="522565" w="522565">
                <a:moveTo>
                  <a:pt x="0" y="0"/>
                </a:moveTo>
                <a:lnTo>
                  <a:pt x="522565" y="0"/>
                </a:lnTo>
                <a:lnTo>
                  <a:pt x="522565" y="522565"/>
                </a:lnTo>
                <a:lnTo>
                  <a:pt x="0" y="522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76418" y="4554750"/>
            <a:ext cx="8735164" cy="4703550"/>
          </a:xfrm>
          <a:custGeom>
            <a:avLst/>
            <a:gdLst/>
            <a:ahLst/>
            <a:cxnLst/>
            <a:rect r="r" b="b" t="t" l="l"/>
            <a:pathLst>
              <a:path h="4703550" w="8735164">
                <a:moveTo>
                  <a:pt x="0" y="0"/>
                </a:moveTo>
                <a:lnTo>
                  <a:pt x="8735164" y="0"/>
                </a:lnTo>
                <a:lnTo>
                  <a:pt x="8735164" y="4703550"/>
                </a:lnTo>
                <a:lnTo>
                  <a:pt x="0" y="4703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38" t="-9865" r="-5774" b="-796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38642" y="1073324"/>
            <a:ext cx="1336814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Concepto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3723" y="1979259"/>
            <a:ext cx="13993066" cy="142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1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 la forma en que una matriz multidimensional se guarda en memoria lineal (como un arreglo de una sola dimensión).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84111" y="3376651"/>
            <a:ext cx="6385592" cy="3291542"/>
          </a:xfrm>
          <a:custGeom>
            <a:avLst/>
            <a:gdLst/>
            <a:ahLst/>
            <a:cxnLst/>
            <a:rect r="r" b="b" t="t" l="l"/>
            <a:pathLst>
              <a:path h="3291542" w="6385592">
                <a:moveTo>
                  <a:pt x="0" y="0"/>
                </a:moveTo>
                <a:lnTo>
                  <a:pt x="6385592" y="0"/>
                </a:lnTo>
                <a:lnTo>
                  <a:pt x="6385592" y="3291542"/>
                </a:lnTo>
                <a:lnTo>
                  <a:pt x="0" y="3291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0915" y="3376651"/>
            <a:ext cx="5765874" cy="3291542"/>
          </a:xfrm>
          <a:custGeom>
            <a:avLst/>
            <a:gdLst/>
            <a:ahLst/>
            <a:cxnLst/>
            <a:rect r="r" b="b" t="t" l="l"/>
            <a:pathLst>
              <a:path h="3291542" w="5765874">
                <a:moveTo>
                  <a:pt x="0" y="0"/>
                </a:moveTo>
                <a:lnTo>
                  <a:pt x="5765874" y="0"/>
                </a:lnTo>
                <a:lnTo>
                  <a:pt x="5765874" y="3291542"/>
                </a:lnTo>
                <a:lnTo>
                  <a:pt x="0" y="3291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13723" y="1441181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96789" y="1028700"/>
            <a:ext cx="14694421" cy="1008859"/>
            <a:chOff x="0" y="0"/>
            <a:chExt cx="16067986" cy="11031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541963" y="1271847"/>
            <a:ext cx="522565" cy="522565"/>
          </a:xfrm>
          <a:custGeom>
            <a:avLst/>
            <a:gdLst/>
            <a:ahLst/>
            <a:cxnLst/>
            <a:rect r="r" b="b" t="t" l="l"/>
            <a:pathLst>
              <a:path h="522565" w="522565">
                <a:moveTo>
                  <a:pt x="0" y="0"/>
                </a:moveTo>
                <a:lnTo>
                  <a:pt x="522565" y="0"/>
                </a:lnTo>
                <a:lnTo>
                  <a:pt x="522565" y="522565"/>
                </a:lnTo>
                <a:lnTo>
                  <a:pt x="0" y="5225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38642" y="1073324"/>
            <a:ext cx="1336814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Formulas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377959" y="963221"/>
            <a:ext cx="603251" cy="603251"/>
          </a:xfrm>
          <a:custGeom>
            <a:avLst/>
            <a:gdLst/>
            <a:ahLst/>
            <a:cxnLst/>
            <a:rect r="r" b="b" t="t" l="l"/>
            <a:pathLst>
              <a:path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13723" y="3042530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52972" y="3011507"/>
            <a:ext cx="13120586" cy="261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Permite guardar matrices en memoria lineal.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Influye en el rendimiento de acceso a datos.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Cambia según el lenguaje de programación.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467959" y="887021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Caracteristicas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13723" y="3806596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13723" y="4568844"/>
            <a:ext cx="343148" cy="343148"/>
          </a:xfrm>
          <a:custGeom>
            <a:avLst/>
            <a:gdLst/>
            <a:ahLst/>
            <a:cxnLst/>
            <a:rect r="r" b="b" t="t" l="l"/>
            <a:pathLst>
              <a:path h="343148" w="343148">
                <a:moveTo>
                  <a:pt x="0" y="0"/>
                </a:moveTo>
                <a:lnTo>
                  <a:pt x="343148" y="0"/>
                </a:lnTo>
                <a:lnTo>
                  <a:pt x="343148" y="343148"/>
                </a:lnTo>
                <a:lnTo>
                  <a:pt x="0" y="343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437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27439" y="2720472"/>
            <a:ext cx="7623098" cy="1008859"/>
            <a:chOff x="0" y="0"/>
            <a:chExt cx="8335669" cy="110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7439" y="3626246"/>
            <a:ext cx="7623098" cy="5632054"/>
            <a:chOff x="0" y="0"/>
            <a:chExt cx="18039480" cy="133278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695488" y="989456"/>
            <a:ext cx="637216" cy="637216"/>
          </a:xfrm>
          <a:custGeom>
            <a:avLst/>
            <a:gdLst/>
            <a:ahLst/>
            <a:cxnLst/>
            <a:rect r="r" b="b" t="t" l="l"/>
            <a:pathLst>
              <a:path h="637216" w="637216">
                <a:moveTo>
                  <a:pt x="0" y="0"/>
                </a:moveTo>
                <a:lnTo>
                  <a:pt x="637216" y="0"/>
                </a:lnTo>
                <a:lnTo>
                  <a:pt x="637216" y="637216"/>
                </a:lnTo>
                <a:lnTo>
                  <a:pt x="0" y="6372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84934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532410" y="2720472"/>
            <a:ext cx="7623098" cy="1008859"/>
            <a:chOff x="0" y="0"/>
            <a:chExt cx="8335669" cy="11031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532410" y="3626246"/>
            <a:ext cx="7623098" cy="5632054"/>
            <a:chOff x="0" y="0"/>
            <a:chExt cx="18039480" cy="133278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398694" y="2872017"/>
            <a:ext cx="705769" cy="705769"/>
          </a:xfrm>
          <a:custGeom>
            <a:avLst/>
            <a:gdLst/>
            <a:ahLst/>
            <a:cxnLst/>
            <a:rect r="r" b="b" t="t" l="l"/>
            <a:pathLst>
              <a:path h="705769" w="705769">
                <a:moveTo>
                  <a:pt x="0" y="0"/>
                </a:moveTo>
                <a:lnTo>
                  <a:pt x="705768" y="0"/>
                </a:lnTo>
                <a:lnTo>
                  <a:pt x="705768" y="705768"/>
                </a:lnTo>
                <a:lnTo>
                  <a:pt x="0" y="705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949592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Column-major Order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216683" y="2872017"/>
            <a:ext cx="705769" cy="705769"/>
          </a:xfrm>
          <a:custGeom>
            <a:avLst/>
            <a:gdLst/>
            <a:ahLst/>
            <a:cxnLst/>
            <a:rect r="r" b="b" t="t" l="l"/>
            <a:pathLst>
              <a:path h="705769" w="705769">
                <a:moveTo>
                  <a:pt x="0" y="0"/>
                </a:moveTo>
                <a:lnTo>
                  <a:pt x="705768" y="0"/>
                </a:lnTo>
                <a:lnTo>
                  <a:pt x="705768" y="705768"/>
                </a:lnTo>
                <a:lnTo>
                  <a:pt x="0" y="705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37711" y="6667314"/>
            <a:ext cx="6778222" cy="1643205"/>
          </a:xfrm>
          <a:custGeom>
            <a:avLst/>
            <a:gdLst/>
            <a:ahLst/>
            <a:cxnLst/>
            <a:rect r="r" b="b" t="t" l="l"/>
            <a:pathLst>
              <a:path h="1643205" w="6778222">
                <a:moveTo>
                  <a:pt x="0" y="0"/>
                </a:moveTo>
                <a:lnTo>
                  <a:pt x="6778221" y="0"/>
                </a:lnTo>
                <a:lnTo>
                  <a:pt x="6778221" y="1643205"/>
                </a:lnTo>
                <a:lnTo>
                  <a:pt x="0" y="16432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785" t="-22233" r="-6154" b="-140266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398694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Tipos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4621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Row-major Order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9302" y="4338586"/>
            <a:ext cx="6719371" cy="155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 una forma de almacenar matrices en la memoria fila por fila.</a:t>
            </a:r>
          </a:p>
          <a:p>
            <a:pPr algn="l">
              <a:lnSpc>
                <a:spcPts val="419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949592" y="4485457"/>
            <a:ext cx="6893580" cy="102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 una forma de almacenar matrices en la memoria columna por columna.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899468" y="6648833"/>
            <a:ext cx="6943705" cy="1680168"/>
          </a:xfrm>
          <a:custGeom>
            <a:avLst/>
            <a:gdLst/>
            <a:ahLst/>
            <a:cxnLst/>
            <a:rect r="r" b="b" t="t" l="l"/>
            <a:pathLst>
              <a:path h="1680168" w="6943705">
                <a:moveTo>
                  <a:pt x="0" y="0"/>
                </a:moveTo>
                <a:lnTo>
                  <a:pt x="6943704" y="0"/>
                </a:lnTo>
                <a:lnTo>
                  <a:pt x="6943704" y="1680168"/>
                </a:lnTo>
                <a:lnTo>
                  <a:pt x="0" y="16801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731" t="-139204" r="-5020" b="-20972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437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27439" y="2720472"/>
            <a:ext cx="7623098" cy="1008859"/>
            <a:chOff x="0" y="0"/>
            <a:chExt cx="8335669" cy="110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7439" y="3626246"/>
            <a:ext cx="7623098" cy="5632054"/>
            <a:chOff x="0" y="0"/>
            <a:chExt cx="18039480" cy="133278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4934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532410" y="2720472"/>
            <a:ext cx="7623098" cy="1008859"/>
            <a:chOff x="0" y="0"/>
            <a:chExt cx="8335669" cy="11031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32410" y="3626246"/>
            <a:ext cx="7623098" cy="5632054"/>
            <a:chOff x="0" y="0"/>
            <a:chExt cx="18039480" cy="133278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364262" y="864021"/>
            <a:ext cx="854120" cy="854120"/>
          </a:xfrm>
          <a:custGeom>
            <a:avLst/>
            <a:gdLst/>
            <a:ahLst/>
            <a:cxnLst/>
            <a:rect r="r" b="b" t="t" l="l"/>
            <a:pathLst>
              <a:path h="854120" w="854120">
                <a:moveTo>
                  <a:pt x="0" y="0"/>
                </a:moveTo>
                <a:lnTo>
                  <a:pt x="854120" y="0"/>
                </a:lnTo>
                <a:lnTo>
                  <a:pt x="854120" y="854120"/>
                </a:lnTo>
                <a:lnTo>
                  <a:pt x="0" y="854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258608" y="2897075"/>
            <a:ext cx="603217" cy="603217"/>
          </a:xfrm>
          <a:custGeom>
            <a:avLst/>
            <a:gdLst/>
            <a:ahLst/>
            <a:cxnLst/>
            <a:rect r="r" b="b" t="t" l="l"/>
            <a:pathLst>
              <a:path h="603217" w="603217">
                <a:moveTo>
                  <a:pt x="0" y="0"/>
                </a:moveTo>
                <a:lnTo>
                  <a:pt x="603217" y="0"/>
                </a:lnTo>
                <a:lnTo>
                  <a:pt x="603217" y="603217"/>
                </a:lnTo>
                <a:lnTo>
                  <a:pt x="0" y="603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472797" y="2967764"/>
            <a:ext cx="485735" cy="485735"/>
          </a:xfrm>
          <a:custGeom>
            <a:avLst/>
            <a:gdLst/>
            <a:ahLst/>
            <a:cxnLst/>
            <a:rect r="r" b="b" t="t" l="l"/>
            <a:pathLst>
              <a:path h="485735" w="485735">
                <a:moveTo>
                  <a:pt x="0" y="0"/>
                </a:moveTo>
                <a:lnTo>
                  <a:pt x="485735" y="0"/>
                </a:lnTo>
                <a:lnTo>
                  <a:pt x="485735" y="485735"/>
                </a:lnTo>
                <a:lnTo>
                  <a:pt x="0" y="4857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81062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Comparación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4621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Ventajas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49592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Desventajas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67136" y="3781137"/>
            <a:ext cx="6719371" cy="469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Permite convertir matrices multidimensionales en arreglos lineales.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Mejora el rendimiento cuando se accede a los datos en el orden correcto.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Mejora el rendimiento cuando se accede a los datos en el orden correcto.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99468" y="3781137"/>
            <a:ext cx="6893580" cy="417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Puede causar confusión si no se conoce el orden usado (fila o columna).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Acceder en el orden opuesto al mapeo reduce el rendimiento.</a:t>
            </a:r>
          </a:p>
          <a:p>
            <a:pPr algn="l" marL="646829" indent="-323414" lvl="1">
              <a:lnSpc>
                <a:spcPts val="4194"/>
              </a:lnSpc>
              <a:buFont typeface="Arial"/>
              <a:buChar char="•"/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No es intuitivo al visualizar grandes estructuras multidimensionales.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4437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27439" y="2720472"/>
            <a:ext cx="7623098" cy="1008859"/>
            <a:chOff x="0" y="0"/>
            <a:chExt cx="8335669" cy="11031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7439" y="3626246"/>
            <a:ext cx="7623098" cy="5632054"/>
            <a:chOff x="0" y="0"/>
            <a:chExt cx="18039480" cy="133278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49343" y="3132952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40" y="0"/>
                </a:lnTo>
                <a:lnTo>
                  <a:pt x="367340" y="367340"/>
                </a:lnTo>
                <a:lnTo>
                  <a:pt x="0" y="367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532410" y="2720472"/>
            <a:ext cx="7623098" cy="1008859"/>
            <a:chOff x="0" y="0"/>
            <a:chExt cx="8335669" cy="11031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8272169" cy="1039662"/>
            </a:xfrm>
            <a:custGeom>
              <a:avLst/>
              <a:gdLst/>
              <a:ahLst/>
              <a:cxnLst/>
              <a:rect r="r" b="b" t="t" l="l"/>
              <a:pathLst>
                <a:path h="1039662" w="8272169">
                  <a:moveTo>
                    <a:pt x="8179459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8178189" y="0"/>
                  </a:lnTo>
                  <a:cubicBezTo>
                    <a:pt x="8228989" y="0"/>
                    <a:pt x="8270899" y="41910"/>
                    <a:pt x="8270899" y="92710"/>
                  </a:cubicBezTo>
                  <a:lnTo>
                    <a:pt x="8270899" y="945682"/>
                  </a:lnTo>
                  <a:cubicBezTo>
                    <a:pt x="8272169" y="997752"/>
                    <a:pt x="8230259" y="1039662"/>
                    <a:pt x="8179459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35669" cy="1103162"/>
            </a:xfrm>
            <a:custGeom>
              <a:avLst/>
              <a:gdLst/>
              <a:ahLst/>
              <a:cxnLst/>
              <a:rect r="r" b="b" t="t" l="l"/>
              <a:pathLst>
                <a:path h="1103162" w="8335669">
                  <a:moveTo>
                    <a:pt x="8211209" y="59690"/>
                  </a:moveTo>
                  <a:cubicBezTo>
                    <a:pt x="8246769" y="59690"/>
                    <a:pt x="8275979" y="88900"/>
                    <a:pt x="8275979" y="124460"/>
                  </a:cubicBezTo>
                  <a:lnTo>
                    <a:pt x="8275979" y="978702"/>
                  </a:lnTo>
                  <a:cubicBezTo>
                    <a:pt x="8275979" y="1014262"/>
                    <a:pt x="8246769" y="1043472"/>
                    <a:pt x="8211209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8211209" y="59690"/>
                  </a:lnTo>
                  <a:moveTo>
                    <a:pt x="821120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8211209" y="1103162"/>
                  </a:lnTo>
                  <a:cubicBezTo>
                    <a:pt x="8279789" y="1103162"/>
                    <a:pt x="8335669" y="1047282"/>
                    <a:pt x="8335669" y="978702"/>
                  </a:cubicBezTo>
                  <a:lnTo>
                    <a:pt x="8335669" y="124460"/>
                  </a:lnTo>
                  <a:cubicBezTo>
                    <a:pt x="8335669" y="55880"/>
                    <a:pt x="8279789" y="0"/>
                    <a:pt x="821120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32410" y="3626246"/>
            <a:ext cx="7623098" cy="5632054"/>
            <a:chOff x="0" y="0"/>
            <a:chExt cx="18039480" cy="133278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1750" y="31750"/>
              <a:ext cx="17975980" cy="13264327"/>
            </a:xfrm>
            <a:custGeom>
              <a:avLst/>
              <a:gdLst/>
              <a:ahLst/>
              <a:cxnLst/>
              <a:rect r="r" b="b" t="t" l="l"/>
              <a:pathLst>
                <a:path h="13264327" w="17975980">
                  <a:moveTo>
                    <a:pt x="17883270" y="13264327"/>
                  </a:moveTo>
                  <a:lnTo>
                    <a:pt x="92710" y="13264327"/>
                  </a:lnTo>
                  <a:cubicBezTo>
                    <a:pt x="41910" y="13264327"/>
                    <a:pt x="0" y="13222416"/>
                    <a:pt x="0" y="1317161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882000" y="0"/>
                  </a:lnTo>
                  <a:cubicBezTo>
                    <a:pt x="17932800" y="0"/>
                    <a:pt x="17974711" y="41910"/>
                    <a:pt x="17974711" y="92710"/>
                  </a:cubicBezTo>
                  <a:lnTo>
                    <a:pt x="17974711" y="13170346"/>
                  </a:lnTo>
                  <a:cubicBezTo>
                    <a:pt x="17975980" y="13222416"/>
                    <a:pt x="17934070" y="13264327"/>
                    <a:pt x="17883270" y="13264327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39480" cy="13327827"/>
            </a:xfrm>
            <a:custGeom>
              <a:avLst/>
              <a:gdLst/>
              <a:ahLst/>
              <a:cxnLst/>
              <a:rect r="r" b="b" t="t" l="l"/>
              <a:pathLst>
                <a:path h="13327827" w="18039480">
                  <a:moveTo>
                    <a:pt x="17915020" y="59690"/>
                  </a:moveTo>
                  <a:cubicBezTo>
                    <a:pt x="17950580" y="59690"/>
                    <a:pt x="17979789" y="88900"/>
                    <a:pt x="17979789" y="124460"/>
                  </a:cubicBezTo>
                  <a:lnTo>
                    <a:pt x="17979789" y="13203366"/>
                  </a:lnTo>
                  <a:cubicBezTo>
                    <a:pt x="17979789" y="13238927"/>
                    <a:pt x="17950580" y="13268136"/>
                    <a:pt x="17915020" y="13268136"/>
                  </a:cubicBezTo>
                  <a:lnTo>
                    <a:pt x="124460" y="13268136"/>
                  </a:lnTo>
                  <a:cubicBezTo>
                    <a:pt x="88900" y="13268136"/>
                    <a:pt x="59690" y="13238927"/>
                    <a:pt x="59690" y="1320336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915020" y="59690"/>
                  </a:lnTo>
                  <a:moveTo>
                    <a:pt x="179150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3203366"/>
                  </a:lnTo>
                  <a:cubicBezTo>
                    <a:pt x="0" y="13271946"/>
                    <a:pt x="55880" y="13327827"/>
                    <a:pt x="124460" y="13327827"/>
                  </a:cubicBezTo>
                  <a:lnTo>
                    <a:pt x="17915020" y="13327827"/>
                  </a:lnTo>
                  <a:cubicBezTo>
                    <a:pt x="17983600" y="13327827"/>
                    <a:pt x="18039480" y="13271946"/>
                    <a:pt x="18039480" y="13203366"/>
                  </a:cubicBezTo>
                  <a:lnTo>
                    <a:pt x="18039480" y="124460"/>
                  </a:lnTo>
                  <a:cubicBezTo>
                    <a:pt x="18039480" y="55880"/>
                    <a:pt x="17983600" y="0"/>
                    <a:pt x="179150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771465" y="989456"/>
            <a:ext cx="663650" cy="663650"/>
          </a:xfrm>
          <a:custGeom>
            <a:avLst/>
            <a:gdLst/>
            <a:ahLst/>
            <a:cxnLst/>
            <a:rect r="r" b="b" t="t" l="l"/>
            <a:pathLst>
              <a:path h="663650" w="663650">
                <a:moveTo>
                  <a:pt x="0" y="0"/>
                </a:moveTo>
                <a:lnTo>
                  <a:pt x="663651" y="0"/>
                </a:lnTo>
                <a:lnTo>
                  <a:pt x="663651" y="663650"/>
                </a:lnTo>
                <a:lnTo>
                  <a:pt x="0" y="663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44373" y="2936084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3" y="0"/>
                </a:lnTo>
                <a:lnTo>
                  <a:pt x="577633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033013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Algoritmos de Álgebra Lineal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639049" y="2922658"/>
            <a:ext cx="577633" cy="577633"/>
          </a:xfrm>
          <a:custGeom>
            <a:avLst/>
            <a:gdLst/>
            <a:ahLst/>
            <a:cxnLst/>
            <a:rect r="r" b="b" t="t" l="l"/>
            <a:pathLst>
              <a:path h="577633" w="577633">
                <a:moveTo>
                  <a:pt x="0" y="0"/>
                </a:moveTo>
                <a:lnTo>
                  <a:pt x="577634" y="0"/>
                </a:lnTo>
                <a:lnTo>
                  <a:pt x="577634" y="577634"/>
                </a:lnTo>
                <a:lnTo>
                  <a:pt x="0" y="577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14691" y="6736389"/>
            <a:ext cx="5224261" cy="2169555"/>
          </a:xfrm>
          <a:custGeom>
            <a:avLst/>
            <a:gdLst/>
            <a:ahLst/>
            <a:cxnLst/>
            <a:rect r="r" b="b" t="t" l="l"/>
            <a:pathLst>
              <a:path h="2169555" w="5224261">
                <a:moveTo>
                  <a:pt x="0" y="0"/>
                </a:moveTo>
                <a:lnTo>
                  <a:pt x="5224261" y="0"/>
                </a:lnTo>
                <a:lnTo>
                  <a:pt x="5224261" y="2169554"/>
                </a:lnTo>
                <a:lnTo>
                  <a:pt x="0" y="21695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8526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437939" y="6090023"/>
            <a:ext cx="4033603" cy="2962551"/>
          </a:xfrm>
          <a:custGeom>
            <a:avLst/>
            <a:gdLst/>
            <a:ahLst/>
            <a:cxnLst/>
            <a:rect r="r" b="b" t="t" l="l"/>
            <a:pathLst>
              <a:path h="2962551" w="4033603">
                <a:moveTo>
                  <a:pt x="0" y="0"/>
                </a:moveTo>
                <a:lnTo>
                  <a:pt x="4033604" y="0"/>
                </a:lnTo>
                <a:lnTo>
                  <a:pt x="4033604" y="2962551"/>
                </a:lnTo>
                <a:lnTo>
                  <a:pt x="0" y="29625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592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481062" y="913256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Aplicaciones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11712" y="2811133"/>
            <a:ext cx="6843456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 spc="52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Procesamiento de Imágenes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7136" y="3781137"/>
            <a:ext cx="6719371" cy="36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4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Cada imagen se representa como una matriz de píxeles. El mapeo row-major permite recorrer la imagen línea por línea, facilitando filtros y efectos.</a:t>
            </a:r>
          </a:p>
          <a:p>
            <a:pPr algn="just">
              <a:lnSpc>
                <a:spcPts val="4194"/>
              </a:lnSpc>
            </a:pPr>
          </a:p>
          <a:p>
            <a:pPr algn="just">
              <a:lnSpc>
                <a:spcPts val="4194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927866" y="3781137"/>
            <a:ext cx="6893580" cy="260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4"/>
              </a:lnSpc>
            </a:pP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Estas librerías aprovechan el orden de almacenamiento (row o column) para acelerar operaciones como multiplicación de matrices.</a:t>
            </a:r>
          </a:p>
          <a:p>
            <a:pPr algn="just">
              <a:lnSpc>
                <a:spcPts val="4194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6789" y="2584719"/>
            <a:ext cx="14667236" cy="6673581"/>
            <a:chOff x="0" y="0"/>
            <a:chExt cx="34708896" cy="157925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4645395" cy="15729020"/>
            </a:xfrm>
            <a:custGeom>
              <a:avLst/>
              <a:gdLst/>
              <a:ahLst/>
              <a:cxnLst/>
              <a:rect r="r" b="b" t="t" l="l"/>
              <a:pathLst>
                <a:path h="15729020" w="34645395">
                  <a:moveTo>
                    <a:pt x="34552685" y="15729020"/>
                  </a:moveTo>
                  <a:lnTo>
                    <a:pt x="92710" y="15729020"/>
                  </a:lnTo>
                  <a:cubicBezTo>
                    <a:pt x="41910" y="15729020"/>
                    <a:pt x="0" y="15687111"/>
                    <a:pt x="0" y="1563631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5635041"/>
                  </a:lnTo>
                  <a:cubicBezTo>
                    <a:pt x="34645395" y="15687111"/>
                    <a:pt x="34603485" y="15729020"/>
                    <a:pt x="34552685" y="15729020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08895" cy="15792520"/>
            </a:xfrm>
            <a:custGeom>
              <a:avLst/>
              <a:gdLst/>
              <a:ahLst/>
              <a:cxnLst/>
              <a:rect r="r" b="b" t="t" l="l"/>
              <a:pathLst>
                <a:path h="15792520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5668061"/>
                  </a:lnTo>
                  <a:cubicBezTo>
                    <a:pt x="34649206" y="15703620"/>
                    <a:pt x="34619995" y="15732830"/>
                    <a:pt x="34584435" y="15732830"/>
                  </a:cubicBezTo>
                  <a:lnTo>
                    <a:pt x="124460" y="15732830"/>
                  </a:lnTo>
                  <a:cubicBezTo>
                    <a:pt x="88900" y="15732830"/>
                    <a:pt x="59690" y="15703620"/>
                    <a:pt x="59690" y="156680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5668061"/>
                  </a:lnTo>
                  <a:cubicBezTo>
                    <a:pt x="0" y="15736641"/>
                    <a:pt x="55880" y="15792520"/>
                    <a:pt x="124460" y="15792520"/>
                  </a:cubicBezTo>
                  <a:lnTo>
                    <a:pt x="34584435" y="15792520"/>
                  </a:lnTo>
                  <a:cubicBezTo>
                    <a:pt x="34653017" y="15792520"/>
                    <a:pt x="34708895" y="15736641"/>
                    <a:pt x="34708895" y="1566806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1199133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786652"/>
            <a:ext cx="14694421" cy="1008859"/>
            <a:chOff x="0" y="0"/>
            <a:chExt cx="16067986" cy="11031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1039662"/>
            </a:xfrm>
            <a:custGeom>
              <a:avLst/>
              <a:gdLst/>
              <a:ahLst/>
              <a:cxnLst/>
              <a:rect r="r" b="b" t="t" l="l"/>
              <a:pathLst>
                <a:path h="1039662" w="16004487">
                  <a:moveTo>
                    <a:pt x="15911776" y="1039662"/>
                  </a:moveTo>
                  <a:lnTo>
                    <a:pt x="92710" y="1039662"/>
                  </a:lnTo>
                  <a:cubicBezTo>
                    <a:pt x="41910" y="1039662"/>
                    <a:pt x="0" y="997752"/>
                    <a:pt x="0" y="946952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945682"/>
                  </a:lnTo>
                  <a:cubicBezTo>
                    <a:pt x="16004487" y="997752"/>
                    <a:pt x="15962576" y="1039662"/>
                    <a:pt x="15911776" y="1039662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1103162"/>
            </a:xfrm>
            <a:custGeom>
              <a:avLst/>
              <a:gdLst/>
              <a:ahLst/>
              <a:cxnLst/>
              <a:rect r="r" b="b" t="t" l="l"/>
              <a:pathLst>
                <a:path h="1103162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978702"/>
                  </a:lnTo>
                  <a:cubicBezTo>
                    <a:pt x="16008296" y="1014262"/>
                    <a:pt x="15979087" y="1043472"/>
                    <a:pt x="15943526" y="1043472"/>
                  </a:cubicBezTo>
                  <a:lnTo>
                    <a:pt x="124460" y="1043472"/>
                  </a:lnTo>
                  <a:cubicBezTo>
                    <a:pt x="88900" y="1043472"/>
                    <a:pt x="59690" y="1014262"/>
                    <a:pt x="59690" y="97870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78702"/>
                  </a:lnTo>
                  <a:cubicBezTo>
                    <a:pt x="0" y="1047282"/>
                    <a:pt x="55880" y="1103162"/>
                    <a:pt x="124460" y="1103162"/>
                  </a:cubicBezTo>
                  <a:lnTo>
                    <a:pt x="15943526" y="1103162"/>
                  </a:lnTo>
                  <a:cubicBezTo>
                    <a:pt x="16012106" y="1103162"/>
                    <a:pt x="16067987" y="1047282"/>
                    <a:pt x="16067987" y="978702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377959" y="963221"/>
            <a:ext cx="603251" cy="603251"/>
          </a:xfrm>
          <a:custGeom>
            <a:avLst/>
            <a:gdLst/>
            <a:ahLst/>
            <a:cxnLst/>
            <a:rect r="r" b="b" t="t" l="l"/>
            <a:pathLst>
              <a:path h="603251" w="603251">
                <a:moveTo>
                  <a:pt x="0" y="0"/>
                </a:moveTo>
                <a:lnTo>
                  <a:pt x="603250" y="0"/>
                </a:lnTo>
                <a:lnTo>
                  <a:pt x="603250" y="603251"/>
                </a:lnTo>
                <a:lnTo>
                  <a:pt x="0" y="603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49017" y="3052097"/>
            <a:ext cx="496751" cy="496751"/>
          </a:xfrm>
          <a:custGeom>
            <a:avLst/>
            <a:gdLst/>
            <a:ahLst/>
            <a:cxnLst/>
            <a:rect r="r" b="b" t="t" l="l"/>
            <a:pathLst>
              <a:path h="496751" w="496751">
                <a:moveTo>
                  <a:pt x="0" y="0"/>
                </a:moveTo>
                <a:lnTo>
                  <a:pt x="496751" y="0"/>
                </a:lnTo>
                <a:lnTo>
                  <a:pt x="496751" y="496751"/>
                </a:lnTo>
                <a:lnTo>
                  <a:pt x="0" y="496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52972" y="3011507"/>
            <a:ext cx="13120586" cy="336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Mapeo Lexicográfico: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Es la forma en que una matriz multidimensional se guarda en memoria lineal (como un arreglo de una sola dimensión).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Row-major Order: 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Es una forma de almacenar matrices en la memoria fila por fila.</a:t>
            </a:r>
          </a:p>
          <a:p>
            <a:pPr algn="l">
              <a:lnSpc>
                <a:spcPts val="2995"/>
              </a:lnSpc>
            </a:pPr>
          </a:p>
          <a:p>
            <a:pPr algn="l">
              <a:lnSpc>
                <a:spcPts val="2995"/>
              </a:lnSpc>
            </a:pPr>
            <a:r>
              <a:rPr lang="en-US" sz="2995" b="true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Column-major Order:</a:t>
            </a:r>
            <a:r>
              <a:rPr lang="en-US" sz="2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Es una forma de almacenar matrices en la memoria columna por columna.</a:t>
            </a:r>
          </a:p>
          <a:p>
            <a:pPr algn="l">
              <a:lnSpc>
                <a:spcPts val="299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467959" y="887021"/>
            <a:ext cx="1349061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59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Conceptos Claves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049017" y="4167292"/>
            <a:ext cx="496751" cy="496751"/>
          </a:xfrm>
          <a:custGeom>
            <a:avLst/>
            <a:gdLst/>
            <a:ahLst/>
            <a:cxnLst/>
            <a:rect r="r" b="b" t="t" l="l"/>
            <a:pathLst>
              <a:path h="496751" w="496751">
                <a:moveTo>
                  <a:pt x="0" y="0"/>
                </a:moveTo>
                <a:lnTo>
                  <a:pt x="496751" y="0"/>
                </a:lnTo>
                <a:lnTo>
                  <a:pt x="496751" y="496752"/>
                </a:lnTo>
                <a:lnTo>
                  <a:pt x="0" y="496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49017" y="5216663"/>
            <a:ext cx="496751" cy="496751"/>
          </a:xfrm>
          <a:custGeom>
            <a:avLst/>
            <a:gdLst/>
            <a:ahLst/>
            <a:cxnLst/>
            <a:rect r="r" b="b" t="t" l="l"/>
            <a:pathLst>
              <a:path h="496751" w="496751">
                <a:moveTo>
                  <a:pt x="0" y="0"/>
                </a:moveTo>
                <a:lnTo>
                  <a:pt x="496751" y="0"/>
                </a:lnTo>
                <a:lnTo>
                  <a:pt x="496751" y="496751"/>
                </a:lnTo>
                <a:lnTo>
                  <a:pt x="0" y="496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13723" y="2954357"/>
            <a:ext cx="367339" cy="367339"/>
          </a:xfrm>
          <a:custGeom>
            <a:avLst/>
            <a:gdLst/>
            <a:ahLst/>
            <a:cxnLst/>
            <a:rect r="r" b="b" t="t" l="l"/>
            <a:pathLst>
              <a:path h="367339" w="367339">
                <a:moveTo>
                  <a:pt x="0" y="0"/>
                </a:moveTo>
                <a:lnTo>
                  <a:pt x="367339" y="0"/>
                </a:lnTo>
                <a:lnTo>
                  <a:pt x="367339" y="367339"/>
                </a:lnTo>
                <a:lnTo>
                  <a:pt x="0" y="367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96789" y="2541876"/>
            <a:ext cx="14694421" cy="844899"/>
            <a:chOff x="0" y="0"/>
            <a:chExt cx="16067986" cy="9238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1750" y="31750"/>
              <a:ext cx="16004487" cy="860376"/>
            </a:xfrm>
            <a:custGeom>
              <a:avLst/>
              <a:gdLst/>
              <a:ahLst/>
              <a:cxnLst/>
              <a:rect r="r" b="b" t="t" l="l"/>
              <a:pathLst>
                <a:path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7987" cy="923876"/>
            </a:xfrm>
            <a:custGeom>
              <a:avLst/>
              <a:gdLst/>
              <a:ahLst/>
              <a:cxnLst/>
              <a:rect r="r" b="b" t="t" l="l"/>
              <a:pathLst>
                <a:path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96789" y="3351660"/>
            <a:ext cx="14694421" cy="828779"/>
            <a:chOff x="0" y="0"/>
            <a:chExt cx="34773228" cy="19612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1750" y="31750"/>
              <a:ext cx="34709726" cy="1897743"/>
            </a:xfrm>
            <a:custGeom>
              <a:avLst/>
              <a:gdLst/>
              <a:ahLst/>
              <a:cxnLst/>
              <a:rect r="r" b="b" t="t" l="l"/>
              <a:pathLst>
                <a:path h="1897743" w="34709726">
                  <a:moveTo>
                    <a:pt x="34617019" y="1897743"/>
                  </a:moveTo>
                  <a:lnTo>
                    <a:pt x="92710" y="1897743"/>
                  </a:lnTo>
                  <a:cubicBezTo>
                    <a:pt x="41910" y="1897743"/>
                    <a:pt x="0" y="1855833"/>
                    <a:pt x="0" y="1805033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1803763"/>
                  </a:lnTo>
                  <a:cubicBezTo>
                    <a:pt x="34709726" y="1855833"/>
                    <a:pt x="34667819" y="1897743"/>
                    <a:pt x="34617019" y="1897743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73229" cy="1961243"/>
            </a:xfrm>
            <a:custGeom>
              <a:avLst/>
              <a:gdLst/>
              <a:ahLst/>
              <a:cxnLst/>
              <a:rect r="r" b="b" t="t" l="l"/>
              <a:pathLst>
                <a:path h="1961243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1836783"/>
                  </a:lnTo>
                  <a:cubicBezTo>
                    <a:pt x="34713537" y="1872343"/>
                    <a:pt x="34684326" y="1901553"/>
                    <a:pt x="34648769" y="1901553"/>
                  </a:cubicBezTo>
                  <a:lnTo>
                    <a:pt x="124460" y="1901553"/>
                  </a:lnTo>
                  <a:cubicBezTo>
                    <a:pt x="88900" y="1901553"/>
                    <a:pt x="59690" y="1872343"/>
                    <a:pt x="59690" y="183678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36783"/>
                  </a:lnTo>
                  <a:cubicBezTo>
                    <a:pt x="0" y="1905363"/>
                    <a:pt x="55880" y="1961243"/>
                    <a:pt x="124460" y="1961243"/>
                  </a:cubicBezTo>
                  <a:lnTo>
                    <a:pt x="34648769" y="1961243"/>
                  </a:lnTo>
                  <a:cubicBezTo>
                    <a:pt x="34717348" y="1961243"/>
                    <a:pt x="34773229" y="1905363"/>
                    <a:pt x="34773229" y="1836783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47249" y="867442"/>
            <a:ext cx="845857" cy="845857"/>
          </a:xfrm>
          <a:custGeom>
            <a:avLst/>
            <a:gdLst/>
            <a:ahLst/>
            <a:cxnLst/>
            <a:rect r="r" b="b" t="t" l="l"/>
            <a:pathLst>
              <a:path h="845857" w="845857">
                <a:moveTo>
                  <a:pt x="0" y="0"/>
                </a:moveTo>
                <a:lnTo>
                  <a:pt x="845856" y="0"/>
                </a:lnTo>
                <a:lnTo>
                  <a:pt x="845856" y="845857"/>
                </a:lnTo>
                <a:lnTo>
                  <a:pt x="0" y="845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90640" y="2657573"/>
            <a:ext cx="613506" cy="613506"/>
          </a:xfrm>
          <a:custGeom>
            <a:avLst/>
            <a:gdLst/>
            <a:ahLst/>
            <a:cxnLst/>
            <a:rect r="r" b="b" t="t" l="l"/>
            <a:pathLst>
              <a:path h="613506" w="613506">
                <a:moveTo>
                  <a:pt x="0" y="0"/>
                </a:moveTo>
                <a:lnTo>
                  <a:pt x="613506" y="0"/>
                </a:lnTo>
                <a:lnTo>
                  <a:pt x="613506" y="613506"/>
                </a:lnTo>
                <a:lnTo>
                  <a:pt x="0" y="613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5756113" y="5446927"/>
            <a:ext cx="6775773" cy="3811373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VALOR SEMANAL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46864" y="2669051"/>
            <a:ext cx="4970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Resilencia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13723" y="3398335"/>
            <a:ext cx="13993066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“La resiliencia no es evitar caer, sino aprender a levantarse con más fuerza cada vez que la vida te pone a prueba.”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1551" y="2442168"/>
            <a:ext cx="14694421" cy="844899"/>
            <a:chOff x="0" y="0"/>
            <a:chExt cx="19592561" cy="11265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592561" cy="1126532"/>
              <a:chOff x="0" y="0"/>
              <a:chExt cx="16067986" cy="9238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31750" y="31750"/>
                <a:ext cx="16004487" cy="860376"/>
              </a:xfrm>
              <a:custGeom>
                <a:avLst/>
                <a:gdLst/>
                <a:ahLst/>
                <a:cxnLst/>
                <a:rect r="r" b="b" t="t" l="l"/>
                <a:pathLst>
                  <a:path h="860376" w="16004487">
                    <a:moveTo>
                      <a:pt x="15911776" y="860376"/>
                    </a:moveTo>
                    <a:lnTo>
                      <a:pt x="92710" y="860376"/>
                    </a:lnTo>
                    <a:cubicBezTo>
                      <a:pt x="41910" y="860376"/>
                      <a:pt x="0" y="818466"/>
                      <a:pt x="0" y="767666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5910506" y="0"/>
                    </a:lnTo>
                    <a:cubicBezTo>
                      <a:pt x="15961306" y="0"/>
                      <a:pt x="16003217" y="41910"/>
                      <a:pt x="16003217" y="92710"/>
                    </a:cubicBezTo>
                    <a:lnTo>
                      <a:pt x="16003217" y="766396"/>
                    </a:lnTo>
                    <a:cubicBezTo>
                      <a:pt x="16004487" y="818466"/>
                      <a:pt x="15962576" y="860376"/>
                      <a:pt x="15911776" y="860376"/>
                    </a:cubicBezTo>
                    <a:close/>
                  </a:path>
                </a:pathLst>
              </a:custGeom>
              <a:solidFill>
                <a:srgbClr val="004A98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6067987" cy="923876"/>
              </a:xfrm>
              <a:custGeom>
                <a:avLst/>
                <a:gdLst/>
                <a:ahLst/>
                <a:cxnLst/>
                <a:rect r="r" b="b" t="t" l="l"/>
                <a:pathLst>
                  <a:path h="923876" w="16067987">
                    <a:moveTo>
                      <a:pt x="15943526" y="59690"/>
                    </a:moveTo>
                    <a:cubicBezTo>
                      <a:pt x="15979087" y="59690"/>
                      <a:pt x="16008296" y="88900"/>
                      <a:pt x="16008296" y="124460"/>
                    </a:cubicBezTo>
                    <a:lnTo>
                      <a:pt x="16008296" y="799416"/>
                    </a:lnTo>
                    <a:cubicBezTo>
                      <a:pt x="16008296" y="834976"/>
                      <a:pt x="15979087" y="864186"/>
                      <a:pt x="15943526" y="864186"/>
                    </a:cubicBezTo>
                    <a:lnTo>
                      <a:pt x="124460" y="864186"/>
                    </a:lnTo>
                    <a:cubicBezTo>
                      <a:pt x="88900" y="864186"/>
                      <a:pt x="59690" y="834976"/>
                      <a:pt x="59690" y="799416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5943526" y="59690"/>
                    </a:lnTo>
                    <a:moveTo>
                      <a:pt x="15943526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799416"/>
                    </a:lnTo>
                    <a:cubicBezTo>
                      <a:pt x="0" y="867996"/>
                      <a:pt x="55880" y="923876"/>
                      <a:pt x="124460" y="923876"/>
                    </a:cubicBezTo>
                    <a:lnTo>
                      <a:pt x="15943526" y="923876"/>
                    </a:lnTo>
                    <a:cubicBezTo>
                      <a:pt x="16012106" y="923876"/>
                      <a:pt x="16067987" y="867996"/>
                      <a:pt x="16067987" y="799416"/>
                    </a:cubicBezTo>
                    <a:lnTo>
                      <a:pt x="16067987" y="124460"/>
                    </a:lnTo>
                    <a:cubicBezTo>
                      <a:pt x="16067987" y="55880"/>
                      <a:pt x="16012106" y="0"/>
                      <a:pt x="1594352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10551" y="191791"/>
              <a:ext cx="662722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44" b="true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Videos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91551" y="4552173"/>
            <a:ext cx="14694421" cy="844899"/>
            <a:chOff x="0" y="0"/>
            <a:chExt cx="16067986" cy="923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750" y="31750"/>
              <a:ext cx="16004487" cy="860376"/>
            </a:xfrm>
            <a:custGeom>
              <a:avLst/>
              <a:gdLst/>
              <a:ahLst/>
              <a:cxnLst/>
              <a:rect r="r" b="b" t="t" l="l"/>
              <a:pathLst>
                <a:path h="860376" w="16004487">
                  <a:moveTo>
                    <a:pt x="15911776" y="860376"/>
                  </a:moveTo>
                  <a:lnTo>
                    <a:pt x="92710" y="860376"/>
                  </a:lnTo>
                  <a:cubicBezTo>
                    <a:pt x="41910" y="860376"/>
                    <a:pt x="0" y="818466"/>
                    <a:pt x="0" y="76766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5910506" y="0"/>
                  </a:lnTo>
                  <a:cubicBezTo>
                    <a:pt x="15961306" y="0"/>
                    <a:pt x="16003217" y="41910"/>
                    <a:pt x="16003217" y="92710"/>
                  </a:cubicBezTo>
                  <a:lnTo>
                    <a:pt x="16003217" y="766396"/>
                  </a:lnTo>
                  <a:cubicBezTo>
                    <a:pt x="16004487" y="818466"/>
                    <a:pt x="15962576" y="860376"/>
                    <a:pt x="15911776" y="860376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67987" cy="923876"/>
            </a:xfrm>
            <a:custGeom>
              <a:avLst/>
              <a:gdLst/>
              <a:ahLst/>
              <a:cxnLst/>
              <a:rect r="r" b="b" t="t" l="l"/>
              <a:pathLst>
                <a:path h="923876" w="16067987">
                  <a:moveTo>
                    <a:pt x="15943526" y="59690"/>
                  </a:moveTo>
                  <a:cubicBezTo>
                    <a:pt x="15979087" y="59690"/>
                    <a:pt x="16008296" y="88900"/>
                    <a:pt x="16008296" y="124460"/>
                  </a:cubicBezTo>
                  <a:lnTo>
                    <a:pt x="16008296" y="799416"/>
                  </a:lnTo>
                  <a:cubicBezTo>
                    <a:pt x="16008296" y="834976"/>
                    <a:pt x="15979087" y="864186"/>
                    <a:pt x="15943526" y="864186"/>
                  </a:cubicBezTo>
                  <a:lnTo>
                    <a:pt x="124460" y="864186"/>
                  </a:lnTo>
                  <a:cubicBezTo>
                    <a:pt x="88900" y="864186"/>
                    <a:pt x="59690" y="834976"/>
                    <a:pt x="59690" y="79941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5943526" y="59690"/>
                  </a:lnTo>
                  <a:moveTo>
                    <a:pt x="1594352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799416"/>
                  </a:lnTo>
                  <a:cubicBezTo>
                    <a:pt x="0" y="867996"/>
                    <a:pt x="55880" y="923876"/>
                    <a:pt x="124460" y="923876"/>
                  </a:cubicBezTo>
                  <a:lnTo>
                    <a:pt x="15943526" y="923876"/>
                  </a:lnTo>
                  <a:cubicBezTo>
                    <a:pt x="16012106" y="923876"/>
                    <a:pt x="16067987" y="867996"/>
                    <a:pt x="16067987" y="799416"/>
                  </a:cubicBezTo>
                  <a:lnTo>
                    <a:pt x="16067987" y="124460"/>
                  </a:lnTo>
                  <a:cubicBezTo>
                    <a:pt x="16067987" y="55880"/>
                    <a:pt x="16012106" y="0"/>
                    <a:pt x="159435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96789" y="3252860"/>
            <a:ext cx="14667236" cy="674186"/>
            <a:chOff x="0" y="0"/>
            <a:chExt cx="34708896" cy="1595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1750" y="31750"/>
              <a:ext cx="34645395" cy="1531911"/>
            </a:xfrm>
            <a:custGeom>
              <a:avLst/>
              <a:gdLst/>
              <a:ahLst/>
              <a:cxnLst/>
              <a:rect r="r" b="b" t="t" l="l"/>
              <a:pathLst>
                <a:path h="1531911" w="34645395">
                  <a:moveTo>
                    <a:pt x="34552685" y="1531911"/>
                  </a:moveTo>
                  <a:lnTo>
                    <a:pt x="92710" y="1531911"/>
                  </a:lnTo>
                  <a:cubicBezTo>
                    <a:pt x="41910" y="1531911"/>
                    <a:pt x="0" y="1490001"/>
                    <a:pt x="0" y="1439201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551417" y="0"/>
                  </a:lnTo>
                  <a:cubicBezTo>
                    <a:pt x="34602217" y="0"/>
                    <a:pt x="34644127" y="41910"/>
                    <a:pt x="34644127" y="92710"/>
                  </a:cubicBezTo>
                  <a:lnTo>
                    <a:pt x="34644127" y="1437931"/>
                  </a:lnTo>
                  <a:cubicBezTo>
                    <a:pt x="34645395" y="1490001"/>
                    <a:pt x="34603485" y="1531911"/>
                    <a:pt x="34552685" y="1531911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08895" cy="1595411"/>
            </a:xfrm>
            <a:custGeom>
              <a:avLst/>
              <a:gdLst/>
              <a:ahLst/>
              <a:cxnLst/>
              <a:rect r="r" b="b" t="t" l="l"/>
              <a:pathLst>
                <a:path h="1595411" w="34708895">
                  <a:moveTo>
                    <a:pt x="34584435" y="59690"/>
                  </a:moveTo>
                  <a:cubicBezTo>
                    <a:pt x="34619995" y="59690"/>
                    <a:pt x="34649206" y="88900"/>
                    <a:pt x="34649206" y="124460"/>
                  </a:cubicBezTo>
                  <a:lnTo>
                    <a:pt x="34649206" y="1470951"/>
                  </a:lnTo>
                  <a:cubicBezTo>
                    <a:pt x="34649206" y="1506511"/>
                    <a:pt x="34619995" y="1535721"/>
                    <a:pt x="34584435" y="1535721"/>
                  </a:cubicBezTo>
                  <a:lnTo>
                    <a:pt x="124460" y="1535721"/>
                  </a:lnTo>
                  <a:cubicBezTo>
                    <a:pt x="88900" y="1535721"/>
                    <a:pt x="59690" y="1506511"/>
                    <a:pt x="59690" y="147095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584435" y="59690"/>
                  </a:lnTo>
                  <a:moveTo>
                    <a:pt x="345844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470951"/>
                  </a:lnTo>
                  <a:cubicBezTo>
                    <a:pt x="0" y="1539531"/>
                    <a:pt x="55880" y="1595411"/>
                    <a:pt x="124460" y="1595411"/>
                  </a:cubicBezTo>
                  <a:lnTo>
                    <a:pt x="34584435" y="1595411"/>
                  </a:lnTo>
                  <a:cubicBezTo>
                    <a:pt x="34653017" y="1595411"/>
                    <a:pt x="34708895" y="1539531"/>
                    <a:pt x="34708895" y="1470951"/>
                  </a:cubicBezTo>
                  <a:lnTo>
                    <a:pt x="34708895" y="124460"/>
                  </a:lnTo>
                  <a:cubicBezTo>
                    <a:pt x="34708895" y="55880"/>
                    <a:pt x="34653017" y="0"/>
                    <a:pt x="345844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91551" y="5361957"/>
            <a:ext cx="14694421" cy="1417639"/>
            <a:chOff x="0" y="0"/>
            <a:chExt cx="34773228" cy="3354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750" y="31750"/>
              <a:ext cx="34709726" cy="3291234"/>
            </a:xfrm>
            <a:custGeom>
              <a:avLst/>
              <a:gdLst/>
              <a:ahLst/>
              <a:cxnLst/>
              <a:rect r="r" b="b" t="t" l="l"/>
              <a:pathLst>
                <a:path h="3291234" w="34709726">
                  <a:moveTo>
                    <a:pt x="34617019" y="3291234"/>
                  </a:moveTo>
                  <a:lnTo>
                    <a:pt x="92710" y="3291234"/>
                  </a:lnTo>
                  <a:cubicBezTo>
                    <a:pt x="41910" y="3291234"/>
                    <a:pt x="0" y="3249323"/>
                    <a:pt x="0" y="319852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4615748" y="0"/>
                  </a:lnTo>
                  <a:cubicBezTo>
                    <a:pt x="34666548" y="0"/>
                    <a:pt x="34708458" y="41910"/>
                    <a:pt x="34708458" y="92710"/>
                  </a:cubicBezTo>
                  <a:lnTo>
                    <a:pt x="34708458" y="3197254"/>
                  </a:lnTo>
                  <a:cubicBezTo>
                    <a:pt x="34709726" y="3249323"/>
                    <a:pt x="34667819" y="3291234"/>
                    <a:pt x="34617019" y="3291234"/>
                  </a:cubicBezTo>
                  <a:close/>
                </a:path>
              </a:pathLst>
            </a:custGeom>
            <a:solidFill>
              <a:srgbClr val="92BA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773229" cy="3354734"/>
            </a:xfrm>
            <a:custGeom>
              <a:avLst/>
              <a:gdLst/>
              <a:ahLst/>
              <a:cxnLst/>
              <a:rect r="r" b="b" t="t" l="l"/>
              <a:pathLst>
                <a:path h="3354734" w="34773229">
                  <a:moveTo>
                    <a:pt x="34648769" y="59690"/>
                  </a:moveTo>
                  <a:cubicBezTo>
                    <a:pt x="34684326" y="59690"/>
                    <a:pt x="34713537" y="88900"/>
                    <a:pt x="34713537" y="124460"/>
                  </a:cubicBezTo>
                  <a:lnTo>
                    <a:pt x="34713537" y="3230274"/>
                  </a:lnTo>
                  <a:cubicBezTo>
                    <a:pt x="34713537" y="3265834"/>
                    <a:pt x="34684326" y="3295043"/>
                    <a:pt x="34648769" y="3295043"/>
                  </a:cubicBezTo>
                  <a:lnTo>
                    <a:pt x="124460" y="3295043"/>
                  </a:lnTo>
                  <a:cubicBezTo>
                    <a:pt x="88900" y="3295043"/>
                    <a:pt x="59690" y="3265834"/>
                    <a:pt x="59690" y="323027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48769" y="59690"/>
                  </a:lnTo>
                  <a:moveTo>
                    <a:pt x="346487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3230274"/>
                  </a:lnTo>
                  <a:cubicBezTo>
                    <a:pt x="0" y="3298854"/>
                    <a:pt x="55880" y="3354734"/>
                    <a:pt x="124460" y="3354734"/>
                  </a:cubicBezTo>
                  <a:lnTo>
                    <a:pt x="34648769" y="3354734"/>
                  </a:lnTo>
                  <a:cubicBezTo>
                    <a:pt x="34717348" y="3354734"/>
                    <a:pt x="34773229" y="3298854"/>
                    <a:pt x="34773229" y="3230274"/>
                  </a:cubicBezTo>
                  <a:lnTo>
                    <a:pt x="34773229" y="124460"/>
                  </a:lnTo>
                  <a:cubicBezTo>
                    <a:pt x="34773229" y="55880"/>
                    <a:pt x="34717348" y="0"/>
                    <a:pt x="3464876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946487" y="2607466"/>
            <a:ext cx="514303" cy="514303"/>
          </a:xfrm>
          <a:custGeom>
            <a:avLst/>
            <a:gdLst/>
            <a:ahLst/>
            <a:cxnLst/>
            <a:rect r="r" b="b" t="t" l="l"/>
            <a:pathLst>
              <a:path h="514303" w="514303">
                <a:moveTo>
                  <a:pt x="0" y="0"/>
                </a:moveTo>
                <a:lnTo>
                  <a:pt x="514304" y="0"/>
                </a:lnTo>
                <a:lnTo>
                  <a:pt x="514304" y="514303"/>
                </a:lnTo>
                <a:lnTo>
                  <a:pt x="0" y="514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956667" y="3397887"/>
            <a:ext cx="524396" cy="384132"/>
          </a:xfrm>
          <a:custGeom>
            <a:avLst/>
            <a:gdLst/>
            <a:ahLst/>
            <a:cxnLst/>
            <a:rect r="r" b="b" t="t" l="l"/>
            <a:pathLst>
              <a:path h="384132" w="524396">
                <a:moveTo>
                  <a:pt x="0" y="0"/>
                </a:moveTo>
                <a:lnTo>
                  <a:pt x="524395" y="0"/>
                </a:lnTo>
                <a:lnTo>
                  <a:pt x="524395" y="384132"/>
                </a:lnTo>
                <a:lnTo>
                  <a:pt x="0" y="384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178" r="0" b="-18335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56667" y="4746060"/>
            <a:ext cx="628687" cy="502850"/>
          </a:xfrm>
          <a:custGeom>
            <a:avLst/>
            <a:gdLst/>
            <a:ahLst/>
            <a:cxnLst/>
            <a:rect r="r" b="b" t="t" l="l"/>
            <a:pathLst>
              <a:path h="502850" w="628687">
                <a:moveTo>
                  <a:pt x="0" y="0"/>
                </a:moveTo>
                <a:lnTo>
                  <a:pt x="628686" y="0"/>
                </a:lnTo>
                <a:lnTo>
                  <a:pt x="628686" y="502850"/>
                </a:lnTo>
                <a:lnTo>
                  <a:pt x="0" y="502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894" r="0" b="-1213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008812" y="5549688"/>
            <a:ext cx="262198" cy="374394"/>
          </a:xfrm>
          <a:custGeom>
            <a:avLst/>
            <a:gdLst/>
            <a:ahLst/>
            <a:cxnLst/>
            <a:rect r="r" b="b" t="t" l="l"/>
            <a:pathLst>
              <a:path h="374394" w="262198">
                <a:moveTo>
                  <a:pt x="0" y="0"/>
                </a:moveTo>
                <a:lnTo>
                  <a:pt x="262198" y="0"/>
                </a:lnTo>
                <a:lnTo>
                  <a:pt x="262198" y="374394"/>
                </a:lnTo>
                <a:lnTo>
                  <a:pt x="0" y="3743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738" t="-1915" r="-24546" b="-1932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973586" y="870124"/>
            <a:ext cx="840494" cy="840494"/>
          </a:xfrm>
          <a:custGeom>
            <a:avLst/>
            <a:gdLst/>
            <a:ahLst/>
            <a:cxnLst/>
            <a:rect r="r" b="b" t="t" l="l"/>
            <a:pathLst>
              <a:path h="840494" w="840494">
                <a:moveTo>
                  <a:pt x="0" y="0"/>
                </a:moveTo>
                <a:lnTo>
                  <a:pt x="840494" y="0"/>
                </a:lnTo>
                <a:lnTo>
                  <a:pt x="840494" y="840494"/>
                </a:lnTo>
                <a:lnTo>
                  <a:pt x="0" y="840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710954" y="4679385"/>
            <a:ext cx="4970417" cy="52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4" b="true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Libros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27551" y="3286574"/>
            <a:ext cx="13202142" cy="454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 u="sng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  <a:hlinkClick r:id="rId8" tooltip="https://www.youtube.com/watch?v=8etz-9qmcdI"/>
              </a:rPr>
              <a:t>Mapeo Lexicográfico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18915" y="5408632"/>
            <a:ext cx="13469775" cy="95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1995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Cormen, T. H., Leiserson, C. E., Rivest, R. L., &amp; Stein, C. (2010). Introducción a los algoritmos (3.ª ed., trad. Alfonso Martín Cerdá). Editorial Reverté.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REFERENCIAS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717072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21346"/>
          <a:stretch>
            <a:fillRect/>
          </a:stretch>
        </p:blipFill>
        <p:spPr>
          <a:xfrm flipH="false" flipV="false" rot="0">
            <a:off x="5477334" y="3318061"/>
            <a:ext cx="7333332" cy="5155113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4599681" y="851544"/>
            <a:ext cx="877653" cy="877653"/>
          </a:xfrm>
          <a:custGeom>
            <a:avLst/>
            <a:gdLst/>
            <a:ahLst/>
            <a:cxnLst/>
            <a:rect r="r" b="b" t="t" l="l"/>
            <a:pathLst>
              <a:path h="877653" w="877653">
                <a:moveTo>
                  <a:pt x="0" y="0"/>
                </a:moveTo>
                <a:lnTo>
                  <a:pt x="877653" y="0"/>
                </a:lnTo>
                <a:lnTo>
                  <a:pt x="877653" y="877653"/>
                </a:lnTo>
                <a:lnTo>
                  <a:pt x="0" y="877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81062" y="806183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DUDAS/COMENTARIOS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tenor.com/view/gracias-por-su-atenci%C3%B3n-gif-26313656"/>
          </p:cNvPr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2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5896" y="1371968"/>
            <a:ext cx="15996208" cy="1146598"/>
            <a:chOff x="0" y="0"/>
            <a:chExt cx="17491459" cy="1253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17427958" cy="1190277"/>
            </a:xfrm>
            <a:custGeom>
              <a:avLst/>
              <a:gdLst/>
              <a:ahLst/>
              <a:cxnLst/>
              <a:rect r="r" b="b" t="t" l="l"/>
              <a:pathLst>
                <a:path h="1190277" w="17427958">
                  <a:moveTo>
                    <a:pt x="17335249" y="1190277"/>
                  </a:moveTo>
                  <a:lnTo>
                    <a:pt x="92710" y="1190277"/>
                  </a:lnTo>
                  <a:cubicBezTo>
                    <a:pt x="41910" y="1190277"/>
                    <a:pt x="0" y="1148367"/>
                    <a:pt x="0" y="1097567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7333979" y="0"/>
                  </a:lnTo>
                  <a:cubicBezTo>
                    <a:pt x="17384779" y="0"/>
                    <a:pt x="17426688" y="41910"/>
                    <a:pt x="17426688" y="92710"/>
                  </a:cubicBezTo>
                  <a:lnTo>
                    <a:pt x="17426688" y="1096297"/>
                  </a:lnTo>
                  <a:cubicBezTo>
                    <a:pt x="17427958" y="1148367"/>
                    <a:pt x="17386049" y="1190277"/>
                    <a:pt x="17335249" y="1190277"/>
                  </a:cubicBezTo>
                  <a:close/>
                </a:path>
              </a:pathLst>
            </a:custGeom>
            <a:solidFill>
              <a:srgbClr val="004A98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91459" cy="1253777"/>
            </a:xfrm>
            <a:custGeom>
              <a:avLst/>
              <a:gdLst/>
              <a:ahLst/>
              <a:cxnLst/>
              <a:rect r="r" b="b" t="t" l="l"/>
              <a:pathLst>
                <a:path h="1253777" w="17491459">
                  <a:moveTo>
                    <a:pt x="17366999" y="59690"/>
                  </a:moveTo>
                  <a:cubicBezTo>
                    <a:pt x="17402558" y="59690"/>
                    <a:pt x="17431769" y="88900"/>
                    <a:pt x="17431769" y="124460"/>
                  </a:cubicBezTo>
                  <a:lnTo>
                    <a:pt x="17431769" y="1129317"/>
                  </a:lnTo>
                  <a:cubicBezTo>
                    <a:pt x="17431769" y="1164877"/>
                    <a:pt x="17402558" y="1194087"/>
                    <a:pt x="17366999" y="1194087"/>
                  </a:cubicBezTo>
                  <a:lnTo>
                    <a:pt x="124460" y="1194087"/>
                  </a:lnTo>
                  <a:cubicBezTo>
                    <a:pt x="88900" y="1194087"/>
                    <a:pt x="59690" y="1164877"/>
                    <a:pt x="59690" y="1129317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7366999" y="59690"/>
                  </a:lnTo>
                  <a:moveTo>
                    <a:pt x="1736699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29317"/>
                  </a:lnTo>
                  <a:cubicBezTo>
                    <a:pt x="0" y="1197897"/>
                    <a:pt x="55880" y="1253777"/>
                    <a:pt x="124460" y="1253777"/>
                  </a:cubicBezTo>
                  <a:lnTo>
                    <a:pt x="17366999" y="1253777"/>
                  </a:lnTo>
                  <a:cubicBezTo>
                    <a:pt x="17435579" y="1253777"/>
                    <a:pt x="17491459" y="1197897"/>
                    <a:pt x="17491459" y="1129317"/>
                  </a:cubicBezTo>
                  <a:lnTo>
                    <a:pt x="17491459" y="124460"/>
                  </a:lnTo>
                  <a:cubicBezTo>
                    <a:pt x="17491459" y="55880"/>
                    <a:pt x="17435579" y="0"/>
                    <a:pt x="173669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24291" r="0" b="0"/>
          <a:stretch>
            <a:fillRect/>
          </a:stretch>
        </p:blipFill>
        <p:spPr>
          <a:xfrm flipH="false" flipV="false" rot="0">
            <a:off x="4921955" y="3460633"/>
            <a:ext cx="8444090" cy="4794681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481062" y="1461080"/>
            <a:ext cx="1329249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75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!Gracias por su Atención!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DAGoYabTCAU</dc:identifier>
  <dcterms:modified xsi:type="dcterms:W3CDTF">2011-08-01T06:04:30Z</dcterms:modified>
  <cp:revision>1</cp:revision>
  <dc:title>Semana5</dc:title>
</cp:coreProperties>
</file>