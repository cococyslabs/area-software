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Lobster"/>
      <p:regular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DPMg4C78uJZixm7NSDGvdFG0e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C9C8B2-7A6F-4A0C-A2DF-9959DAC9F6BD}">
  <a:tblStyle styleId="{FAC9C8B2-7A6F-4A0C-A2DF-9959DAC9F6B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Lobster-regular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c5e1ecf5a_0_7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ac5e1ecf5a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c5e1ecf5a_0_7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ac5e1ecf5a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c5e1ecf5a_0_7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ac5e1ecf5a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c5e1ecf5a_0_8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ac5e1ecf5a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2be67a53c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92be67a5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c5e1ecf5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ac5e1ecf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2be67a53c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92be67a5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c5e1ecf5a_0_8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ac5e1ecf5a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c5e1ecf5a_0_8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ac5e1ecf5a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2be67a53c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92be67a5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8f334e6ea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d8f334e6e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c5e1ecf5a_0_8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ac5e1ecf5a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5e1ecf5a_0_8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ac5e1ecf5a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c5e1ecf5a_0_742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c5e1ecf5a_0_697"/>
          <p:cNvSpPr/>
          <p:nvPr/>
        </p:nvSpPr>
        <p:spPr>
          <a:xfrm>
            <a:off x="0" y="5646288"/>
            <a:ext cx="14738400" cy="46338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g3ac5e1ecf5a_0_697"/>
          <p:cNvSpPr/>
          <p:nvPr/>
        </p:nvSpPr>
        <p:spPr>
          <a:xfrm flipH="1">
            <a:off x="7166420" y="3108226"/>
            <a:ext cx="11121000" cy="717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g3ac5e1ecf5a_0_697"/>
          <p:cNvGrpSpPr/>
          <p:nvPr/>
        </p:nvGrpSpPr>
        <p:grpSpPr>
          <a:xfrm>
            <a:off x="511982" y="-237"/>
            <a:ext cx="4502694" cy="2086816"/>
            <a:chOff x="3961956" y="4383950"/>
            <a:chExt cx="1160548" cy="548700"/>
          </a:xfrm>
        </p:grpSpPr>
        <p:sp>
          <p:nvSpPr>
            <p:cNvPr id="15" name="Google Shape;15;g3ac5e1ecf5a_0_697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3ac5e1ecf5a_0_697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ac5e1ecf5a_0_697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g3ac5e1ecf5a_0_697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572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g3ac5e1ecf5a_0_697"/>
          <p:cNvGrpSpPr/>
          <p:nvPr/>
        </p:nvGrpSpPr>
        <p:grpSpPr>
          <a:xfrm>
            <a:off x="69870" y="9044251"/>
            <a:ext cx="3186611" cy="1234144"/>
            <a:chOff x="6917201" y="0"/>
            <a:chExt cx="2227776" cy="863400"/>
          </a:xfrm>
        </p:grpSpPr>
        <p:sp>
          <p:nvSpPr>
            <p:cNvPr id="20" name="Google Shape;20;g3ac5e1ecf5a_0_69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3ac5e1ecf5a_0_69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g3ac5e1ecf5a_0_69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23;g3ac5e1ecf5a_0_697"/>
          <p:cNvGrpSpPr/>
          <p:nvPr/>
        </p:nvGrpSpPr>
        <p:grpSpPr>
          <a:xfrm>
            <a:off x="11772709" y="2486"/>
            <a:ext cx="6514908" cy="2523027"/>
            <a:chOff x="6917201" y="0"/>
            <a:chExt cx="2227776" cy="863400"/>
          </a:xfrm>
        </p:grpSpPr>
        <p:sp>
          <p:nvSpPr>
            <p:cNvPr id="24" name="Google Shape;24;g3ac5e1ecf5a_0_69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g3ac5e1ecf5a_0_69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ac5e1ecf5a_0_69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g3ac5e1ecf5a_0_697"/>
          <p:cNvSpPr txBox="1"/>
          <p:nvPr>
            <p:ph type="title"/>
          </p:nvPr>
        </p:nvSpPr>
        <p:spPr>
          <a:xfrm>
            <a:off x="2787858" y="2602292"/>
            <a:ext cx="127338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28" name="Google Shape;28;g3ac5e1ecf5a_0_69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c5e1ecf5a_0_676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ac5e1ecf5a_0_676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ac5e1ecf5a_0_676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572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ac5e1ecf5a_0_676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4" name="Google Shape;34;g3ac5e1ecf5a_0_676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5" name="Google Shape;35;g3ac5e1ecf5a_0_676"/>
          <p:cNvSpPr txBox="1"/>
          <p:nvPr>
            <p:ph idx="2" type="body"/>
          </p:nvPr>
        </p:nvSpPr>
        <p:spPr>
          <a:xfrm>
            <a:off x="927735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6" name="Google Shape;36;g3ac5e1ecf5a_0_67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ac5e1ecf5a_0_629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ac5e1ecf5a_0_629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ac5e1ecf5a_0_629"/>
          <p:cNvSpPr/>
          <p:nvPr/>
        </p:nvSpPr>
        <p:spPr>
          <a:xfrm rot="10800000">
            <a:off x="10117809" y="0"/>
            <a:ext cx="8170200" cy="4105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ac5e1ecf5a_0_629"/>
          <p:cNvSpPr/>
          <p:nvPr/>
        </p:nvSpPr>
        <p:spPr>
          <a:xfrm>
            <a:off x="4065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572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g3ac5e1ecf5a_0_629"/>
          <p:cNvGrpSpPr/>
          <p:nvPr/>
        </p:nvGrpSpPr>
        <p:grpSpPr>
          <a:xfrm>
            <a:off x="510401" y="1185"/>
            <a:ext cx="4500726" cy="2088600"/>
            <a:chOff x="255200" y="592"/>
            <a:chExt cx="2250363" cy="1044300"/>
          </a:xfrm>
        </p:grpSpPr>
        <p:sp>
          <p:nvSpPr>
            <p:cNvPr id="43" name="Google Shape;43;g3ac5e1ecf5a_0_629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ac5e1ecf5a_0_629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3ac5e1ecf5a_0_629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" name="Google Shape;46;g3ac5e1ecf5a_0_629"/>
          <p:cNvGrpSpPr/>
          <p:nvPr/>
        </p:nvGrpSpPr>
        <p:grpSpPr>
          <a:xfrm>
            <a:off x="1810790" y="1185"/>
            <a:ext cx="4500726" cy="2088600"/>
            <a:chOff x="905395" y="592"/>
            <a:chExt cx="2250363" cy="1044300"/>
          </a:xfrm>
        </p:grpSpPr>
        <p:sp>
          <p:nvSpPr>
            <p:cNvPr id="47" name="Google Shape;47;g3ac5e1ecf5a_0_629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3ac5e1ecf5a_0_629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ac5e1ecf5a_0_629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g3ac5e1ecf5a_0_629"/>
          <p:cNvGrpSpPr/>
          <p:nvPr/>
        </p:nvGrpSpPr>
        <p:grpSpPr>
          <a:xfrm>
            <a:off x="14114937" y="10177"/>
            <a:ext cx="3702564" cy="1504215"/>
            <a:chOff x="6917201" y="0"/>
            <a:chExt cx="2227776" cy="863400"/>
          </a:xfrm>
        </p:grpSpPr>
        <p:sp>
          <p:nvSpPr>
            <p:cNvPr id="51" name="Google Shape;51;g3ac5e1ecf5a_0_62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ac5e1ecf5a_0_62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3ac5e1ecf5a_0_62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" name="Google Shape;54;g3ac5e1ecf5a_0_629"/>
          <p:cNvGrpSpPr/>
          <p:nvPr/>
        </p:nvGrpSpPr>
        <p:grpSpPr>
          <a:xfrm>
            <a:off x="13106066" y="8435703"/>
            <a:ext cx="4778134" cy="1851475"/>
            <a:chOff x="6917201" y="0"/>
            <a:chExt cx="2227776" cy="863400"/>
          </a:xfrm>
        </p:grpSpPr>
        <p:sp>
          <p:nvSpPr>
            <p:cNvPr id="55" name="Google Shape;55;g3ac5e1ecf5a_0_62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ac5e1ecf5a_0_62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3ac5e1ecf5a_0_62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" name="Google Shape;58;g3ac5e1ecf5a_0_629"/>
          <p:cNvGrpSpPr/>
          <p:nvPr/>
        </p:nvGrpSpPr>
        <p:grpSpPr>
          <a:xfrm>
            <a:off x="398302" y="8111304"/>
            <a:ext cx="5590827" cy="2166616"/>
            <a:chOff x="6917201" y="0"/>
            <a:chExt cx="2227776" cy="863400"/>
          </a:xfrm>
        </p:grpSpPr>
        <p:sp>
          <p:nvSpPr>
            <p:cNvPr id="59" name="Google Shape;59;g3ac5e1ecf5a_0_62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ac5e1ecf5a_0_62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ac5e1ecf5a_0_62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g3ac5e1ecf5a_0_629"/>
          <p:cNvSpPr txBox="1"/>
          <p:nvPr>
            <p:ph type="ctrTitle"/>
          </p:nvPr>
        </p:nvSpPr>
        <p:spPr>
          <a:xfrm>
            <a:off x="3717406" y="3645666"/>
            <a:ext cx="107226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63" name="Google Shape;63;g3ac5e1ecf5a_0_629"/>
          <p:cNvSpPr txBox="1"/>
          <p:nvPr>
            <p:ph idx="1" type="subTitle"/>
          </p:nvPr>
        </p:nvSpPr>
        <p:spPr>
          <a:xfrm>
            <a:off x="3717400" y="6826316"/>
            <a:ext cx="107226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ac5e1ecf5a_0_629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c5e1ecf5a_0_669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ac5e1ecf5a_0_669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ac5e1ecf5a_0_669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572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ac5e1ecf5a_0_669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0" name="Google Shape;70;g3ac5e1ecf5a_0_669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71" name="Google Shape;71;g3ac5e1ecf5a_0_669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c5e1ecf5a_0_657"/>
          <p:cNvSpPr/>
          <p:nvPr/>
        </p:nvSpPr>
        <p:spPr>
          <a:xfrm flipH="1">
            <a:off x="9514200" y="4618800"/>
            <a:ext cx="8773800" cy="5668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" name="Google Shape;74;g3ac5e1ecf5a_0_657"/>
          <p:cNvGrpSpPr/>
          <p:nvPr/>
        </p:nvGrpSpPr>
        <p:grpSpPr>
          <a:xfrm>
            <a:off x="11188386" y="7922230"/>
            <a:ext cx="5820288" cy="2364680"/>
            <a:chOff x="6917201" y="0"/>
            <a:chExt cx="2227776" cy="863400"/>
          </a:xfrm>
        </p:grpSpPr>
        <p:sp>
          <p:nvSpPr>
            <p:cNvPr id="75" name="Google Shape;75;g3ac5e1ecf5a_0_65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ac5e1ecf5a_0_65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ac5e1ecf5a_0_65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" name="Google Shape;78;g3ac5e1ecf5a_0_657"/>
          <p:cNvGrpSpPr/>
          <p:nvPr/>
        </p:nvGrpSpPr>
        <p:grpSpPr>
          <a:xfrm>
            <a:off x="398302" y="4"/>
            <a:ext cx="5590827" cy="2166616"/>
            <a:chOff x="6917201" y="0"/>
            <a:chExt cx="2227776" cy="863400"/>
          </a:xfrm>
        </p:grpSpPr>
        <p:sp>
          <p:nvSpPr>
            <p:cNvPr id="79" name="Google Shape;79;g3ac5e1ecf5a_0_65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3ac5e1ecf5a_0_65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ac5e1ecf5a_0_65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g3ac5e1ecf5a_0_657"/>
          <p:cNvSpPr txBox="1"/>
          <p:nvPr>
            <p:ph type="title"/>
          </p:nvPr>
        </p:nvSpPr>
        <p:spPr>
          <a:xfrm>
            <a:off x="3777368" y="3492200"/>
            <a:ext cx="107550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g3ac5e1ecf5a_0_65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c5e1ecf5a_0_684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ac5e1ecf5a_0_684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ac5e1ecf5a_0_684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572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ac5e1ecf5a_0_684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9" name="Google Shape;89;g3ac5e1ecf5a_0_684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c5e1ecf5a_0_69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ac5e1ecf5a_0_69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ac5e1ecf5a_0_690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572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ac5e1ecf5a_0_690"/>
          <p:cNvSpPr txBox="1"/>
          <p:nvPr>
            <p:ph type="title"/>
          </p:nvPr>
        </p:nvSpPr>
        <p:spPr>
          <a:xfrm>
            <a:off x="1638300" y="1691200"/>
            <a:ext cx="741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5" name="Google Shape;95;g3ac5e1ecf5a_0_690"/>
          <p:cNvSpPr txBox="1"/>
          <p:nvPr>
            <p:ph idx="1" type="body"/>
          </p:nvPr>
        </p:nvSpPr>
        <p:spPr>
          <a:xfrm>
            <a:off x="1661400" y="4638100"/>
            <a:ext cx="7418400" cy="4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6" name="Google Shape;96;g3ac5e1ecf5a_0_69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c5e1ecf5a_0_715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ac5e1ecf5a_0_715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ac5e1ecf5a_0_715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572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ac5e1ecf5a_0_715"/>
          <p:cNvSpPr txBox="1"/>
          <p:nvPr>
            <p:ph type="title"/>
          </p:nvPr>
        </p:nvSpPr>
        <p:spPr>
          <a:xfrm>
            <a:off x="1638300" y="1691200"/>
            <a:ext cx="128484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2" name="Google Shape;102;g3ac5e1ecf5a_0_715"/>
          <p:cNvSpPr txBox="1"/>
          <p:nvPr>
            <p:ph idx="1" type="subTitle"/>
          </p:nvPr>
        </p:nvSpPr>
        <p:spPr>
          <a:xfrm>
            <a:off x="1638300" y="3101400"/>
            <a:ext cx="117198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g3ac5e1ecf5a_0_715"/>
          <p:cNvSpPr txBox="1"/>
          <p:nvPr>
            <p:ph idx="2" type="body"/>
          </p:nvPr>
        </p:nvSpPr>
        <p:spPr>
          <a:xfrm>
            <a:off x="1638300" y="4934100"/>
            <a:ext cx="11719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4" name="Google Shape;104;g3ac5e1ecf5a_0_71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5e1ecf5a_0_723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ac5e1ecf5a_0_723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c5e1ecf5a_0_723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572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ac5e1ecf5a_0_723"/>
          <p:cNvSpPr txBox="1"/>
          <p:nvPr>
            <p:ph idx="1" type="body"/>
          </p:nvPr>
        </p:nvSpPr>
        <p:spPr>
          <a:xfrm>
            <a:off x="656050" y="8327000"/>
            <a:ext cx="148302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110" name="Google Shape;110;g3ac5e1ecf5a_0_723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c5e1ecf5a_0_729"/>
          <p:cNvSpPr/>
          <p:nvPr/>
        </p:nvSpPr>
        <p:spPr>
          <a:xfrm flipH="1">
            <a:off x="11138400" y="5668150"/>
            <a:ext cx="7149600" cy="461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g3ac5e1ecf5a_0_729"/>
          <p:cNvGrpSpPr/>
          <p:nvPr/>
        </p:nvGrpSpPr>
        <p:grpSpPr>
          <a:xfrm>
            <a:off x="11918447" y="8239152"/>
            <a:ext cx="5041903" cy="2048330"/>
            <a:chOff x="6917201" y="0"/>
            <a:chExt cx="2227776" cy="863400"/>
          </a:xfrm>
        </p:grpSpPr>
        <p:sp>
          <p:nvSpPr>
            <p:cNvPr id="114" name="Google Shape;114;g3ac5e1ecf5a_0_72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ac5e1ecf5a_0_72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ac5e1ecf5a_0_72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g3ac5e1ecf5a_0_729"/>
          <p:cNvGrpSpPr/>
          <p:nvPr/>
        </p:nvGrpSpPr>
        <p:grpSpPr>
          <a:xfrm>
            <a:off x="398302" y="4"/>
            <a:ext cx="5590827" cy="2166616"/>
            <a:chOff x="6917201" y="0"/>
            <a:chExt cx="2227776" cy="863400"/>
          </a:xfrm>
        </p:grpSpPr>
        <p:sp>
          <p:nvSpPr>
            <p:cNvPr id="118" name="Google Shape;118;g3ac5e1ecf5a_0_72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ac5e1ecf5a_0_72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ac5e1ecf5a_0_72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g3ac5e1ecf5a_0_729"/>
          <p:cNvSpPr txBox="1"/>
          <p:nvPr>
            <p:ph hasCustomPrompt="1" type="title"/>
          </p:nvPr>
        </p:nvSpPr>
        <p:spPr>
          <a:xfrm>
            <a:off x="2771700" y="2767700"/>
            <a:ext cx="12744600" cy="27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g3ac5e1ecf5a_0_729"/>
          <p:cNvSpPr txBox="1"/>
          <p:nvPr>
            <p:ph idx="1" type="body"/>
          </p:nvPr>
        </p:nvSpPr>
        <p:spPr>
          <a:xfrm>
            <a:off x="2771700" y="5727700"/>
            <a:ext cx="127446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3" name="Google Shape;123;g3ac5e1ecf5a_0_729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c5e1ecf5a_0_62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ac5e1ecf5a_0_625"/>
          <p:cNvSpPr txBox="1"/>
          <p:nvPr>
            <p:ph idx="1" type="body"/>
          </p:nvPr>
        </p:nvSpPr>
        <p:spPr>
          <a:xfrm>
            <a:off x="623400" y="2304950"/>
            <a:ext cx="17041200" cy="6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ac5e1ecf5a_0_62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nxz7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https://github.com/nxz7" TargetMode="External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forms/d/e/1FAIpQLSeqUsxpmKVCyi94HPtAXhrkYmQbWrdLCSoazRmTaKyZ_HNJSg/viewform?usp=header" TargetMode="External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Natalia Mariel Calderón Echeverría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[0773] MANEJO E IMPLEMENTACIÓN DE ARCHIVOS - D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64afea4f63_0_0"/>
          <p:cNvSpPr/>
          <p:nvPr/>
        </p:nvSpPr>
        <p:spPr>
          <a:xfrm>
            <a:off x="13810150" y="2122650"/>
            <a:ext cx="3675300" cy="53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19/01/2026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64afea4f63_0_0"/>
          <p:cNvSpPr/>
          <p:nvPr/>
        </p:nvSpPr>
        <p:spPr>
          <a:xfrm>
            <a:off x="13871100" y="2898300"/>
            <a:ext cx="3675300" cy="53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17:20-19:00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c5e1ecf5a_0_744"/>
          <p:cNvSpPr txBox="1"/>
          <p:nvPr/>
        </p:nvSpPr>
        <p:spPr>
          <a:xfrm>
            <a:off x="1306750" y="6693675"/>
            <a:ext cx="11760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43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e Implementación de Archivos</a:t>
            </a:r>
            <a:endParaRPr b="1" i="0" sz="43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g3ac5e1ecf5a_0_744"/>
          <p:cNvSpPr txBox="1"/>
          <p:nvPr/>
        </p:nvSpPr>
        <p:spPr>
          <a:xfrm>
            <a:off x="601274" y="3799275"/>
            <a:ext cx="15479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de </a:t>
            </a: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Diagnostico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ac5e1ecf5a_0_744"/>
          <p:cNvSpPr txBox="1"/>
          <p:nvPr/>
        </p:nvSpPr>
        <p:spPr>
          <a:xfrm>
            <a:off x="2038403" y="76905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g3ac5e1ecf5a_0_744"/>
          <p:cNvSpPr txBox="1"/>
          <p:nvPr/>
        </p:nvSpPr>
        <p:spPr>
          <a:xfrm>
            <a:off x="2003800" y="81559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g3ac5e1ecf5a_0_744"/>
          <p:cNvSpPr txBox="1"/>
          <p:nvPr/>
        </p:nvSpPr>
        <p:spPr>
          <a:xfrm>
            <a:off x="1203700" y="8533554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ac5e1ecf5a_0_7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438" y="1067900"/>
            <a:ext cx="10243324" cy="106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ac5e1ecf5a_0_7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67650" y="4998024"/>
            <a:ext cx="4416026" cy="441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5e1ecf5a_0_755"/>
          <p:cNvSpPr txBox="1"/>
          <p:nvPr/>
        </p:nvSpPr>
        <p:spPr>
          <a:xfrm>
            <a:off x="10862190" y="1951192"/>
            <a:ext cx="8416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96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96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49" name="Google Shape;149;g3ac5e1ecf5a_0_755"/>
          <p:cNvCxnSpPr/>
          <p:nvPr/>
        </p:nvCxnSpPr>
        <p:spPr>
          <a:xfrm>
            <a:off x="9406131" y="2102887"/>
            <a:ext cx="60600" cy="70860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Google Shape;150;g3ac5e1ecf5a_0_755"/>
          <p:cNvSpPr txBox="1"/>
          <p:nvPr/>
        </p:nvSpPr>
        <p:spPr>
          <a:xfrm>
            <a:off x="12039450" y="3961150"/>
            <a:ext cx="472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 user: nxz7 </a:t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ac5e1ecf5a_0_755"/>
          <p:cNvSpPr/>
          <p:nvPr/>
        </p:nvSpPr>
        <p:spPr>
          <a:xfrm>
            <a:off x="1111775" y="3603579"/>
            <a:ext cx="7372898" cy="5676636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g3ac5e1ecf5a_0_755"/>
          <p:cNvSpPr/>
          <p:nvPr/>
        </p:nvSpPr>
        <p:spPr>
          <a:xfrm>
            <a:off x="734399" y="1006766"/>
            <a:ext cx="8419438" cy="3820320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g3ac5e1ecf5a_0_755"/>
          <p:cNvSpPr/>
          <p:nvPr/>
        </p:nvSpPr>
        <p:spPr>
          <a:xfrm>
            <a:off x="1764075" y="3937359"/>
            <a:ext cx="505248" cy="61449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g3ac5e1ecf5a_0_755"/>
          <p:cNvSpPr txBox="1"/>
          <p:nvPr/>
        </p:nvSpPr>
        <p:spPr>
          <a:xfrm>
            <a:off x="2393396" y="4157835"/>
            <a:ext cx="3639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7"/>
              <a:buFont typeface="Arial"/>
              <a:buNone/>
            </a:pPr>
            <a:r>
              <a:rPr b="1" i="0" lang="en-US" sz="178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1787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g3ac5e1ecf5a_0_755"/>
          <p:cNvSpPr/>
          <p:nvPr/>
        </p:nvSpPr>
        <p:spPr>
          <a:xfrm>
            <a:off x="1764075" y="4703442"/>
            <a:ext cx="505248" cy="61449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g3ac5e1ecf5a_0_755"/>
          <p:cNvSpPr txBox="1"/>
          <p:nvPr/>
        </p:nvSpPr>
        <p:spPr>
          <a:xfrm>
            <a:off x="2374413" y="4968700"/>
            <a:ext cx="5259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7"/>
              <a:buFont typeface="Arial"/>
              <a:buNone/>
            </a:pPr>
            <a:r>
              <a:rPr b="1" i="0" lang="en-US" sz="178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1787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g3ac5e1ecf5a_0_755"/>
          <p:cNvSpPr/>
          <p:nvPr/>
        </p:nvSpPr>
        <p:spPr>
          <a:xfrm>
            <a:off x="1725962" y="5506353"/>
            <a:ext cx="505248" cy="61449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g3ac5e1ecf5a_0_755"/>
          <p:cNvSpPr/>
          <p:nvPr/>
        </p:nvSpPr>
        <p:spPr>
          <a:xfrm>
            <a:off x="1725962" y="6327604"/>
            <a:ext cx="505248" cy="61449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g3ac5e1ecf5a_0_755"/>
          <p:cNvSpPr/>
          <p:nvPr/>
        </p:nvSpPr>
        <p:spPr>
          <a:xfrm>
            <a:off x="1725962" y="7148845"/>
            <a:ext cx="505248" cy="61449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g3ac5e1ecf5a_0_755"/>
          <p:cNvSpPr txBox="1"/>
          <p:nvPr/>
        </p:nvSpPr>
        <p:spPr>
          <a:xfrm>
            <a:off x="2393383" y="5779547"/>
            <a:ext cx="5900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7"/>
              <a:buFont typeface="Arial"/>
              <a:buNone/>
            </a:pPr>
            <a:r>
              <a:rPr b="1" i="0" lang="en-US" sz="178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1787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g3ac5e1ecf5a_0_755"/>
          <p:cNvSpPr txBox="1"/>
          <p:nvPr/>
        </p:nvSpPr>
        <p:spPr>
          <a:xfrm>
            <a:off x="2364863" y="6549022"/>
            <a:ext cx="4415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7"/>
              <a:buFont typeface="Arial"/>
              <a:buNone/>
            </a:pPr>
            <a:r>
              <a:rPr b="1" i="0" lang="en-US" sz="178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b="1" i="0" sz="1787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g3ac5e1ecf5a_0_755"/>
          <p:cNvSpPr txBox="1"/>
          <p:nvPr/>
        </p:nvSpPr>
        <p:spPr>
          <a:xfrm>
            <a:off x="2393382" y="7318478"/>
            <a:ext cx="6000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7"/>
              <a:buFont typeface="Arial"/>
              <a:buNone/>
            </a:pPr>
            <a:r>
              <a:rPr b="1" i="0" lang="en-US" sz="178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b="1" i="0" sz="1787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g3ac5e1ecf5a_0_755"/>
          <p:cNvSpPr txBox="1"/>
          <p:nvPr/>
        </p:nvSpPr>
        <p:spPr>
          <a:xfrm>
            <a:off x="2085626" y="8043089"/>
            <a:ext cx="6000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7"/>
              <a:buFont typeface="Arial"/>
              <a:buNone/>
            </a:pPr>
            <a:r>
              <a:rPr b="1" i="0" lang="en-US" sz="178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1787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g3ac5e1ecf5a_0_755"/>
          <p:cNvSpPr txBox="1"/>
          <p:nvPr/>
        </p:nvSpPr>
        <p:spPr>
          <a:xfrm>
            <a:off x="1572128" y="8767692"/>
            <a:ext cx="6000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7"/>
              <a:buFont typeface="Arial"/>
              <a:buNone/>
            </a:pPr>
            <a:r>
              <a:rPr b="1" i="0" lang="en-US" sz="178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 b="1" i="0" sz="1787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g3ac5e1ecf5a_0_755"/>
          <p:cNvSpPr/>
          <p:nvPr/>
        </p:nvSpPr>
        <p:spPr>
          <a:xfrm>
            <a:off x="1725962" y="7840305"/>
            <a:ext cx="505248" cy="61449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g3ac5e1ecf5a_0_755"/>
          <p:cNvSpPr/>
          <p:nvPr/>
        </p:nvSpPr>
        <p:spPr>
          <a:xfrm>
            <a:off x="1764075" y="8598069"/>
            <a:ext cx="505248" cy="61449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c5e1ecf5a_0_794"/>
          <p:cNvSpPr txBox="1"/>
          <p:nvPr/>
        </p:nvSpPr>
        <p:spPr>
          <a:xfrm>
            <a:off x="5693171" y="694175"/>
            <a:ext cx="85086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1. Presentación del tutor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2" name="Google Shape;172;g3ac5e1ecf5a_0_7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800" y="2218675"/>
            <a:ext cx="11292025" cy="5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ac5e1ecf5a_0_794"/>
          <p:cNvSpPr txBox="1"/>
          <p:nvPr/>
        </p:nvSpPr>
        <p:spPr>
          <a:xfrm>
            <a:off x="12373550" y="4702525"/>
            <a:ext cx="44376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3000"/>
              </a:lnSpc>
              <a:spcBef>
                <a:spcPts val="6600"/>
              </a:spcBef>
              <a:spcAft>
                <a:spcPts val="0"/>
              </a:spcAft>
              <a:buClr>
                <a:srgbClr val="01003B"/>
              </a:buClr>
              <a:buSzPts val="2300"/>
              <a:buFont typeface="Arial"/>
              <a:buChar char="●"/>
            </a:pPr>
            <a:r>
              <a:rPr b="1" i="0" lang="en-US" sz="2300" u="none" cap="none" strike="noStrike">
                <a:solidFill>
                  <a:srgbClr val="01003B"/>
                </a:solidFill>
                <a:latin typeface="Arial"/>
                <a:ea typeface="Arial"/>
                <a:cs typeface="Arial"/>
                <a:sym typeface="Arial"/>
              </a:rPr>
              <a:t>Experiencia</a:t>
            </a:r>
            <a:endParaRPr b="1" i="0" sz="23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1003B"/>
              </a:buClr>
              <a:buSzPts val="2300"/>
              <a:buFont typeface="Arial"/>
              <a:buChar char="●"/>
            </a:pPr>
            <a:r>
              <a:rPr b="1" i="0" lang="en-US" sz="2300" u="none" cap="none" strike="noStrike">
                <a:solidFill>
                  <a:srgbClr val="01003B"/>
                </a:solidFill>
                <a:latin typeface="Arial"/>
                <a:ea typeface="Arial"/>
                <a:cs typeface="Arial"/>
                <a:sym typeface="Arial"/>
              </a:rPr>
              <a:t>Intereses</a:t>
            </a:r>
            <a:endParaRPr b="1" i="0" sz="23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1003B"/>
              </a:buClr>
              <a:buSzPts val="2300"/>
              <a:buFont typeface="Arial"/>
              <a:buChar char="●"/>
            </a:pPr>
            <a:r>
              <a:rPr b="1" i="0" lang="en-US" sz="2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GITHUB: nxz7</a:t>
            </a:r>
            <a:endParaRPr b="1" i="0" sz="31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ac5e1ecf5a_0_7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30625" y="6344000"/>
            <a:ext cx="3123450" cy="31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c5e1ecf5a_0_818"/>
          <p:cNvSpPr txBox="1"/>
          <p:nvPr/>
        </p:nvSpPr>
        <p:spPr>
          <a:xfrm>
            <a:off x="5420825" y="723125"/>
            <a:ext cx="82557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2. Evaluación de Conocimientos Previos 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0" name="Google Shape;180;g3ac5e1ecf5a_0_8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3030625" y="6344000"/>
            <a:ext cx="3123450" cy="312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ac5e1ecf5a_0_8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9250" y="2900363"/>
            <a:ext cx="9124950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ac5e1ecf5a_0_818"/>
          <p:cNvSpPr txBox="1"/>
          <p:nvPr/>
        </p:nvSpPr>
        <p:spPr>
          <a:xfrm>
            <a:off x="11671150" y="4455950"/>
            <a:ext cx="58650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*Codigo*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92be67a53c_0_5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g392be67a53c_0_56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{FAC9C8B2-7A6F-4A0C-A2DF-9959DAC9F6BD}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131416"/>
                          </a:solidFill>
                        </a:rPr>
                        <a:t>Conociemiento Previo</a:t>
                      </a:r>
                      <a:endParaRPr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g392be67a53c_0_56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92be67a53c_0_56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" name="Google Shape;191;g392be67a53c_0_56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{FAC9C8B2-7A6F-4A0C-A2DF-9959DAC9F6BD}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Duración (min):</a:t>
                      </a:r>
                      <a:endParaRPr b="1" sz="10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25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g392be67a53c_0_56"/>
          <p:cNvSpPr txBox="1"/>
          <p:nvPr/>
        </p:nvSpPr>
        <p:spPr>
          <a:xfrm>
            <a:off x="6261600" y="4955800"/>
            <a:ext cx="6167400" cy="110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92be67a53c_0_56"/>
          <p:cNvSpPr txBox="1"/>
          <p:nvPr/>
        </p:nvSpPr>
        <p:spPr>
          <a:xfrm>
            <a:off x="12506300" y="4955800"/>
            <a:ext cx="5764800" cy="110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c5e1ecf5a_1_0"/>
          <p:cNvSpPr txBox="1"/>
          <p:nvPr/>
        </p:nvSpPr>
        <p:spPr>
          <a:xfrm>
            <a:off x="4810301" y="1128225"/>
            <a:ext cx="96297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3. </a:t>
            </a: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9" name="Google Shape;199;g3ac5e1ecf5a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75" y="5695700"/>
            <a:ext cx="5733825" cy="418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ac5e1ecf5a_1_0"/>
          <p:cNvSpPr txBox="1"/>
          <p:nvPr/>
        </p:nvSpPr>
        <p:spPr>
          <a:xfrm>
            <a:off x="2148026" y="3782250"/>
            <a:ext cx="3279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4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5 estudiantes</a:t>
            </a:r>
            <a:endParaRPr b="0" i="0" sz="1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1" name="Google Shape;201;g3ac5e1ecf5a_1_0"/>
          <p:cNvSpPr txBox="1"/>
          <p:nvPr/>
        </p:nvSpPr>
        <p:spPr>
          <a:xfrm>
            <a:off x="7975175" y="4413150"/>
            <a:ext cx="7067100" cy="2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3000"/>
              </a:lnSpc>
              <a:spcBef>
                <a:spcPts val="6600"/>
              </a:spcBef>
              <a:spcAft>
                <a:spcPts val="0"/>
              </a:spcAft>
              <a:buClr>
                <a:srgbClr val="01003B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rgbClr val="01003B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 b="0" i="0" sz="27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1003B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rgbClr val="01003B"/>
                </a:solidFill>
                <a:latin typeface="Arial"/>
                <a:ea typeface="Arial"/>
                <a:cs typeface="Arial"/>
                <a:sym typeface="Arial"/>
              </a:rPr>
              <a:t>Cursos que está llevando</a:t>
            </a:r>
            <a:endParaRPr b="0" i="0" sz="27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1003B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rgbClr val="01003B"/>
                </a:solidFill>
                <a:latin typeface="Arial"/>
                <a:ea typeface="Arial"/>
                <a:cs typeface="Arial"/>
                <a:sym typeface="Arial"/>
              </a:rPr>
              <a:t>Expectativas del curso</a:t>
            </a:r>
            <a:endParaRPr b="0" i="0" sz="27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1003B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rgbClr val="01003B"/>
                </a:solidFill>
                <a:latin typeface="Arial"/>
                <a:ea typeface="Arial"/>
                <a:cs typeface="Arial"/>
                <a:sym typeface="Arial"/>
              </a:rPr>
              <a:t>¿Estás familiarizado con Linux?</a:t>
            </a:r>
            <a:endParaRPr b="0" i="0" sz="27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2be67a53c_0_66"/>
          <p:cNvSpPr txBox="1"/>
          <p:nvPr/>
        </p:nvSpPr>
        <p:spPr>
          <a:xfrm>
            <a:off x="1442306" y="4566900"/>
            <a:ext cx="10630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Disponibilidad de horario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92be67a53c_0_66"/>
          <p:cNvSpPr txBox="1"/>
          <p:nvPr/>
        </p:nvSpPr>
        <p:spPr>
          <a:xfrm>
            <a:off x="4747375" y="630625"/>
            <a:ext cx="8986500" cy="21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4.  Senso de Horarios de Calificación      </a:t>
            </a:r>
            <a:endParaRPr/>
          </a:p>
        </p:txBody>
      </p:sp>
      <p:pic>
        <p:nvPicPr>
          <p:cNvPr id="208" name="Google Shape;208;g392be67a53c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19525" y="3429000"/>
            <a:ext cx="3620582" cy="4979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c5e1ecf5a_0_828"/>
          <p:cNvSpPr txBox="1"/>
          <p:nvPr/>
        </p:nvSpPr>
        <p:spPr>
          <a:xfrm>
            <a:off x="4500313" y="1077850"/>
            <a:ext cx="9287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5. Programa del Curso 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14" name="Google Shape;214;g3ac5e1ecf5a_0_8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288" y="3509812"/>
            <a:ext cx="11795425" cy="389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ac5e1ecf5a_0_828"/>
          <p:cNvSpPr txBox="1"/>
          <p:nvPr/>
        </p:nvSpPr>
        <p:spPr>
          <a:xfrm>
            <a:off x="7067550" y="7666200"/>
            <a:ext cx="96393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*se va a presentar/explicar el programa y voy a añadir la distribucion de puntos a la presentacion*</a:t>
            </a:r>
            <a:endParaRPr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c5e1ecf5a_0_844"/>
          <p:cNvSpPr txBox="1"/>
          <p:nvPr/>
        </p:nvSpPr>
        <p:spPr>
          <a:xfrm>
            <a:off x="5015700" y="723125"/>
            <a:ext cx="86232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6. </a:t>
            </a: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Conocimientos del curso actual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21" name="Google Shape;221;g3ac5e1ecf5a_0_8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9250" y="2900363"/>
            <a:ext cx="9124950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ac5e1ecf5a_0_844"/>
          <p:cNvSpPr txBox="1"/>
          <p:nvPr/>
        </p:nvSpPr>
        <p:spPr>
          <a:xfrm>
            <a:off x="11671150" y="4455950"/>
            <a:ext cx="58650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*Codigo*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92be67a53c_0_4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8" name="Google Shape;228;g392be67a53c_0_46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{FAC9C8B2-7A6F-4A0C-A2DF-9959DAC9F6BD}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131416"/>
                          </a:solidFill>
                        </a:rPr>
                        <a:t>ConocimientoActual</a:t>
                      </a:r>
                      <a:endParaRPr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131416"/>
                          </a:solidFill>
                        </a:rPr>
                        <a:t>Si</a:t>
                      </a:r>
                      <a:endParaRPr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31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g392be67a53c_0_46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92be67a53c_0_46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g392be67a53c_0_46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{FAC9C8B2-7A6F-4A0C-A2DF-9959DAC9F6BD}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131416"/>
                          </a:solidFill>
                        </a:rPr>
                        <a:t>Duración (min):</a:t>
                      </a:r>
                      <a:endParaRPr b="1" sz="1000" u="none" cap="none" strike="noStrike">
                        <a:solidFill>
                          <a:srgbClr val="131416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15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g392be67a53c_0_46"/>
          <p:cNvSpPr txBox="1"/>
          <p:nvPr/>
        </p:nvSpPr>
        <p:spPr>
          <a:xfrm>
            <a:off x="6261600" y="4955800"/>
            <a:ext cx="6167400" cy="110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92be67a53c_0_46"/>
          <p:cNvSpPr txBox="1"/>
          <p:nvPr/>
        </p:nvSpPr>
        <p:spPr>
          <a:xfrm>
            <a:off x="12506300" y="4955800"/>
            <a:ext cx="5764800" cy="110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8f334e6ea_1_2"/>
          <p:cNvSpPr txBox="1"/>
          <p:nvPr/>
        </p:nvSpPr>
        <p:spPr>
          <a:xfrm>
            <a:off x="4958550" y="1142225"/>
            <a:ext cx="86232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7. Tarea de fortalecimiento académico 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9" name="Google Shape;239;g3d8f334e6ea_1_2"/>
          <p:cNvSpPr txBox="1"/>
          <p:nvPr/>
        </p:nvSpPr>
        <p:spPr>
          <a:xfrm>
            <a:off x="1038450" y="3987300"/>
            <a:ext cx="7067100" cy="1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1003B"/>
              </a:buClr>
              <a:buSzPts val="2700"/>
              <a:buFont typeface="Arial"/>
              <a:buChar char="●"/>
            </a:pPr>
            <a:r>
              <a:rPr lang="en-US" sz="2700">
                <a:solidFill>
                  <a:srgbClr val="01003B"/>
                </a:solidFill>
              </a:rPr>
              <a:t>Enunciado en la parte de SemanaDiagnostico</a:t>
            </a:r>
            <a:endParaRPr b="0" i="0" sz="27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010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d8f334e6ea_1_2"/>
          <p:cNvSpPr txBox="1"/>
          <p:nvPr/>
        </p:nvSpPr>
        <p:spPr>
          <a:xfrm>
            <a:off x="6781800" y="3987300"/>
            <a:ext cx="9563100" cy="938700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Representacion de los datos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41" name="Google Shape;241;g3d8f334e6ea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0550" y="5443800"/>
            <a:ext cx="4762500" cy="32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c5e1ecf5a_0_856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3ac5e1ecf5a_0_856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1876" y="1208125"/>
            <a:ext cx="8319826" cy="51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c5e1ecf5a_0_863"/>
          <p:cNvSpPr txBox="1"/>
          <p:nvPr/>
        </p:nvSpPr>
        <p:spPr>
          <a:xfrm>
            <a:off x="4571995" y="25717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3" name="Google Shape;253;g3ac5e1ecf5a_0_863"/>
          <p:cNvSpPr txBox="1"/>
          <p:nvPr/>
        </p:nvSpPr>
        <p:spPr>
          <a:xfrm>
            <a:off x="4716925" y="4738513"/>
            <a:ext cx="10571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ac5e1ecf5a_0_8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4225" y="5753575"/>
            <a:ext cx="5337351" cy="38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ac5e1ecf5a_0_863" title="Gemini_Generated_Image_1od44x1od44x1od4.png"/>
          <p:cNvPicPr preferRelativeResize="0"/>
          <p:nvPr/>
        </p:nvPicPr>
        <p:blipFill rotWithShape="1">
          <a:blip r:embed="rId4">
            <a:alphaModFix/>
          </a:blip>
          <a:srcRect b="0" l="16829" r="18692" t="0"/>
          <a:stretch/>
        </p:blipFill>
        <p:spPr>
          <a:xfrm>
            <a:off x="776225" y="3429000"/>
            <a:ext cx="3795776" cy="366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