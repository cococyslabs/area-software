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TAN Headline" charset="1" panose="00000000000000000000"/>
      <p:regular r:id="rId24"/>
    </p:embeddedFont>
    <p:embeddedFont>
      <p:font typeface="Fraunces" charset="1" panose="00000000000000000000"/>
      <p:regular r:id="rId25"/>
    </p:embeddedFont>
    <p:embeddedFont>
      <p:font typeface="Poppins Medium" charset="1" panose="02000000000000000000"/>
      <p:regular r:id="rId26"/>
    </p:embeddedFont>
    <p:embeddedFont>
      <p:font typeface="Poppins Medium Bold" charset="1" panose="020000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85853" y="258676"/>
            <a:ext cx="5375629" cy="4114800"/>
          </a:xfrm>
          <a:custGeom>
            <a:avLst/>
            <a:gdLst/>
            <a:ahLst/>
            <a:cxnLst/>
            <a:rect r="r" b="b" t="t" l="l"/>
            <a:pathLst>
              <a:path h="4114800" w="5375629">
                <a:moveTo>
                  <a:pt x="0" y="0"/>
                </a:moveTo>
                <a:lnTo>
                  <a:pt x="5375629" y="0"/>
                </a:lnTo>
                <a:lnTo>
                  <a:pt x="53756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638886"/>
            <a:ext cx="2923946" cy="3148126"/>
          </a:xfrm>
          <a:custGeom>
            <a:avLst/>
            <a:gdLst/>
            <a:ahLst/>
            <a:cxnLst/>
            <a:rect r="r" b="b" t="t" l="l"/>
            <a:pathLst>
              <a:path h="3148126" w="2923946">
                <a:moveTo>
                  <a:pt x="0" y="0"/>
                </a:moveTo>
                <a:lnTo>
                  <a:pt x="2923946" y="0"/>
                </a:lnTo>
                <a:lnTo>
                  <a:pt x="2923946" y="3148126"/>
                </a:lnTo>
                <a:lnTo>
                  <a:pt x="0" y="31481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709609" y="3786886"/>
            <a:ext cx="12491512" cy="3002637"/>
            <a:chOff x="0" y="0"/>
            <a:chExt cx="16655349" cy="400351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57175"/>
              <a:ext cx="16655349" cy="1447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343"/>
                </a:lnSpc>
              </a:pPr>
              <a:r>
                <a:rPr lang="en-US" sz="8440">
                  <a:solidFill>
                    <a:srgbClr val="597CFF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Clase 7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360711"/>
              <a:ext cx="16655349" cy="2642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084"/>
                </a:lnSpc>
              </a:pPr>
              <a:r>
                <a:rPr lang="en-US" sz="5774" spc="577">
                  <a:solidFill>
                    <a:srgbClr val="FFFFFF"/>
                  </a:solidFill>
                  <a:latin typeface="Fraunces"/>
                  <a:ea typeface="Fraunces"/>
                  <a:cs typeface="Fraunces"/>
                  <a:sym typeface="Fraunces"/>
                </a:rPr>
                <a:t>PRÁCTICA PROGRAMACIÓN DE COMPUTADORAS 1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706548" y="7773688"/>
            <a:ext cx="249763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sz="3599">
                <a:solidFill>
                  <a:srgbClr val="38B6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SECCIÓN 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57399" y="8524720"/>
            <a:ext cx="4595931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CÓDIGO DEL CURSO 090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9388" y="4809208"/>
            <a:ext cx="10336162" cy="3833793"/>
            <a:chOff x="0" y="0"/>
            <a:chExt cx="13781550" cy="511172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4575228"/>
              <a:ext cx="13781550" cy="536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10B5B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Espero, </a:t>
              </a:r>
              <a:r>
                <a:rPr lang="en-US" sz="2700">
                  <a:solidFill>
                    <a:srgbClr val="10B5B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que hayas aprendido algo nuevo.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0"/>
              <a:ext cx="13781550" cy="3657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800"/>
                </a:lnSpc>
              </a:pPr>
              <a:r>
                <a:rPr lang="en-US" sz="9000" b="true">
                  <a:solidFill>
                    <a:srgbClr val="FFFFFF"/>
                  </a:solidFill>
                  <a:latin typeface="Poppins Medium Bold"/>
                  <a:ea typeface="Poppins Medium Bold"/>
                  <a:cs typeface="Poppins Medium Bold"/>
                  <a:sym typeface="Poppins Medium Bold"/>
                </a:rPr>
                <a:t>¿Tienes alguna pregunta?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144000" y="-1400753"/>
            <a:ext cx="7160084" cy="5477464"/>
          </a:xfrm>
          <a:custGeom>
            <a:avLst/>
            <a:gdLst/>
            <a:ahLst/>
            <a:cxnLst/>
            <a:rect r="r" b="b" t="t" l="l"/>
            <a:pathLst>
              <a:path h="5477464" w="7160084">
                <a:moveTo>
                  <a:pt x="0" y="0"/>
                </a:moveTo>
                <a:lnTo>
                  <a:pt x="7160084" y="0"/>
                </a:lnTo>
                <a:lnTo>
                  <a:pt x="7160084" y="5477464"/>
                </a:lnTo>
                <a:lnTo>
                  <a:pt x="0" y="54774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7698346">
            <a:off x="14309952" y="2598981"/>
            <a:ext cx="2866797" cy="2955461"/>
          </a:xfrm>
          <a:custGeom>
            <a:avLst/>
            <a:gdLst/>
            <a:ahLst/>
            <a:cxnLst/>
            <a:rect r="r" b="b" t="t" l="l"/>
            <a:pathLst>
              <a:path h="2955461" w="2866797">
                <a:moveTo>
                  <a:pt x="2866796" y="0"/>
                </a:moveTo>
                <a:lnTo>
                  <a:pt x="0" y="0"/>
                </a:lnTo>
                <a:lnTo>
                  <a:pt x="0" y="2955460"/>
                </a:lnTo>
                <a:lnTo>
                  <a:pt x="2866796" y="2955460"/>
                </a:lnTo>
                <a:lnTo>
                  <a:pt x="286679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62892" y="4310835"/>
            <a:ext cx="10336162" cy="3833793"/>
            <a:chOff x="0" y="0"/>
            <a:chExt cx="13781550" cy="511172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4575228"/>
              <a:ext cx="13781550" cy="536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0"/>
              <a:ext cx="13781550" cy="3657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800"/>
                </a:lnSpc>
              </a:pPr>
              <a:r>
                <a:rPr lang="en-US" sz="9000" b="true">
                  <a:solidFill>
                    <a:srgbClr val="FFFFFF"/>
                  </a:solidFill>
                  <a:latin typeface="Poppins Medium Bold"/>
                  <a:ea typeface="Poppins Medium Bold"/>
                  <a:cs typeface="Poppins Medium Bold"/>
                  <a:sym typeface="Poppins Medium Bold"/>
                </a:rPr>
                <a:t>¡Gracias por su atención!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67647" y="496725"/>
            <a:ext cx="4144945" cy="4114800"/>
          </a:xfrm>
          <a:custGeom>
            <a:avLst/>
            <a:gdLst/>
            <a:ahLst/>
            <a:cxnLst/>
            <a:rect r="r" b="b" t="t" l="l"/>
            <a:pathLst>
              <a:path h="4114800" w="4144945">
                <a:moveTo>
                  <a:pt x="0" y="0"/>
                </a:moveTo>
                <a:lnTo>
                  <a:pt x="4144945" y="0"/>
                </a:lnTo>
                <a:lnTo>
                  <a:pt x="41449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87200" y="5642972"/>
            <a:ext cx="4887991" cy="4114800"/>
          </a:xfrm>
          <a:custGeom>
            <a:avLst/>
            <a:gdLst/>
            <a:ahLst/>
            <a:cxnLst/>
            <a:rect r="r" b="b" t="t" l="l"/>
            <a:pathLst>
              <a:path h="4114800" w="4887991">
                <a:moveTo>
                  <a:pt x="0" y="0"/>
                </a:moveTo>
                <a:lnTo>
                  <a:pt x="4887992" y="0"/>
                </a:lnTo>
                <a:lnTo>
                  <a:pt x="48879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DAGPvydCnBk</dc:identifier>
  <dcterms:modified xsi:type="dcterms:W3CDTF">2011-08-01T06:04:30Z</dcterms:modified>
  <cp:revision>1</cp:revision>
  <dc:title>Lab 090 - Presentacion 7</dc:title>
</cp:coreProperties>
</file>