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arlow"/>
      <p:regular r:id="rId15"/>
    </p:embeddedFon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2610" y="3272790"/>
            <a:ext cx="4869061" cy="1683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64137"/>
            <a:ext cx="7415927" cy="22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800"/>
              </a:lnSpc>
              <a:buNone/>
            </a:pPr>
            <a:r>
              <a:rPr lang="en-US" sz="7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es Microsoft Office 365?</a:t>
            </a:r>
            <a:endParaRPr lang="en-US" sz="7050" dirty="0"/>
          </a:p>
        </p:txBody>
      </p:sp>
      <p:sp>
        <p:nvSpPr>
          <p:cNvPr id="4" name="Text 1"/>
          <p:cNvSpPr/>
          <p:nvPr/>
        </p:nvSpPr>
        <p:spPr>
          <a:xfrm>
            <a:off x="864037" y="4275653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Office 365 es un paquete de aplicaciones de productividad que ofrece a los usuarios una amplia gama de herramientas para realizar tareas en el ámbito laboral o académico.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6151959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57" y="6159579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316" y="6133505"/>
            <a:ext cx="6487597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EEFF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DEIVID ALEXANDER LUX REVOLORIO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30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362" y="598527"/>
            <a:ext cx="5727978" cy="715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5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Word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4730591" y="1640919"/>
            <a:ext cx="30480" cy="5991463"/>
          </a:xfrm>
          <a:prstGeom prst="roundRect">
            <a:avLst>
              <a:gd name="adj" fmla="val 642720"/>
            </a:avLst>
          </a:prstGeom>
          <a:solidFill>
            <a:srgbClr val="60646A"/>
          </a:solidFill>
          <a:ln/>
        </p:spPr>
      </p:sp>
      <p:sp>
        <p:nvSpPr>
          <p:cNvPr id="5" name="Shape 2"/>
          <p:cNvSpPr/>
          <p:nvPr/>
        </p:nvSpPr>
        <p:spPr>
          <a:xfrm>
            <a:off x="4960203" y="2115264"/>
            <a:ext cx="761762" cy="30480"/>
          </a:xfrm>
          <a:prstGeom prst="roundRect">
            <a:avLst>
              <a:gd name="adj" fmla="val 642720"/>
            </a:avLst>
          </a:prstGeom>
          <a:solidFill>
            <a:srgbClr val="60646A"/>
          </a:solidFill>
          <a:ln/>
        </p:spPr>
      </p:sp>
      <p:sp>
        <p:nvSpPr>
          <p:cNvPr id="6" name="Shape 3"/>
          <p:cNvSpPr/>
          <p:nvPr/>
        </p:nvSpPr>
        <p:spPr>
          <a:xfrm>
            <a:off x="4500979" y="1885712"/>
            <a:ext cx="489704" cy="489704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684931" y="1958697"/>
            <a:ext cx="121682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942886" y="1858566"/>
            <a:ext cx="307538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Procesamiento de Texto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5942886" y="2346960"/>
            <a:ext cx="7925753" cy="104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Word es una potente herramienta para la creación y edición de documentos de texto, ampliamente utilizada en entornos laborales y educativos.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960203" y="4301014"/>
            <a:ext cx="761762" cy="30480"/>
          </a:xfrm>
          <a:prstGeom prst="roundRect">
            <a:avLst>
              <a:gd name="adj" fmla="val 642720"/>
            </a:avLst>
          </a:prstGeom>
          <a:solidFill>
            <a:srgbClr val="60646A"/>
          </a:solidFill>
          <a:ln/>
        </p:spPr>
      </p:sp>
      <p:sp>
        <p:nvSpPr>
          <p:cNvPr id="11" name="Shape 8"/>
          <p:cNvSpPr/>
          <p:nvPr/>
        </p:nvSpPr>
        <p:spPr>
          <a:xfrm>
            <a:off x="4500979" y="4071461"/>
            <a:ext cx="489704" cy="489704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49569" y="4144447"/>
            <a:ext cx="192524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942886" y="4044315"/>
            <a:ext cx="2863929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Diseño Profesional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5942886" y="4532709"/>
            <a:ext cx="7925753" cy="104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la creación de documentos con formatos profesionales, incorporando imágenes, gráficos y elementos visuales para dar un aspecto atractivo a los documentos.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960203" y="6486763"/>
            <a:ext cx="761762" cy="30480"/>
          </a:xfrm>
          <a:prstGeom prst="roundRect">
            <a:avLst>
              <a:gd name="adj" fmla="val 642720"/>
            </a:avLst>
          </a:prstGeom>
          <a:solidFill>
            <a:srgbClr val="60646A"/>
          </a:solidFill>
          <a:ln/>
        </p:spPr>
      </p:sp>
      <p:sp>
        <p:nvSpPr>
          <p:cNvPr id="16" name="Shape 13"/>
          <p:cNvSpPr/>
          <p:nvPr/>
        </p:nvSpPr>
        <p:spPr>
          <a:xfrm>
            <a:off x="4500979" y="6257211"/>
            <a:ext cx="489704" cy="489704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53022" y="6330196"/>
            <a:ext cx="185618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5942886" y="6230064"/>
            <a:ext cx="2886075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Colaboración Eficiente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5942886" y="6718459"/>
            <a:ext cx="7925753" cy="69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 la colaboración en tiempo real, lo que permite a múltiples usuarios editar y trabajar en documentos simultáneamente.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937" y="652939"/>
            <a:ext cx="6248162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Excel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830937" y="2027515"/>
            <a:ext cx="3124081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Análisis de Datos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830937" y="2655451"/>
            <a:ext cx="3936206" cy="227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es una poderosa herramienta para el análisis y la gestión de datos, lo que la convierte en una herramienta clave para profesionales en diversos campos.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37" y="5201364"/>
            <a:ext cx="3936206" cy="22140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53883" y="2027515"/>
            <a:ext cx="3124081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Cálculos Avanzados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353883" y="2655451"/>
            <a:ext cx="3936206" cy="189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realizar cálculos y operaciones matemáticas complejas que son útiles en la contabilidad, la ingeniería, las finanzas y otras disciplinas.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876830" y="2027515"/>
            <a:ext cx="3124081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Visualización Gráfica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9876830" y="2655451"/>
            <a:ext cx="3936206" cy="189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 la creación de gráficos, tablas dinámicas y representaciones visuales que ayudan en la presentación de datos de forma efectiva.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537" y="278606"/>
            <a:ext cx="2229326" cy="22293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7" y="3528893"/>
            <a:ext cx="5866448" cy="733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PowerPoint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80217" y="4847153"/>
            <a:ext cx="501491" cy="501491"/>
          </a:xfrm>
          <a:prstGeom prst="roundRect">
            <a:avLst>
              <a:gd name="adj" fmla="val 40008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461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8573" y="4921925"/>
            <a:ext cx="12465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504593" y="4847153"/>
            <a:ext cx="344519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Presentaciones Dinámicas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04593" y="5347573"/>
            <a:ext cx="3483650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PowerPoint es una herramienta esencial para la creación de presentaciones profesionales con animaciones, transiciones y elementos multimedia.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1128" y="4847153"/>
            <a:ext cx="501491" cy="501491"/>
          </a:xfrm>
          <a:prstGeom prst="roundRect">
            <a:avLst>
              <a:gd name="adj" fmla="val 40008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4610" dist="26670" dir="13500000">
              <a:srgbClr val="ffffff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63289" y="4921925"/>
            <a:ext cx="19716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5935504" y="4847153"/>
            <a:ext cx="29332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Impacto Visual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935504" y="5347573"/>
            <a:ext cx="3483650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la inclusión de elementos visuales impactantes para captar la atención del público y mejorar la comprensión de la información presentada.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2038" y="4847153"/>
            <a:ext cx="501491" cy="501491"/>
          </a:xfrm>
          <a:prstGeom prst="roundRect">
            <a:avLst>
              <a:gd name="adj" fmla="val 40008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4610" dist="26670" dir="13500000">
              <a:srgbClr val="ffffff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797653" y="4921925"/>
            <a:ext cx="1901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0366415" y="4847153"/>
            <a:ext cx="2933224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Colaboración Sencilla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0366415" y="5347573"/>
            <a:ext cx="348365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 la colaboración en línea, lo que permite a varios usuarios trabajar juntos en proyectos de presentación.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886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2713" y="3627239"/>
            <a:ext cx="5660350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Outlook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2713" y="4657249"/>
            <a:ext cx="4231600" cy="2633782"/>
          </a:xfrm>
          <a:prstGeom prst="roundRect">
            <a:avLst>
              <a:gd name="adj" fmla="val 7350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7740" y="4872276"/>
            <a:ext cx="3738205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Gestión de Correo Electrónico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7740" y="5354955"/>
            <a:ext cx="3801547" cy="1721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Outlook es una aplicación líder en la gestión de correos electrónicos, ayudando a gestionar eficientemente la bandeja de entrada y los contactos.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199340" y="4657249"/>
            <a:ext cx="4231600" cy="2633782"/>
          </a:xfrm>
          <a:prstGeom prst="roundRect">
            <a:avLst>
              <a:gd name="adj" fmla="val 7350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14367" y="4872276"/>
            <a:ext cx="2830116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Calendario Integrado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14367" y="5354955"/>
            <a:ext cx="3801547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 un calendario que ayuda a programar reuniones, citatorios y realizar un seguimiento de eventos personales y laborales.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45968" y="4657249"/>
            <a:ext cx="4231600" cy="2633782"/>
          </a:xfrm>
          <a:prstGeom prst="roundRect">
            <a:avLst>
              <a:gd name="adj" fmla="val 7350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860994" y="4872276"/>
            <a:ext cx="290619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Organización de Tareas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0994" y="5354955"/>
            <a:ext cx="3801547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la creación y gestión de listas de tareas, lo que ayuda a mantener un seguimiento de las actividades pendientes.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350764"/>
            <a:ext cx="6580584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es Visual Studio ?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864037" y="2533174"/>
            <a:ext cx="7415927" cy="434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Studio es un entorno de desarrollo integrado (IDE) utilizado por desarrolladores de software para crear aplicaciones para diferentes plataformas, como Windows, macOS, Android e iOS. Con Visual Studio 2019, puedes escribir código en varios lenguajes de programación, como C#, C++, Python y más, y aprovechar herramientas avanzadas de depuración, pruebas y colaboración para desarrollar aplicaciones de alta calidad de manera eficiente. Además, Visual Studio 2019 ofrece una amplia gama de extensiones y complementos que pueden mejorar tu productividad y facilitar el desarrollo de software.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50764"/>
            <a:ext cx="6497003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pPr indent="0" marL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Access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350437" y="2533174"/>
            <a:ext cx="7415927" cy="434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producto de Access es una herramienta esencial para cualquier empresa que necesite organizar y administrar grandes cantidades de datos. Con Access, puede crear bases de datos personalizadas para satisfacer las necesidades específicas de su negocio. Desde el seguimiento de inventario hasta ayudarlo a automatizar procesos y ahorrar tiempo valioso. Además, con la integración de otras herramientas de Microsoft. Access es un gestor de datos que utiliza los conceptos de bases de datos relacionales y pueden manejarse por medio de consultas e informes.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43489"/>
            <a:ext cx="6497003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Conclusión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864037" y="2549366"/>
            <a:ext cx="12902327" cy="4436745"/>
          </a:xfrm>
          <a:prstGeom prst="roundRect">
            <a:avLst>
              <a:gd name="adj" fmla="val 5008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277" y="2564606"/>
            <a:ext cx="128718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26093" y="2720340"/>
            <a:ext cx="78974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417088" y="2720340"/>
            <a:ext cx="1108721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Office 365 es una herramienta esencial para la productividad en el ámbito laboral.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9277" y="3666173"/>
            <a:ext cx="128718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26093" y="3821906"/>
            <a:ext cx="78974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17088" y="3821906"/>
            <a:ext cx="1108721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Incluye aplicaciones poderosas como Word, Excel, PowerPoint, Accesy otras, que satisfacen diversas necesidades laborales y estudiantiles.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9277" y="4767739"/>
            <a:ext cx="128718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26093" y="4923472"/>
            <a:ext cx="78974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17088" y="4923472"/>
            <a:ext cx="1108721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aplicaciones permiten una colaboración eficiente, visualización de datos y gestión de información personal y profesional.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79277" y="5869305"/>
            <a:ext cx="128718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26093" y="6025039"/>
            <a:ext cx="78974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417088" y="6025039"/>
            <a:ext cx="1108721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una presencia en múltiples plataformas, Office 365 ofrece flexibilidad y accesibilidad a un amplio espectro de usuarios.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2024-11-03T16:31:28Z</dcterms:created>
  <dcterms:modified xsi:type="dcterms:W3CDTF">2024-11-03T16:31:28Z</dcterms:modified>
</cp:coreProperties>
</file>