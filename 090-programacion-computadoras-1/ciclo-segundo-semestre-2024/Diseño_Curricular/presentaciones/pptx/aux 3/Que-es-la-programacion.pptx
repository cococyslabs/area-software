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Lora"/>
      <p:regular r:id="rId14"/>
    </p:embeddedFont>
    <p:embeddedFont>
      <p:font typeface="Lora"/>
      <p:regular r:id="rId15"/>
    </p:embeddedFont>
    <p:embeddedFont>
      <p:font typeface="Lora"/>
      <p:regular r:id="rId16"/>
    </p:embeddedFont>
    <p:embeddedFont>
      <p:font typeface="Lora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37529"/>
            <a:ext cx="7415927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50"/>
              </a:lnSpc>
              <a:buNone/>
            </a:pPr>
            <a:r>
              <a:rPr lang="en-US" sz="6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¿Qué es la programación?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864037" y="4511873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programación es el proceso de diseñar e implementar conjuntos de instrucciones para que las computadoras realicen diversas tareas. Consiste en escribir códigos que siguen reglas precisas para resolver problemas o realizar acciones específicas de manera automatizada.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52" y="567571"/>
            <a:ext cx="9528096" cy="121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historia y evolución de la programación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1020485" y="2091095"/>
            <a:ext cx="22860" cy="5574506"/>
          </a:xfrm>
          <a:prstGeom prst="roundRect">
            <a:avLst>
              <a:gd name="adj" fmla="val 135431"/>
            </a:avLst>
          </a:prstGeom>
          <a:solidFill>
            <a:srgbClr val="5D606B"/>
          </a:solidFill>
          <a:ln/>
        </p:spPr>
      </p:sp>
      <p:sp>
        <p:nvSpPr>
          <p:cNvPr id="5" name="Shape 2"/>
          <p:cNvSpPr/>
          <p:nvPr/>
        </p:nvSpPr>
        <p:spPr>
          <a:xfrm>
            <a:off x="1241227" y="2544008"/>
            <a:ext cx="722352" cy="22860"/>
          </a:xfrm>
          <a:prstGeom prst="roundRect">
            <a:avLst>
              <a:gd name="adj" fmla="val 135431"/>
            </a:avLst>
          </a:prstGeom>
          <a:solidFill>
            <a:srgbClr val="5D606B"/>
          </a:solidFill>
          <a:ln/>
        </p:spPr>
      </p:sp>
      <p:sp>
        <p:nvSpPr>
          <p:cNvPr id="6" name="Shape 3"/>
          <p:cNvSpPr/>
          <p:nvPr/>
        </p:nvSpPr>
        <p:spPr>
          <a:xfrm>
            <a:off x="799743" y="2323267"/>
            <a:ext cx="464344" cy="46434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978813" y="2409706"/>
            <a:ext cx="10608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167057" y="2297430"/>
            <a:ext cx="2428161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Primeros días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67057" y="2724626"/>
            <a:ext cx="8083391" cy="99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programación tiene sus raíces en el siglo XIX, pero el desarrollo de lenguajes modernos, como Java y Python, ha revolucionado la forma en que interactuamos con la tecnología en la actualidad.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41227" y="4581049"/>
            <a:ext cx="722352" cy="22860"/>
          </a:xfrm>
          <a:prstGeom prst="roundRect">
            <a:avLst>
              <a:gd name="adj" fmla="val 135431"/>
            </a:avLst>
          </a:prstGeom>
          <a:solidFill>
            <a:srgbClr val="5D606B"/>
          </a:solidFill>
          <a:ln/>
        </p:spPr>
      </p:sp>
      <p:sp>
        <p:nvSpPr>
          <p:cNvPr id="11" name="Shape 8"/>
          <p:cNvSpPr/>
          <p:nvPr/>
        </p:nvSpPr>
        <p:spPr>
          <a:xfrm>
            <a:off x="799743" y="4360307"/>
            <a:ext cx="464344" cy="46434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953691" y="4446746"/>
            <a:ext cx="156448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2167057" y="4334470"/>
            <a:ext cx="2454235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Avances significativos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167057" y="4761667"/>
            <a:ext cx="8083391" cy="99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Desde la invención de la primera computadora, ENIAC, en 1943, hasta el surgimiento de la inteligencia artificial y la computación cuántica, la programación ha experimentado avances impresionantes.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41227" y="6618089"/>
            <a:ext cx="722352" cy="22860"/>
          </a:xfrm>
          <a:prstGeom prst="roundRect">
            <a:avLst>
              <a:gd name="adj" fmla="val 135431"/>
            </a:avLst>
          </a:prstGeom>
          <a:solidFill>
            <a:srgbClr val="5D606B"/>
          </a:solidFill>
          <a:ln/>
        </p:spPr>
      </p:sp>
      <p:sp>
        <p:nvSpPr>
          <p:cNvPr id="16" name="Shape 13"/>
          <p:cNvSpPr/>
          <p:nvPr/>
        </p:nvSpPr>
        <p:spPr>
          <a:xfrm>
            <a:off x="799743" y="6397347"/>
            <a:ext cx="464344" cy="464344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7" name="Text 14"/>
          <p:cNvSpPr/>
          <p:nvPr/>
        </p:nvSpPr>
        <p:spPr>
          <a:xfrm>
            <a:off x="950714" y="6483787"/>
            <a:ext cx="162282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167057" y="6371511"/>
            <a:ext cx="2590205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Impacto en la sociedad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167057" y="6798707"/>
            <a:ext cx="8083391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programación ha transformado la forma en que vivimos y trabajamos. Ha facilitado todo, desde las comunicaciones hasta los viajes espaciales.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84716"/>
            <a:ext cx="5003721" cy="62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Tipos de aplicaciones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68693" y="1741765"/>
            <a:ext cx="2501860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Aplicaciones web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68693" y="2267069"/>
            <a:ext cx="3884533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Son programas que se ejecutan en un navegador web, como Gmail o Facebook. Permiten el acceso desde cualquier dispositivo conectado a Internet.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3866912"/>
            <a:ext cx="3884533" cy="3751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79720" y="1741765"/>
            <a:ext cx="2501860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Aplicaciones móviles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379720" y="2267069"/>
            <a:ext cx="388453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Diseñadas para funcionar en dispositivos móviles, como teléfonos y tabletas. Ejemplos incluyen WhatsApp y Instagram.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20" y="3526750"/>
            <a:ext cx="3884533" cy="3751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90748" y="1741765"/>
            <a:ext cx="3010853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Aplicaciones de escritorio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790748" y="2267069"/>
            <a:ext cx="388453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instalan y ejecutan en computadoras de escritorio o portátiles. Ejemplos son Microsoft Word y Adobe Photoshop.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748" y="3526750"/>
            <a:ext cx="3884533" cy="2183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987034"/>
            <a:ext cx="8309372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Ejemplo de una aplicación web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864037" y="3361015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078230" y="3464481"/>
            <a:ext cx="12692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66280" y="336101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Gmail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666280" y="3872270"/>
            <a:ext cx="3696772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Gmail es un servicio de correo electrónico desarrollado por Google. Ofrece almacenamiento gratuito, intercambio de archivos y filtros avanzados para organizar el correo.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609868" y="3361015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5793938" y="3464481"/>
            <a:ext cx="187166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12111" y="336101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Facebook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412111" y="3872270"/>
            <a:ext cx="3696772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de las redes sociales más populares del mundo que permite a los usuarios interactuar, compartir contenido, y comunicarse con amigos y familiares.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73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3505319"/>
            <a:ext cx="8071723" cy="67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Ejemplo de una aplicación móvil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93" y="4526042"/>
            <a:ext cx="6346388" cy="9194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8483" y="5790128"/>
            <a:ext cx="27041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WhatsApp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198483" y="6265902"/>
            <a:ext cx="5886807" cy="11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aplicación de mensajería instantánea que permite enviar mensajes de texto, realizar llamadas de voz y video, y compartir contenido multimedia.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81" y="4526042"/>
            <a:ext cx="6346508" cy="9194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4872" y="5790128"/>
            <a:ext cx="270414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Instagram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44872" y="6265902"/>
            <a:ext cx="5886926" cy="11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red social centrada en compartir fotos y videos. Los usuarios pueden editar y compartir su contenido, así como interactuar con publicaciones de otros usuarios.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911072"/>
            <a:ext cx="9244727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Ejemplo de una aplicación de escritorio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864037" y="3733443"/>
            <a:ext cx="4499015" cy="2585085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110853" y="398025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Microsoft Word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110853" y="4491514"/>
            <a:ext cx="400538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procesador de textos ampliamente utilizado que permite crear y editar documentos con formato profesional.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609868" y="3733443"/>
            <a:ext cx="4499015" cy="2585085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5856684" y="3980259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Adobe Photoshop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856684" y="4491514"/>
            <a:ext cx="400538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software de edición de imágenes que brinda herramientas avanzadas para la manipulación y retoque fotográfico.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974062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Conclusión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864037" y="4070390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programación y las aplicaciones que crea han transformado el mundo moderno. Desde las redes sociales hasta la asistencia médica, la programación es la piedra angular de la innovación en la era digital.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2024-11-03T16:58:33Z</dcterms:created>
  <dcterms:modified xsi:type="dcterms:W3CDTF">2024-11-03T16:58:33Z</dcterms:modified>
</cp:coreProperties>
</file>