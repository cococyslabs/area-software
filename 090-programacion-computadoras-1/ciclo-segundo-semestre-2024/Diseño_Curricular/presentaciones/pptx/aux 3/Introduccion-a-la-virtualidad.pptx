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Unbounded"/>
      <p:regular r:id="rId19"/>
    </p:embeddedFont>
    <p:embeddedFont>
      <p:font typeface="Unbounded"/>
      <p:regular r:id="rId20"/>
    </p:embeddedFont>
    <p:embeddedFont>
      <p:font typeface="Cabin"/>
      <p:regular r:id="rId21"/>
    </p:embeddedFont>
    <p:embeddedFont>
      <p:font typeface="Cabin"/>
      <p:regular r:id="rId22"/>
    </p:embeddedFont>
    <p:embeddedFont>
      <p:font typeface="Cabin"/>
      <p:regular r:id="rId23"/>
    </p:embeddedFont>
    <p:embeddedFont>
      <p:font typeface="Cabin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" y="1680210"/>
            <a:ext cx="4869180" cy="4869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335054"/>
            <a:ext cx="7415927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50"/>
              </a:lnSpc>
              <a:buNone/>
            </a:pPr>
            <a:r>
              <a:rPr lang="en-US" sz="6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Introducción a la virtualidad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6350437" y="470939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virtualización es una tecnología que permite ejecutar múltiples sistemas operativos y aplicaciones en un mismo equipo físico, aumentando la utilización de los recursos y sobre todo su portabilidad.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47807"/>
            <a:ext cx="6227683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Tipos de virtualización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1530191"/>
            <a:ext cx="9271516" cy="61514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293852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Grandes aportaciones de la Virtualización</a:t>
            </a:r>
            <a:endParaRPr lang="en-US" sz="4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3239691"/>
            <a:ext cx="4230886" cy="987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5509" y="459747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Portabilidad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215509" y="5108734"/>
            <a:ext cx="3737253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Facilita la creación, copia y migración de servidores virtuales, simplificando la gestión de la infraestructura.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78" y="3239691"/>
            <a:ext cx="4231005" cy="9875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6395" y="4597479"/>
            <a:ext cx="311050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Mayor Flexibilidad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5446395" y="5108734"/>
            <a:ext cx="37373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Ofrece la posibilidad de ajustar la capacidad de procesamiento y almacenamiento según las necesidades del negocio.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583" y="3239691"/>
            <a:ext cx="4231005" cy="9875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400" y="459747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Aislamiento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9677400" y="5108734"/>
            <a:ext cx="37373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Garantiza que las aplicaciones virtualizadas no afecten negativamente a otras aplicaciones o al sistema operativo host.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941195"/>
            <a:ext cx="8370927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¿Que puedo Virtualizar? 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3438644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1164312" y="3542109"/>
            <a:ext cx="164187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770936" y="3438644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Virtualización de servidores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70936" y="4313039"/>
            <a:ext cx="32642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Consiste en dividir un servidor físico en varios servidores virtuales, lo que optimiza el uso de recursos.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81970" y="3438644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5422106" y="3542109"/>
            <a:ext cx="27503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84213" y="3438644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Virtualización de escritorios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084213" y="4313039"/>
            <a:ext cx="32642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Permite ejecutar múltiples escritorios virtuales en un solo equipo, ofreciendo mayor flexibilidad y seguridad.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595247" y="3438644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9732764" y="3542109"/>
            <a:ext cx="28027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397490" y="3438644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Virtualización de aplicaciones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397490" y="4313039"/>
            <a:ext cx="326421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 esta tecnología, las aplicaciones se ejecutan en un entorno virtualizado, lo que mejora la portabilidad y el aislamiento.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719138"/>
            <a:ext cx="12692896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Ventajas y Desventajas de la virtualizacion por medio de un Hypervisor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1334810"/>
            <a:ext cx="10246876" cy="63549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57920"/>
            <a:ext cx="7415927" cy="217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¿Que es una hipervisor y para que nos sirve?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6350437" y="4006334"/>
            <a:ext cx="7415927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 hipervisor es un software que permite crear y gestionar múltiples máquinas virtuales en un único servidor físico. Actúa como un intermediario entre el hardware del equipo fisico y las máquinas virtuales, proporcionando una capa adicional de abstracción y control. El hipervisor nos sirve para virtualizar los recursos del servidor, asignarlos a las máquinas virtuales y supervisar su rendimiento y utilización.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47926"/>
            <a:ext cx="5877878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Tipos de Hypervisors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1530310"/>
            <a:ext cx="8865275" cy="6151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829878"/>
            <a:ext cx="10336530" cy="58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Hipervisor de tipo 2</a:t>
            </a:r>
            <a:pPr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: Alojado(Hosted)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68693" y="3657481"/>
            <a:ext cx="12692896" cy="174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hipervisor de tipo 2 es mejor para los usuarios individuales que buscan ejecutar varios sistemas operativos en una computadora personal. VMware Workstation y Oracle VirtualBox son ejemplos de hipervisores de tipo 2.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230993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VMware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3574137"/>
            <a:ext cx="616124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80K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58378" y="4697254"/>
            <a:ext cx="358175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Clientes Satisfechos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8693" y="5208508"/>
            <a:ext cx="616124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VMware cuenta con una amplia base de clientes satisfechos que confían en su tecnología de virtualización.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00223" y="3574137"/>
            <a:ext cx="6161365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929330" y="4697254"/>
            <a:ext cx="330303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Países Soportados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500223" y="5208508"/>
            <a:ext cx="616136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VMware ofrece soporte en más de 75 países, asegurando que sus clientes obtengan asistencia local.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585561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VirtualBox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3805357"/>
            <a:ext cx="12692896" cy="1838563"/>
          </a:xfrm>
          <a:prstGeom prst="roundRect">
            <a:avLst>
              <a:gd name="adj" fmla="val 2014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933" y="3820597"/>
            <a:ext cx="12661106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32059" y="3976330"/>
            <a:ext cx="372248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Facilidad de Uso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55801" y="3976330"/>
            <a:ext cx="37186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Amplia Compatibilidad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75733" y="3976330"/>
            <a:ext cx="372248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con Sistemas Operativos Diversos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83933" y="4922163"/>
            <a:ext cx="12661106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32059" y="5077897"/>
            <a:ext cx="372248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Opción Gratuita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55801" y="5077897"/>
            <a:ext cx="37186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Soporte Activo de la Comunidad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75733" y="5077897"/>
            <a:ext cx="372248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Alto Desempeño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68693" y="2579608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Hyper-V</a:t>
            </a:r>
            <a:endParaRPr lang="en-US" sz="4550" dirty="0"/>
          </a:p>
        </p:txBody>
      </p:sp>
      <p:sp>
        <p:nvSpPr>
          <p:cNvPr id="5" name="Shape 2"/>
          <p:cNvSpPr/>
          <p:nvPr/>
        </p:nvSpPr>
        <p:spPr>
          <a:xfrm>
            <a:off x="968693" y="395358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1164312" y="4057055"/>
            <a:ext cx="164187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770936" y="395358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Fácil Integración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770936" y="4464844"/>
            <a:ext cx="542079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Hyper-V se integra perfectamente con los sistemas Windows, ofreciendo una gestión centralizada y simplificada.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38549" y="395358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7578685" y="4057055"/>
            <a:ext cx="27503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240792" y="395358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Escalabilidad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240792" y="4464844"/>
            <a:ext cx="542079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Permite escalar la infraestructura conforme a las necesidades de la empresa, desde entornos de desarrollo hasta producción.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68693" y="1245156"/>
            <a:ext cx="1159144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Conclusiones y recomendaciones</a:t>
            </a:r>
            <a:endParaRPr lang="en-US" sz="4550" dirty="0"/>
          </a:p>
        </p:txBody>
      </p:sp>
      <p:sp>
        <p:nvSpPr>
          <p:cNvPr id="5" name="Shape 2"/>
          <p:cNvSpPr/>
          <p:nvPr/>
        </p:nvSpPr>
        <p:spPr>
          <a:xfrm>
            <a:off x="7299841" y="2341483"/>
            <a:ext cx="30480" cy="4642842"/>
          </a:xfrm>
          <a:prstGeom prst="roundRect">
            <a:avLst>
              <a:gd name="adj" fmla="val 121500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6203811" y="2881551"/>
            <a:ext cx="864037" cy="30480"/>
          </a:xfrm>
          <a:prstGeom prst="roundRect">
            <a:avLst>
              <a:gd name="adj" fmla="val 121500"/>
            </a:avLst>
          </a:prstGeom>
          <a:solidFill>
            <a:srgbClr val="49606E"/>
          </a:solidFill>
          <a:ln/>
        </p:spPr>
      </p:sp>
      <p:sp>
        <p:nvSpPr>
          <p:cNvPr id="7" name="Shape 4"/>
          <p:cNvSpPr/>
          <p:nvPr/>
        </p:nvSpPr>
        <p:spPr>
          <a:xfrm>
            <a:off x="7037368" y="261913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232987" y="2722602"/>
            <a:ext cx="164187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311235" y="2588300"/>
            <a:ext cx="464605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Análisis de Requerimientos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68693" y="3099554"/>
            <a:ext cx="498860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Antes de implementar la virtualización, es crucial analizar las necesidades de la empresa y los recursos disponibles.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562314" y="4115872"/>
            <a:ext cx="864037" cy="30480"/>
          </a:xfrm>
          <a:prstGeom prst="roundRect">
            <a:avLst>
              <a:gd name="adj" fmla="val 121500"/>
            </a:avLst>
          </a:prstGeom>
          <a:solidFill>
            <a:srgbClr val="49606E"/>
          </a:solidFill>
          <a:ln/>
        </p:spPr>
      </p:sp>
      <p:sp>
        <p:nvSpPr>
          <p:cNvPr id="12" name="Shape 9"/>
          <p:cNvSpPr/>
          <p:nvPr/>
        </p:nvSpPr>
        <p:spPr>
          <a:xfrm>
            <a:off x="7037368" y="3853458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7177504" y="3956923"/>
            <a:ext cx="27503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8672870" y="3822621"/>
            <a:ext cx="430018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Selección de Tecnologías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8672870" y="4333875"/>
            <a:ext cx="4988719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Elegir la plataforma de virtualización adecuada según las necesidades de la empresa garantiza el éxito de la implementación.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203811" y="5334238"/>
            <a:ext cx="864037" cy="30480"/>
          </a:xfrm>
          <a:prstGeom prst="roundRect">
            <a:avLst>
              <a:gd name="adj" fmla="val 121500"/>
            </a:avLst>
          </a:prstGeom>
          <a:solidFill>
            <a:srgbClr val="49606E"/>
          </a:solidFill>
          <a:ln/>
        </p:spPr>
      </p:sp>
      <p:sp>
        <p:nvSpPr>
          <p:cNvPr id="17" name="Shape 14"/>
          <p:cNvSpPr/>
          <p:nvPr/>
        </p:nvSpPr>
        <p:spPr>
          <a:xfrm>
            <a:off x="7037368" y="5071824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8" name="Text 15"/>
          <p:cNvSpPr/>
          <p:nvPr/>
        </p:nvSpPr>
        <p:spPr>
          <a:xfrm>
            <a:off x="7174885" y="5175290"/>
            <a:ext cx="28027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426488" y="5040987"/>
            <a:ext cx="453080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Capacitación del Personal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68693" y="5552242"/>
            <a:ext cx="498860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Brindar formación adecuada al personal sobre la gestión de entornos virtuales asegura un uso eficiente de la tecnología.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2024-11-03T16:19:21Z</dcterms:created>
  <dcterms:modified xsi:type="dcterms:W3CDTF">2024-11-03T16:19:21Z</dcterms:modified>
</cp:coreProperties>
</file>