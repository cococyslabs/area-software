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Open Sans Bold" charset="1" panose="020B0806030504020204"/>
      <p:regular r:id="rId12"/>
    </p:embeddedFont>
    <p:embeddedFont>
      <p:font typeface="Open Sans" charset="1" panose="020B0606030504020204"/>
      <p:regular r:id="rId13"/>
    </p:embeddedFont>
    <p:embeddedFont>
      <p:font typeface="Bungee" charset="1" panose="00000000000000000000"/>
      <p:regular r:id="rId14"/>
    </p:embeddedFont>
    <p:embeddedFont>
      <p:font typeface="Montserrat Light" charset="1" panose="00000400000000000000"/>
      <p:regular r:id="rId15"/>
    </p:embeddedFont>
    <p:embeddedFont>
      <p:font typeface="Telegraf Medium" charset="1" panose="00000600000000000000"/>
      <p:regular r:id="rId16"/>
    </p:embeddedFont>
    <p:embeddedFont>
      <p:font typeface="Telegraf Bold Bold" charset="1" panose="00000A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gif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gif" Type="http://schemas.openxmlformats.org/officeDocument/2006/relationships/image"/><Relationship Id="rId3" Target="../media/image3.gif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Relationship Id="rId7" Target="../media/image7.png" Type="http://schemas.openxmlformats.org/officeDocument/2006/relationships/image"/><Relationship Id="rId8" Target="../media/image8.png" Type="http://schemas.openxmlformats.org/officeDocument/2006/relationships/image"/><Relationship Id="rId9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gif" Type="http://schemas.openxmlformats.org/officeDocument/2006/relationships/image"/><Relationship Id="rId3" Target="../media/image10.gif" Type="http://schemas.openxmlformats.org/officeDocument/2006/relationships/image"/><Relationship Id="rId4" Target="../media/image11.gif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gif" Type="http://schemas.openxmlformats.org/officeDocument/2006/relationships/image"/><Relationship Id="rId3" Target="../media/image3.gif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gif" Type="http://schemas.openxmlformats.org/officeDocument/2006/relationships/image"/><Relationship Id="rId3" Target="../media/image11.gif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1" r="0" b="-81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100909" y="6520935"/>
            <a:ext cx="10086182" cy="880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25"/>
              </a:lnSpc>
            </a:pPr>
            <a:r>
              <a:rPr lang="en-US" sz="5089" b="true">
                <a:solidFill>
                  <a:srgbClr val="FEFEF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Carlos Eduardo Soto Marroquín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652953" y="3981443"/>
            <a:ext cx="10982095" cy="2238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34"/>
              </a:lnSpc>
            </a:pPr>
            <a:r>
              <a:rPr lang="en-US" sz="4524" b="true">
                <a:solidFill>
                  <a:srgbClr val="FEFEF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Laboratorio de Programacion de computadoras I, Sección A</a:t>
            </a:r>
          </a:p>
          <a:p>
            <a:pPr algn="ctr">
              <a:lnSpc>
                <a:spcPts val="5214"/>
              </a:lnSpc>
            </a:pPr>
          </a:p>
        </p:txBody>
      </p: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12379998" y="1922183"/>
          <a:ext cx="5415726" cy="1619250"/>
        </p:xfrm>
        <a:graphic>
          <a:graphicData uri="http://schemas.openxmlformats.org/drawingml/2006/table">
            <a:tbl>
              <a:tblPr/>
              <a:tblGrid>
                <a:gridCol w="2707863"/>
                <a:gridCol w="2707863"/>
              </a:tblGrid>
              <a:tr h="8096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Dia, Fecha: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Sabado, 12/10/2024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96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Hora de inicio: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08:50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E6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256419" y="352767"/>
            <a:ext cx="2086275" cy="813647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 rot="0">
            <a:off x="1915859" y="1277240"/>
            <a:ext cx="14093462" cy="10287000"/>
            <a:chOff x="0" y="0"/>
            <a:chExt cx="3373780" cy="246256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373780" cy="2462566"/>
            </a:xfrm>
            <a:custGeom>
              <a:avLst/>
              <a:gdLst/>
              <a:ahLst/>
              <a:cxnLst/>
              <a:rect r="r" b="b" t="t" l="l"/>
              <a:pathLst>
                <a:path h="2462566" w="3373780">
                  <a:moveTo>
                    <a:pt x="3249320" y="2462566"/>
                  </a:moveTo>
                  <a:lnTo>
                    <a:pt x="124460" y="2462566"/>
                  </a:lnTo>
                  <a:cubicBezTo>
                    <a:pt x="55880" y="2462566"/>
                    <a:pt x="0" y="2406686"/>
                    <a:pt x="0" y="2338106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249320" y="0"/>
                  </a:lnTo>
                  <a:cubicBezTo>
                    <a:pt x="3317900" y="0"/>
                    <a:pt x="3373780" y="55880"/>
                    <a:pt x="3373780" y="124460"/>
                  </a:cubicBezTo>
                  <a:lnTo>
                    <a:pt x="3373780" y="2338106"/>
                  </a:lnTo>
                  <a:cubicBezTo>
                    <a:pt x="3373780" y="2406686"/>
                    <a:pt x="3317900" y="2462566"/>
                    <a:pt x="3249320" y="2462566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6938428" y="2257645"/>
            <a:ext cx="4048324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Clase 9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923910" y="4466985"/>
            <a:ext cx="12280112" cy="1263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5600" i="true">
                <a:solidFill>
                  <a:srgbClr val="7843E6"/>
                </a:solidFill>
                <a:latin typeface="Bungee"/>
                <a:ea typeface="Bungee"/>
                <a:cs typeface="Bungee"/>
                <a:sym typeface="Bungee"/>
              </a:rPr>
              <a:t>PRÁCTICA DE PROGRAMACIÓN DE COMPUTADORAS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822534" y="7648284"/>
            <a:ext cx="12280112" cy="1217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50"/>
              </a:lnSpc>
            </a:pPr>
            <a:r>
              <a:rPr lang="en-US" sz="3800" i="true">
                <a:solidFill>
                  <a:srgbClr val="7843E6"/>
                </a:solidFill>
                <a:latin typeface="Bungee"/>
                <a:ea typeface="Bungee"/>
                <a:cs typeface="Bungee"/>
                <a:sym typeface="Bungee"/>
              </a:rPr>
              <a:t>SECCIÓN A</a:t>
            </a:r>
          </a:p>
          <a:p>
            <a:pPr algn="ctr">
              <a:lnSpc>
                <a:spcPts val="2850"/>
              </a:lnSpc>
            </a:pPr>
          </a:p>
          <a:p>
            <a:pPr algn="ctr">
              <a:lnSpc>
                <a:spcPts val="2850"/>
              </a:lnSpc>
              <a:spcBef>
                <a:spcPct val="0"/>
              </a:spcBef>
            </a:pPr>
            <a:r>
              <a:rPr lang="en-US" sz="3800" i="true">
                <a:solidFill>
                  <a:srgbClr val="7843E6"/>
                </a:solidFill>
                <a:latin typeface="Bungee"/>
                <a:ea typeface="Bungee"/>
                <a:cs typeface="Bungee"/>
                <a:sym typeface="Bungee"/>
              </a:rPr>
              <a:t>CÓDIGO DEL CURSO 090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E6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203063" y="342096"/>
            <a:ext cx="2086275" cy="813647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16463740" y="8128046"/>
            <a:ext cx="1758444" cy="1785222"/>
          </a:xfrm>
          <a:prstGeom prst="rect">
            <a:avLst/>
          </a:prstGeom>
        </p:spPr>
      </p:pic>
      <p:sp>
        <p:nvSpPr>
          <p:cNvPr name="Freeform 4" id="4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88881" y="5493401"/>
            <a:ext cx="4584169" cy="3659841"/>
          </a:xfrm>
          <a:custGeom>
            <a:avLst/>
            <a:gdLst/>
            <a:ahLst/>
            <a:cxnLst/>
            <a:rect r="r" b="b" t="t" l="l"/>
            <a:pathLst>
              <a:path h="3659841" w="4584169">
                <a:moveTo>
                  <a:pt x="0" y="0"/>
                </a:moveTo>
                <a:lnTo>
                  <a:pt x="4584169" y="0"/>
                </a:lnTo>
                <a:lnTo>
                  <a:pt x="4584169" y="3659841"/>
                </a:lnTo>
                <a:lnTo>
                  <a:pt x="0" y="365984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188553" y="5493401"/>
            <a:ext cx="4393356" cy="938854"/>
          </a:xfrm>
          <a:custGeom>
            <a:avLst/>
            <a:gdLst/>
            <a:ahLst/>
            <a:cxnLst/>
            <a:rect r="r" b="b" t="t" l="l"/>
            <a:pathLst>
              <a:path h="938854" w="4393356">
                <a:moveTo>
                  <a:pt x="0" y="0"/>
                </a:moveTo>
                <a:lnTo>
                  <a:pt x="4393357" y="0"/>
                </a:lnTo>
                <a:lnTo>
                  <a:pt x="4393357" y="938854"/>
                </a:lnTo>
                <a:lnTo>
                  <a:pt x="0" y="93885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386765" y="6814262"/>
            <a:ext cx="4195145" cy="1018120"/>
          </a:xfrm>
          <a:custGeom>
            <a:avLst/>
            <a:gdLst/>
            <a:ahLst/>
            <a:cxnLst/>
            <a:rect r="r" b="b" t="t" l="l"/>
            <a:pathLst>
              <a:path h="1018120" w="4195145">
                <a:moveTo>
                  <a:pt x="0" y="0"/>
                </a:moveTo>
                <a:lnTo>
                  <a:pt x="4195145" y="0"/>
                </a:lnTo>
                <a:lnTo>
                  <a:pt x="4195145" y="1018120"/>
                </a:lnTo>
                <a:lnTo>
                  <a:pt x="0" y="101812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889592" y="5632175"/>
            <a:ext cx="4069765" cy="2755812"/>
          </a:xfrm>
          <a:custGeom>
            <a:avLst/>
            <a:gdLst/>
            <a:ahLst/>
            <a:cxnLst/>
            <a:rect r="r" b="b" t="t" l="l"/>
            <a:pathLst>
              <a:path h="2755812" w="4069765">
                <a:moveTo>
                  <a:pt x="0" y="0"/>
                </a:moveTo>
                <a:lnTo>
                  <a:pt x="4069766" y="0"/>
                </a:lnTo>
                <a:lnTo>
                  <a:pt x="4069766" y="2755812"/>
                </a:lnTo>
                <a:lnTo>
                  <a:pt x="0" y="275581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188553" y="8179017"/>
            <a:ext cx="4546215" cy="1734251"/>
          </a:xfrm>
          <a:custGeom>
            <a:avLst/>
            <a:gdLst/>
            <a:ahLst/>
            <a:cxnLst/>
            <a:rect r="r" b="b" t="t" l="l"/>
            <a:pathLst>
              <a:path h="1734251" w="4546215">
                <a:moveTo>
                  <a:pt x="0" y="0"/>
                </a:moveTo>
                <a:lnTo>
                  <a:pt x="4546216" y="0"/>
                </a:lnTo>
                <a:lnTo>
                  <a:pt x="4546216" y="1734251"/>
                </a:lnTo>
                <a:lnTo>
                  <a:pt x="0" y="173425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032605" y="1668986"/>
            <a:ext cx="3964782" cy="513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44"/>
              </a:lnSpc>
            </a:pPr>
            <a:r>
              <a:rPr lang="en-US" sz="3031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Actividad preguntas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175394" y="2224917"/>
            <a:ext cx="2205426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578993" y="1859086"/>
            <a:ext cx="2205426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8:55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578993" y="2650931"/>
            <a:ext cx="2205426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9:20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578993" y="3580067"/>
            <a:ext cx="2205426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25 min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E6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203063" y="342096"/>
            <a:ext cx="2086275" cy="813647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 rot="0">
            <a:off x="1915859" y="1371425"/>
            <a:ext cx="14093462" cy="10287000"/>
            <a:chOff x="0" y="0"/>
            <a:chExt cx="3373780" cy="246256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373780" cy="2462566"/>
            </a:xfrm>
            <a:custGeom>
              <a:avLst/>
              <a:gdLst/>
              <a:ahLst/>
              <a:cxnLst/>
              <a:rect r="r" b="b" t="t" l="l"/>
              <a:pathLst>
                <a:path h="2462566" w="3373780">
                  <a:moveTo>
                    <a:pt x="3249320" y="2462566"/>
                  </a:moveTo>
                  <a:lnTo>
                    <a:pt x="124460" y="2462566"/>
                  </a:lnTo>
                  <a:cubicBezTo>
                    <a:pt x="55880" y="2462566"/>
                    <a:pt x="0" y="2406686"/>
                    <a:pt x="0" y="2338106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249320" y="0"/>
                  </a:lnTo>
                  <a:cubicBezTo>
                    <a:pt x="3317900" y="0"/>
                    <a:pt x="3373780" y="55880"/>
                    <a:pt x="3373780" y="124460"/>
                  </a:cubicBezTo>
                  <a:lnTo>
                    <a:pt x="3373780" y="2338106"/>
                  </a:lnTo>
                  <a:cubicBezTo>
                    <a:pt x="3373780" y="2406686"/>
                    <a:pt x="3317900" y="2462566"/>
                    <a:pt x="3249320" y="2462566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3789434" y="5366549"/>
            <a:ext cx="2859949" cy="2702652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>
            <a:off x="9931595" y="2998279"/>
            <a:ext cx="0" cy="5723597"/>
          </a:xfrm>
          <a:prstGeom prst="line">
            <a:avLst/>
          </a:prstGeom>
          <a:ln cap="flat" w="38100">
            <a:solidFill>
              <a:srgbClr val="FEE6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H="true">
            <a:off x="10108479" y="3754113"/>
            <a:ext cx="4699249" cy="0"/>
          </a:xfrm>
          <a:prstGeom prst="line">
            <a:avLst/>
          </a:prstGeom>
          <a:ln cap="flat" w="19050">
            <a:solidFill>
              <a:srgbClr val="FEE6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flipH="true">
            <a:off x="10108479" y="4856250"/>
            <a:ext cx="4699249" cy="0"/>
          </a:xfrm>
          <a:prstGeom prst="line">
            <a:avLst/>
          </a:prstGeom>
          <a:ln cap="flat" w="19050">
            <a:solidFill>
              <a:srgbClr val="FEE6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flipH="true">
            <a:off x="10108479" y="5830333"/>
            <a:ext cx="4699249" cy="0"/>
          </a:xfrm>
          <a:prstGeom prst="line">
            <a:avLst/>
          </a:prstGeom>
          <a:ln cap="flat" w="19050">
            <a:solidFill>
              <a:srgbClr val="FEE6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flipH="true">
            <a:off x="10108479" y="6727400"/>
            <a:ext cx="4699249" cy="0"/>
          </a:xfrm>
          <a:prstGeom prst="line">
            <a:avLst/>
          </a:prstGeom>
          <a:ln cap="flat" w="19050">
            <a:solidFill>
              <a:srgbClr val="FEE600"/>
            </a:solidFill>
            <a:prstDash val="solid"/>
            <a:headEnd type="none" len="sm" w="sm"/>
            <a:tailEnd type="none" len="sm" w="sm"/>
          </a:ln>
        </p:spPr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0">
            <a:off x="16642944" y="8292350"/>
            <a:ext cx="1440903" cy="1601004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3151882" y="3177988"/>
            <a:ext cx="4407681" cy="174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AGENDA DE LA CLASE: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141994" y="3093851"/>
            <a:ext cx="4632219" cy="339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Tarea 4 Conferencia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141994" y="4246239"/>
            <a:ext cx="4632219" cy="339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Ejemplo conexión excel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141994" y="7013150"/>
            <a:ext cx="4632219" cy="339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Horarios de calificación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141994" y="5258919"/>
            <a:ext cx="4632219" cy="339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HC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108479" y="6116083"/>
            <a:ext cx="4632219" cy="339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Foro de la semana</a:t>
            </a:r>
          </a:p>
        </p:txBody>
      </p:sp>
      <p:sp>
        <p:nvSpPr>
          <p:cNvPr name="AutoShape 18" id="18"/>
          <p:cNvSpPr/>
          <p:nvPr/>
        </p:nvSpPr>
        <p:spPr>
          <a:xfrm flipH="true">
            <a:off x="10141994" y="7630730"/>
            <a:ext cx="4699249" cy="0"/>
          </a:xfrm>
          <a:prstGeom prst="line">
            <a:avLst/>
          </a:prstGeom>
          <a:ln cap="flat" w="19050">
            <a:solidFill>
              <a:srgbClr val="FEE6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9" id="19"/>
          <p:cNvSpPr txBox="true"/>
          <p:nvPr/>
        </p:nvSpPr>
        <p:spPr>
          <a:xfrm rot="0">
            <a:off x="10141994" y="8031100"/>
            <a:ext cx="4632219" cy="339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¿Dudas?</a:t>
            </a:r>
          </a:p>
        </p:txBody>
      </p:sp>
      <p:sp>
        <p:nvSpPr>
          <p:cNvPr name="AutoShape 20" id="20"/>
          <p:cNvSpPr/>
          <p:nvPr/>
        </p:nvSpPr>
        <p:spPr>
          <a:xfrm flipH="true">
            <a:off x="10141994" y="8731401"/>
            <a:ext cx="4699249" cy="0"/>
          </a:xfrm>
          <a:prstGeom prst="line">
            <a:avLst/>
          </a:prstGeom>
          <a:ln cap="flat" w="19050">
            <a:solidFill>
              <a:srgbClr val="FEE6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E6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203063" y="342096"/>
            <a:ext cx="2086275" cy="813647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 rot="0">
            <a:off x="1495625" y="1222378"/>
            <a:ext cx="14840446" cy="10361698"/>
            <a:chOff x="0" y="0"/>
            <a:chExt cx="3552598" cy="248044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552598" cy="2480448"/>
            </a:xfrm>
            <a:custGeom>
              <a:avLst/>
              <a:gdLst/>
              <a:ahLst/>
              <a:cxnLst/>
              <a:rect r="r" b="b" t="t" l="l"/>
              <a:pathLst>
                <a:path h="2480448" w="3552598">
                  <a:moveTo>
                    <a:pt x="3428138" y="2480447"/>
                  </a:moveTo>
                  <a:lnTo>
                    <a:pt x="124460" y="2480447"/>
                  </a:lnTo>
                  <a:cubicBezTo>
                    <a:pt x="55880" y="2480447"/>
                    <a:pt x="0" y="2424568"/>
                    <a:pt x="0" y="2355987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428138" y="0"/>
                  </a:lnTo>
                  <a:cubicBezTo>
                    <a:pt x="3496718" y="0"/>
                    <a:pt x="3552598" y="55880"/>
                    <a:pt x="3552598" y="124460"/>
                  </a:cubicBezTo>
                  <a:lnTo>
                    <a:pt x="3552598" y="2355988"/>
                  </a:lnTo>
                  <a:cubicBezTo>
                    <a:pt x="3552598" y="2424568"/>
                    <a:pt x="3496718" y="2480448"/>
                    <a:pt x="3428138" y="2480448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16463740" y="8128046"/>
            <a:ext cx="1758444" cy="1785222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rcRect l="0" t="108" r="0" b="108"/>
          <a:stretch>
            <a:fillRect/>
          </a:stretch>
        </p:blipFill>
        <p:spPr>
          <a:xfrm flipH="false" flipV="false" rot="0">
            <a:off x="6264737" y="3836422"/>
            <a:ext cx="5543626" cy="5628047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4844008" y="2128670"/>
            <a:ext cx="8143681" cy="1384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Ejemplo práctico conexión de excel con access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8794" y="318795"/>
            <a:ext cx="13359197" cy="8596685"/>
            <a:chOff x="0" y="0"/>
            <a:chExt cx="7880975" cy="50714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880976" cy="5071433"/>
            </a:xfrm>
            <a:custGeom>
              <a:avLst/>
              <a:gdLst/>
              <a:ahLst/>
              <a:cxnLst/>
              <a:rect r="r" b="b" t="t" l="l"/>
              <a:pathLst>
                <a:path h="5071433" w="7880976">
                  <a:moveTo>
                    <a:pt x="7756516" y="5071433"/>
                  </a:moveTo>
                  <a:lnTo>
                    <a:pt x="124460" y="5071433"/>
                  </a:lnTo>
                  <a:cubicBezTo>
                    <a:pt x="55880" y="5071433"/>
                    <a:pt x="0" y="5015553"/>
                    <a:pt x="0" y="4946972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7756516" y="0"/>
                  </a:lnTo>
                  <a:cubicBezTo>
                    <a:pt x="7825095" y="0"/>
                    <a:pt x="7880976" y="55880"/>
                    <a:pt x="7880976" y="124460"/>
                  </a:cubicBezTo>
                  <a:lnTo>
                    <a:pt x="7880976" y="4946973"/>
                  </a:lnTo>
                  <a:cubicBezTo>
                    <a:pt x="7880976" y="5015553"/>
                    <a:pt x="7825095" y="5071433"/>
                    <a:pt x="7756516" y="5071433"/>
                  </a:cubicBezTo>
                  <a:close/>
                </a:path>
              </a:pathLst>
            </a:custGeom>
            <a:solidFill>
              <a:srgbClr val="FEE600"/>
            </a:solidFill>
          </p:spPr>
        </p:sp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3968892" y="2764717"/>
            <a:ext cx="6391097" cy="3706836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14074333" y="4618135"/>
            <a:ext cx="3681741" cy="4090823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0359988" y="9548520"/>
            <a:ext cx="6899312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680"/>
              </a:lnSpc>
              <a:spcBef>
                <a:spcPct val="0"/>
              </a:spcBef>
            </a:pPr>
            <a:r>
              <a:rPr lang="en-US" sz="1400" spc="140">
                <a:solidFill>
                  <a:srgbClr val="191919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PROGRAMACION DE COMPUTADORAS 1 (090) 2024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094120" y="802568"/>
            <a:ext cx="6053144" cy="1326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70"/>
              </a:lnSpc>
            </a:pPr>
            <a:r>
              <a:rPr lang="en-US" sz="4225" b="true">
                <a:solidFill>
                  <a:srgbClr val="191919"/>
                </a:solidFill>
                <a:latin typeface="Telegraf Bold Bold"/>
                <a:ea typeface="Telegraf Bold Bold"/>
                <a:cs typeface="Telegraf Bold Bold"/>
                <a:sym typeface="Telegraf Bold Bold"/>
              </a:rPr>
              <a:t>¿Tienes alguna pregunta?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07454" y="447558"/>
            <a:ext cx="1446290" cy="581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38"/>
              </a:lnSpc>
            </a:pPr>
            <a:r>
              <a:rPr lang="en-US" b="true" sz="3938">
                <a:solidFill>
                  <a:srgbClr val="000000"/>
                </a:solidFill>
                <a:latin typeface="Telegraf Bold Bold"/>
                <a:ea typeface="Telegraf Bold Bold"/>
                <a:cs typeface="Telegraf Bold Bold"/>
                <a:sym typeface="Telegraf Bold Bold"/>
              </a:rPr>
              <a:t>PDC1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18060" y="7766953"/>
            <a:ext cx="8048659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0"/>
              </a:lnSpc>
            </a:pPr>
            <a:r>
              <a:rPr lang="en-US" sz="2925" b="true">
                <a:solidFill>
                  <a:srgbClr val="191919"/>
                </a:solidFill>
                <a:latin typeface="Telegraf Bold Bold"/>
                <a:ea typeface="Telegraf Bold Bold"/>
                <a:cs typeface="Telegraf Bold Bold"/>
                <a:sym typeface="Telegraf Bold Bold"/>
              </a:rPr>
              <a:t>Espero, que hayas aprendido algo nuevo.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DAGTXmOx5-U</dc:identifier>
  <dcterms:modified xsi:type="dcterms:W3CDTF">2011-08-01T06:04:30Z</dcterms:modified>
  <cp:revision>1</cp:revision>
  <dc:title>Lab pdc1 Presentacion 10</dc:title>
</cp:coreProperties>
</file>