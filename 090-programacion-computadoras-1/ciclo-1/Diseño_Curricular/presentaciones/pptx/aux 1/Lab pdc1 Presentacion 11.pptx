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ns Bold" charset="1" panose="020B0806030504020204"/>
      <p:regular r:id="rId13"/>
    </p:embeddedFont>
    <p:embeddedFont>
      <p:font typeface="Open Sans" charset="1" panose="020B0606030504020204"/>
      <p:regular r:id="rId14"/>
    </p:embeddedFont>
    <p:embeddedFont>
      <p:font typeface="Bungee" charset="1" panose="00000000000000000000"/>
      <p:regular r:id="rId15"/>
    </p:embeddedFont>
    <p:embeddedFont>
      <p:font typeface="Montserrat Light" charset="1" panose="00000400000000000000"/>
      <p:regular r:id="rId16"/>
    </p:embeddedFont>
    <p:embeddedFont>
      <p:font typeface="Telegraf Medium" charset="1" panose="00000600000000000000"/>
      <p:regular r:id="rId17"/>
    </p:embeddedFont>
    <p:embeddedFont>
      <p:font typeface="Telegraf Bold Bold" charset="1" panose="00000A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3.gif" Type="http://schemas.openxmlformats.org/officeDocument/2006/relationships/image"/><Relationship Id="rId4" Target="../media/image4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gif" Type="http://schemas.openxmlformats.org/officeDocument/2006/relationships/image"/><Relationship Id="rId3" Target="../media/image4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" r="0" b="-8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00909" y="6520935"/>
            <a:ext cx="10086182" cy="88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Carlos Eduardo Soto Marroquín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52953" y="3981443"/>
            <a:ext cx="10982095" cy="223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4"/>
              </a:lnSpc>
            </a:pPr>
            <a:r>
              <a:rPr lang="en-US" sz="4524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Laboratorio de Programacion de computadoras I, Sección A</a:t>
            </a:r>
          </a:p>
          <a:p>
            <a:pPr algn="ctr">
              <a:lnSpc>
                <a:spcPts val="5214"/>
              </a:lnSpc>
            </a:pP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2379998" y="1922183"/>
          <a:ext cx="5415726" cy="1619250"/>
        </p:xfrm>
        <a:graphic>
          <a:graphicData uri="http://schemas.openxmlformats.org/drawingml/2006/table">
            <a:tbl>
              <a:tblPr/>
              <a:tblGrid>
                <a:gridCol w="2707863"/>
                <a:gridCol w="2707863"/>
              </a:tblGrid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Dia, Fecha: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Sabado, 12/10/2024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Hora de inicio: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08:50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56419" y="352767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915859" y="1277240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604914" y="2257645"/>
            <a:ext cx="4715351" cy="156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Clase 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23910" y="4466985"/>
            <a:ext cx="12280112" cy="1263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56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PRÁCTICA DE PROGRAMACIÓN DE COMPUTADORAS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22534" y="7648284"/>
            <a:ext cx="12280112" cy="121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38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SECCIÓN A</a:t>
            </a:r>
          </a:p>
          <a:p>
            <a:pPr algn="ctr">
              <a:lnSpc>
                <a:spcPts val="2850"/>
              </a:lnSpc>
            </a:pPr>
          </a:p>
          <a:p>
            <a:pPr algn="ctr">
              <a:lnSpc>
                <a:spcPts val="2850"/>
              </a:lnSpc>
              <a:spcBef>
                <a:spcPct val="0"/>
              </a:spcBef>
            </a:pPr>
            <a:r>
              <a:rPr lang="en-US" sz="38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CÓDIGO DEL CURSO 090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915859" y="1371425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3789434" y="5366549"/>
            <a:ext cx="2859949" cy="2702652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>
            <a:off x="9931595" y="2998279"/>
            <a:ext cx="0" cy="5723597"/>
          </a:xfrm>
          <a:prstGeom prst="line">
            <a:avLst/>
          </a:prstGeom>
          <a:ln cap="flat" w="3810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10108479" y="3754113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10108479" y="4856250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10108479" y="5830333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10108479" y="6727400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6642944" y="8292350"/>
            <a:ext cx="1440903" cy="1601004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151882" y="3177988"/>
            <a:ext cx="4407681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 DE LA CLASE: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41994" y="3093851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Review Tarea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41994" y="4246238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Evaluacion academica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41994" y="7013150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¿Dudas?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41994" y="5258919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Examen corto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08479" y="6116083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Foro de la semana</a:t>
            </a:r>
          </a:p>
        </p:txBody>
      </p:sp>
      <p:sp>
        <p:nvSpPr>
          <p:cNvPr name="AutoShape 18" id="18"/>
          <p:cNvSpPr/>
          <p:nvPr/>
        </p:nvSpPr>
        <p:spPr>
          <a:xfrm flipH="true">
            <a:off x="10141994" y="7630730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463740" y="8128046"/>
            <a:ext cx="1758444" cy="1785222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08537" y="1668986"/>
            <a:ext cx="3012916" cy="513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03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Examen Corto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38574" y="2381398"/>
            <a:ext cx="2205426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78993" y="1859086"/>
            <a:ext cx="22054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9:05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78993" y="2650931"/>
            <a:ext cx="22054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9:45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78993" y="3580067"/>
            <a:ext cx="220542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40 min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38574" y="3165095"/>
            <a:ext cx="22054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8604" y="5383621"/>
            <a:ext cx="4703240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201313691 - Josue Paredes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David Josué Ramirez Alvarado 201015698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Jennifer Gabriela Quezada López 201903706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Katherine Mishell Pimentel Mejía - 202000720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91174" y="5383621"/>
            <a:ext cx="5705652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Orvin Mijail Cotí Aceytuno 202100281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José Fernando Canahuí Tobias - 202203188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201016700 - Yessica Beatriz Sapon Chanax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201212803 daniel cardona dardon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202201744-José Martinez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16531" y="5383621"/>
            <a:ext cx="570565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Josué López Castillo 201021240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96564" y="1668986"/>
            <a:ext cx="4436864" cy="51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03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Calificación auxiliatura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78993" y="1859086"/>
            <a:ext cx="22054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9:00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78993" y="2650931"/>
            <a:ext cx="22054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9:10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78993" y="3580067"/>
            <a:ext cx="220542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 min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38574" y="2255008"/>
            <a:ext cx="22054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_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38574" y="3405442"/>
            <a:ext cx="22054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22378"/>
            <a:ext cx="14840446" cy="10361698"/>
            <a:chOff x="0" y="0"/>
            <a:chExt cx="3552598" cy="2480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52598" cy="2480448"/>
            </a:xfrm>
            <a:custGeom>
              <a:avLst/>
              <a:gdLst/>
              <a:ahLst/>
              <a:cxnLst/>
              <a:rect r="r" b="b" t="t" l="l"/>
              <a:pathLst>
                <a:path h="2480448" w="3552598">
                  <a:moveTo>
                    <a:pt x="3428138" y="2480447"/>
                  </a:moveTo>
                  <a:lnTo>
                    <a:pt x="124460" y="2480447"/>
                  </a:lnTo>
                  <a:cubicBezTo>
                    <a:pt x="55880" y="2480447"/>
                    <a:pt x="0" y="2424568"/>
                    <a:pt x="0" y="235598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28138" y="0"/>
                  </a:lnTo>
                  <a:cubicBezTo>
                    <a:pt x="3496718" y="0"/>
                    <a:pt x="3552598" y="55880"/>
                    <a:pt x="3552598" y="124460"/>
                  </a:cubicBezTo>
                  <a:lnTo>
                    <a:pt x="3552598" y="2355988"/>
                  </a:lnTo>
                  <a:cubicBezTo>
                    <a:pt x="3552598" y="2424568"/>
                    <a:pt x="3496718" y="2480448"/>
                    <a:pt x="3428138" y="248044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463740" y="8128046"/>
            <a:ext cx="1758444" cy="1785222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t="108" r="0" b="108"/>
          <a:stretch>
            <a:fillRect/>
          </a:stretch>
        </p:blipFill>
        <p:spPr>
          <a:xfrm flipH="false" flipV="false" rot="0">
            <a:off x="6264737" y="3836422"/>
            <a:ext cx="5543626" cy="5628047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844008" y="2128670"/>
            <a:ext cx="81436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Clase 11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8794" y="318795"/>
            <a:ext cx="13359197" cy="8596685"/>
            <a:chOff x="0" y="0"/>
            <a:chExt cx="7880975" cy="50714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80976" cy="5071433"/>
            </a:xfrm>
            <a:custGeom>
              <a:avLst/>
              <a:gdLst/>
              <a:ahLst/>
              <a:cxnLst/>
              <a:rect r="r" b="b" t="t" l="l"/>
              <a:pathLst>
                <a:path h="5071433" w="7880976">
                  <a:moveTo>
                    <a:pt x="7756516" y="5071433"/>
                  </a:moveTo>
                  <a:lnTo>
                    <a:pt x="124460" y="5071433"/>
                  </a:lnTo>
                  <a:cubicBezTo>
                    <a:pt x="55880" y="5071433"/>
                    <a:pt x="0" y="5015553"/>
                    <a:pt x="0" y="494697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756516" y="0"/>
                  </a:lnTo>
                  <a:cubicBezTo>
                    <a:pt x="7825095" y="0"/>
                    <a:pt x="7880976" y="55880"/>
                    <a:pt x="7880976" y="124460"/>
                  </a:cubicBezTo>
                  <a:lnTo>
                    <a:pt x="7880976" y="4946973"/>
                  </a:lnTo>
                  <a:cubicBezTo>
                    <a:pt x="7880976" y="5015553"/>
                    <a:pt x="7825095" y="5071433"/>
                    <a:pt x="7756516" y="5071433"/>
                  </a:cubicBezTo>
                  <a:close/>
                </a:path>
              </a:pathLst>
            </a:custGeom>
            <a:solidFill>
              <a:srgbClr val="FEE600"/>
            </a:solidFill>
          </p:spPr>
        </p:sp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968892" y="2764717"/>
            <a:ext cx="6391097" cy="3706836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4074333" y="4618135"/>
            <a:ext cx="3681741" cy="4090823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359988" y="9548520"/>
            <a:ext cx="689931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pc="140">
                <a:solidFill>
                  <a:srgbClr val="191919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PROGRAMACION DE COMPUTADORAS 1 (090) 2024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94120" y="802568"/>
            <a:ext cx="6053144" cy="132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0"/>
              </a:lnSpc>
            </a:pPr>
            <a:r>
              <a:rPr lang="en-US" sz="4225" b="true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¿Tienes alguna pregunta?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7454" y="447558"/>
            <a:ext cx="1446290" cy="58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8"/>
              </a:lnSpc>
            </a:pPr>
            <a:r>
              <a:rPr lang="en-US" b="true" sz="3938">
                <a:solidFill>
                  <a:srgbClr val="000000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PDC1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8060" y="7766953"/>
            <a:ext cx="804865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Espero, que hayas aprendido algo nuevo.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DAGT9_4BmVM</dc:identifier>
  <dcterms:modified xsi:type="dcterms:W3CDTF">2011-08-01T06:04:30Z</dcterms:modified>
  <cp:revision>1</cp:revision>
  <dc:title>pdc1 Presentacion 11</dc:title>
</cp:coreProperties>
</file>