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ns Bold" charset="1" panose="020B0806030504020204"/>
      <p:regular r:id="rId12"/>
    </p:embeddedFont>
    <p:embeddedFont>
      <p:font typeface="Open Sans" charset="1" panose="020B0606030504020204"/>
      <p:regular r:id="rId13"/>
    </p:embeddedFont>
    <p:embeddedFont>
      <p:font typeface="Bungee" charset="1" panose="00000000000000000000"/>
      <p:regular r:id="rId14"/>
    </p:embeddedFont>
    <p:embeddedFont>
      <p:font typeface="Montserrat Light" charset="1" panose="00000400000000000000"/>
      <p:regular r:id="rId15"/>
    </p:embeddedFont>
    <p:embeddedFont>
      <p:font typeface="Telegraf Medium" charset="1" panose="00000600000000000000"/>
      <p:regular r:id="rId16"/>
    </p:embeddedFont>
    <p:embeddedFont>
      <p:font typeface="Telegraf Bold Bold" charset="1" panose="00000A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10.gif" Type="http://schemas.openxmlformats.org/officeDocument/2006/relationships/image"/><Relationship Id="rId4" Target="../media/image11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gif" Type="http://schemas.openxmlformats.org/officeDocument/2006/relationships/image"/><Relationship Id="rId3" Target="../media/image3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gif" Type="http://schemas.openxmlformats.org/officeDocument/2006/relationships/image"/><Relationship Id="rId3" Target="../media/image11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" r="0" b="-8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00909" y="6520935"/>
            <a:ext cx="10086182" cy="88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Carlos Eduardo Soto Marroquín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2953" y="3981443"/>
            <a:ext cx="10982095" cy="223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Programacion de computadoras I, Sección A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2379998" y="1922183"/>
          <a:ext cx="5415726" cy="1619250"/>
        </p:xfrm>
        <a:graphic>
          <a:graphicData uri="http://schemas.openxmlformats.org/drawingml/2006/table">
            <a:tbl>
              <a:tblPr/>
              <a:tblGrid>
                <a:gridCol w="2707863"/>
                <a:gridCol w="2707863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Sabado, 05/10/2024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08:50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56419" y="352767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277240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6938428" y="2257645"/>
            <a:ext cx="40483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Clase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23910" y="4466985"/>
            <a:ext cx="12280112" cy="1263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56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PRÁCTICA DE PROGRAMACIÓN DE COMPUTADORAS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22534" y="7648284"/>
            <a:ext cx="12280112" cy="121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SECCIÓN A</a:t>
            </a:r>
          </a:p>
          <a:p>
            <a:pPr algn="ctr">
              <a:lnSpc>
                <a:spcPts val="2850"/>
              </a:lnSpc>
            </a:pPr>
          </a:p>
          <a:p>
            <a:pPr algn="ctr">
              <a:lnSpc>
                <a:spcPts val="2850"/>
              </a:lnSpc>
              <a:spcBef>
                <a:spcPct val="0"/>
              </a:spcBef>
            </a:pPr>
            <a:r>
              <a:rPr lang="en-US" sz="3800" i="true">
                <a:solidFill>
                  <a:srgbClr val="7843E6"/>
                </a:solidFill>
                <a:latin typeface="Bungee"/>
                <a:ea typeface="Bungee"/>
                <a:cs typeface="Bungee"/>
                <a:sym typeface="Bungee"/>
              </a:rPr>
              <a:t>CÓDIGO DEL CURSO 090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8881" y="5493401"/>
            <a:ext cx="4584169" cy="3659841"/>
          </a:xfrm>
          <a:custGeom>
            <a:avLst/>
            <a:gdLst/>
            <a:ahLst/>
            <a:cxnLst/>
            <a:rect r="r" b="b" t="t" l="l"/>
            <a:pathLst>
              <a:path h="3659841" w="4584169">
                <a:moveTo>
                  <a:pt x="0" y="0"/>
                </a:moveTo>
                <a:lnTo>
                  <a:pt x="4584169" y="0"/>
                </a:lnTo>
                <a:lnTo>
                  <a:pt x="4584169" y="3659841"/>
                </a:lnTo>
                <a:lnTo>
                  <a:pt x="0" y="36598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88553" y="5493401"/>
            <a:ext cx="4393356" cy="938854"/>
          </a:xfrm>
          <a:custGeom>
            <a:avLst/>
            <a:gdLst/>
            <a:ahLst/>
            <a:cxnLst/>
            <a:rect r="r" b="b" t="t" l="l"/>
            <a:pathLst>
              <a:path h="938854" w="4393356">
                <a:moveTo>
                  <a:pt x="0" y="0"/>
                </a:moveTo>
                <a:lnTo>
                  <a:pt x="4393357" y="0"/>
                </a:lnTo>
                <a:lnTo>
                  <a:pt x="4393357" y="938854"/>
                </a:lnTo>
                <a:lnTo>
                  <a:pt x="0" y="938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86765" y="6814262"/>
            <a:ext cx="4195145" cy="1018120"/>
          </a:xfrm>
          <a:custGeom>
            <a:avLst/>
            <a:gdLst/>
            <a:ahLst/>
            <a:cxnLst/>
            <a:rect r="r" b="b" t="t" l="l"/>
            <a:pathLst>
              <a:path h="1018120" w="4195145">
                <a:moveTo>
                  <a:pt x="0" y="0"/>
                </a:moveTo>
                <a:lnTo>
                  <a:pt x="4195145" y="0"/>
                </a:lnTo>
                <a:lnTo>
                  <a:pt x="4195145" y="1018120"/>
                </a:lnTo>
                <a:lnTo>
                  <a:pt x="0" y="1018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89592" y="5632175"/>
            <a:ext cx="4069765" cy="2755812"/>
          </a:xfrm>
          <a:custGeom>
            <a:avLst/>
            <a:gdLst/>
            <a:ahLst/>
            <a:cxnLst/>
            <a:rect r="r" b="b" t="t" l="l"/>
            <a:pathLst>
              <a:path h="2755812" w="4069765">
                <a:moveTo>
                  <a:pt x="0" y="0"/>
                </a:moveTo>
                <a:lnTo>
                  <a:pt x="4069766" y="0"/>
                </a:lnTo>
                <a:lnTo>
                  <a:pt x="4069766" y="2755812"/>
                </a:lnTo>
                <a:lnTo>
                  <a:pt x="0" y="27558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88553" y="8179017"/>
            <a:ext cx="4546215" cy="1734251"/>
          </a:xfrm>
          <a:custGeom>
            <a:avLst/>
            <a:gdLst/>
            <a:ahLst/>
            <a:cxnLst/>
            <a:rect r="r" b="b" t="t" l="l"/>
            <a:pathLst>
              <a:path h="1734251" w="4546215">
                <a:moveTo>
                  <a:pt x="0" y="0"/>
                </a:moveTo>
                <a:lnTo>
                  <a:pt x="4546216" y="0"/>
                </a:lnTo>
                <a:lnTo>
                  <a:pt x="4546216" y="1734251"/>
                </a:lnTo>
                <a:lnTo>
                  <a:pt x="0" y="17342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32605" y="1668986"/>
            <a:ext cx="3964782" cy="51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 preguntas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5394" y="2224917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78993" y="1859086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8:55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8993" y="2650931"/>
            <a:ext cx="22054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9:20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78993" y="3580067"/>
            <a:ext cx="220542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25 min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915859" y="1371425"/>
            <a:ext cx="14093462" cy="10287000"/>
            <a:chOff x="0" y="0"/>
            <a:chExt cx="3373780" cy="2462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73780" cy="2462566"/>
            </a:xfrm>
            <a:custGeom>
              <a:avLst/>
              <a:gdLst/>
              <a:ahLst/>
              <a:cxnLst/>
              <a:rect r="r" b="b" t="t" l="l"/>
              <a:pathLst>
                <a:path h="2462566" w="3373780">
                  <a:moveTo>
                    <a:pt x="3249320" y="2462566"/>
                  </a:moveTo>
                  <a:lnTo>
                    <a:pt x="124460" y="2462566"/>
                  </a:lnTo>
                  <a:cubicBezTo>
                    <a:pt x="55880" y="2462566"/>
                    <a:pt x="0" y="2406686"/>
                    <a:pt x="0" y="233810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249320" y="0"/>
                  </a:lnTo>
                  <a:cubicBezTo>
                    <a:pt x="3317900" y="0"/>
                    <a:pt x="3373780" y="55880"/>
                    <a:pt x="3373780" y="124460"/>
                  </a:cubicBezTo>
                  <a:lnTo>
                    <a:pt x="3373780" y="2338106"/>
                  </a:lnTo>
                  <a:cubicBezTo>
                    <a:pt x="3373780" y="2406686"/>
                    <a:pt x="3317900" y="2462566"/>
                    <a:pt x="3249320" y="246256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3789434" y="5366549"/>
            <a:ext cx="2859949" cy="2702652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>
            <a:off x="9931595" y="2998279"/>
            <a:ext cx="0" cy="5723597"/>
          </a:xfrm>
          <a:prstGeom prst="line">
            <a:avLst/>
          </a:prstGeom>
          <a:ln cap="flat" w="3810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0108479" y="375411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0108479" y="485625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10108479" y="5830333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10108479" y="672740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6642944" y="8292350"/>
            <a:ext cx="1440903" cy="1601004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151882" y="3177988"/>
            <a:ext cx="4407681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AGENDA DE LA CLASE: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41994" y="3093851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Tarea 4 Conferencia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1994" y="4246239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Ejemplo conexión excel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1994" y="7013150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Horarios de calificación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41994" y="5258919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08479" y="6116083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Foro de la semana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10141994" y="7630730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141994" y="8031100"/>
            <a:ext cx="4632219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¿Dudas?</a:t>
            </a:r>
          </a:p>
        </p:txBody>
      </p:sp>
      <p:sp>
        <p:nvSpPr>
          <p:cNvPr name="AutoShape 20" id="20"/>
          <p:cNvSpPr/>
          <p:nvPr/>
        </p:nvSpPr>
        <p:spPr>
          <a:xfrm flipH="true">
            <a:off x="10141994" y="8731401"/>
            <a:ext cx="4699249" cy="0"/>
          </a:xfrm>
          <a:prstGeom prst="line">
            <a:avLst/>
          </a:prstGeom>
          <a:ln cap="flat" w="19050">
            <a:solidFill>
              <a:srgbClr val="FEE6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E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3063" y="342096"/>
            <a:ext cx="2086275" cy="81364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495625" y="1222378"/>
            <a:ext cx="14840446" cy="10361698"/>
            <a:chOff x="0" y="0"/>
            <a:chExt cx="3552598" cy="2480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2598" cy="2480448"/>
            </a:xfrm>
            <a:custGeom>
              <a:avLst/>
              <a:gdLst/>
              <a:ahLst/>
              <a:cxnLst/>
              <a:rect r="r" b="b" t="t" l="l"/>
              <a:pathLst>
                <a:path h="2480448" w="3552598">
                  <a:moveTo>
                    <a:pt x="3428138" y="2480447"/>
                  </a:moveTo>
                  <a:lnTo>
                    <a:pt x="124460" y="2480447"/>
                  </a:lnTo>
                  <a:cubicBezTo>
                    <a:pt x="55880" y="2480447"/>
                    <a:pt x="0" y="2424568"/>
                    <a:pt x="0" y="235598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28138" y="0"/>
                  </a:lnTo>
                  <a:cubicBezTo>
                    <a:pt x="3496718" y="0"/>
                    <a:pt x="3552598" y="55880"/>
                    <a:pt x="3552598" y="124460"/>
                  </a:cubicBezTo>
                  <a:lnTo>
                    <a:pt x="3552598" y="2355988"/>
                  </a:lnTo>
                  <a:cubicBezTo>
                    <a:pt x="3552598" y="2424568"/>
                    <a:pt x="3496718" y="2480448"/>
                    <a:pt x="3428138" y="248044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6463740" y="8128046"/>
            <a:ext cx="1758444" cy="1785222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0" t="108" r="0" b="108"/>
          <a:stretch>
            <a:fillRect/>
          </a:stretch>
        </p:blipFill>
        <p:spPr>
          <a:xfrm flipH="false" flipV="false" rot="0">
            <a:off x="6264737" y="3836422"/>
            <a:ext cx="5543626" cy="562804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844008" y="2128670"/>
            <a:ext cx="814368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 práctico conexión de excel con access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794" y="318795"/>
            <a:ext cx="13359197" cy="8596685"/>
            <a:chOff x="0" y="0"/>
            <a:chExt cx="7880975" cy="50714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80976" cy="5071433"/>
            </a:xfrm>
            <a:custGeom>
              <a:avLst/>
              <a:gdLst/>
              <a:ahLst/>
              <a:cxnLst/>
              <a:rect r="r" b="b" t="t" l="l"/>
              <a:pathLst>
                <a:path h="5071433" w="7880976">
                  <a:moveTo>
                    <a:pt x="7756516" y="5071433"/>
                  </a:moveTo>
                  <a:lnTo>
                    <a:pt x="124460" y="5071433"/>
                  </a:lnTo>
                  <a:cubicBezTo>
                    <a:pt x="55880" y="5071433"/>
                    <a:pt x="0" y="5015553"/>
                    <a:pt x="0" y="494697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756516" y="0"/>
                  </a:lnTo>
                  <a:cubicBezTo>
                    <a:pt x="7825095" y="0"/>
                    <a:pt x="7880976" y="55880"/>
                    <a:pt x="7880976" y="124460"/>
                  </a:cubicBezTo>
                  <a:lnTo>
                    <a:pt x="7880976" y="4946973"/>
                  </a:lnTo>
                  <a:cubicBezTo>
                    <a:pt x="7880976" y="5015553"/>
                    <a:pt x="7825095" y="5071433"/>
                    <a:pt x="7756516" y="5071433"/>
                  </a:cubicBezTo>
                  <a:close/>
                </a:path>
              </a:pathLst>
            </a:custGeom>
            <a:solidFill>
              <a:srgbClr val="FEE600"/>
            </a:solid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968892" y="2764717"/>
            <a:ext cx="6391097" cy="370683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4074333" y="4618135"/>
            <a:ext cx="3681741" cy="409082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359988" y="9548520"/>
            <a:ext cx="689931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0"/>
              </a:lnSpc>
              <a:spcBef>
                <a:spcPct val="0"/>
              </a:spcBef>
            </a:pPr>
            <a:r>
              <a:rPr lang="en-US" sz="1400" spc="140">
                <a:solidFill>
                  <a:srgbClr val="191919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PROGRAMACION DE COMPUTADORAS 1 (090)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4120" y="802568"/>
            <a:ext cx="6053144" cy="132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42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¿Tienes alguna pregunta?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454" y="447558"/>
            <a:ext cx="1446290" cy="581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8"/>
              </a:lnSpc>
            </a:pPr>
            <a:r>
              <a:rPr lang="en-US" b="true" sz="3938">
                <a:solidFill>
                  <a:srgbClr val="000000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PDC1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8060" y="7766953"/>
            <a:ext cx="80486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 b="true">
                <a:solidFill>
                  <a:srgbClr val="191919"/>
                </a:solidFill>
                <a:latin typeface="Telegraf Bold Bold"/>
                <a:ea typeface="Telegraf Bold Bold"/>
                <a:cs typeface="Telegraf Bold Bold"/>
                <a:sym typeface="Telegraf Bold Bold"/>
              </a:rPr>
              <a:t>Espero, que hayas aprendido algo nuevo.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DAGSrZVSScI</dc:identifier>
  <dcterms:modified xsi:type="dcterms:W3CDTF">2011-08-01T06:04:30Z</dcterms:modified>
  <cp:revision>1</cp:revision>
  <dc:title>Lab pdc1 Presentacion 9</dc:title>
</cp:coreProperties>
</file>