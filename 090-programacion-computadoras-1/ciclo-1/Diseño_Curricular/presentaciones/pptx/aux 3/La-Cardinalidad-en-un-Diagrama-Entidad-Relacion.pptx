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Nunito Semi Bold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  <p:embeddedFont>
      <p:font typeface="PT Sans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244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693" y="3446621"/>
            <a:ext cx="12692896" cy="183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200"/>
              </a:lnSpc>
              <a:buNone/>
            </a:pPr>
            <a:r>
              <a:rPr lang="en-US" sz="5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La Cardinalidad en un Diagrama Entidad-Relación</a:t>
            </a:r>
            <a:endParaRPr lang="en-US" sz="5750" dirty="0"/>
          </a:p>
        </p:txBody>
      </p:sp>
      <p:sp>
        <p:nvSpPr>
          <p:cNvPr id="4" name="Text 1"/>
          <p:cNvSpPr/>
          <p:nvPr/>
        </p:nvSpPr>
        <p:spPr>
          <a:xfrm>
            <a:off x="968693" y="5619512"/>
            <a:ext cx="12692896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 un diagrama entidad-relación, la cardinalidad se refiere a la relación entre entidades y la cantidad de instancias que pueden estar asociadas. Puede ser de uno a uno, uno a muchos o muchos a muchos.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8693" y="6596539"/>
            <a:ext cx="12692896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 importante definir la cardinalidad correctamente para modelar con precisión la interacción entre entidades en la base de datos.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8693" y="7228999"/>
            <a:ext cx="361474" cy="361474"/>
          </a:xfrm>
          <a:prstGeom prst="roundRect">
            <a:avLst>
              <a:gd name="adj" fmla="val 252938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7236619"/>
            <a:ext cx="346234" cy="346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3038" y="7212092"/>
            <a:ext cx="1484114" cy="39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by David lux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360051"/>
            <a:ext cx="12692896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Tipos de Cardinalidad en un Diagrama Entidad-Relación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3305889"/>
            <a:ext cx="6223040" cy="1855946"/>
          </a:xfrm>
          <a:prstGeom prst="roundRect">
            <a:avLst>
              <a:gd name="adj" fmla="val 19954"/>
            </a:avLst>
          </a:prstGeom>
          <a:solidFill>
            <a:srgbClr val="00002E"/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45989" y="3583186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Uno a Uno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45989" y="4094440"/>
            <a:ext cx="566844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 este tipo de relación, un solo registro en la tabla A se asocia con un solo registro en la tabla B.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38549" y="3305889"/>
            <a:ext cx="6223040" cy="1855946"/>
          </a:xfrm>
          <a:prstGeom prst="roundRect">
            <a:avLst>
              <a:gd name="adj" fmla="val 19954"/>
            </a:avLst>
          </a:prstGeom>
          <a:solidFill>
            <a:srgbClr val="00002E"/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15845" y="3583186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Uno a Muchos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715845" y="4094440"/>
            <a:ext cx="566844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registro en la tabla A se asocia con uno o más registros en la tabla B.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8693" y="5408652"/>
            <a:ext cx="12692896" cy="1460897"/>
          </a:xfrm>
          <a:prstGeom prst="roundRect">
            <a:avLst>
              <a:gd name="adj" fmla="val 25350"/>
            </a:avLst>
          </a:prstGeom>
          <a:solidFill>
            <a:srgbClr val="00002E"/>
          </a:solidFill>
          <a:ln w="30480">
            <a:solidFill>
              <a:srgbClr val="DD78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5989" y="568594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Muchos a Muchos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45989" y="6197203"/>
            <a:ext cx="121383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 esta relación, múltiples registros en la tabla A se asocian con múltiples registros en la tabla B.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2265402"/>
            <a:ext cx="12692896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Ejemplos de Cardinalidad en un Diagrama Entidad-Relación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68693" y="4211241"/>
            <a:ext cx="1269289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Uno a Uno: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Un país tiene un único presidente y un presidente lidera un solo país.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68693" y="4692610"/>
            <a:ext cx="1269289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Uno a Muchos: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Un autor puede escribir varios libros, pero un libro solo tiene un autor.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8693" y="5173980"/>
            <a:ext cx="1269289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Muchos a Muchos: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Los estudiantes pueden inscribirse en múltiples asignaturas, y una asignatura puede tener varios estudiantes.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853916"/>
            <a:ext cx="10727412" cy="706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Excepcion a relacion de muchos a muchos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313736" y="2040731"/>
            <a:ext cx="30480" cy="5334833"/>
          </a:xfrm>
          <a:prstGeom prst="roundRect">
            <a:avLst>
              <a:gd name="adj" fmla="val 1182162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68708" y="2565797"/>
            <a:ext cx="840700" cy="30480"/>
          </a:xfrm>
          <a:prstGeom prst="roundRect">
            <a:avLst>
              <a:gd name="adj" fmla="val 1182162"/>
            </a:avLst>
          </a:prstGeom>
          <a:solidFill>
            <a:srgbClr val="F2B42D"/>
          </a:solidFill>
          <a:ln/>
        </p:spPr>
      </p:sp>
      <p:sp>
        <p:nvSpPr>
          <p:cNvPr id="5" name="Shape 3"/>
          <p:cNvSpPr/>
          <p:nvPr/>
        </p:nvSpPr>
        <p:spPr>
          <a:xfrm>
            <a:off x="1058763" y="2310884"/>
            <a:ext cx="540425" cy="540425"/>
          </a:xfrm>
          <a:prstGeom prst="roundRect">
            <a:avLst>
              <a:gd name="adj" fmla="val 66674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7237" y="2411492"/>
            <a:ext cx="203478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650093" y="2280880"/>
            <a:ext cx="2834759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Romper la amiguedad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50093" y="2778204"/>
            <a:ext cx="11011495" cy="768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 un diagrama entidad-relación,  cuando se analiza una relacion de mucho a muchos, debe romperse las relaciones que tengan ambiguedad.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1568708" y="4552236"/>
            <a:ext cx="840700" cy="30480"/>
          </a:xfrm>
          <a:prstGeom prst="roundRect">
            <a:avLst>
              <a:gd name="adj" fmla="val 1182162"/>
            </a:avLst>
          </a:prstGeom>
          <a:solidFill>
            <a:srgbClr val="D742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763" y="4297323"/>
            <a:ext cx="540425" cy="540425"/>
          </a:xfrm>
          <a:prstGeom prst="roundRect">
            <a:avLst>
              <a:gd name="adj" fmla="val 66674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7237" y="4397931"/>
            <a:ext cx="203478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650093" y="4267319"/>
            <a:ext cx="3032760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Tabla/Entidad "Detalle"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0093" y="4764643"/>
            <a:ext cx="11011495" cy="38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tabla "Detalle" se crea como una nueva entidad que conecta la relacion ambigua de muchos a muchos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1568708" y="6154341"/>
            <a:ext cx="840700" cy="30480"/>
          </a:xfrm>
          <a:prstGeom prst="roundRect">
            <a:avLst>
              <a:gd name="adj" fmla="val 1182162"/>
            </a:avLst>
          </a:prstGeom>
          <a:solidFill>
            <a:srgbClr val="DD78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8763" y="5899428"/>
            <a:ext cx="540425" cy="540425"/>
          </a:xfrm>
          <a:prstGeom prst="roundRect">
            <a:avLst>
              <a:gd name="adj" fmla="val 66674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7237" y="6000036"/>
            <a:ext cx="203478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2650093" y="5869424"/>
            <a:ext cx="4945618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Explicación de Tabla/Entidad "Detalle"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50093" y="6366748"/>
            <a:ext cx="11011495" cy="768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 esta entidad se almacenan los identificadores de las tablas y datos adicioneales, cabe recalcar que en estas tablas se logra observar bien como son las llavez compuestas.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629960"/>
            <a:ext cx="10020062" cy="672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Tipos de cardinalidad en un diagrama ER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1759744"/>
            <a:ext cx="6890742" cy="5839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274689"/>
            <a:ext cx="7415927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Qué es un diagrama entidad-relación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864037" y="4097060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diagrama entidad-relación es una representación visual de las relaciones entre entidades en una base de datos.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5164812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utiliza para modelar la estructura de la base de datos y su interconexión entre entidades y atributos.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2039541"/>
            <a:ext cx="1241440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Componentes de un diagrama entidad-relación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68693" y="338268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Entidades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68693" y="3992642"/>
            <a:ext cx="382893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 entidades son objetos o conceptos del mundo real, como clientes, productos o empleados, representados en un diagrama entidad-relación.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07462" y="338268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Atributos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407462" y="3992642"/>
            <a:ext cx="382893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atributos son las características o propiedades de las entidades, como el nombre, la edad o el número de teléfono.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46231" y="338268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Relaciones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846231" y="3992642"/>
            <a:ext cx="382893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 relaciones representan la asociación o conexión entre entidades, lo que define cómo se relacionan y se vinculan entre sí.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667822"/>
            <a:ext cx="11438096" cy="712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Cómo construir un diagrama ER paso a paso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1744147"/>
            <a:ext cx="1211937" cy="19391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44128" y="1986439"/>
            <a:ext cx="4264462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Diseñar las entidades y atributos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544128" y="2488168"/>
            <a:ext cx="11117461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Identificar las entidades y sus atributos clave para representar la base de datos.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93" y="3683317"/>
            <a:ext cx="1211937" cy="19391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44128" y="3925610"/>
            <a:ext cx="3201829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Establecer las relaciones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544128" y="4427339"/>
            <a:ext cx="11117461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Definir las relaciones entre las entidades para establecer cómo están conectadas entre sí.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3" y="5622488"/>
            <a:ext cx="1211937" cy="19391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44128" y="5864781"/>
            <a:ext cx="2989540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Asignar la cardinalidad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544128" y="6366510"/>
            <a:ext cx="11117461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Determinar la cardinalidad de las relaciones para indicar cuántas instancias se relacionan entre sí.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071563"/>
            <a:ext cx="12692896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Herramientas para crear un diagrama entidad-relación</a:t>
            </a:r>
            <a:endParaRPr lang="en-US" sz="4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3017401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8693" y="3881438"/>
            <a:ext cx="289548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Base de Datos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968693" y="4392692"/>
            <a:ext cx="2895481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 herramientas deben tener capacidades de modelado de datos relacionales, permitiendo la creación de entidades y relaciones.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458" y="3017401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4458" y="3881438"/>
            <a:ext cx="289548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Esacalabilidad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4234458" y="4392692"/>
            <a:ext cx="2895481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Interfaz intuitiva para diseñar y organizar entidades, atributos y relaciones de manera  comprensible y que tenga la capacidad de crecimiento.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223" y="3017401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00223" y="3881438"/>
            <a:ext cx="289548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Colaboración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7500223" y="4392692"/>
            <a:ext cx="289548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Funciones para permitir la colaboración entre miembros del equipo en tiempo real para mejorar el diseño del diagrama.</a:t>
            </a:r>
            <a:endParaRPr lang="en-US" sz="1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988" y="3017401"/>
            <a:ext cx="617220" cy="6172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65988" y="3881438"/>
            <a:ext cx="289560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Normalizacion</a:t>
            </a:r>
            <a:endParaRPr lang="en-US" sz="2250" dirty="0"/>
          </a:p>
        </p:txBody>
      </p:sp>
      <p:sp>
        <p:nvSpPr>
          <p:cNvPr id="14" name="Text 8"/>
          <p:cNvSpPr/>
          <p:nvPr/>
        </p:nvSpPr>
        <p:spPr>
          <a:xfrm>
            <a:off x="10765988" y="4392692"/>
            <a:ext cx="2895600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Opciones para redistribuir la información de manera que los datos busquen la integridad y que no sean redundentes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2440186"/>
            <a:ext cx="12243078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Casos de uso de un diagrama entidad-relación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68693" y="3536513"/>
            <a:ext cx="1269289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diagramas entidad-relación se utilizan para modelar la interacción entre entidades en una base de datos. Son útiles para diseñar sistemas de gestión de bases de datos, planificar arquitecturas de software, y definir estructuras de datos en general.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68693" y="4999315"/>
            <a:ext cx="1269289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Además, los diagramas entidad-relación son fundamentales para la migración de datos, la integridad de datos y la optimización de consultas en bases de datos relacionales.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225868"/>
            <a:ext cx="7447478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Conclusiones y puntos clave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2723317"/>
            <a:ext cx="431959" cy="431959"/>
          </a:xfrm>
          <a:prstGeom prst="roundRect">
            <a:avLst>
              <a:gd name="adj" fmla="val 85733"/>
            </a:avLst>
          </a:prstGeom>
          <a:solidFill>
            <a:srgbClr val="00002E"/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7468" y="2723317"/>
            <a:ext cx="554426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Importancia del Diagrama Entidad-Relación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647468" y="3597712"/>
            <a:ext cx="554426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diagrama entidad-relación es fundamental para modelar la estructura de una base de datos de manera visual y comprensible.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38549" y="2723317"/>
            <a:ext cx="431959" cy="431959"/>
          </a:xfrm>
          <a:prstGeom prst="roundRect">
            <a:avLst>
              <a:gd name="adj" fmla="val 85733"/>
            </a:avLst>
          </a:prstGeom>
          <a:solidFill>
            <a:srgbClr val="00002E"/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17324" y="2723317"/>
            <a:ext cx="554426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Clave: Identificación de Relaciones y Cardinalidad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117324" y="3597712"/>
            <a:ext cx="554426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identificación precisa de las relaciones entre entidades y la cardinalidad es esencial para un diseño efectivo.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8693" y="5307330"/>
            <a:ext cx="431959" cy="431959"/>
          </a:xfrm>
          <a:prstGeom prst="roundRect">
            <a:avLst>
              <a:gd name="adj" fmla="val 85733"/>
            </a:avLst>
          </a:prstGeom>
          <a:solidFill>
            <a:srgbClr val="00002E"/>
          </a:solidFill>
          <a:ln w="30480">
            <a:solidFill>
              <a:srgbClr val="DD78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7468" y="5307330"/>
            <a:ext cx="380511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Interpretación y Uso Práctico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47468" y="5818584"/>
            <a:ext cx="554426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diagrama ayuda a comprender cómo interactúan los datos en un sistema, facilitando el desarrollo y la optimización de aplicaciones.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38549" y="5307330"/>
            <a:ext cx="431959" cy="431959"/>
          </a:xfrm>
          <a:prstGeom prst="roundRect">
            <a:avLst>
              <a:gd name="adj" fmla="val 85733"/>
            </a:avLst>
          </a:prstGeom>
          <a:solidFill>
            <a:srgbClr val="00002E"/>
          </a:solidFill>
          <a:ln w="30480">
            <a:solidFill>
              <a:srgbClr val="48A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7324" y="5307330"/>
            <a:ext cx="4052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Actualización y Mantenimiento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117324" y="5818584"/>
            <a:ext cx="554426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Reflejar los cambios en la estructura subyacente de la base de datos es clave para garantizar la integridad y la eficiencia a largo plazo.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2024-11-03T16:49:48Z</dcterms:created>
  <dcterms:modified xsi:type="dcterms:W3CDTF">2024-11-03T16:49:48Z</dcterms:modified>
</cp:coreProperties>
</file>