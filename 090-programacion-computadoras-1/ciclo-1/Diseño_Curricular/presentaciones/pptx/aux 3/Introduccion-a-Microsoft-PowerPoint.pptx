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Cabin"/>
      <p:regular r:id="rId19"/>
    </p:embeddedFont>
    <p:embeddedFont>
      <p:font typeface="Cabin"/>
      <p:regular r:id="rId20"/>
    </p:embeddedFont>
    <p:embeddedFont>
      <p:font typeface="Cabin"/>
      <p:regular r:id="rId21"/>
    </p:embeddedFont>
    <p:embeddedFont>
      <p:font typeface="Cabin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479233"/>
            <a:ext cx="7415927" cy="300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50"/>
              </a:lnSpc>
              <a:buNone/>
            </a:pPr>
            <a:r>
              <a:rPr lang="en-US" sz="6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Introducción a Microsoft PowerPoint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864037" y="4855607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Microsoft PowerPoint es una herramienta de presentación líder que forma parte del conjunto de aplicaciones de productividad de Microsoft Office.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6336863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57" y="6344483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2316" y="6318409"/>
            <a:ext cx="5574506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by DEIVID ALEXANDER LUX REVOLORIO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979" y="617101"/>
            <a:ext cx="9402842" cy="131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Historia de Microsoft PowerPoint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1106091" y="2272665"/>
            <a:ext cx="30480" cy="5339715"/>
          </a:xfrm>
          <a:prstGeom prst="roundRect">
            <a:avLst>
              <a:gd name="adj" fmla="val 110378"/>
            </a:avLst>
          </a:prstGeom>
          <a:solidFill>
            <a:srgbClr val="49606E"/>
          </a:solidFill>
          <a:ln/>
        </p:spPr>
      </p:sp>
      <p:sp>
        <p:nvSpPr>
          <p:cNvPr id="5" name="Shape 2"/>
          <p:cNvSpPr/>
          <p:nvPr/>
        </p:nvSpPr>
        <p:spPr>
          <a:xfrm>
            <a:off x="1343144" y="2762012"/>
            <a:ext cx="784979" cy="30480"/>
          </a:xfrm>
          <a:prstGeom prst="roundRect">
            <a:avLst>
              <a:gd name="adj" fmla="val 110378"/>
            </a:avLst>
          </a:prstGeom>
          <a:solidFill>
            <a:srgbClr val="49606E"/>
          </a:solidFill>
          <a:ln/>
        </p:spPr>
      </p:sp>
      <p:sp>
        <p:nvSpPr>
          <p:cNvPr id="6" name="Shape 3"/>
          <p:cNvSpPr/>
          <p:nvPr/>
        </p:nvSpPr>
        <p:spPr>
          <a:xfrm>
            <a:off x="869037" y="2524958"/>
            <a:ext cx="504587" cy="50458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1046678" y="2618899"/>
            <a:ext cx="149185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354818" y="2496860"/>
            <a:ext cx="2638663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Lanzamiento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354818" y="2961203"/>
            <a:ext cx="783300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Microsoft PowerPoint fue lanzado por primera vez en 1987 como "Presenter", una aplicación para presentaciones en el Macintosh.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43144" y="4616648"/>
            <a:ext cx="784979" cy="30480"/>
          </a:xfrm>
          <a:prstGeom prst="roundRect">
            <a:avLst>
              <a:gd name="adj" fmla="val 110378"/>
            </a:avLst>
          </a:prstGeom>
          <a:solidFill>
            <a:srgbClr val="49606E"/>
          </a:solidFill>
          <a:ln/>
        </p:spPr>
      </p:sp>
      <p:sp>
        <p:nvSpPr>
          <p:cNvPr id="11" name="Shape 8"/>
          <p:cNvSpPr/>
          <p:nvPr/>
        </p:nvSpPr>
        <p:spPr>
          <a:xfrm>
            <a:off x="869037" y="4379595"/>
            <a:ext cx="504587" cy="50458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996434" y="4473535"/>
            <a:ext cx="249793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354818" y="4351496"/>
            <a:ext cx="2638663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Windows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354818" y="4815840"/>
            <a:ext cx="783300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versión para Windows se introdujo en 1990 como parte del paquete Office de Microsoft, ganando popularidad rápidamente.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43144" y="6471285"/>
            <a:ext cx="784979" cy="30480"/>
          </a:xfrm>
          <a:prstGeom prst="roundRect">
            <a:avLst>
              <a:gd name="adj" fmla="val 110378"/>
            </a:avLst>
          </a:prstGeom>
          <a:solidFill>
            <a:srgbClr val="49606E"/>
          </a:solidFill>
          <a:ln/>
        </p:spPr>
      </p:sp>
      <p:sp>
        <p:nvSpPr>
          <p:cNvPr id="16" name="Shape 13"/>
          <p:cNvSpPr/>
          <p:nvPr/>
        </p:nvSpPr>
        <p:spPr>
          <a:xfrm>
            <a:off x="869037" y="6234232"/>
            <a:ext cx="504587" cy="50458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7" name="Text 14"/>
          <p:cNvSpPr/>
          <p:nvPr/>
        </p:nvSpPr>
        <p:spPr>
          <a:xfrm>
            <a:off x="994053" y="6328172"/>
            <a:ext cx="254556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354818" y="6206133"/>
            <a:ext cx="2638663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Desarrollo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354818" y="6670477"/>
            <a:ext cx="783300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 el tiempo, PowerPoint ha evolucionado para incluir características avanzadas como animaciones, efectos de transición y colaboración en la nube.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223486"/>
            <a:ext cx="12692896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Herramientas principales de Microsoft PowerPoint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3169325"/>
            <a:ext cx="6223040" cy="1794986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1215509" y="3416141"/>
            <a:ext cx="42761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Diseños preestablecidos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15509" y="3927396"/>
            <a:ext cx="572940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Una variedad de diseños listos para usar para dar estilo a las diapositivas.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38549" y="3169325"/>
            <a:ext cx="6223040" cy="1794986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7" name="Text 5"/>
          <p:cNvSpPr/>
          <p:nvPr/>
        </p:nvSpPr>
        <p:spPr>
          <a:xfrm>
            <a:off x="7685365" y="3416141"/>
            <a:ext cx="475035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Transiciones y animaciones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685365" y="3927396"/>
            <a:ext cx="572940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Opciones para agregar efectos de transición y animaciones a las diapositivas.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8693" y="5211128"/>
            <a:ext cx="6223040" cy="1794986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10" name="Text 8"/>
          <p:cNvSpPr/>
          <p:nvPr/>
        </p:nvSpPr>
        <p:spPr>
          <a:xfrm>
            <a:off x="1215509" y="5457944"/>
            <a:ext cx="556950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Barra de herramientas de dibujo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15509" y="5969198"/>
            <a:ext cx="572940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Herramientas para crear y editar formas, líneas y otros elementos gráficos.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38549" y="5211128"/>
            <a:ext cx="6223040" cy="1794986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13" name="Text 11"/>
          <p:cNvSpPr/>
          <p:nvPr/>
        </p:nvSpPr>
        <p:spPr>
          <a:xfrm>
            <a:off x="7685365" y="545794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Temas y fondos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685365" y="5969198"/>
            <a:ext cx="572940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Selección de temas y opciones para cambiar los fondos de las diapositivas.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236" y="1479233"/>
            <a:ext cx="7578328" cy="2631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Casos de uso de Microsoft PowerPoint en presentaciones profesionales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69236" y="4446508"/>
            <a:ext cx="7578328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Presentaciones profesionales impactantes: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PowerPoint permite crear presentaciones visuales e impactantes que capturan la atención del público.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69236" y="5240536"/>
            <a:ext cx="7578328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Organización eficiente de contenidos: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Con las herramientas de PowerPoint, es posible organizar y estructurar la información de manera clara y ordenada.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69236" y="6034564"/>
            <a:ext cx="7578328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Integración de gráficos y datos: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PowerPoint facilita la integración de gráficos, tablas y datos para respaldar el contenido de la presentación.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706517"/>
            <a:ext cx="12692896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Casos de uso de Microsoft PowerPoint en educación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2501265"/>
            <a:ext cx="4003238" cy="2474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8693" y="5259943"/>
            <a:ext cx="4003238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Apoyo Visual para Profesores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8693" y="6066115"/>
            <a:ext cx="4003238" cy="1456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PowerPoint proporciona a los profesores un medio dinámico para presentar conceptos complejos y mantener el interés de los estudiantes.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402" y="2501265"/>
            <a:ext cx="4003358" cy="24742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3402" y="5260062"/>
            <a:ext cx="391429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Participación Estudiantil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313402" y="5731431"/>
            <a:ext cx="4003358" cy="1092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Los estudiantes pueden utilizar PowerPoint para presentar proyectos y colaborar de manera creativa en el aula.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231" y="2501265"/>
            <a:ext cx="4003238" cy="24741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8231" y="5259943"/>
            <a:ext cx="395716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Interactividad Educativa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658231" y="5731312"/>
            <a:ext cx="4003238" cy="1092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Las diapositivas interactivas permiten a los educadores diseñar actividades de aprendizaje dinámicas y atractivas.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955834"/>
            <a:ext cx="12692896" cy="130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Casos de uso de Microsoft PowerPoint en marketing y publicidad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968693" y="2821186"/>
            <a:ext cx="3868460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Presentaciones Visuales Atractivas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68693" y="3698081"/>
            <a:ext cx="3868460" cy="1423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Microsoft PowerPoint se utiliza para crear presentaciones atractivas con imágenes, gráficos y videos que captan la atención del público objetivo.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68693" y="5322332"/>
            <a:ext cx="3868460" cy="1423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capacidad de personalizar las diapositivas ayuda a transmitir la marca y el mensaje publicitario de manera efectiva.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87697" y="2821186"/>
            <a:ext cx="3868460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Desarrollo de Propuestas Creativas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387697" y="3698081"/>
            <a:ext cx="3868460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Los profesionales de marketing utilizan PowerPoint para desarrollar propuestas creativas, incluyendo diseños de campañas, estudios de mercado y estrategias publicitarias.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87697" y="5678329"/>
            <a:ext cx="3868460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herramienta permite la visualización clara de ideas e impacta en la toma de decisiones.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06702" y="2821186"/>
            <a:ext cx="3868460" cy="981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Capacitación y Presentación de Informes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9806702" y="4025265"/>
            <a:ext cx="3868460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 el ámbito publicitario, PowerPoint se emplea para la capacitación del personal y para presentar informes sobre el rendimiento de campañas y estrategias de marketing.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06702" y="6005513"/>
            <a:ext cx="3868460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organización visual de la información facilita la comprensión y el análisis de métricas clave.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215152"/>
            <a:ext cx="12692896" cy="217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Casos de uso de Microsoft PowerPoint en eventos y conferencias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4164687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1164312" y="4268153"/>
            <a:ext cx="164187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770936" y="4164687"/>
            <a:ext cx="3264218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Presentaciones de Oradores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70936" y="5039082"/>
            <a:ext cx="326421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PowerPoint se utiliza para crear visuales impactantes que complementan los discursos de los presentadores en eventos y conferencias.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81970" y="4164687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5422106" y="4268153"/>
            <a:ext cx="275034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84213" y="4164687"/>
            <a:ext cx="3264218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Apoyo Visual en Conferencias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084213" y="5039082"/>
            <a:ext cx="326421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Las diapositivas de PowerPoint sirven como soporte visual para exponer información clave y mantener el interés del público.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595247" y="4164687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9732764" y="4268153"/>
            <a:ext cx="280273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397490" y="4164687"/>
            <a:ext cx="3264218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Programación de Eventos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397490" y="5039082"/>
            <a:ext cx="326421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PowerPoint es útil para crear cronogramas y programas de eventos, brindando una visión clara de las actividades a realizar.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959882"/>
            <a:ext cx="12692896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Casos de uso de Microsoft PowerPoint en diseño gráfico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68693" y="3004423"/>
            <a:ext cx="6045279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Microsoft PowerPoint es una herramienta muy utilizada en diseño gráfico para la creación de presentaciones visuales impactantes. Con su amplia gama de plantillas, fuentes y opciones de diseño, permite crear composiciones atractivas y profesionales.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3810" y="3059906"/>
            <a:ext cx="6045279" cy="3932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669012"/>
            <a:ext cx="12692896" cy="214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Consejos y trucos para utilizar Microsoft PowerPoint de manera efectiva</a:t>
            </a:r>
            <a:endParaRPr lang="en-US" sz="4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4673" y="3302198"/>
            <a:ext cx="2094309" cy="1379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70152" y="3918942"/>
            <a:ext cx="143232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432227" y="3545443"/>
            <a:ext cx="2862143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Organización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432227" y="4049078"/>
            <a:ext cx="6013013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Mantén una estructura clara y ordenada en tus diapositivas.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9704" y="4696539"/>
            <a:ext cx="8351163" cy="15240"/>
          </a:xfrm>
          <a:prstGeom prst="roundRect">
            <a:avLst>
              <a:gd name="adj" fmla="val 239453"/>
            </a:avLst>
          </a:prstGeom>
          <a:solidFill>
            <a:srgbClr val="49606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518" y="4742140"/>
            <a:ext cx="4188619" cy="13792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21812" y="5188506"/>
            <a:ext cx="239911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6479381" y="4985385"/>
            <a:ext cx="3739991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Gráficos y multimedia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6479381" y="5489019"/>
            <a:ext cx="6193631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Utiliza imágenes y videos de manera impactante y relevante.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96858" y="6136481"/>
            <a:ext cx="7304008" cy="15240"/>
          </a:xfrm>
          <a:prstGeom prst="roundRect">
            <a:avLst>
              <a:gd name="adj" fmla="val 239453"/>
            </a:avLst>
          </a:prstGeom>
          <a:solidFill>
            <a:srgbClr val="4960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63" y="6182082"/>
            <a:ext cx="6282928" cy="13792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19550" y="6628448"/>
            <a:ext cx="244435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7526536" y="6425327"/>
            <a:ext cx="3351848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Transiciones sutiles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7526536" y="6928961"/>
            <a:ext cx="5577364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Evita transiciones disruptivas y opta por efectos sutiles.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579013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Conclusiones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6350437" y="3675340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Microsoft PowerPoint se ha convertido en una herramienta crucial para presentaciones efectivas en el mundo profesional y académico. Desde su historia fascinante hasta su versatilidad en el diseño gráfico, este software ofrece innumerables posibilidades. Para dominarlo, es esencial explorar recursos adicionales, como tutoriales, plantillas y plugins.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2024-11-03T16:36:49Z</dcterms:created>
  <dcterms:modified xsi:type="dcterms:W3CDTF">2024-11-03T16:36:49Z</dcterms:modified>
</cp:coreProperties>
</file>