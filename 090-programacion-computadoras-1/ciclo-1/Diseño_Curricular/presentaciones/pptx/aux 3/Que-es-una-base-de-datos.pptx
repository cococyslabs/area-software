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4630400" cy="8229600"/>
  <p:notesSz cx="8229600" cy="14630400"/>
  <p:embeddedFontLst>
    <p:embeddedFont>
      <p:font typeface="Roboto Medium"/>
      <p:regular r:id="rId20"/>
    </p:embeddedFont>
    <p:embeddedFont>
      <p:font typeface="Roboto Medium"/>
      <p:regular r:id="rId21"/>
    </p:embeddedFont>
    <p:embeddedFont>
      <p:font typeface="Roboto Medium"/>
      <p:regular r:id="rId22"/>
    </p:embeddedFont>
    <p:embeddedFont>
      <p:font typeface="Roboto Medium"/>
      <p:regular r:id="rId23"/>
    </p:embeddedFont>
    <p:embeddedFont>
      <p:font typeface="Roboto"/>
      <p:regular r:id="rId24"/>
    </p:embeddedFont>
    <p:embeddedFont>
      <p:font typeface="Roboto"/>
      <p:regular r:id="rId25"/>
    </p:embeddedFont>
    <p:embeddedFont>
      <p:font typeface="Roboto"/>
      <p:regular r:id="rId26"/>
    </p:embeddedFont>
    <p:embeddedFont>
      <p:font typeface="Roboto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2" Type="http://schemas.openxmlformats.org/officeDocument/2006/relationships/image" Target="../media/image-1014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581269"/>
            <a:ext cx="7415927" cy="2129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350"/>
              </a:lnSpc>
              <a:buNone/>
            </a:pPr>
            <a:r>
              <a:rPr lang="en-US" sz="6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¿Qué es una base de datos?</a:t>
            </a:r>
            <a:endParaRPr lang="en-US" sz="6700" dirty="0"/>
          </a:p>
        </p:txBody>
      </p:sp>
      <p:sp>
        <p:nvSpPr>
          <p:cNvPr id="4" name="Text 1"/>
          <p:cNvSpPr/>
          <p:nvPr/>
        </p:nvSpPr>
        <p:spPr>
          <a:xfrm>
            <a:off x="864037" y="4080867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base de datos es un conjunto organizado de datos que se almacenan y se acceden electrónicamente.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4037" y="5148620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 conjunto de datos puede ser manejado por sistemas informáticos para proporcionar información variada.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64037" y="6234827"/>
            <a:ext cx="394930" cy="394930"/>
          </a:xfrm>
          <a:prstGeom prst="roundRect">
            <a:avLst>
              <a:gd name="adj" fmla="val 23151155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657" y="6242447"/>
            <a:ext cx="379690" cy="3796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82316" y="6216372"/>
            <a:ext cx="5548551" cy="431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400" b="1" dirty="0">
                <a:solidFill>
                  <a:srgbClr val="CFD0D8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by DEIVID ALEXANDER LUX REVOLORIO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313140"/>
            <a:ext cx="11028402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Partes principales de una base de datos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64037" y="2578418"/>
            <a:ext cx="6327815" cy="1848088"/>
          </a:xfrm>
          <a:prstGeom prst="roundRect">
            <a:avLst>
              <a:gd name="adj" fmla="val 5611"/>
            </a:avLst>
          </a:prstGeom>
          <a:solidFill>
            <a:srgbClr val="182567"/>
          </a:solidFill>
          <a:ln w="15240">
            <a:solidFill>
              <a:srgbClr val="313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093" y="2840474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Tablas </a:t>
            </a:r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📊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6093" y="3374350"/>
            <a:ext cx="580370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datos se almacenan en tablas, que consisten en filas y columnas.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438668" y="2578418"/>
            <a:ext cx="6327815" cy="1848088"/>
          </a:xfrm>
          <a:prstGeom prst="roundRect">
            <a:avLst>
              <a:gd name="adj" fmla="val 5611"/>
            </a:avLst>
          </a:prstGeom>
          <a:solidFill>
            <a:srgbClr val="182567"/>
          </a:solidFill>
          <a:ln w="15240">
            <a:solidFill>
              <a:srgbClr val="313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00724" y="2840474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Campos </a:t>
            </a:r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🗄️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00724" y="3374350"/>
            <a:ext cx="580370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columnas de una tabla representan los campos, como nombre, edad, etc.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4037" y="4673322"/>
            <a:ext cx="6327815" cy="2243138"/>
          </a:xfrm>
          <a:prstGeom prst="roundRect">
            <a:avLst>
              <a:gd name="adj" fmla="val 4623"/>
            </a:avLst>
          </a:prstGeom>
          <a:solidFill>
            <a:srgbClr val="182567"/>
          </a:solidFill>
          <a:ln w="15240">
            <a:solidFill>
              <a:srgbClr val="313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6093" y="493537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Registros </a:t>
            </a:r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26093" y="5469255"/>
            <a:ext cx="5803702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filas de una tabla contienen registros individuales, cada uno representando un conjunto de datos.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438668" y="4673322"/>
            <a:ext cx="6327815" cy="2243138"/>
          </a:xfrm>
          <a:prstGeom prst="roundRect">
            <a:avLst>
              <a:gd name="adj" fmla="val 4623"/>
            </a:avLst>
          </a:prstGeom>
          <a:solidFill>
            <a:srgbClr val="182567"/>
          </a:solidFill>
          <a:ln w="15240">
            <a:solidFill>
              <a:srgbClr val="313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00724" y="4935379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Llaves</a:t>
            </a:r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🗝️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700724" y="5469255"/>
            <a:ext cx="5803702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utilizan para garantizar la integridad y relaciones entre las tablas.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210633"/>
            <a:ext cx="9752886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Casos de uso de una base de datos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3475911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Almacenamiento de datos: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Las bases de datos se utilizan para guardar grandes cantidades de información de manera organizada y segura.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4352330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Gestión de clientes: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Las empresas utilizan bases de datos para almacenar y gestionar la información de sus clientes, como nombres, direcciones y preferencias.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5228749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Análisis de datos: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Las bases de datos se utilizan para analizar grandes cantidades de información y extraer conclusiones útiles para la toma de decisiones.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270879"/>
            <a:ext cx="8517612" cy="1064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8350"/>
              </a:lnSpc>
              <a:buNone/>
            </a:pPr>
            <a:r>
              <a:rPr lang="en-US" sz="6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¿Qué es una tabla?</a:t>
            </a:r>
            <a:endParaRPr lang="en-US" sz="6700" dirty="0"/>
          </a:p>
        </p:txBody>
      </p:sp>
      <p:sp>
        <p:nvSpPr>
          <p:cNvPr id="3" name="Text 1"/>
          <p:cNvSpPr/>
          <p:nvPr/>
        </p:nvSpPr>
        <p:spPr>
          <a:xfrm>
            <a:off x="864037" y="3705820"/>
            <a:ext cx="129023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tabla en el contexto de las bases de datos, es una estructura que organiza los datos en filas y columnas, similar a una hoja de cálculo. Cada fila representa una entidad y cada columna un atributo. Las tablas son fundamentales para almacenar y organizar la información de manera estructurada.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5168622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tablas permiten acceder a la información de forma eficiente, realizar consultas y análisis, y son esenciales en la gestión de datos en cualquier sistema de base de datos.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005489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Partes de una tabla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3394115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Columnas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4037" y="4026694"/>
            <a:ext cx="3898821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columnas son las partes verticales de una tabla y representan los diferentes tipos de datos que se pueden almacenar, como texto, números, fechas, etc.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695" y="3394115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Filas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372695" y="4026694"/>
            <a:ext cx="3898821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filas son las partes horizontales de una tabla y contienen los registros individuales de datos, cada fila representa una entrada única en la tabla.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3394115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Clave primaria o ID 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881354" y="4026694"/>
            <a:ext cx="389882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clave primaria es un campo o combinación de campos cuyos valores únicos identifican de forma exclusiva cada fila en una tabla.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416" y="3710940"/>
            <a:ext cx="7323653" cy="760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950"/>
              </a:lnSpc>
              <a:buNone/>
            </a:pPr>
            <a:r>
              <a:rPr lang="en-US" sz="4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Diagrama Entidad Relacion</a:t>
            </a:r>
            <a:endParaRPr lang="en-US" sz="4750" dirty="0"/>
          </a:p>
        </p:txBody>
      </p:sp>
      <p:sp>
        <p:nvSpPr>
          <p:cNvPr id="3" name="Text 1"/>
          <p:cNvSpPr/>
          <p:nvPr/>
        </p:nvSpPr>
        <p:spPr>
          <a:xfrm>
            <a:off x="851416" y="4835962"/>
            <a:ext cx="12927568" cy="2723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diagrama entidad-relación, también conocido como modelo entidad relación o ERD, es un tipo de diagrama de flujo que ilustra cómo las "entidades", como personas, objetos o conceptos, se relacionan entre sí dentro de un sistema. Los diagramas ER se usan a menudo para diseñar o depurar bases de datos relacionales en los campos de ingeniería de software, sistemas de información empresarial, educación e investigación. También conocidos como los ERD o modelos ER, emplean un conjunto definido de símbolos, tales como rectángulos, diamantes, óvalos y líneas de conexión para representar la interconexión de entidades, relaciones y sus atributos. Son un reflejo de la estructura gramatical y emplean entidades como sustantivos y relaciones como verbos</a:t>
            </a:r>
            <a:endParaRPr lang="en-US" sz="1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5035" y="304086"/>
            <a:ext cx="4540210" cy="24328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611874"/>
            <a:ext cx="9973508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Nomalizacion de las Bases de datos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3877151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Forma Normal (1FN)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4549854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Forma Normal (2FN)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5222558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Forma Normal (3FN)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0"/>
            <a:ext cx="73152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810" y="765810"/>
            <a:ext cx="6697980" cy="66979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64037" y="1480780"/>
            <a:ext cx="5587127" cy="1064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8350"/>
              </a:lnSpc>
              <a:buNone/>
            </a:pPr>
            <a:r>
              <a:rPr lang="en-US" sz="67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¿Qué es SQL?</a:t>
            </a:r>
            <a:endParaRPr lang="en-US" sz="6700" dirty="0"/>
          </a:p>
        </p:txBody>
      </p:sp>
      <p:sp>
        <p:nvSpPr>
          <p:cNvPr id="5" name="Text 1"/>
          <p:cNvSpPr/>
          <p:nvPr/>
        </p:nvSpPr>
        <p:spPr>
          <a:xfrm>
            <a:off x="864037" y="2915722"/>
            <a:ext cx="5587127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SQL, Structured Query Language, es un lenguaje  utilizado para administrar y manipular bases de datos relacionales. Permite insertar, actualizar  eliminar y consultar datos, así como definir y manipular la estructura de la base de datos.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864037" y="5168622"/>
            <a:ext cx="5587127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Además, SQL es un estándar reconocido internacionalmente para el manejo de bases de datos, lo que lo hace ampliamente utilizado en la industria.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965484"/>
            <a:ext cx="617220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Origen de SQL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64037" y="3230761"/>
            <a:ext cx="4136231" cy="3033236"/>
          </a:xfrm>
          <a:prstGeom prst="roundRect">
            <a:avLst>
              <a:gd name="adj" fmla="val 3419"/>
            </a:avLst>
          </a:prstGeom>
          <a:solidFill>
            <a:srgbClr val="182567"/>
          </a:solidFill>
          <a:ln w="15240">
            <a:solidFill>
              <a:srgbClr val="313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6093" y="3492818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Desarrollado por IBM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6093" y="4026694"/>
            <a:ext cx="3612118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Query Language (SQL) fue inicialmente desarrollado por IBM en la década de 1970 como parte de un proyecto de investigación.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247084" y="3230761"/>
            <a:ext cx="4136231" cy="3033236"/>
          </a:xfrm>
          <a:prstGeom prst="roundRect">
            <a:avLst>
              <a:gd name="adj" fmla="val 3419"/>
            </a:avLst>
          </a:prstGeom>
          <a:solidFill>
            <a:srgbClr val="182567"/>
          </a:solidFill>
          <a:ln w="15240">
            <a:solidFill>
              <a:srgbClr val="313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09141" y="3492818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Estándar ANSI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509141" y="4026694"/>
            <a:ext cx="3612118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1986, SQL se convirtió en un estándar del Instituto Nacional Estadounidense de Estándares (ANSI).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30132" y="3230761"/>
            <a:ext cx="4136231" cy="3033236"/>
          </a:xfrm>
          <a:prstGeom prst="roundRect">
            <a:avLst>
              <a:gd name="adj" fmla="val 3419"/>
            </a:avLst>
          </a:prstGeom>
          <a:solidFill>
            <a:srgbClr val="182567"/>
          </a:solidFill>
          <a:ln w="15240">
            <a:solidFill>
              <a:srgbClr val="313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92189" y="3492818"/>
            <a:ext cx="348007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Contribuciones de Oracle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892189" y="4026694"/>
            <a:ext cx="3612118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Oracle Corporation contribuyó significativamente a la evolución y desarrollo de SQL como lenguaje de base de datos.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272427"/>
            <a:ext cx="6294001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Características de SQL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864037" y="3414236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Manipulación de datos: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Permite insertar, actualizar y eliminar datos en una base de datos.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64037" y="4290655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Seguridad: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Ofrece mecanismos para restringir el acceso a los datos y proteger la integridad.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4037" y="5167074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b="1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Soporte transaccional:</a:t>
            </a:r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Permite realizar operaciones atómicas, consistentes, aisladas y duraderas (ACID).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625918"/>
            <a:ext cx="969264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Adminstradores de Bases de Datos</a:t>
            </a:r>
            <a:endParaRPr lang="en-US" sz="4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037" y="2891195"/>
            <a:ext cx="617220" cy="6172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4037" y="3755231"/>
            <a:ext cx="294786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MySQL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64037" y="4289108"/>
            <a:ext cx="2947868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de las herramientas de base de datos más populares y de código abierto.</a:t>
            </a:r>
            <a:endParaRPr lang="en-US" sz="1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189" y="2891195"/>
            <a:ext cx="617220" cy="617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82189" y="3755231"/>
            <a:ext cx="294786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ACCESS: 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4182189" y="4289108"/>
            <a:ext cx="2947868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Una plataforma de administración de base de datos relacional desarrollada por Microsoft.</a:t>
            </a:r>
            <a:endParaRPr lang="en-US" sz="2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342" y="2891195"/>
            <a:ext cx="617220" cy="6172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00342" y="3755231"/>
            <a:ext cx="294786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PostgreSQL</a:t>
            </a:r>
            <a:endParaRPr lang="en-US" sz="2400" dirty="0"/>
          </a:p>
        </p:txBody>
      </p:sp>
      <p:sp>
        <p:nvSpPr>
          <p:cNvPr id="11" name="Text 6"/>
          <p:cNvSpPr/>
          <p:nvPr/>
        </p:nvSpPr>
        <p:spPr>
          <a:xfrm>
            <a:off x="7500342" y="4289108"/>
            <a:ext cx="294786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 sistema de gestión de base de datos relacional orientado a la comunidad.</a:t>
            </a:r>
            <a:endParaRPr lang="en-US" sz="1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8495" y="2891195"/>
            <a:ext cx="617220" cy="6172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818495" y="3755231"/>
            <a:ext cx="2947868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CFD0D8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Oracle</a:t>
            </a:r>
            <a:endParaRPr lang="en-US" sz="2400" dirty="0"/>
          </a:p>
        </p:txBody>
      </p:sp>
      <p:sp>
        <p:nvSpPr>
          <p:cNvPr id="14" name="Text 8"/>
          <p:cNvSpPr/>
          <p:nvPr/>
        </p:nvSpPr>
        <p:spPr>
          <a:xfrm>
            <a:off x="10818495" y="4289108"/>
            <a:ext cx="2947868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de las bases de datos comerciales más utilizadas en entornos empresariales.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2095" y="423982"/>
            <a:ext cx="9041487" cy="481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Diferencias entre DDL, DML y DCL de bases de datos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72095" y="1214199"/>
            <a:ext cx="1348620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una base de datos, DDL, DML y DCL son siglas que se refieren a diferentes tipos de comandos o instrucciones.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72095" y="1692116"/>
            <a:ext cx="4346138" cy="38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DDL (Data Definition Language)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72095" y="2308741"/>
            <a:ext cx="1348620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DDL se utiliza para definir la estructura y el esquema de una base de datos. Algunos ejemplos de comandos DDL incluyen: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2095" y="2728793"/>
            <a:ext cx="1348620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CREATE: crea una nueva tabla o base de datos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2095" y="3029426"/>
            <a:ext cx="1348620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ALTER: modifica la estructura de una tabla existente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2095" y="3330059"/>
            <a:ext cx="1348620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DROP: elimina una tabla o base de datos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2095" y="3807976"/>
            <a:ext cx="4887039" cy="38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DML (Data Manipulation Language)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72095" y="4424601"/>
            <a:ext cx="1348620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DML se utiliza para manipular o modificar los datos dentro de una base de datos. Algunos ejemplos de comandos DML incluyen: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2095" y="4844653"/>
            <a:ext cx="1348620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SELECT: recupera datos de una o varias tablas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2095" y="5145286"/>
            <a:ext cx="1348620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INSERT: inserta nuevos datos en una tabla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2095" y="5445919"/>
            <a:ext cx="1348620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UPDATE: actualiza los datos existentes en una tabla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2095" y="5746552"/>
            <a:ext cx="1348620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DELETE: elimina datos de una tabla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2095" y="6224468"/>
            <a:ext cx="4020622" cy="385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DCL (Data Control Language)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72095" y="6841093"/>
            <a:ext cx="1348620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DCL se utiliza para controlar los permisos y la seguridad de una base de datos. Algunos ejemplos de comandos DCL incluyen: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2095" y="7261146"/>
            <a:ext cx="1348620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GRANT: otorga permisos a los usuarios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2095" y="7561778"/>
            <a:ext cx="13486209" cy="246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00"/>
              </a:lnSpc>
              <a:buSzPct val="100000"/>
              <a:buChar char="•"/>
            </a:pPr>
            <a:r>
              <a:rPr lang="en-US" sz="12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REVOKE: revoca permisos a los usuarios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18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64037" y="2417445"/>
            <a:ext cx="9242941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Gestor de Base de Datos ACCESS</a:t>
            </a:r>
            <a:endParaRPr lang="en-US" sz="4850" dirty="0"/>
          </a:p>
        </p:txBody>
      </p:sp>
      <p:sp>
        <p:nvSpPr>
          <p:cNvPr id="5" name="Text 2"/>
          <p:cNvSpPr/>
          <p:nvPr/>
        </p:nvSpPr>
        <p:spPr>
          <a:xfrm>
            <a:off x="864037" y="3559254"/>
            <a:ext cx="129023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Access es un sistema de gestión de bases de datos relacional (RDBMS) desarrollado por Microsoft. Forma parte de la suite de aplicaciones Microsoft Office y se utiliza para crear y administrar bases de datos, así como para crear formularios, informes y consultas para acceder y analizar los datos.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4037" y="5022056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CFD0D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es un sistema de gestión de bases de datos simple e intuitivo, especialmente adecuado para usuarios individuales y pequeñas empresas que necesitan una solución de gestión de datos fácil de usar.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2024-11-03T16:41:49Z</dcterms:created>
  <dcterms:modified xsi:type="dcterms:W3CDTF">2024-11-03T16:41:49Z</dcterms:modified>
</cp:coreProperties>
</file>